
<file path=[Content_Types].xml><?xml version="1.0" encoding="utf-8"?>
<Types xmlns="http://schemas.openxmlformats.org/package/2006/content-types"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3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6">
  <p:sldMasterIdLst>
    <p:sldMasterId id="2147486537" r:id="rId1"/>
    <p:sldMasterId id="2147486542" r:id="rId2"/>
    <p:sldMasterId id="2147486551" r:id="rId3"/>
    <p:sldMasterId id="2147486555" r:id="rId4"/>
  </p:sldMasterIdLst>
  <p:notesMasterIdLst>
    <p:notesMasterId r:id="rId146"/>
  </p:notesMasterIdLst>
  <p:handoutMasterIdLst>
    <p:handoutMasterId r:id="rId147"/>
  </p:handoutMasterIdLst>
  <p:sldIdLst>
    <p:sldId id="257" r:id="rId5"/>
    <p:sldId id="259" r:id="rId6"/>
    <p:sldId id="370" r:id="rId7"/>
    <p:sldId id="541" r:id="rId8"/>
    <p:sldId id="258" r:id="rId9"/>
    <p:sldId id="332" r:id="rId10"/>
    <p:sldId id="333" r:id="rId11"/>
    <p:sldId id="261" r:id="rId12"/>
    <p:sldId id="262" r:id="rId13"/>
    <p:sldId id="264" r:id="rId14"/>
    <p:sldId id="371" r:id="rId15"/>
    <p:sldId id="265" r:id="rId16"/>
    <p:sldId id="263" r:id="rId17"/>
    <p:sldId id="266" r:id="rId18"/>
    <p:sldId id="267" r:id="rId19"/>
    <p:sldId id="268" r:id="rId20"/>
    <p:sldId id="590" r:id="rId21"/>
    <p:sldId id="591" r:id="rId22"/>
    <p:sldId id="269" r:id="rId23"/>
    <p:sldId id="270" r:id="rId24"/>
    <p:sldId id="271" r:id="rId25"/>
    <p:sldId id="375" r:id="rId26"/>
    <p:sldId id="540" r:id="rId27"/>
    <p:sldId id="595" r:id="rId28"/>
    <p:sldId id="273" r:id="rId29"/>
    <p:sldId id="335" r:id="rId30"/>
    <p:sldId id="274" r:id="rId31"/>
    <p:sldId id="275" r:id="rId32"/>
    <p:sldId id="276" r:id="rId33"/>
    <p:sldId id="277" r:id="rId34"/>
    <p:sldId id="545" r:id="rId35"/>
    <p:sldId id="278" r:id="rId36"/>
    <p:sldId id="279" r:id="rId37"/>
    <p:sldId id="280" r:id="rId38"/>
    <p:sldId id="281" r:id="rId39"/>
    <p:sldId id="282" r:id="rId40"/>
    <p:sldId id="615" r:id="rId41"/>
    <p:sldId id="283" r:id="rId42"/>
    <p:sldId id="284" r:id="rId43"/>
    <p:sldId id="286" r:id="rId44"/>
    <p:sldId id="287" r:id="rId45"/>
    <p:sldId id="600" r:id="rId46"/>
    <p:sldId id="383" r:id="rId47"/>
    <p:sldId id="596" r:id="rId48"/>
    <p:sldId id="384" r:id="rId49"/>
    <p:sldId id="385" r:id="rId50"/>
    <p:sldId id="386" r:id="rId51"/>
    <p:sldId id="549" r:id="rId52"/>
    <p:sldId id="550" r:id="rId53"/>
    <p:sldId id="551" r:id="rId54"/>
    <p:sldId id="389" r:id="rId55"/>
    <p:sldId id="393" r:id="rId56"/>
    <p:sldId id="390" r:id="rId57"/>
    <p:sldId id="394" r:id="rId58"/>
    <p:sldId id="288" r:id="rId59"/>
    <p:sldId id="395" r:id="rId60"/>
    <p:sldId id="396" r:id="rId61"/>
    <p:sldId id="618" r:id="rId62"/>
    <p:sldId id="289" r:id="rId63"/>
    <p:sldId id="290" r:id="rId64"/>
    <p:sldId id="397" r:id="rId65"/>
    <p:sldId id="466" r:id="rId66"/>
    <p:sldId id="398" r:id="rId67"/>
    <p:sldId id="622" r:id="rId68"/>
    <p:sldId id="623" r:id="rId69"/>
    <p:sldId id="624" r:id="rId70"/>
    <p:sldId id="633" r:id="rId71"/>
    <p:sldId id="627" r:id="rId72"/>
    <p:sldId id="629" r:id="rId73"/>
    <p:sldId id="634" r:id="rId74"/>
    <p:sldId id="630" r:id="rId75"/>
    <p:sldId id="631" r:id="rId76"/>
    <p:sldId id="628" r:id="rId77"/>
    <p:sldId id="638" r:id="rId78"/>
    <p:sldId id="291" r:id="rId79"/>
    <p:sldId id="399" r:id="rId80"/>
    <p:sldId id="292" r:id="rId81"/>
    <p:sldId id="414" r:id="rId82"/>
    <p:sldId id="415" r:id="rId83"/>
    <p:sldId id="416" r:id="rId84"/>
    <p:sldId id="522" r:id="rId85"/>
    <p:sldId id="417" r:id="rId86"/>
    <p:sldId id="438" r:id="rId87"/>
    <p:sldId id="293" r:id="rId88"/>
    <p:sldId id="400" r:id="rId89"/>
    <p:sldId id="355" r:id="rId90"/>
    <p:sldId id="552" r:id="rId91"/>
    <p:sldId id="612" r:id="rId92"/>
    <p:sldId id="305" r:id="rId93"/>
    <p:sldId id="340" r:id="rId94"/>
    <p:sldId id="306" r:id="rId95"/>
    <p:sldId id="401" r:id="rId96"/>
    <p:sldId id="307" r:id="rId97"/>
    <p:sldId id="528" r:id="rId98"/>
    <p:sldId id="529" r:id="rId99"/>
    <p:sldId id="308" r:id="rId100"/>
    <p:sldId id="309" r:id="rId101"/>
    <p:sldId id="341" r:id="rId102"/>
    <p:sldId id="310" r:id="rId103"/>
    <p:sldId id="620" r:id="rId104"/>
    <p:sldId id="312" r:id="rId105"/>
    <p:sldId id="342" r:id="rId106"/>
    <p:sldId id="635" r:id="rId107"/>
    <p:sldId id="571" r:id="rId108"/>
    <p:sldId id="572" r:id="rId109"/>
    <p:sldId id="637" r:id="rId110"/>
    <p:sldId id="313" r:id="rId111"/>
    <p:sldId id="314" r:id="rId112"/>
    <p:sldId id="315" r:id="rId113"/>
    <p:sldId id="406" r:id="rId114"/>
    <p:sldId id="405" r:id="rId115"/>
    <p:sldId id="613" r:id="rId116"/>
    <p:sldId id="614" r:id="rId117"/>
    <p:sldId id="636" r:id="rId118"/>
    <p:sldId id="316" r:id="rId119"/>
    <p:sldId id="317" r:id="rId120"/>
    <p:sldId id="351" r:id="rId121"/>
    <p:sldId id="318" r:id="rId122"/>
    <p:sldId id="445" r:id="rId123"/>
    <p:sldId id="407" r:id="rId124"/>
    <p:sldId id="565" r:id="rId125"/>
    <p:sldId id="566" r:id="rId126"/>
    <p:sldId id="576" r:id="rId127"/>
    <p:sldId id="350" r:id="rId128"/>
    <p:sldId id="319" r:id="rId129"/>
    <p:sldId id="352" r:id="rId130"/>
    <p:sldId id="320" r:id="rId131"/>
    <p:sldId id="353" r:id="rId132"/>
    <p:sldId id="321" r:id="rId133"/>
    <p:sldId id="322" r:id="rId134"/>
    <p:sldId id="323" r:id="rId135"/>
    <p:sldId id="324" r:id="rId136"/>
    <p:sldId id="326" r:id="rId137"/>
    <p:sldId id="344" r:id="rId138"/>
    <p:sldId id="531" r:id="rId139"/>
    <p:sldId id="532" r:id="rId140"/>
    <p:sldId id="601" r:id="rId141"/>
    <p:sldId id="602" r:id="rId142"/>
    <p:sldId id="606" r:id="rId143"/>
    <p:sldId id="607" r:id="rId144"/>
    <p:sldId id="632" r:id="rId145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CC"/>
    <a:srgbClr val="FFCC00"/>
    <a:srgbClr val="FF3300"/>
    <a:srgbClr val="FE1A1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545" autoAdjust="0"/>
    <p:restoredTop sz="67611" autoAdjust="0"/>
  </p:normalViewPr>
  <p:slideViewPr>
    <p:cSldViewPr>
      <p:cViewPr varScale="1">
        <p:scale>
          <a:sx n="98" d="100"/>
          <a:sy n="98" d="100"/>
        </p:scale>
        <p:origin x="763" y="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  <p:sld r:id="rId4" collapse="1"/>
      <p:sld r:id="rId5" collapse="1"/>
      <p:sld r:id="rId6" collapse="1"/>
      <p:sld r:id="rId7" collapse="1"/>
      <p:sld r:id="rId8" collapse="1"/>
      <p:sld r:id="rId9" collapse="1"/>
      <p:sld r:id="rId10" collapse="1"/>
      <p:sld r:id="rId11" collapse="1"/>
      <p:sld r:id="rId12" collapse="1"/>
      <p:sld r:id="rId13" collapse="1"/>
      <p:sld r:id="rId14" collapse="1"/>
      <p:sld r:id="rId15" collapse="1"/>
      <p:sld r:id="rId16" collapse="1"/>
    </p:sldLst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3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63" Type="http://schemas.openxmlformats.org/officeDocument/2006/relationships/slide" Target="slides/slide59.xml"/><Relationship Id="rId84" Type="http://schemas.openxmlformats.org/officeDocument/2006/relationships/slide" Target="slides/slide80.xml"/><Relationship Id="rId138" Type="http://schemas.openxmlformats.org/officeDocument/2006/relationships/slide" Target="slides/slide134.xml"/><Relationship Id="rId107" Type="http://schemas.openxmlformats.org/officeDocument/2006/relationships/slide" Target="slides/slide103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53" Type="http://schemas.openxmlformats.org/officeDocument/2006/relationships/slide" Target="slides/slide49.xml"/><Relationship Id="rId74" Type="http://schemas.openxmlformats.org/officeDocument/2006/relationships/slide" Target="slides/slide70.xml"/><Relationship Id="rId128" Type="http://schemas.openxmlformats.org/officeDocument/2006/relationships/slide" Target="slides/slide124.xml"/><Relationship Id="rId149" Type="http://schemas.openxmlformats.org/officeDocument/2006/relationships/viewProps" Target="viewProps.xml"/><Relationship Id="rId5" Type="http://schemas.openxmlformats.org/officeDocument/2006/relationships/slide" Target="slides/slide1.xml"/><Relationship Id="rId95" Type="http://schemas.openxmlformats.org/officeDocument/2006/relationships/slide" Target="slides/slide91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113" Type="http://schemas.openxmlformats.org/officeDocument/2006/relationships/slide" Target="slides/slide109.xml"/><Relationship Id="rId118" Type="http://schemas.openxmlformats.org/officeDocument/2006/relationships/slide" Target="slides/slide114.xml"/><Relationship Id="rId134" Type="http://schemas.openxmlformats.org/officeDocument/2006/relationships/slide" Target="slides/slide130.xml"/><Relationship Id="rId139" Type="http://schemas.openxmlformats.org/officeDocument/2006/relationships/slide" Target="slides/slide135.xml"/><Relationship Id="rId80" Type="http://schemas.openxmlformats.org/officeDocument/2006/relationships/slide" Target="slides/slide76.xml"/><Relationship Id="rId85" Type="http://schemas.openxmlformats.org/officeDocument/2006/relationships/slide" Target="slides/slide81.xml"/><Relationship Id="rId150" Type="http://schemas.openxmlformats.org/officeDocument/2006/relationships/theme" Target="theme/theme1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59" Type="http://schemas.openxmlformats.org/officeDocument/2006/relationships/slide" Target="slides/slide55.xml"/><Relationship Id="rId103" Type="http://schemas.openxmlformats.org/officeDocument/2006/relationships/slide" Target="slides/slide99.xml"/><Relationship Id="rId108" Type="http://schemas.openxmlformats.org/officeDocument/2006/relationships/slide" Target="slides/slide104.xml"/><Relationship Id="rId124" Type="http://schemas.openxmlformats.org/officeDocument/2006/relationships/slide" Target="slides/slide120.xml"/><Relationship Id="rId129" Type="http://schemas.openxmlformats.org/officeDocument/2006/relationships/slide" Target="slides/slide125.xml"/><Relationship Id="rId54" Type="http://schemas.openxmlformats.org/officeDocument/2006/relationships/slide" Target="slides/slide50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91" Type="http://schemas.openxmlformats.org/officeDocument/2006/relationships/slide" Target="slides/slide87.xml"/><Relationship Id="rId96" Type="http://schemas.openxmlformats.org/officeDocument/2006/relationships/slide" Target="slides/slide92.xml"/><Relationship Id="rId140" Type="http://schemas.openxmlformats.org/officeDocument/2006/relationships/slide" Target="slides/slide136.xml"/><Relationship Id="rId145" Type="http://schemas.openxmlformats.org/officeDocument/2006/relationships/slide" Target="slides/slide14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49" Type="http://schemas.openxmlformats.org/officeDocument/2006/relationships/slide" Target="slides/slide45.xml"/><Relationship Id="rId114" Type="http://schemas.openxmlformats.org/officeDocument/2006/relationships/slide" Target="slides/slide110.xml"/><Relationship Id="rId119" Type="http://schemas.openxmlformats.org/officeDocument/2006/relationships/slide" Target="slides/slide115.xml"/><Relationship Id="rId44" Type="http://schemas.openxmlformats.org/officeDocument/2006/relationships/slide" Target="slides/slide40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81" Type="http://schemas.openxmlformats.org/officeDocument/2006/relationships/slide" Target="slides/slide77.xml"/><Relationship Id="rId86" Type="http://schemas.openxmlformats.org/officeDocument/2006/relationships/slide" Target="slides/slide82.xml"/><Relationship Id="rId130" Type="http://schemas.openxmlformats.org/officeDocument/2006/relationships/slide" Target="slides/slide126.xml"/><Relationship Id="rId135" Type="http://schemas.openxmlformats.org/officeDocument/2006/relationships/slide" Target="slides/slide131.xml"/><Relationship Id="rId151" Type="http://schemas.openxmlformats.org/officeDocument/2006/relationships/tableStyles" Target="tableStyles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109" Type="http://schemas.openxmlformats.org/officeDocument/2006/relationships/slide" Target="slides/slide10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slide" Target="slides/slide72.xml"/><Relationship Id="rId97" Type="http://schemas.openxmlformats.org/officeDocument/2006/relationships/slide" Target="slides/slide93.xml"/><Relationship Id="rId104" Type="http://schemas.openxmlformats.org/officeDocument/2006/relationships/slide" Target="slides/slide100.xml"/><Relationship Id="rId120" Type="http://schemas.openxmlformats.org/officeDocument/2006/relationships/slide" Target="slides/slide116.xml"/><Relationship Id="rId125" Type="http://schemas.openxmlformats.org/officeDocument/2006/relationships/slide" Target="slides/slide121.xml"/><Relationship Id="rId141" Type="http://schemas.openxmlformats.org/officeDocument/2006/relationships/slide" Target="slides/slide137.xml"/><Relationship Id="rId146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92" Type="http://schemas.openxmlformats.org/officeDocument/2006/relationships/slide" Target="slides/slide88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Relationship Id="rId87" Type="http://schemas.openxmlformats.org/officeDocument/2006/relationships/slide" Target="slides/slide83.xml"/><Relationship Id="rId110" Type="http://schemas.openxmlformats.org/officeDocument/2006/relationships/slide" Target="slides/slide106.xml"/><Relationship Id="rId115" Type="http://schemas.openxmlformats.org/officeDocument/2006/relationships/slide" Target="slides/slide111.xml"/><Relationship Id="rId131" Type="http://schemas.openxmlformats.org/officeDocument/2006/relationships/slide" Target="slides/slide127.xml"/><Relationship Id="rId136" Type="http://schemas.openxmlformats.org/officeDocument/2006/relationships/slide" Target="slides/slide132.xml"/><Relationship Id="rId61" Type="http://schemas.openxmlformats.org/officeDocument/2006/relationships/slide" Target="slides/slide57.xml"/><Relationship Id="rId82" Type="http://schemas.openxmlformats.org/officeDocument/2006/relationships/slide" Target="slides/slide78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56" Type="http://schemas.openxmlformats.org/officeDocument/2006/relationships/slide" Target="slides/slide52.xml"/><Relationship Id="rId77" Type="http://schemas.openxmlformats.org/officeDocument/2006/relationships/slide" Target="slides/slide73.xml"/><Relationship Id="rId100" Type="http://schemas.openxmlformats.org/officeDocument/2006/relationships/slide" Target="slides/slide96.xml"/><Relationship Id="rId105" Type="http://schemas.openxmlformats.org/officeDocument/2006/relationships/slide" Target="slides/slide101.xml"/><Relationship Id="rId126" Type="http://schemas.openxmlformats.org/officeDocument/2006/relationships/slide" Target="slides/slide122.xml"/><Relationship Id="rId147" Type="http://schemas.openxmlformats.org/officeDocument/2006/relationships/handoutMaster" Target="handoutMasters/handoutMaster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93" Type="http://schemas.openxmlformats.org/officeDocument/2006/relationships/slide" Target="slides/slide89.xml"/><Relationship Id="rId98" Type="http://schemas.openxmlformats.org/officeDocument/2006/relationships/slide" Target="slides/slide94.xml"/><Relationship Id="rId121" Type="http://schemas.openxmlformats.org/officeDocument/2006/relationships/slide" Target="slides/slide117.xml"/><Relationship Id="rId142" Type="http://schemas.openxmlformats.org/officeDocument/2006/relationships/slide" Target="slides/slide138.xml"/><Relationship Id="rId3" Type="http://schemas.openxmlformats.org/officeDocument/2006/relationships/slideMaster" Target="slideMasters/slideMaster3.xml"/><Relationship Id="rId25" Type="http://schemas.openxmlformats.org/officeDocument/2006/relationships/slide" Target="slides/slide21.xml"/><Relationship Id="rId46" Type="http://schemas.openxmlformats.org/officeDocument/2006/relationships/slide" Target="slides/slide42.xml"/><Relationship Id="rId67" Type="http://schemas.openxmlformats.org/officeDocument/2006/relationships/slide" Target="slides/slide63.xml"/><Relationship Id="rId116" Type="http://schemas.openxmlformats.org/officeDocument/2006/relationships/slide" Target="slides/slide112.xml"/><Relationship Id="rId137" Type="http://schemas.openxmlformats.org/officeDocument/2006/relationships/slide" Target="slides/slide13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62" Type="http://schemas.openxmlformats.org/officeDocument/2006/relationships/slide" Target="slides/slide58.xml"/><Relationship Id="rId83" Type="http://schemas.openxmlformats.org/officeDocument/2006/relationships/slide" Target="slides/slide79.xml"/><Relationship Id="rId88" Type="http://schemas.openxmlformats.org/officeDocument/2006/relationships/slide" Target="slides/slide84.xml"/><Relationship Id="rId111" Type="http://schemas.openxmlformats.org/officeDocument/2006/relationships/slide" Target="slides/slide107.xml"/><Relationship Id="rId132" Type="http://schemas.openxmlformats.org/officeDocument/2006/relationships/slide" Target="slides/slide128.xml"/><Relationship Id="rId15" Type="http://schemas.openxmlformats.org/officeDocument/2006/relationships/slide" Target="slides/slide11.xml"/><Relationship Id="rId36" Type="http://schemas.openxmlformats.org/officeDocument/2006/relationships/slide" Target="slides/slide32.xml"/><Relationship Id="rId57" Type="http://schemas.openxmlformats.org/officeDocument/2006/relationships/slide" Target="slides/slide53.xml"/><Relationship Id="rId106" Type="http://schemas.openxmlformats.org/officeDocument/2006/relationships/slide" Target="slides/slide102.xml"/><Relationship Id="rId127" Type="http://schemas.openxmlformats.org/officeDocument/2006/relationships/slide" Target="slides/slide12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52" Type="http://schemas.openxmlformats.org/officeDocument/2006/relationships/slide" Target="slides/slide48.xml"/><Relationship Id="rId73" Type="http://schemas.openxmlformats.org/officeDocument/2006/relationships/slide" Target="slides/slide69.xml"/><Relationship Id="rId78" Type="http://schemas.openxmlformats.org/officeDocument/2006/relationships/slide" Target="slides/slide74.xml"/><Relationship Id="rId94" Type="http://schemas.openxmlformats.org/officeDocument/2006/relationships/slide" Target="slides/slide90.xml"/><Relationship Id="rId99" Type="http://schemas.openxmlformats.org/officeDocument/2006/relationships/slide" Target="slides/slide95.xml"/><Relationship Id="rId101" Type="http://schemas.openxmlformats.org/officeDocument/2006/relationships/slide" Target="slides/slide97.xml"/><Relationship Id="rId122" Type="http://schemas.openxmlformats.org/officeDocument/2006/relationships/slide" Target="slides/slide118.xml"/><Relationship Id="rId143" Type="http://schemas.openxmlformats.org/officeDocument/2006/relationships/slide" Target="slides/slide139.xml"/><Relationship Id="rId148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47" Type="http://schemas.openxmlformats.org/officeDocument/2006/relationships/slide" Target="slides/slide43.xml"/><Relationship Id="rId68" Type="http://schemas.openxmlformats.org/officeDocument/2006/relationships/slide" Target="slides/slide64.xml"/><Relationship Id="rId89" Type="http://schemas.openxmlformats.org/officeDocument/2006/relationships/slide" Target="slides/slide85.xml"/><Relationship Id="rId112" Type="http://schemas.openxmlformats.org/officeDocument/2006/relationships/slide" Target="slides/slide108.xml"/><Relationship Id="rId133" Type="http://schemas.openxmlformats.org/officeDocument/2006/relationships/slide" Target="slides/slide129.xml"/><Relationship Id="rId16" Type="http://schemas.openxmlformats.org/officeDocument/2006/relationships/slide" Target="slides/slide12.xml"/><Relationship Id="rId37" Type="http://schemas.openxmlformats.org/officeDocument/2006/relationships/slide" Target="slides/slide33.xml"/><Relationship Id="rId58" Type="http://schemas.openxmlformats.org/officeDocument/2006/relationships/slide" Target="slides/slide54.xml"/><Relationship Id="rId79" Type="http://schemas.openxmlformats.org/officeDocument/2006/relationships/slide" Target="slides/slide75.xml"/><Relationship Id="rId102" Type="http://schemas.openxmlformats.org/officeDocument/2006/relationships/slide" Target="slides/slide98.xml"/><Relationship Id="rId123" Type="http://schemas.openxmlformats.org/officeDocument/2006/relationships/slide" Target="slides/slide119.xml"/><Relationship Id="rId144" Type="http://schemas.openxmlformats.org/officeDocument/2006/relationships/slide" Target="slides/slide140.xml"/><Relationship Id="rId90" Type="http://schemas.openxmlformats.org/officeDocument/2006/relationships/slide" Target="slides/slide86.xml"/></Relationships>
</file>

<file path=ppt/_rels/viewProps.xml.rels><?xml version="1.0" encoding="UTF-8" standalone="yes"?>
<Relationships xmlns="http://schemas.openxmlformats.org/package/2006/relationships"><Relationship Id="rId8" Type="http://schemas.openxmlformats.org/officeDocument/2006/relationships/slide" Target="slides/slide14.xml"/><Relationship Id="rId13" Type="http://schemas.openxmlformats.org/officeDocument/2006/relationships/slide" Target="slides/slide21.xml"/><Relationship Id="rId3" Type="http://schemas.openxmlformats.org/officeDocument/2006/relationships/slide" Target="slides/slide8.xml"/><Relationship Id="rId7" Type="http://schemas.openxmlformats.org/officeDocument/2006/relationships/slide" Target="slides/slide13.xml"/><Relationship Id="rId12" Type="http://schemas.openxmlformats.org/officeDocument/2006/relationships/slide" Target="slides/slide20.xml"/><Relationship Id="rId2" Type="http://schemas.openxmlformats.org/officeDocument/2006/relationships/slide" Target="slides/slide5.xml"/><Relationship Id="rId16" Type="http://schemas.openxmlformats.org/officeDocument/2006/relationships/slide" Target="slides/slide30.xml"/><Relationship Id="rId1" Type="http://schemas.openxmlformats.org/officeDocument/2006/relationships/slide" Target="slides/slide1.xml"/><Relationship Id="rId6" Type="http://schemas.openxmlformats.org/officeDocument/2006/relationships/slide" Target="slides/slide12.xml"/><Relationship Id="rId11" Type="http://schemas.openxmlformats.org/officeDocument/2006/relationships/slide" Target="slides/slide19.xml"/><Relationship Id="rId5" Type="http://schemas.openxmlformats.org/officeDocument/2006/relationships/slide" Target="slides/slide10.xml"/><Relationship Id="rId15" Type="http://schemas.openxmlformats.org/officeDocument/2006/relationships/slide" Target="slides/slide29.xml"/><Relationship Id="rId10" Type="http://schemas.openxmlformats.org/officeDocument/2006/relationships/slide" Target="slides/slide16.xml"/><Relationship Id="rId4" Type="http://schemas.openxmlformats.org/officeDocument/2006/relationships/slide" Target="slides/slide9.xml"/><Relationship Id="rId9" Type="http://schemas.openxmlformats.org/officeDocument/2006/relationships/slide" Target="slides/slide15.xml"/><Relationship Id="rId14" Type="http://schemas.openxmlformats.org/officeDocument/2006/relationships/slide" Target="slides/slide2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0" hangingPunct="0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9353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latin typeface="Arial" charset="0"/>
              </a:defRPr>
            </a:lvl1pPr>
          </a:lstStyle>
          <a:p>
            <a:pPr>
              <a:defRPr/>
            </a:pPr>
            <a:fld id="{574427FF-A8B3-4C36-A3C3-AEA804766FE4}" type="datetimeFigureOut">
              <a:rPr lang="zh-CN" altLang="en-US"/>
              <a:pPr>
                <a:defRPr/>
              </a:pPr>
              <a:t>2025/4/29</a:t>
            </a:fld>
            <a:endParaRPr lang="en-US" altLang="zh-CN"/>
          </a:p>
        </p:txBody>
      </p:sp>
      <p:sp>
        <p:nvSpPr>
          <p:cNvPr id="19354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0" hangingPunct="0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9354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pPr>
              <a:defRPr/>
            </a:pPr>
            <a:fld id="{82F3C4FA-02BF-49E1-AAA7-3E8DE58663A4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4844900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379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 smtClean="0"/>
              <a:t>单击此处编辑母版文本样式</a:t>
            </a:r>
          </a:p>
          <a:p>
            <a:pPr lvl="1"/>
            <a:r>
              <a:rPr lang="zh-CN" altLang="en-US" noProof="0" smtClean="0"/>
              <a:t>第二级</a:t>
            </a:r>
          </a:p>
          <a:p>
            <a:pPr lvl="2"/>
            <a:r>
              <a:rPr lang="zh-CN" altLang="en-US" noProof="0" smtClean="0"/>
              <a:t>第三级</a:t>
            </a:r>
          </a:p>
          <a:p>
            <a:pPr lvl="3"/>
            <a:r>
              <a:rPr lang="zh-CN" altLang="en-US" noProof="0" smtClean="0"/>
              <a:t>第四级</a:t>
            </a:r>
          </a:p>
          <a:p>
            <a:pPr lvl="4"/>
            <a:r>
              <a:rPr lang="zh-CN" altLang="en-US" noProof="0" smtClean="0"/>
              <a:t>第五级</a:t>
            </a:r>
          </a:p>
        </p:txBody>
      </p:sp>
      <p:sp>
        <p:nvSpPr>
          <p:cNvPr id="409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09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A7014F15-1EB1-40B2-9357-F551001DA76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3478711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8840F74-DA25-4416-A76E-691305D154F3}" type="slidenum">
              <a:rPr lang="en-US" altLang="zh-CN" smtClean="0"/>
              <a:pPr>
                <a:spcBef>
                  <a:spcPct val="0"/>
                </a:spcBef>
              </a:pPr>
              <a:t>30</a:t>
            </a:fld>
            <a:endParaRPr lang="en-US" altLang="zh-CN" smtClean="0"/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 smtClean="0">
                <a:latin typeface="宋体" panose="02010600030101010101" pitchFamily="2" charset="-122"/>
              </a:rPr>
              <a:t>因此，在谓词逻辑中的一个表达式里，我们总可以通过改名规则，使得该表达式中所有的约束变量都不是自由变量，于是所有的自由变量也都不是约束变量了。以后的讨论，我们总是在这种假定下进行。</a:t>
            </a:r>
            <a:r>
              <a:rPr lang="zh-CN" altLang="en-US" smtClean="0">
                <a:latin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972161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236CE038-F9A6-4E79-9CDC-4D1FEB18AB59}" type="slidenum">
              <a:rPr lang="en-US" altLang="zh-CN" smtClean="0"/>
              <a:pPr>
                <a:spcBef>
                  <a:spcPct val="0"/>
                </a:spcBef>
              </a:pPr>
              <a:t>39</a:t>
            </a:fld>
            <a:endParaRPr lang="en-US" altLang="zh-CN" smtClean="0"/>
          </a:p>
        </p:txBody>
      </p:sp>
      <p:sp>
        <p:nvSpPr>
          <p:cNvPr id="788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 smtClean="0">
                <a:latin typeface="宋体" panose="02010600030101010101" pitchFamily="2" charset="-122"/>
              </a:rPr>
              <a:t>由于公式是由常量符号，变量符号，函数符号，谓词符号通过逻辑联结词和量词</a:t>
            </a:r>
            <a:r>
              <a:rPr lang="en-US" altLang="zh-C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mtClean="0">
                <a:latin typeface="宋体" panose="02010600030101010101" pitchFamily="2" charset="-122"/>
              </a:rPr>
              <a:t>当然还有括号</a:t>
            </a:r>
            <a:r>
              <a:rPr lang="en-US" altLang="zh-C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mtClean="0">
                <a:latin typeface="宋体" panose="02010600030101010101" pitchFamily="2" charset="-122"/>
              </a:rPr>
              <a:t>连结起来的抽象符号串，所以若不对它们</a:t>
            </a:r>
            <a:r>
              <a:rPr lang="en-US" altLang="zh-C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mtClean="0">
                <a:latin typeface="宋体" panose="02010600030101010101" pitchFamily="2" charset="-122"/>
              </a:rPr>
              <a:t>常量符号，变量符号，函数符号，谓词符号</a:t>
            </a:r>
            <a:r>
              <a:rPr lang="en-US" altLang="zh-C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mtClean="0">
                <a:latin typeface="宋体" panose="02010600030101010101" pitchFamily="2" charset="-122"/>
              </a:rPr>
              <a:t>给以具体解释，则公式是没有实在意思的。所谓给公式以解释，就是将公式中的常量符号指为常量，函数符号指为函数，谓词符号指为谓词。</a:t>
            </a:r>
            <a:r>
              <a:rPr lang="zh-CN" altLang="en-US" smtClean="0">
                <a:latin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805206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340CF1A5-2DDD-430D-9979-B4479D7AE53E}" type="slidenum">
              <a:rPr lang="en-US" altLang="zh-CN" smtClean="0"/>
              <a:pPr>
                <a:spcBef>
                  <a:spcPct val="0"/>
                </a:spcBef>
              </a:pPr>
              <a:t>40</a:t>
            </a:fld>
            <a:endParaRPr lang="en-US" altLang="zh-CN" smtClean="0"/>
          </a:p>
        </p:txBody>
      </p:sp>
      <p:sp>
        <p:nvSpPr>
          <p:cNvPr id="808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80900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r>
              <a:rPr lang="zh-CN" altLang="en-US" smtClean="0">
                <a:latin typeface="宋体" panose="02010600030101010101" pitchFamily="2" charset="-122"/>
              </a:rPr>
              <a:t>由于公式是由常量符号，变量符号，函数符号，谓词符号通过逻辑联结词和量词</a:t>
            </a:r>
            <a:r>
              <a:rPr lang="en-US" altLang="zh-C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mtClean="0">
                <a:latin typeface="宋体" panose="02010600030101010101" pitchFamily="2" charset="-122"/>
              </a:rPr>
              <a:t>当然还有括号</a:t>
            </a:r>
            <a:r>
              <a:rPr lang="en-US" altLang="zh-C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mtClean="0">
                <a:latin typeface="宋体" panose="02010600030101010101" pitchFamily="2" charset="-122"/>
              </a:rPr>
              <a:t>连结起来的抽象符号串，所以若不对它们</a:t>
            </a:r>
            <a:r>
              <a:rPr lang="en-US" altLang="zh-C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mtClean="0">
                <a:latin typeface="宋体" panose="02010600030101010101" pitchFamily="2" charset="-122"/>
              </a:rPr>
              <a:t>常量符号，变量符号，函数符号，谓词符号</a:t>
            </a:r>
            <a:r>
              <a:rPr lang="en-US" altLang="zh-C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mtClean="0">
                <a:latin typeface="宋体" panose="02010600030101010101" pitchFamily="2" charset="-122"/>
              </a:rPr>
              <a:t>给以具体解释，则公式是没有实在意思的。所谓给公式以解释，就是将公式中的常量符号指为常量，函数符号指为函数，谓词符号指为谓词。</a:t>
            </a:r>
            <a:r>
              <a:rPr lang="zh-CN" altLang="en-US" smtClean="0">
                <a:latin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8830257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E6C7AC2C-5860-45EC-AA99-CB9204F161AA}" type="slidenum">
              <a:rPr lang="en-US" altLang="zh-CN" smtClean="0"/>
              <a:pPr>
                <a:spcBef>
                  <a:spcPct val="0"/>
                </a:spcBef>
              </a:pPr>
              <a:t>41</a:t>
            </a:fld>
            <a:endParaRPr lang="en-US" altLang="zh-CN" smtClean="0"/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zh-CN" altLang="zh-CN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61497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E6C7AC2C-5860-45EC-AA99-CB9204F161AA}" type="slidenum">
              <a:rPr lang="en-US" altLang="zh-CN" smtClean="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42</a:t>
            </a:fld>
            <a:endParaRPr lang="en-US" altLang="zh-CN" smtClean="0">
              <a:solidFill>
                <a:srgbClr val="000000"/>
              </a:solidFill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zh-CN" altLang="zh-CN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57720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8276CAE7-B292-4F62-9AAC-06697381CB8C}" type="slidenum">
              <a:rPr lang="en-US" altLang="zh-CN" smtClean="0"/>
              <a:pPr>
                <a:spcBef>
                  <a:spcPct val="0"/>
                </a:spcBef>
              </a:pPr>
              <a:t>55</a:t>
            </a:fld>
            <a:endParaRPr lang="en-US" altLang="zh-CN" smtClean="0"/>
          </a:p>
        </p:txBody>
      </p:sp>
      <p:sp>
        <p:nvSpPr>
          <p:cNvPr id="962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96260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zh-CN" altLang="zh-CN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57691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2E5B8D9D-0136-48B3-93A9-BFA0BD547222}" type="slidenum">
              <a:rPr lang="en-US" altLang="zh-CN" smtClean="0"/>
              <a:pPr>
                <a:spcBef>
                  <a:spcPct val="0"/>
                </a:spcBef>
              </a:pPr>
              <a:t>60</a:t>
            </a:fld>
            <a:endParaRPr lang="en-US" altLang="zh-CN" smtClean="0"/>
          </a:p>
        </p:txBody>
      </p:sp>
      <p:sp>
        <p:nvSpPr>
          <p:cNvPr id="1054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05476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zh-CN" altLang="zh-CN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35940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611A625E-B1B0-4C4E-A1DA-B2404D059194}" type="slidenum">
              <a:rPr lang="en-US" altLang="zh-CN" smtClean="0"/>
              <a:pPr>
                <a:spcBef>
                  <a:spcPct val="0"/>
                </a:spcBef>
              </a:pPr>
              <a:t>75</a:t>
            </a:fld>
            <a:endParaRPr lang="en-US" altLang="zh-CN" smtClean="0"/>
          </a:p>
        </p:txBody>
      </p:sp>
      <p:sp>
        <p:nvSpPr>
          <p:cNvPr id="1105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10596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zh-CN" altLang="zh-CN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44353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CF780123-0679-4E73-8EDC-E290A002C8F2}" type="slidenum">
              <a:rPr lang="en-US" altLang="zh-CN" smtClean="0"/>
              <a:pPr>
                <a:spcBef>
                  <a:spcPct val="0"/>
                </a:spcBef>
              </a:pPr>
              <a:t>77</a:t>
            </a:fld>
            <a:endParaRPr lang="en-US" altLang="zh-CN" smtClean="0"/>
          </a:p>
        </p:txBody>
      </p:sp>
      <p:sp>
        <p:nvSpPr>
          <p:cNvPr id="1136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36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27598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4A179CB-E3F2-488A-BF01-7D53C07F7713}" type="slidenum">
              <a:rPr lang="en-US" altLang="zh-CN" smtClean="0"/>
              <a:pPr>
                <a:spcBef>
                  <a:spcPct val="0"/>
                </a:spcBef>
              </a:pPr>
              <a:t>84</a:t>
            </a:fld>
            <a:endParaRPr lang="en-US" altLang="zh-CN" smtClean="0"/>
          </a:p>
        </p:txBody>
      </p:sp>
      <p:sp>
        <p:nvSpPr>
          <p:cNvPr id="1218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18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546158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2356679B-B09E-4CC5-BD99-E3E0C988F74F}" type="slidenum">
              <a:rPr lang="en-US" altLang="zh-CN" smtClean="0"/>
              <a:pPr>
                <a:spcBef>
                  <a:spcPct val="0"/>
                </a:spcBef>
              </a:pPr>
              <a:t>91</a:t>
            </a:fld>
            <a:endParaRPr lang="en-US" altLang="zh-CN" smtClean="0"/>
          </a:p>
        </p:txBody>
      </p:sp>
      <p:sp>
        <p:nvSpPr>
          <p:cNvPr id="1331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33124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zh-CN" altLang="zh-CN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344060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CAB61C1B-2784-473E-B31E-B7873CCC1101}" type="slidenum">
              <a:rPr lang="en-US" altLang="zh-CN" smtClean="0"/>
              <a:pPr>
                <a:spcBef>
                  <a:spcPct val="0"/>
                </a:spcBef>
              </a:pPr>
              <a:t>93</a:t>
            </a:fld>
            <a:endParaRPr lang="en-US" altLang="zh-CN" smtClean="0"/>
          </a:p>
        </p:txBody>
      </p:sp>
      <p:sp>
        <p:nvSpPr>
          <p:cNvPr id="1361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36196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zh-CN" altLang="zh-CN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187468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8AFAF6A1-8768-4623-9A39-705680164BFA}" type="slidenum">
              <a:rPr lang="en-US" altLang="zh-CN" smtClean="0"/>
              <a:pPr>
                <a:spcBef>
                  <a:spcPct val="0"/>
                </a:spcBef>
              </a:pPr>
              <a:t>96</a:t>
            </a:fld>
            <a:endParaRPr lang="en-US" altLang="zh-CN" smtClean="0"/>
          </a:p>
        </p:txBody>
      </p:sp>
      <p:sp>
        <p:nvSpPr>
          <p:cNvPr id="140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40292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zh-CN" altLang="zh-CN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640805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E7293EC4-2C78-4D8F-B0F2-03EC74924DA3}" type="slidenum">
              <a:rPr lang="en-US" altLang="zh-CN" smtClean="0"/>
              <a:pPr>
                <a:spcBef>
                  <a:spcPct val="0"/>
                </a:spcBef>
              </a:pPr>
              <a:t>97</a:t>
            </a:fld>
            <a:endParaRPr lang="en-US" altLang="zh-CN" smtClean="0"/>
          </a:p>
        </p:txBody>
      </p:sp>
      <p:sp>
        <p:nvSpPr>
          <p:cNvPr id="143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43364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zh-CN" altLang="zh-CN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565384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C77643AB-8CF9-4331-AB43-E53DFDFFC078}" type="slidenum">
              <a:rPr lang="en-US" altLang="zh-CN" smtClean="0"/>
              <a:pPr>
                <a:spcBef>
                  <a:spcPct val="0"/>
                </a:spcBef>
              </a:pPr>
              <a:t>99</a:t>
            </a:fld>
            <a:endParaRPr lang="en-US" altLang="zh-CN" smtClean="0"/>
          </a:p>
        </p:txBody>
      </p:sp>
      <p:sp>
        <p:nvSpPr>
          <p:cNvPr id="146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46436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zh-CN" altLang="zh-CN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138635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FFE53A23-BD7B-4629-AC60-05DF7C4399AD}" type="slidenum">
              <a:rPr lang="en-US" altLang="zh-CN" smtClean="0"/>
              <a:pPr>
                <a:spcBef>
                  <a:spcPct val="0"/>
                </a:spcBef>
              </a:pPr>
              <a:t>101</a:t>
            </a:fld>
            <a:endParaRPr lang="en-US" altLang="zh-CN" smtClean="0"/>
          </a:p>
        </p:txBody>
      </p:sp>
      <p:sp>
        <p:nvSpPr>
          <p:cNvPr id="1505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50532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zh-CN" altLang="zh-CN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31543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BF26AD05-D7B0-465E-A7B8-915D7D6C1E5B}" type="slidenum">
              <a:rPr lang="en-US" altLang="zh-CN" smtClean="0"/>
              <a:pPr>
                <a:spcBef>
                  <a:spcPct val="0"/>
                </a:spcBef>
              </a:pPr>
              <a:t>107</a:t>
            </a:fld>
            <a:endParaRPr lang="en-US" altLang="zh-CN" smtClean="0"/>
          </a:p>
        </p:txBody>
      </p:sp>
      <p:sp>
        <p:nvSpPr>
          <p:cNvPr id="1566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56676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zh-CN" altLang="zh-CN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72074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917C65FE-B64A-4791-891B-8008D2E6D150}" type="slidenum">
              <a:rPr lang="en-US" altLang="zh-CN" smtClean="0"/>
              <a:pPr>
                <a:spcBef>
                  <a:spcPct val="0"/>
                </a:spcBef>
              </a:pPr>
              <a:t>108</a:t>
            </a:fld>
            <a:endParaRPr lang="en-US" altLang="zh-CN" smtClean="0"/>
          </a:p>
        </p:txBody>
      </p:sp>
      <p:sp>
        <p:nvSpPr>
          <p:cNvPr id="158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58724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zh-CN" altLang="zh-CN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498497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86D28616-F1EA-4ED6-A57A-5F804016C918}" type="slidenum">
              <a:rPr lang="en-US" altLang="zh-CN" smtClean="0"/>
              <a:pPr>
                <a:spcBef>
                  <a:spcPct val="0"/>
                </a:spcBef>
              </a:pPr>
              <a:t>109</a:t>
            </a:fld>
            <a:endParaRPr lang="en-US" altLang="zh-CN" smtClean="0"/>
          </a:p>
        </p:txBody>
      </p:sp>
      <p:sp>
        <p:nvSpPr>
          <p:cNvPr id="160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60772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zh-CN" altLang="zh-CN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752692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81D7B695-C7BB-4C8E-BF12-B9BA2C9359AF}" type="slidenum">
              <a:rPr lang="en-US" altLang="zh-CN" smtClean="0"/>
              <a:pPr>
                <a:spcBef>
                  <a:spcPct val="0"/>
                </a:spcBef>
              </a:pPr>
              <a:t>115</a:t>
            </a:fld>
            <a:endParaRPr lang="en-US" altLang="zh-CN" smtClean="0"/>
          </a:p>
        </p:txBody>
      </p:sp>
      <p:sp>
        <p:nvSpPr>
          <p:cNvPr id="164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64868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zh-CN" altLang="zh-CN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795260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04434CDA-351E-41A5-8A2A-6D4260356E61}" type="slidenum">
              <a:rPr lang="en-US" altLang="zh-CN" smtClean="0"/>
              <a:pPr>
                <a:spcBef>
                  <a:spcPct val="0"/>
                </a:spcBef>
              </a:pPr>
              <a:t>116</a:t>
            </a:fld>
            <a:endParaRPr lang="en-US" altLang="zh-CN" smtClean="0"/>
          </a:p>
        </p:txBody>
      </p:sp>
      <p:sp>
        <p:nvSpPr>
          <p:cNvPr id="166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66916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zh-CN" altLang="zh-CN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034650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6B615B6-81D3-4C07-A779-DDD437432F4E}" type="slidenum">
              <a:rPr lang="en-US" altLang="zh-CN" smtClean="0"/>
              <a:pPr>
                <a:spcBef>
                  <a:spcPct val="0"/>
                </a:spcBef>
              </a:pPr>
              <a:t>117</a:t>
            </a:fld>
            <a:endParaRPr lang="en-US" altLang="zh-CN" smtClean="0"/>
          </a:p>
        </p:txBody>
      </p:sp>
      <p:sp>
        <p:nvSpPr>
          <p:cNvPr id="168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89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264361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C6BF0C48-ACAC-4C5F-AE41-36E5FE65CEF9}" type="slidenum">
              <a:rPr lang="en-US" altLang="zh-CN" smtClean="0"/>
              <a:pPr>
                <a:spcBef>
                  <a:spcPct val="0"/>
                </a:spcBef>
              </a:pPr>
              <a:t>118</a:t>
            </a:fld>
            <a:endParaRPr lang="en-US" altLang="zh-CN" smtClean="0"/>
          </a:p>
        </p:txBody>
      </p:sp>
      <p:sp>
        <p:nvSpPr>
          <p:cNvPr id="171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71012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zh-CN" altLang="zh-CN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198463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47572326-4302-4E7D-AD85-6247A55C833E}" type="slidenum">
              <a:rPr lang="en-US" altLang="zh-CN" smtClean="0"/>
              <a:pPr>
                <a:spcBef>
                  <a:spcPct val="0"/>
                </a:spcBef>
              </a:pPr>
              <a:t>124</a:t>
            </a:fld>
            <a:endParaRPr lang="en-US" altLang="zh-CN" smtClean="0"/>
          </a:p>
        </p:txBody>
      </p:sp>
      <p:sp>
        <p:nvSpPr>
          <p:cNvPr id="176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61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248609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08706D20-6C9C-4DF5-83FE-2FE994B32F0D}" type="slidenum">
              <a:rPr lang="en-US" altLang="zh-CN" smtClean="0"/>
              <a:pPr>
                <a:spcBef>
                  <a:spcPct val="0"/>
                </a:spcBef>
              </a:pPr>
              <a:t>125</a:t>
            </a:fld>
            <a:endParaRPr lang="en-US" altLang="zh-CN" smtClean="0"/>
          </a:p>
        </p:txBody>
      </p:sp>
      <p:sp>
        <p:nvSpPr>
          <p:cNvPr id="178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78180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zh-CN" altLang="zh-CN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516916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976A2ACF-7980-4A19-B7A5-69ECEE5890AC}" type="slidenum">
              <a:rPr lang="en-US" altLang="zh-CN" smtClean="0"/>
              <a:pPr>
                <a:spcBef>
                  <a:spcPct val="0"/>
                </a:spcBef>
              </a:pPr>
              <a:t>126</a:t>
            </a:fld>
            <a:endParaRPr lang="en-US" altLang="zh-CN" smtClean="0"/>
          </a:p>
        </p:txBody>
      </p:sp>
      <p:sp>
        <p:nvSpPr>
          <p:cNvPr id="180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02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294896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B63330F1-C746-4CF5-9D35-4C055595EB65}" type="slidenum">
              <a:rPr lang="en-US" altLang="zh-CN" smtClean="0"/>
              <a:pPr>
                <a:spcBef>
                  <a:spcPct val="0"/>
                </a:spcBef>
              </a:pPr>
              <a:t>127</a:t>
            </a:fld>
            <a:endParaRPr lang="en-US" altLang="zh-CN" smtClean="0"/>
          </a:p>
        </p:txBody>
      </p:sp>
      <p:sp>
        <p:nvSpPr>
          <p:cNvPr id="1822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82276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zh-CN" altLang="zh-CN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740289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0BE3C972-6D58-4CA2-8827-B4DB8514691D}" type="slidenum">
              <a:rPr lang="en-US" altLang="zh-CN" smtClean="0"/>
              <a:pPr>
                <a:spcBef>
                  <a:spcPct val="0"/>
                </a:spcBef>
              </a:pPr>
              <a:t>128</a:t>
            </a:fld>
            <a:endParaRPr lang="en-US" altLang="zh-CN" smtClean="0"/>
          </a:p>
        </p:txBody>
      </p:sp>
      <p:sp>
        <p:nvSpPr>
          <p:cNvPr id="184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315894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188E85BD-F325-44B1-9BDE-20A7C715B6DE}" type="slidenum">
              <a:rPr lang="en-US" altLang="zh-CN" smtClean="0"/>
              <a:pPr>
                <a:spcBef>
                  <a:spcPct val="0"/>
                </a:spcBef>
              </a:pPr>
              <a:t>129</a:t>
            </a:fld>
            <a:endParaRPr lang="en-US" altLang="zh-CN" smtClean="0"/>
          </a:p>
        </p:txBody>
      </p:sp>
      <p:sp>
        <p:nvSpPr>
          <p:cNvPr id="186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86372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zh-CN" altLang="zh-CN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37372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0F052E34-0209-4D18-AE28-1780B58BDB8E}" type="slidenum">
              <a:rPr lang="en-US" altLang="zh-CN" smtClean="0"/>
              <a:pPr>
                <a:spcBef>
                  <a:spcPct val="0"/>
                </a:spcBef>
              </a:pPr>
              <a:t>130</a:t>
            </a:fld>
            <a:endParaRPr lang="en-US" altLang="zh-CN" smtClean="0"/>
          </a:p>
        </p:txBody>
      </p:sp>
      <p:sp>
        <p:nvSpPr>
          <p:cNvPr id="188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88420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zh-CN" altLang="zh-CN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533573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4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ADB7BC63-E061-4EE7-A59B-8E52181C6151}" type="slidenum">
              <a:rPr lang="en-US" altLang="zh-CN" smtClean="0"/>
              <a:pPr>
                <a:spcBef>
                  <a:spcPct val="0"/>
                </a:spcBef>
              </a:pPr>
              <a:t>131</a:t>
            </a:fld>
            <a:endParaRPr lang="en-US" altLang="zh-CN" smtClean="0"/>
          </a:p>
        </p:txBody>
      </p:sp>
      <p:sp>
        <p:nvSpPr>
          <p:cNvPr id="190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90468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r>
              <a:rPr lang="zh-CN" altLang="en-US" smtClean="0">
                <a:latin typeface="Arial" panose="020B0604020202020204" pitchFamily="34" charset="0"/>
              </a:rPr>
              <a:t>有多个扩充的选择，我们只选择扩充后使</a:t>
            </a:r>
            <a:r>
              <a:rPr lang="en-US" altLang="zh-CN" smtClean="0">
                <a:latin typeface="Arial" panose="020B0604020202020204" pitchFamily="34" charset="0"/>
              </a:rPr>
              <a:t>S</a:t>
            </a:r>
            <a:r>
              <a:rPr lang="zh-CN" altLang="en-US" smtClean="0">
                <a:latin typeface="Arial" panose="020B0604020202020204" pitchFamily="34" charset="0"/>
              </a:rPr>
              <a:t>为真的那个扩充。</a:t>
            </a:r>
          </a:p>
        </p:txBody>
      </p:sp>
    </p:spTree>
    <p:extLst>
      <p:ext uri="{BB962C8B-B14F-4D97-AF65-F5344CB8AC3E}">
        <p14:creationId xmlns:p14="http://schemas.microsoft.com/office/powerpoint/2010/main" val="235747930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D4EDB7A9-6D65-46BB-967B-D440F12F923F}" type="slidenum">
              <a:rPr lang="en-US" altLang="zh-CN" smtClean="0"/>
              <a:pPr>
                <a:spcBef>
                  <a:spcPct val="0"/>
                </a:spcBef>
              </a:pPr>
              <a:t>132</a:t>
            </a:fld>
            <a:endParaRPr lang="en-US" altLang="zh-CN" smtClean="0"/>
          </a:p>
        </p:txBody>
      </p:sp>
      <p:sp>
        <p:nvSpPr>
          <p:cNvPr id="192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92516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zh-CN" altLang="zh-CN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054656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5AC6F994-0B9C-4E19-8017-6C165726DA26}" type="slidenum">
              <a:rPr lang="en-US" altLang="zh-CN" smtClean="0"/>
              <a:pPr>
                <a:spcBef>
                  <a:spcPct val="0"/>
                </a:spcBef>
              </a:pPr>
              <a:t>133</a:t>
            </a:fld>
            <a:endParaRPr lang="en-US" altLang="zh-CN" smtClean="0"/>
          </a:p>
        </p:txBody>
      </p:sp>
      <p:sp>
        <p:nvSpPr>
          <p:cNvPr id="1945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94564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zh-CN" altLang="zh-CN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56488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1343144"/>
            <a:ext cx="7772400" cy="1477328"/>
          </a:xfrm>
        </p:spPr>
        <p:txBody>
          <a:bodyPr/>
          <a:lstStyle>
            <a:lvl1pPr>
              <a:defRPr sz="4500"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defRPr>
            </a:lvl1pPr>
          </a:lstStyle>
          <a:p>
            <a:r>
              <a:rPr lang="en-US" altLang="zh-CN" dirty="0" smtClean="0"/>
              <a:t>Click to edit Master title style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2610761" y="3051536"/>
            <a:ext cx="4690584" cy="3096344"/>
          </a:xfrm>
        </p:spPr>
        <p:txBody>
          <a:bodyPr/>
          <a:lstStyle>
            <a:lvl1pPr marL="0" indent="0">
              <a:buFontTx/>
              <a:buNone/>
              <a:defRPr sz="36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en-US" altLang="zh-CN" dirty="0" smtClean="0"/>
              <a:t>Click to edit Master text styles</a:t>
            </a:r>
          </a:p>
        </p:txBody>
      </p:sp>
      <p:grpSp>
        <p:nvGrpSpPr>
          <p:cNvPr id="8" name="组合 7"/>
          <p:cNvGrpSpPr/>
          <p:nvPr userDrawn="1"/>
        </p:nvGrpSpPr>
        <p:grpSpPr>
          <a:xfrm flipH="1">
            <a:off x="0" y="0"/>
            <a:ext cx="9143999" cy="723900"/>
            <a:chOff x="0" y="-399728"/>
            <a:chExt cx="13815102" cy="1183569"/>
          </a:xfrm>
        </p:grpSpPr>
        <p:sp>
          <p:nvSpPr>
            <p:cNvPr id="9" name="任意多边形: 形状 8"/>
            <p:cNvSpPr/>
            <p:nvPr/>
          </p:nvSpPr>
          <p:spPr>
            <a:xfrm>
              <a:off x="0" y="-399728"/>
              <a:ext cx="13815102" cy="1183569"/>
            </a:xfrm>
            <a:custGeom>
              <a:avLst/>
              <a:gdLst>
                <a:gd name="connsiteX0" fmla="*/ 13814622 w 13815102"/>
                <a:gd name="connsiteY0" fmla="*/ -466 h 1183569"/>
                <a:gd name="connsiteX1" fmla="*/ 13814622 w 13815102"/>
                <a:gd name="connsiteY1" fmla="*/ 633122 h 1183569"/>
                <a:gd name="connsiteX2" fmla="*/ 6676676 w 13815102"/>
                <a:gd name="connsiteY2" fmla="*/ 762720 h 1183569"/>
                <a:gd name="connsiteX3" fmla="*/ -480 w 13815102"/>
                <a:gd name="connsiteY3" fmla="*/ 762720 h 1183569"/>
                <a:gd name="connsiteX4" fmla="*/ -480 w 13815102"/>
                <a:gd name="connsiteY4" fmla="*/ -466 h 1183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815102" h="1183569">
                  <a:moveTo>
                    <a:pt x="13814622" y="-466"/>
                  </a:moveTo>
                  <a:lnTo>
                    <a:pt x="13814622" y="633122"/>
                  </a:lnTo>
                  <a:cubicBezTo>
                    <a:pt x="11529385" y="330728"/>
                    <a:pt x="8779036" y="301928"/>
                    <a:pt x="6676676" y="762720"/>
                  </a:cubicBezTo>
                  <a:cubicBezTo>
                    <a:pt x="4251041" y="1294358"/>
                    <a:pt x="2409171" y="1351381"/>
                    <a:pt x="-480" y="762720"/>
                  </a:cubicBezTo>
                  <a:lnTo>
                    <a:pt x="-480" y="-466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346FEB">
                    <a:alpha val="30000"/>
                  </a:srgbClr>
                </a:gs>
                <a:gs pos="100000">
                  <a:srgbClr val="346FEB"/>
                </a:gs>
              </a:gsLst>
              <a:lin ang="0" scaled="0"/>
              <a:tileRect/>
            </a:gradFill>
            <a:ln w="1439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350" kern="0" smtClean="0">
                <a:solidFill>
                  <a:srgbClr val="FFFFFF"/>
                </a:solidFill>
                <a:latin typeface="Arial"/>
                <a:ea typeface="微软雅黑"/>
              </a:endParaRPr>
            </a:p>
          </p:txBody>
        </p:sp>
        <p:sp>
          <p:nvSpPr>
            <p:cNvPr id="10" name="任意多边形: 形状 10"/>
            <p:cNvSpPr/>
            <p:nvPr/>
          </p:nvSpPr>
          <p:spPr>
            <a:xfrm>
              <a:off x="6734755" y="205070"/>
              <a:ext cx="6811073" cy="532994"/>
            </a:xfrm>
            <a:custGeom>
              <a:avLst/>
              <a:gdLst>
                <a:gd name="connsiteX0" fmla="*/ 613812 w 6811073"/>
                <a:gd name="connsiteY0" fmla="*/ 234527 h 532993"/>
                <a:gd name="connsiteX1" fmla="*/ -480 w 6811073"/>
                <a:gd name="connsiteY1" fmla="*/ 304798 h 532993"/>
                <a:gd name="connsiteX2" fmla="*/ 6415608 w 6811073"/>
                <a:gd name="connsiteY2" fmla="*/ 297310 h 532993"/>
                <a:gd name="connsiteX3" fmla="*/ 6810593 w 6811073"/>
                <a:gd name="connsiteY3" fmla="*/ 251663 h 532993"/>
                <a:gd name="connsiteX4" fmla="*/ 6810593 w 6811073"/>
                <a:gd name="connsiteY4" fmla="*/ 234527 h 532993"/>
                <a:gd name="connsiteX5" fmla="*/ 613812 w 6811073"/>
                <a:gd name="connsiteY5" fmla="*/ 234527 h 5329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811073" h="532993">
                  <a:moveTo>
                    <a:pt x="613812" y="234527"/>
                  </a:moveTo>
                  <a:cubicBezTo>
                    <a:pt x="414952" y="260735"/>
                    <a:pt x="209755" y="284206"/>
                    <a:pt x="-480" y="304798"/>
                  </a:cubicBezTo>
                  <a:cubicBezTo>
                    <a:pt x="2307942" y="625912"/>
                    <a:pt x="4083428" y="592793"/>
                    <a:pt x="6415608" y="297310"/>
                  </a:cubicBezTo>
                  <a:cubicBezTo>
                    <a:pt x="6544486" y="281182"/>
                    <a:pt x="6676244" y="265962"/>
                    <a:pt x="6810593" y="251663"/>
                  </a:cubicBezTo>
                  <a:lnTo>
                    <a:pt x="6810593" y="234527"/>
                  </a:lnTo>
                  <a:cubicBezTo>
                    <a:pt x="4574314" y="-94507"/>
                    <a:pt x="2865066" y="-62684"/>
                    <a:pt x="613812" y="234527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346FEB">
                    <a:alpha val="30000"/>
                  </a:srgbClr>
                </a:gs>
                <a:gs pos="100000">
                  <a:srgbClr val="346FEB">
                    <a:alpha val="0"/>
                  </a:srgbClr>
                </a:gs>
              </a:gsLst>
              <a:lin ang="0" scaled="0"/>
              <a:tileRect/>
            </a:gradFill>
            <a:ln w="1439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350" kern="0" smtClean="0">
                <a:solidFill>
                  <a:srgbClr val="FFFFFF"/>
                </a:solidFill>
                <a:latin typeface="Arial"/>
                <a:ea typeface="微软雅黑"/>
              </a:endParaRPr>
            </a:p>
          </p:txBody>
        </p:sp>
      </p:grpSp>
      <p:sp>
        <p:nvSpPr>
          <p:cNvPr id="11" name="Rectangle 34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92280" y="6313488"/>
            <a:ext cx="1905000" cy="457200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0DF7F6-A551-4794-8917-2A16EF42BFF5}" type="slidenum">
              <a:rPr lang="zh-CN" altLang="en-US">
                <a:solidFill>
                  <a:srgbClr val="FFFFFF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9660206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gradFill>
          <a:gsLst>
            <a:gs pos="0">
              <a:srgbClr val="0D3383">
                <a:lumMod val="95000"/>
              </a:srgbClr>
            </a:gs>
            <a:gs pos="72000">
              <a:srgbClr val="0D3383">
                <a:lumMod val="85000"/>
              </a:srgbClr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6638" y="295057"/>
            <a:ext cx="7772400" cy="646331"/>
          </a:xfrm>
        </p:spPr>
        <p:txBody>
          <a:bodyPr/>
          <a:lstStyle>
            <a:lvl1pPr algn="l">
              <a:defRPr sz="3600" b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 smtClean="0"/>
              <a:t>Click to edit Master title style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5" y="1365291"/>
            <a:ext cx="8352928" cy="4114800"/>
          </a:xfrm>
        </p:spPr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en-US" altLang="zh-CN" dirty="0" smtClean="0"/>
              <a:t>Click to edit Master text styles</a:t>
            </a:r>
          </a:p>
          <a:p>
            <a:pPr lvl="1"/>
            <a:r>
              <a:rPr lang="en-US" altLang="zh-CN" dirty="0" smtClean="0"/>
              <a:t>Second level</a:t>
            </a:r>
          </a:p>
          <a:p>
            <a:pPr lvl="2"/>
            <a:r>
              <a:rPr lang="en-US" altLang="zh-CN" dirty="0" smtClean="0"/>
              <a:t>Third level</a:t>
            </a:r>
          </a:p>
          <a:p>
            <a:pPr lvl="3"/>
            <a:r>
              <a:rPr lang="en-US" altLang="zh-CN" dirty="0" smtClean="0"/>
              <a:t>Fourth level</a:t>
            </a:r>
          </a:p>
          <a:p>
            <a:pPr lvl="4"/>
            <a:r>
              <a:rPr lang="en-US" altLang="zh-CN" dirty="0" smtClean="0"/>
              <a:t>Fifth level</a:t>
            </a:r>
            <a:endParaRPr lang="zh-CN" altLang="en-US" dirty="0"/>
          </a:p>
        </p:txBody>
      </p:sp>
      <p:sp>
        <p:nvSpPr>
          <p:cNvPr id="6" name="Rectangle 34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92280" y="6313488"/>
            <a:ext cx="1905000" cy="457200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0DF7F6-A551-4794-8917-2A16EF42BFF5}" type="slidenum">
              <a:rPr lang="zh-CN" altLang="en-US">
                <a:solidFill>
                  <a:srgbClr val="FFFFFF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  <p:grpSp>
        <p:nvGrpSpPr>
          <p:cNvPr id="7" name="组合 6"/>
          <p:cNvGrpSpPr/>
          <p:nvPr userDrawn="1"/>
        </p:nvGrpSpPr>
        <p:grpSpPr>
          <a:xfrm flipH="1">
            <a:off x="0" y="0"/>
            <a:ext cx="9143999" cy="723900"/>
            <a:chOff x="0" y="-399728"/>
            <a:chExt cx="13815102" cy="1183569"/>
          </a:xfrm>
        </p:grpSpPr>
        <p:sp>
          <p:nvSpPr>
            <p:cNvPr id="8" name="任意多边形: 形状 8"/>
            <p:cNvSpPr/>
            <p:nvPr/>
          </p:nvSpPr>
          <p:spPr>
            <a:xfrm>
              <a:off x="0" y="-399728"/>
              <a:ext cx="13815102" cy="1183569"/>
            </a:xfrm>
            <a:custGeom>
              <a:avLst/>
              <a:gdLst>
                <a:gd name="connsiteX0" fmla="*/ 13814622 w 13815102"/>
                <a:gd name="connsiteY0" fmla="*/ -466 h 1183569"/>
                <a:gd name="connsiteX1" fmla="*/ 13814622 w 13815102"/>
                <a:gd name="connsiteY1" fmla="*/ 633122 h 1183569"/>
                <a:gd name="connsiteX2" fmla="*/ 6676676 w 13815102"/>
                <a:gd name="connsiteY2" fmla="*/ 762720 h 1183569"/>
                <a:gd name="connsiteX3" fmla="*/ -480 w 13815102"/>
                <a:gd name="connsiteY3" fmla="*/ 762720 h 1183569"/>
                <a:gd name="connsiteX4" fmla="*/ -480 w 13815102"/>
                <a:gd name="connsiteY4" fmla="*/ -466 h 1183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815102" h="1183569">
                  <a:moveTo>
                    <a:pt x="13814622" y="-466"/>
                  </a:moveTo>
                  <a:lnTo>
                    <a:pt x="13814622" y="633122"/>
                  </a:lnTo>
                  <a:cubicBezTo>
                    <a:pt x="11529385" y="330728"/>
                    <a:pt x="8779036" y="301928"/>
                    <a:pt x="6676676" y="762720"/>
                  </a:cubicBezTo>
                  <a:cubicBezTo>
                    <a:pt x="4251041" y="1294358"/>
                    <a:pt x="2409171" y="1351381"/>
                    <a:pt x="-480" y="762720"/>
                  </a:cubicBezTo>
                  <a:lnTo>
                    <a:pt x="-480" y="-466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346FEB">
                    <a:alpha val="30000"/>
                  </a:srgbClr>
                </a:gs>
                <a:gs pos="100000">
                  <a:srgbClr val="346FEB"/>
                </a:gs>
              </a:gsLst>
              <a:lin ang="0" scaled="0"/>
              <a:tileRect/>
            </a:gradFill>
            <a:ln w="1439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350" kern="0" smtClean="0">
                <a:solidFill>
                  <a:srgbClr val="FFFFFF"/>
                </a:solidFill>
                <a:latin typeface="Arial"/>
                <a:ea typeface="微软雅黑"/>
              </a:endParaRPr>
            </a:p>
          </p:txBody>
        </p:sp>
        <p:sp>
          <p:nvSpPr>
            <p:cNvPr id="9" name="任意多边形: 形状 10"/>
            <p:cNvSpPr/>
            <p:nvPr/>
          </p:nvSpPr>
          <p:spPr>
            <a:xfrm>
              <a:off x="6734755" y="205070"/>
              <a:ext cx="6811073" cy="532994"/>
            </a:xfrm>
            <a:custGeom>
              <a:avLst/>
              <a:gdLst>
                <a:gd name="connsiteX0" fmla="*/ 613812 w 6811073"/>
                <a:gd name="connsiteY0" fmla="*/ 234527 h 532993"/>
                <a:gd name="connsiteX1" fmla="*/ -480 w 6811073"/>
                <a:gd name="connsiteY1" fmla="*/ 304798 h 532993"/>
                <a:gd name="connsiteX2" fmla="*/ 6415608 w 6811073"/>
                <a:gd name="connsiteY2" fmla="*/ 297310 h 532993"/>
                <a:gd name="connsiteX3" fmla="*/ 6810593 w 6811073"/>
                <a:gd name="connsiteY3" fmla="*/ 251663 h 532993"/>
                <a:gd name="connsiteX4" fmla="*/ 6810593 w 6811073"/>
                <a:gd name="connsiteY4" fmla="*/ 234527 h 532993"/>
                <a:gd name="connsiteX5" fmla="*/ 613812 w 6811073"/>
                <a:gd name="connsiteY5" fmla="*/ 234527 h 5329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811073" h="532993">
                  <a:moveTo>
                    <a:pt x="613812" y="234527"/>
                  </a:moveTo>
                  <a:cubicBezTo>
                    <a:pt x="414952" y="260735"/>
                    <a:pt x="209755" y="284206"/>
                    <a:pt x="-480" y="304798"/>
                  </a:cubicBezTo>
                  <a:cubicBezTo>
                    <a:pt x="2307942" y="625912"/>
                    <a:pt x="4083428" y="592793"/>
                    <a:pt x="6415608" y="297310"/>
                  </a:cubicBezTo>
                  <a:cubicBezTo>
                    <a:pt x="6544486" y="281182"/>
                    <a:pt x="6676244" y="265962"/>
                    <a:pt x="6810593" y="251663"/>
                  </a:cubicBezTo>
                  <a:lnTo>
                    <a:pt x="6810593" y="234527"/>
                  </a:lnTo>
                  <a:cubicBezTo>
                    <a:pt x="4574314" y="-94507"/>
                    <a:pt x="2865066" y="-62684"/>
                    <a:pt x="613812" y="234527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346FEB">
                    <a:alpha val="30000"/>
                  </a:srgbClr>
                </a:gs>
                <a:gs pos="100000">
                  <a:srgbClr val="346FEB">
                    <a:alpha val="0"/>
                  </a:srgbClr>
                </a:gs>
              </a:gsLst>
              <a:lin ang="0" scaled="0"/>
              <a:tileRect/>
            </a:gradFill>
            <a:ln w="1439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350" kern="0" smtClean="0">
                <a:solidFill>
                  <a:srgbClr val="FFFFFF"/>
                </a:solidFill>
                <a:latin typeface="Arial"/>
                <a:ea typeface="微软雅黑"/>
              </a:endParaRPr>
            </a:p>
          </p:txBody>
        </p:sp>
      </p:grpSp>
      <p:sp>
        <p:nvSpPr>
          <p:cNvPr id="12" name="任意多边形: 形状 11"/>
          <p:cNvSpPr/>
          <p:nvPr userDrawn="1"/>
        </p:nvSpPr>
        <p:spPr>
          <a:xfrm flipH="1">
            <a:off x="0" y="5661248"/>
            <a:ext cx="9144000" cy="1196752"/>
          </a:xfrm>
          <a:custGeom>
            <a:avLst/>
            <a:gdLst>
              <a:gd name="connsiteX0" fmla="*/ 11055446 w 11055446"/>
              <a:gd name="connsiteY0" fmla="*/ 1398206 h 1481451"/>
              <a:gd name="connsiteX1" fmla="*/ 10858686 w 11055446"/>
              <a:gd name="connsiteY1" fmla="*/ 1415579 h 1481451"/>
              <a:gd name="connsiteX2" fmla="*/ 10218733 w 11055446"/>
              <a:gd name="connsiteY2" fmla="*/ 1463845 h 1481451"/>
              <a:gd name="connsiteX3" fmla="*/ 9935465 w 11055446"/>
              <a:gd name="connsiteY3" fmla="*/ 1481451 h 1481451"/>
              <a:gd name="connsiteX4" fmla="*/ 10288295 w 11055446"/>
              <a:gd name="connsiteY4" fmla="*/ 1481451 h 1481451"/>
              <a:gd name="connsiteX5" fmla="*/ 10348250 w 11055446"/>
              <a:gd name="connsiteY5" fmla="*/ 1475665 h 1481451"/>
              <a:gd name="connsiteX6" fmla="*/ 10899132 w 11055446"/>
              <a:gd name="connsiteY6" fmla="*/ 1416728 h 1481451"/>
              <a:gd name="connsiteX7" fmla="*/ 0 w 11055446"/>
              <a:gd name="connsiteY7" fmla="*/ 0 h 1481451"/>
              <a:gd name="connsiteX8" fmla="*/ 0 w 11055446"/>
              <a:gd name="connsiteY8" fmla="*/ 687286 h 1481451"/>
              <a:gd name="connsiteX9" fmla="*/ 195826 w 11055446"/>
              <a:gd name="connsiteY9" fmla="*/ 762038 h 1481451"/>
              <a:gd name="connsiteX10" fmla="*/ 2666060 w 11055446"/>
              <a:gd name="connsiteY10" fmla="*/ 1412817 h 1481451"/>
              <a:gd name="connsiteX11" fmla="*/ 3110530 w 11055446"/>
              <a:gd name="connsiteY11" fmla="*/ 1481451 h 1481451"/>
              <a:gd name="connsiteX12" fmla="*/ 5454077 w 11055446"/>
              <a:gd name="connsiteY12" fmla="*/ 1481451 h 1481451"/>
              <a:gd name="connsiteX13" fmla="*/ 5088797 w 11055446"/>
              <a:gd name="connsiteY13" fmla="*/ 1449189 h 1481451"/>
              <a:gd name="connsiteX14" fmla="*/ 140502 w 11055446"/>
              <a:gd name="connsiteY14" fmla="*/ 74138 h 14814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1055446" h="1481451">
                <a:moveTo>
                  <a:pt x="11055446" y="1398206"/>
                </a:moveTo>
                <a:lnTo>
                  <a:pt x="10858686" y="1415579"/>
                </a:lnTo>
                <a:cubicBezTo>
                  <a:pt x="10641086" y="1433382"/>
                  <a:pt x="10427808" y="1449451"/>
                  <a:pt x="10218733" y="1463845"/>
                </a:cubicBezTo>
                <a:lnTo>
                  <a:pt x="9935465" y="1481451"/>
                </a:lnTo>
                <a:lnTo>
                  <a:pt x="10288295" y="1481451"/>
                </a:lnTo>
                <a:lnTo>
                  <a:pt x="10348250" y="1475665"/>
                </a:lnTo>
                <a:cubicBezTo>
                  <a:pt x="10529033" y="1457264"/>
                  <a:pt x="10712639" y="1437629"/>
                  <a:pt x="10899132" y="1416728"/>
                </a:cubicBezTo>
                <a:close/>
                <a:moveTo>
                  <a:pt x="0" y="0"/>
                </a:moveTo>
                <a:lnTo>
                  <a:pt x="0" y="687286"/>
                </a:lnTo>
                <a:lnTo>
                  <a:pt x="195826" y="762038"/>
                </a:lnTo>
                <a:cubicBezTo>
                  <a:pt x="899768" y="1018316"/>
                  <a:pt x="1702028" y="1246156"/>
                  <a:pt x="2666060" y="1412817"/>
                </a:cubicBezTo>
                <a:lnTo>
                  <a:pt x="3110530" y="1481451"/>
                </a:lnTo>
                <a:lnTo>
                  <a:pt x="5454077" y="1481451"/>
                </a:lnTo>
                <a:lnTo>
                  <a:pt x="5088797" y="1449189"/>
                </a:lnTo>
                <a:cubicBezTo>
                  <a:pt x="2761898" y="1219856"/>
                  <a:pt x="1306797" y="669121"/>
                  <a:pt x="140502" y="74138"/>
                </a:cubicBezTo>
                <a:close/>
              </a:path>
            </a:pathLst>
          </a:custGeom>
          <a:gradFill>
            <a:gsLst>
              <a:gs pos="0">
                <a:srgbClr val="4BADD3"/>
              </a:gs>
              <a:gs pos="100000">
                <a:srgbClr val="4BADD3">
                  <a:alpha val="31000"/>
                </a:srgbClr>
              </a:gs>
            </a:gsLst>
            <a:lin ang="10800000" scaled="1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 smtClean="0">
              <a:solidFill>
                <a:srgbClr val="FFFFFF"/>
              </a:solidFill>
              <a:latin typeface="Arial"/>
              <a:ea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677310709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 userDrawn="1"/>
        </p:nvGrpSpPr>
        <p:grpSpPr>
          <a:xfrm flipH="1">
            <a:off x="0" y="0"/>
            <a:ext cx="9143999" cy="723900"/>
            <a:chOff x="0" y="-399728"/>
            <a:chExt cx="13815102" cy="1183569"/>
          </a:xfrm>
        </p:grpSpPr>
        <p:sp>
          <p:nvSpPr>
            <p:cNvPr id="9" name="任意多边形: 形状 8"/>
            <p:cNvSpPr/>
            <p:nvPr/>
          </p:nvSpPr>
          <p:spPr>
            <a:xfrm>
              <a:off x="0" y="-399728"/>
              <a:ext cx="13815102" cy="1183569"/>
            </a:xfrm>
            <a:custGeom>
              <a:avLst/>
              <a:gdLst>
                <a:gd name="connsiteX0" fmla="*/ 13814622 w 13815102"/>
                <a:gd name="connsiteY0" fmla="*/ -466 h 1183569"/>
                <a:gd name="connsiteX1" fmla="*/ 13814622 w 13815102"/>
                <a:gd name="connsiteY1" fmla="*/ 633122 h 1183569"/>
                <a:gd name="connsiteX2" fmla="*/ 6676676 w 13815102"/>
                <a:gd name="connsiteY2" fmla="*/ 762720 h 1183569"/>
                <a:gd name="connsiteX3" fmla="*/ -480 w 13815102"/>
                <a:gd name="connsiteY3" fmla="*/ 762720 h 1183569"/>
                <a:gd name="connsiteX4" fmla="*/ -480 w 13815102"/>
                <a:gd name="connsiteY4" fmla="*/ -466 h 1183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815102" h="1183569">
                  <a:moveTo>
                    <a:pt x="13814622" y="-466"/>
                  </a:moveTo>
                  <a:lnTo>
                    <a:pt x="13814622" y="633122"/>
                  </a:lnTo>
                  <a:cubicBezTo>
                    <a:pt x="11529385" y="330728"/>
                    <a:pt x="8779036" y="301928"/>
                    <a:pt x="6676676" y="762720"/>
                  </a:cubicBezTo>
                  <a:cubicBezTo>
                    <a:pt x="4251041" y="1294358"/>
                    <a:pt x="2409171" y="1351381"/>
                    <a:pt x="-480" y="762720"/>
                  </a:cubicBezTo>
                  <a:lnTo>
                    <a:pt x="-480" y="-466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346FEB">
                    <a:alpha val="30000"/>
                  </a:srgbClr>
                </a:gs>
                <a:gs pos="100000">
                  <a:srgbClr val="346FEB"/>
                </a:gs>
              </a:gsLst>
              <a:lin ang="0" scaled="0"/>
              <a:tileRect/>
            </a:gradFill>
            <a:ln w="1439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350" kern="0" smtClean="0">
                <a:solidFill>
                  <a:srgbClr val="FFFFFF"/>
                </a:solidFill>
                <a:latin typeface="Arial"/>
                <a:ea typeface="微软雅黑"/>
              </a:endParaRPr>
            </a:p>
          </p:txBody>
        </p:sp>
        <p:sp>
          <p:nvSpPr>
            <p:cNvPr id="10" name="任意多边形: 形状 10"/>
            <p:cNvSpPr/>
            <p:nvPr/>
          </p:nvSpPr>
          <p:spPr>
            <a:xfrm>
              <a:off x="6734755" y="205070"/>
              <a:ext cx="6811073" cy="532994"/>
            </a:xfrm>
            <a:custGeom>
              <a:avLst/>
              <a:gdLst>
                <a:gd name="connsiteX0" fmla="*/ 613812 w 6811073"/>
                <a:gd name="connsiteY0" fmla="*/ 234527 h 532993"/>
                <a:gd name="connsiteX1" fmla="*/ -480 w 6811073"/>
                <a:gd name="connsiteY1" fmla="*/ 304798 h 532993"/>
                <a:gd name="connsiteX2" fmla="*/ 6415608 w 6811073"/>
                <a:gd name="connsiteY2" fmla="*/ 297310 h 532993"/>
                <a:gd name="connsiteX3" fmla="*/ 6810593 w 6811073"/>
                <a:gd name="connsiteY3" fmla="*/ 251663 h 532993"/>
                <a:gd name="connsiteX4" fmla="*/ 6810593 w 6811073"/>
                <a:gd name="connsiteY4" fmla="*/ 234527 h 532993"/>
                <a:gd name="connsiteX5" fmla="*/ 613812 w 6811073"/>
                <a:gd name="connsiteY5" fmla="*/ 234527 h 5329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811073" h="532993">
                  <a:moveTo>
                    <a:pt x="613812" y="234527"/>
                  </a:moveTo>
                  <a:cubicBezTo>
                    <a:pt x="414952" y="260735"/>
                    <a:pt x="209755" y="284206"/>
                    <a:pt x="-480" y="304798"/>
                  </a:cubicBezTo>
                  <a:cubicBezTo>
                    <a:pt x="2307942" y="625912"/>
                    <a:pt x="4083428" y="592793"/>
                    <a:pt x="6415608" y="297310"/>
                  </a:cubicBezTo>
                  <a:cubicBezTo>
                    <a:pt x="6544486" y="281182"/>
                    <a:pt x="6676244" y="265962"/>
                    <a:pt x="6810593" y="251663"/>
                  </a:cubicBezTo>
                  <a:lnTo>
                    <a:pt x="6810593" y="234527"/>
                  </a:lnTo>
                  <a:cubicBezTo>
                    <a:pt x="4574314" y="-94507"/>
                    <a:pt x="2865066" y="-62684"/>
                    <a:pt x="613812" y="234527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346FEB">
                    <a:alpha val="30000"/>
                  </a:srgbClr>
                </a:gs>
                <a:gs pos="100000">
                  <a:srgbClr val="346FEB">
                    <a:alpha val="0"/>
                  </a:srgbClr>
                </a:gs>
              </a:gsLst>
              <a:lin ang="0" scaled="0"/>
              <a:tileRect/>
            </a:gradFill>
            <a:ln w="1439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350" kern="0" smtClean="0">
                <a:solidFill>
                  <a:srgbClr val="FFFFFF"/>
                </a:solidFill>
                <a:latin typeface="Arial"/>
                <a:ea typeface="微软雅黑"/>
              </a:endParaRPr>
            </a:p>
          </p:txBody>
        </p:sp>
      </p:grpSp>
      <p:sp>
        <p:nvSpPr>
          <p:cNvPr id="11" name="Rectangle 34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92280" y="6313488"/>
            <a:ext cx="1905000" cy="457200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0DF7F6-A551-4794-8917-2A16EF42BFF5}" type="slidenum">
              <a:rPr lang="zh-CN" altLang="en-US">
                <a:solidFill>
                  <a:srgbClr val="FFFFFF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12" name="Content Placeholder 2"/>
          <p:cNvSpPr>
            <a:spLocks noGrp="1"/>
          </p:cNvSpPr>
          <p:nvPr>
            <p:ph idx="1"/>
          </p:nvPr>
        </p:nvSpPr>
        <p:spPr>
          <a:xfrm>
            <a:off x="207933" y="228600"/>
            <a:ext cx="8352928" cy="4114800"/>
          </a:xfrm>
        </p:spPr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en-US" altLang="zh-CN" dirty="0" smtClean="0"/>
              <a:t>Click to edit Master text styles</a:t>
            </a:r>
          </a:p>
          <a:p>
            <a:pPr lvl="1"/>
            <a:r>
              <a:rPr lang="en-US" altLang="zh-CN" dirty="0" smtClean="0"/>
              <a:t>Second level</a:t>
            </a:r>
          </a:p>
          <a:p>
            <a:pPr lvl="2"/>
            <a:r>
              <a:rPr lang="en-US" altLang="zh-CN" dirty="0" smtClean="0"/>
              <a:t>Third level</a:t>
            </a:r>
          </a:p>
          <a:p>
            <a:pPr lvl="3"/>
            <a:r>
              <a:rPr lang="en-US" altLang="zh-CN" dirty="0" smtClean="0"/>
              <a:t>Fourth level</a:t>
            </a:r>
          </a:p>
          <a:p>
            <a:pPr lvl="4"/>
            <a:r>
              <a:rPr lang="en-US" altLang="zh-CN" dirty="0" smtClean="0"/>
              <a:t>Fifth level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91976433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800100"/>
            <a:ext cx="7772400" cy="762000"/>
          </a:xfrm>
        </p:spPr>
        <p:txBody>
          <a:bodyPr/>
          <a:lstStyle/>
          <a:p>
            <a:r>
              <a:rPr lang="en-US" altLang="zh-CN" smtClean="0"/>
              <a:t>Click to edit Master title style</a:t>
            </a:r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981200"/>
            <a:ext cx="3810000" cy="1981200"/>
          </a:xfrm>
        </p:spPr>
        <p:txBody>
          <a:bodyPr/>
          <a:lstStyle/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4114800"/>
            <a:ext cx="3810000" cy="1981200"/>
          </a:xfrm>
        </p:spPr>
        <p:txBody>
          <a:bodyPr/>
          <a:lstStyle/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  <p:sp>
        <p:nvSpPr>
          <p:cNvPr id="6" name="Rectangle 3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7" name="Rectangle 3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8" name="Rectangle 3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8FA661-BD4B-4FAB-830F-A7C250F1BC52}" type="slidenum">
              <a:rPr lang="zh-CN" altLang="en-US">
                <a:solidFill>
                  <a:srgbClr val="FFFFFF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 flipH="1">
            <a:off x="0" y="0"/>
            <a:ext cx="9143999" cy="723900"/>
            <a:chOff x="0" y="-399728"/>
            <a:chExt cx="13815102" cy="1183569"/>
          </a:xfrm>
        </p:grpSpPr>
        <p:sp>
          <p:nvSpPr>
            <p:cNvPr id="10" name="任意多边形: 形状 8"/>
            <p:cNvSpPr/>
            <p:nvPr/>
          </p:nvSpPr>
          <p:spPr>
            <a:xfrm>
              <a:off x="0" y="-399728"/>
              <a:ext cx="13815102" cy="1183569"/>
            </a:xfrm>
            <a:custGeom>
              <a:avLst/>
              <a:gdLst>
                <a:gd name="connsiteX0" fmla="*/ 13814622 w 13815102"/>
                <a:gd name="connsiteY0" fmla="*/ -466 h 1183569"/>
                <a:gd name="connsiteX1" fmla="*/ 13814622 w 13815102"/>
                <a:gd name="connsiteY1" fmla="*/ 633122 h 1183569"/>
                <a:gd name="connsiteX2" fmla="*/ 6676676 w 13815102"/>
                <a:gd name="connsiteY2" fmla="*/ 762720 h 1183569"/>
                <a:gd name="connsiteX3" fmla="*/ -480 w 13815102"/>
                <a:gd name="connsiteY3" fmla="*/ 762720 h 1183569"/>
                <a:gd name="connsiteX4" fmla="*/ -480 w 13815102"/>
                <a:gd name="connsiteY4" fmla="*/ -466 h 1183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815102" h="1183569">
                  <a:moveTo>
                    <a:pt x="13814622" y="-466"/>
                  </a:moveTo>
                  <a:lnTo>
                    <a:pt x="13814622" y="633122"/>
                  </a:lnTo>
                  <a:cubicBezTo>
                    <a:pt x="11529385" y="330728"/>
                    <a:pt x="8779036" y="301928"/>
                    <a:pt x="6676676" y="762720"/>
                  </a:cubicBezTo>
                  <a:cubicBezTo>
                    <a:pt x="4251041" y="1294358"/>
                    <a:pt x="2409171" y="1351381"/>
                    <a:pt x="-480" y="762720"/>
                  </a:cubicBezTo>
                  <a:lnTo>
                    <a:pt x="-480" y="-466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346FEB">
                    <a:alpha val="30000"/>
                  </a:srgbClr>
                </a:gs>
                <a:gs pos="100000">
                  <a:srgbClr val="346FEB"/>
                </a:gs>
              </a:gsLst>
              <a:lin ang="0" scaled="0"/>
              <a:tileRect/>
            </a:gradFill>
            <a:ln w="1439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350" kern="0" smtClean="0">
                <a:solidFill>
                  <a:srgbClr val="FFFFFF"/>
                </a:solidFill>
                <a:latin typeface="Arial"/>
                <a:ea typeface="微软雅黑"/>
              </a:endParaRPr>
            </a:p>
          </p:txBody>
        </p:sp>
        <p:sp>
          <p:nvSpPr>
            <p:cNvPr id="11" name="任意多边形: 形状 10"/>
            <p:cNvSpPr/>
            <p:nvPr/>
          </p:nvSpPr>
          <p:spPr>
            <a:xfrm>
              <a:off x="6734755" y="205070"/>
              <a:ext cx="6811073" cy="532994"/>
            </a:xfrm>
            <a:custGeom>
              <a:avLst/>
              <a:gdLst>
                <a:gd name="connsiteX0" fmla="*/ 613812 w 6811073"/>
                <a:gd name="connsiteY0" fmla="*/ 234527 h 532993"/>
                <a:gd name="connsiteX1" fmla="*/ -480 w 6811073"/>
                <a:gd name="connsiteY1" fmla="*/ 304798 h 532993"/>
                <a:gd name="connsiteX2" fmla="*/ 6415608 w 6811073"/>
                <a:gd name="connsiteY2" fmla="*/ 297310 h 532993"/>
                <a:gd name="connsiteX3" fmla="*/ 6810593 w 6811073"/>
                <a:gd name="connsiteY3" fmla="*/ 251663 h 532993"/>
                <a:gd name="connsiteX4" fmla="*/ 6810593 w 6811073"/>
                <a:gd name="connsiteY4" fmla="*/ 234527 h 532993"/>
                <a:gd name="connsiteX5" fmla="*/ 613812 w 6811073"/>
                <a:gd name="connsiteY5" fmla="*/ 234527 h 5329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811073" h="532993">
                  <a:moveTo>
                    <a:pt x="613812" y="234527"/>
                  </a:moveTo>
                  <a:cubicBezTo>
                    <a:pt x="414952" y="260735"/>
                    <a:pt x="209755" y="284206"/>
                    <a:pt x="-480" y="304798"/>
                  </a:cubicBezTo>
                  <a:cubicBezTo>
                    <a:pt x="2307942" y="625912"/>
                    <a:pt x="4083428" y="592793"/>
                    <a:pt x="6415608" y="297310"/>
                  </a:cubicBezTo>
                  <a:cubicBezTo>
                    <a:pt x="6544486" y="281182"/>
                    <a:pt x="6676244" y="265962"/>
                    <a:pt x="6810593" y="251663"/>
                  </a:cubicBezTo>
                  <a:lnTo>
                    <a:pt x="6810593" y="234527"/>
                  </a:lnTo>
                  <a:cubicBezTo>
                    <a:pt x="4574314" y="-94507"/>
                    <a:pt x="2865066" y="-62684"/>
                    <a:pt x="613812" y="234527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346FEB">
                    <a:alpha val="30000"/>
                  </a:srgbClr>
                </a:gs>
                <a:gs pos="100000">
                  <a:srgbClr val="346FEB">
                    <a:alpha val="0"/>
                  </a:srgbClr>
                </a:gs>
              </a:gsLst>
              <a:lin ang="0" scaled="0"/>
              <a:tileRect/>
            </a:gradFill>
            <a:ln w="1439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350" kern="0" smtClean="0">
                <a:solidFill>
                  <a:srgbClr val="FFFFFF"/>
                </a:solidFill>
                <a:latin typeface="Arial"/>
                <a:ea typeface="微软雅黑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55619702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1358533"/>
            <a:ext cx="7772400" cy="1446550"/>
          </a:xfrm>
        </p:spPr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 smtClean="0"/>
              <a:t>Click to edit Master title style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2610761" y="3051536"/>
            <a:ext cx="4690584" cy="3096344"/>
          </a:xfrm>
        </p:spPr>
        <p:txBody>
          <a:bodyPr/>
          <a:lstStyle>
            <a:lvl1pPr marL="0" indent="0">
              <a:buFontTx/>
              <a:buNone/>
              <a:defRPr sz="3600"/>
            </a:lvl1pPr>
          </a:lstStyle>
          <a:p>
            <a:pPr lvl="0"/>
            <a:r>
              <a:rPr lang="en-US" altLang="zh-CN" dirty="0" smtClean="0"/>
              <a:t>Click to edit Master text styles</a:t>
            </a:r>
          </a:p>
        </p:txBody>
      </p:sp>
      <p:grpSp>
        <p:nvGrpSpPr>
          <p:cNvPr id="8" name="组合 7"/>
          <p:cNvGrpSpPr/>
          <p:nvPr userDrawn="1"/>
        </p:nvGrpSpPr>
        <p:grpSpPr>
          <a:xfrm flipH="1">
            <a:off x="0" y="0"/>
            <a:ext cx="9143999" cy="723900"/>
            <a:chOff x="0" y="-399728"/>
            <a:chExt cx="13815102" cy="1183569"/>
          </a:xfrm>
        </p:grpSpPr>
        <p:sp>
          <p:nvSpPr>
            <p:cNvPr id="9" name="任意多边形: 形状 8"/>
            <p:cNvSpPr/>
            <p:nvPr/>
          </p:nvSpPr>
          <p:spPr>
            <a:xfrm>
              <a:off x="0" y="-399728"/>
              <a:ext cx="13815102" cy="1183569"/>
            </a:xfrm>
            <a:custGeom>
              <a:avLst/>
              <a:gdLst>
                <a:gd name="connsiteX0" fmla="*/ 13814622 w 13815102"/>
                <a:gd name="connsiteY0" fmla="*/ -466 h 1183569"/>
                <a:gd name="connsiteX1" fmla="*/ 13814622 w 13815102"/>
                <a:gd name="connsiteY1" fmla="*/ 633122 h 1183569"/>
                <a:gd name="connsiteX2" fmla="*/ 6676676 w 13815102"/>
                <a:gd name="connsiteY2" fmla="*/ 762720 h 1183569"/>
                <a:gd name="connsiteX3" fmla="*/ -480 w 13815102"/>
                <a:gd name="connsiteY3" fmla="*/ 762720 h 1183569"/>
                <a:gd name="connsiteX4" fmla="*/ -480 w 13815102"/>
                <a:gd name="connsiteY4" fmla="*/ -466 h 1183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815102" h="1183569">
                  <a:moveTo>
                    <a:pt x="13814622" y="-466"/>
                  </a:moveTo>
                  <a:lnTo>
                    <a:pt x="13814622" y="633122"/>
                  </a:lnTo>
                  <a:cubicBezTo>
                    <a:pt x="11529385" y="330728"/>
                    <a:pt x="8779036" y="301928"/>
                    <a:pt x="6676676" y="762720"/>
                  </a:cubicBezTo>
                  <a:cubicBezTo>
                    <a:pt x="4251041" y="1294358"/>
                    <a:pt x="2409171" y="1351381"/>
                    <a:pt x="-480" y="762720"/>
                  </a:cubicBezTo>
                  <a:lnTo>
                    <a:pt x="-480" y="-466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346FEB">
                    <a:alpha val="30000"/>
                  </a:srgbClr>
                </a:gs>
                <a:gs pos="100000">
                  <a:srgbClr val="346FEB"/>
                </a:gs>
              </a:gsLst>
              <a:lin ang="0" scaled="0"/>
              <a:tileRect/>
            </a:gradFill>
            <a:ln w="1439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350" kern="0" smtClean="0">
                <a:solidFill>
                  <a:srgbClr val="FFFFFF"/>
                </a:solidFill>
                <a:latin typeface="Arial"/>
                <a:ea typeface="微软雅黑"/>
              </a:endParaRPr>
            </a:p>
          </p:txBody>
        </p:sp>
        <p:sp>
          <p:nvSpPr>
            <p:cNvPr id="10" name="任意多边形: 形状 10"/>
            <p:cNvSpPr/>
            <p:nvPr/>
          </p:nvSpPr>
          <p:spPr>
            <a:xfrm>
              <a:off x="6734755" y="205070"/>
              <a:ext cx="6811073" cy="532994"/>
            </a:xfrm>
            <a:custGeom>
              <a:avLst/>
              <a:gdLst>
                <a:gd name="connsiteX0" fmla="*/ 613812 w 6811073"/>
                <a:gd name="connsiteY0" fmla="*/ 234527 h 532993"/>
                <a:gd name="connsiteX1" fmla="*/ -480 w 6811073"/>
                <a:gd name="connsiteY1" fmla="*/ 304798 h 532993"/>
                <a:gd name="connsiteX2" fmla="*/ 6415608 w 6811073"/>
                <a:gd name="connsiteY2" fmla="*/ 297310 h 532993"/>
                <a:gd name="connsiteX3" fmla="*/ 6810593 w 6811073"/>
                <a:gd name="connsiteY3" fmla="*/ 251663 h 532993"/>
                <a:gd name="connsiteX4" fmla="*/ 6810593 w 6811073"/>
                <a:gd name="connsiteY4" fmla="*/ 234527 h 532993"/>
                <a:gd name="connsiteX5" fmla="*/ 613812 w 6811073"/>
                <a:gd name="connsiteY5" fmla="*/ 234527 h 5329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811073" h="532993">
                  <a:moveTo>
                    <a:pt x="613812" y="234527"/>
                  </a:moveTo>
                  <a:cubicBezTo>
                    <a:pt x="414952" y="260735"/>
                    <a:pt x="209755" y="284206"/>
                    <a:pt x="-480" y="304798"/>
                  </a:cubicBezTo>
                  <a:cubicBezTo>
                    <a:pt x="2307942" y="625912"/>
                    <a:pt x="4083428" y="592793"/>
                    <a:pt x="6415608" y="297310"/>
                  </a:cubicBezTo>
                  <a:cubicBezTo>
                    <a:pt x="6544486" y="281182"/>
                    <a:pt x="6676244" y="265962"/>
                    <a:pt x="6810593" y="251663"/>
                  </a:cubicBezTo>
                  <a:lnTo>
                    <a:pt x="6810593" y="234527"/>
                  </a:lnTo>
                  <a:cubicBezTo>
                    <a:pt x="4574314" y="-94507"/>
                    <a:pt x="2865066" y="-62684"/>
                    <a:pt x="613812" y="234527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346FEB">
                    <a:alpha val="30000"/>
                  </a:srgbClr>
                </a:gs>
                <a:gs pos="100000">
                  <a:srgbClr val="346FEB">
                    <a:alpha val="0"/>
                  </a:srgbClr>
                </a:gs>
              </a:gsLst>
              <a:lin ang="0" scaled="0"/>
              <a:tileRect/>
            </a:gradFill>
            <a:ln w="1439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350" kern="0" smtClean="0">
                <a:solidFill>
                  <a:srgbClr val="FFFFFF"/>
                </a:solidFill>
                <a:latin typeface="Arial"/>
                <a:ea typeface="微软雅黑"/>
              </a:endParaRPr>
            </a:p>
          </p:txBody>
        </p:sp>
      </p:grpSp>
      <p:sp>
        <p:nvSpPr>
          <p:cNvPr id="11" name="Rectangle 34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92280" y="6313488"/>
            <a:ext cx="1905000" cy="457200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0DF7F6-A551-4794-8917-2A16EF42BFF5}" type="slidenum">
              <a:rPr lang="zh-CN" altLang="en-US">
                <a:solidFill>
                  <a:srgbClr val="FFFFFF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123751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 userDrawn="1"/>
        </p:nvGrpSpPr>
        <p:grpSpPr>
          <a:xfrm flipH="1">
            <a:off x="0" y="0"/>
            <a:ext cx="9143999" cy="723900"/>
            <a:chOff x="0" y="-399728"/>
            <a:chExt cx="13815102" cy="1183569"/>
          </a:xfrm>
        </p:grpSpPr>
        <p:sp>
          <p:nvSpPr>
            <p:cNvPr id="9" name="任意多边形: 形状 8"/>
            <p:cNvSpPr/>
            <p:nvPr/>
          </p:nvSpPr>
          <p:spPr>
            <a:xfrm>
              <a:off x="0" y="-399728"/>
              <a:ext cx="13815102" cy="1183569"/>
            </a:xfrm>
            <a:custGeom>
              <a:avLst/>
              <a:gdLst>
                <a:gd name="connsiteX0" fmla="*/ 13814622 w 13815102"/>
                <a:gd name="connsiteY0" fmla="*/ -466 h 1183569"/>
                <a:gd name="connsiteX1" fmla="*/ 13814622 w 13815102"/>
                <a:gd name="connsiteY1" fmla="*/ 633122 h 1183569"/>
                <a:gd name="connsiteX2" fmla="*/ 6676676 w 13815102"/>
                <a:gd name="connsiteY2" fmla="*/ 762720 h 1183569"/>
                <a:gd name="connsiteX3" fmla="*/ -480 w 13815102"/>
                <a:gd name="connsiteY3" fmla="*/ 762720 h 1183569"/>
                <a:gd name="connsiteX4" fmla="*/ -480 w 13815102"/>
                <a:gd name="connsiteY4" fmla="*/ -466 h 1183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815102" h="1183569">
                  <a:moveTo>
                    <a:pt x="13814622" y="-466"/>
                  </a:moveTo>
                  <a:lnTo>
                    <a:pt x="13814622" y="633122"/>
                  </a:lnTo>
                  <a:cubicBezTo>
                    <a:pt x="11529385" y="330728"/>
                    <a:pt x="8779036" y="301928"/>
                    <a:pt x="6676676" y="762720"/>
                  </a:cubicBezTo>
                  <a:cubicBezTo>
                    <a:pt x="4251041" y="1294358"/>
                    <a:pt x="2409171" y="1351381"/>
                    <a:pt x="-480" y="762720"/>
                  </a:cubicBezTo>
                  <a:lnTo>
                    <a:pt x="-480" y="-466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346FEB">
                    <a:alpha val="30000"/>
                  </a:srgbClr>
                </a:gs>
                <a:gs pos="100000">
                  <a:srgbClr val="346FEB"/>
                </a:gs>
              </a:gsLst>
              <a:lin ang="0" scaled="0"/>
              <a:tileRect/>
            </a:gradFill>
            <a:ln w="1439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350" kern="0" smtClean="0">
                <a:solidFill>
                  <a:srgbClr val="FFFFFF"/>
                </a:solidFill>
                <a:latin typeface="Arial"/>
                <a:ea typeface="微软雅黑"/>
              </a:endParaRPr>
            </a:p>
          </p:txBody>
        </p:sp>
        <p:sp>
          <p:nvSpPr>
            <p:cNvPr id="10" name="任意多边形: 形状 10"/>
            <p:cNvSpPr/>
            <p:nvPr/>
          </p:nvSpPr>
          <p:spPr>
            <a:xfrm>
              <a:off x="6734755" y="205070"/>
              <a:ext cx="6811073" cy="532994"/>
            </a:xfrm>
            <a:custGeom>
              <a:avLst/>
              <a:gdLst>
                <a:gd name="connsiteX0" fmla="*/ 613812 w 6811073"/>
                <a:gd name="connsiteY0" fmla="*/ 234527 h 532993"/>
                <a:gd name="connsiteX1" fmla="*/ -480 w 6811073"/>
                <a:gd name="connsiteY1" fmla="*/ 304798 h 532993"/>
                <a:gd name="connsiteX2" fmla="*/ 6415608 w 6811073"/>
                <a:gd name="connsiteY2" fmla="*/ 297310 h 532993"/>
                <a:gd name="connsiteX3" fmla="*/ 6810593 w 6811073"/>
                <a:gd name="connsiteY3" fmla="*/ 251663 h 532993"/>
                <a:gd name="connsiteX4" fmla="*/ 6810593 w 6811073"/>
                <a:gd name="connsiteY4" fmla="*/ 234527 h 532993"/>
                <a:gd name="connsiteX5" fmla="*/ 613812 w 6811073"/>
                <a:gd name="connsiteY5" fmla="*/ 234527 h 5329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811073" h="532993">
                  <a:moveTo>
                    <a:pt x="613812" y="234527"/>
                  </a:moveTo>
                  <a:cubicBezTo>
                    <a:pt x="414952" y="260735"/>
                    <a:pt x="209755" y="284206"/>
                    <a:pt x="-480" y="304798"/>
                  </a:cubicBezTo>
                  <a:cubicBezTo>
                    <a:pt x="2307942" y="625912"/>
                    <a:pt x="4083428" y="592793"/>
                    <a:pt x="6415608" y="297310"/>
                  </a:cubicBezTo>
                  <a:cubicBezTo>
                    <a:pt x="6544486" y="281182"/>
                    <a:pt x="6676244" y="265962"/>
                    <a:pt x="6810593" y="251663"/>
                  </a:cubicBezTo>
                  <a:lnTo>
                    <a:pt x="6810593" y="234527"/>
                  </a:lnTo>
                  <a:cubicBezTo>
                    <a:pt x="4574314" y="-94507"/>
                    <a:pt x="2865066" y="-62684"/>
                    <a:pt x="613812" y="234527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346FEB">
                    <a:alpha val="30000"/>
                  </a:srgbClr>
                </a:gs>
                <a:gs pos="100000">
                  <a:srgbClr val="346FEB">
                    <a:alpha val="0"/>
                  </a:srgbClr>
                </a:gs>
              </a:gsLst>
              <a:lin ang="0" scaled="0"/>
              <a:tileRect/>
            </a:gradFill>
            <a:ln w="1439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350" kern="0" smtClean="0">
                <a:solidFill>
                  <a:srgbClr val="FFFFFF"/>
                </a:solidFill>
                <a:latin typeface="Arial"/>
                <a:ea typeface="微软雅黑"/>
              </a:endParaRPr>
            </a:p>
          </p:txBody>
        </p:sp>
      </p:grpSp>
      <p:sp>
        <p:nvSpPr>
          <p:cNvPr id="11" name="Rectangle 34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92280" y="6313488"/>
            <a:ext cx="1905000" cy="457200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0DF7F6-A551-4794-8917-2A16EF42BFF5}" type="slidenum">
              <a:rPr lang="zh-CN" altLang="en-US">
                <a:solidFill>
                  <a:srgbClr val="FFFFFF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12" name="Content Placeholder 2"/>
          <p:cNvSpPr>
            <a:spLocks noGrp="1"/>
          </p:cNvSpPr>
          <p:nvPr>
            <p:ph idx="1"/>
          </p:nvPr>
        </p:nvSpPr>
        <p:spPr>
          <a:xfrm>
            <a:off x="395535" y="1365291"/>
            <a:ext cx="8352928" cy="4114800"/>
          </a:xfrm>
        </p:spPr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en-US" altLang="zh-CN" dirty="0" smtClean="0"/>
              <a:t>Click to edit Master text styles</a:t>
            </a:r>
          </a:p>
          <a:p>
            <a:pPr lvl="1"/>
            <a:r>
              <a:rPr lang="en-US" altLang="zh-CN" dirty="0" smtClean="0"/>
              <a:t>Second level</a:t>
            </a:r>
          </a:p>
          <a:p>
            <a:pPr lvl="2"/>
            <a:r>
              <a:rPr lang="en-US" altLang="zh-CN" dirty="0" smtClean="0"/>
              <a:t>Third level</a:t>
            </a:r>
          </a:p>
          <a:p>
            <a:pPr lvl="3"/>
            <a:r>
              <a:rPr lang="en-US" altLang="zh-CN" dirty="0" smtClean="0"/>
              <a:t>Fourth level</a:t>
            </a:r>
          </a:p>
          <a:p>
            <a:pPr lvl="4"/>
            <a:r>
              <a:rPr lang="en-US" altLang="zh-CN" dirty="0" smtClean="0"/>
              <a:t>Fifth level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12247225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8FA661-BD4B-4FAB-830F-A7C250F1BC52}" type="slidenum">
              <a:rPr lang="zh-CN" altLang="en-US">
                <a:solidFill>
                  <a:srgbClr val="FFFFFF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 flipH="1">
            <a:off x="0" y="0"/>
            <a:ext cx="9143999" cy="723900"/>
            <a:chOff x="0" y="-399728"/>
            <a:chExt cx="13815102" cy="1183569"/>
          </a:xfrm>
        </p:grpSpPr>
        <p:sp>
          <p:nvSpPr>
            <p:cNvPr id="10" name="任意多边形: 形状 8"/>
            <p:cNvSpPr/>
            <p:nvPr/>
          </p:nvSpPr>
          <p:spPr>
            <a:xfrm>
              <a:off x="0" y="-399728"/>
              <a:ext cx="13815102" cy="1183569"/>
            </a:xfrm>
            <a:custGeom>
              <a:avLst/>
              <a:gdLst>
                <a:gd name="connsiteX0" fmla="*/ 13814622 w 13815102"/>
                <a:gd name="connsiteY0" fmla="*/ -466 h 1183569"/>
                <a:gd name="connsiteX1" fmla="*/ 13814622 w 13815102"/>
                <a:gd name="connsiteY1" fmla="*/ 633122 h 1183569"/>
                <a:gd name="connsiteX2" fmla="*/ 6676676 w 13815102"/>
                <a:gd name="connsiteY2" fmla="*/ 762720 h 1183569"/>
                <a:gd name="connsiteX3" fmla="*/ -480 w 13815102"/>
                <a:gd name="connsiteY3" fmla="*/ 762720 h 1183569"/>
                <a:gd name="connsiteX4" fmla="*/ -480 w 13815102"/>
                <a:gd name="connsiteY4" fmla="*/ -466 h 1183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815102" h="1183569">
                  <a:moveTo>
                    <a:pt x="13814622" y="-466"/>
                  </a:moveTo>
                  <a:lnTo>
                    <a:pt x="13814622" y="633122"/>
                  </a:lnTo>
                  <a:cubicBezTo>
                    <a:pt x="11529385" y="330728"/>
                    <a:pt x="8779036" y="301928"/>
                    <a:pt x="6676676" y="762720"/>
                  </a:cubicBezTo>
                  <a:cubicBezTo>
                    <a:pt x="4251041" y="1294358"/>
                    <a:pt x="2409171" y="1351381"/>
                    <a:pt x="-480" y="762720"/>
                  </a:cubicBezTo>
                  <a:lnTo>
                    <a:pt x="-480" y="-466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346FEB">
                    <a:alpha val="30000"/>
                  </a:srgbClr>
                </a:gs>
                <a:gs pos="100000">
                  <a:srgbClr val="346FEB"/>
                </a:gs>
              </a:gsLst>
              <a:lin ang="0" scaled="0"/>
              <a:tileRect/>
            </a:gradFill>
            <a:ln w="1439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zh-CN" altLang="en-US" sz="1350" kern="0" smtClean="0">
                <a:solidFill>
                  <a:srgbClr val="FFFFFF"/>
                </a:solidFill>
                <a:latin typeface="Arial"/>
                <a:ea typeface="微软雅黑"/>
              </a:endParaRPr>
            </a:p>
          </p:txBody>
        </p:sp>
        <p:sp>
          <p:nvSpPr>
            <p:cNvPr id="11" name="任意多边形: 形状 10"/>
            <p:cNvSpPr/>
            <p:nvPr/>
          </p:nvSpPr>
          <p:spPr>
            <a:xfrm>
              <a:off x="6734755" y="205070"/>
              <a:ext cx="6811073" cy="532994"/>
            </a:xfrm>
            <a:custGeom>
              <a:avLst/>
              <a:gdLst>
                <a:gd name="connsiteX0" fmla="*/ 613812 w 6811073"/>
                <a:gd name="connsiteY0" fmla="*/ 234527 h 532993"/>
                <a:gd name="connsiteX1" fmla="*/ -480 w 6811073"/>
                <a:gd name="connsiteY1" fmla="*/ 304798 h 532993"/>
                <a:gd name="connsiteX2" fmla="*/ 6415608 w 6811073"/>
                <a:gd name="connsiteY2" fmla="*/ 297310 h 532993"/>
                <a:gd name="connsiteX3" fmla="*/ 6810593 w 6811073"/>
                <a:gd name="connsiteY3" fmla="*/ 251663 h 532993"/>
                <a:gd name="connsiteX4" fmla="*/ 6810593 w 6811073"/>
                <a:gd name="connsiteY4" fmla="*/ 234527 h 532993"/>
                <a:gd name="connsiteX5" fmla="*/ 613812 w 6811073"/>
                <a:gd name="connsiteY5" fmla="*/ 234527 h 5329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811073" h="532993">
                  <a:moveTo>
                    <a:pt x="613812" y="234527"/>
                  </a:moveTo>
                  <a:cubicBezTo>
                    <a:pt x="414952" y="260735"/>
                    <a:pt x="209755" y="284206"/>
                    <a:pt x="-480" y="304798"/>
                  </a:cubicBezTo>
                  <a:cubicBezTo>
                    <a:pt x="2307942" y="625912"/>
                    <a:pt x="4083428" y="592793"/>
                    <a:pt x="6415608" y="297310"/>
                  </a:cubicBezTo>
                  <a:cubicBezTo>
                    <a:pt x="6544486" y="281182"/>
                    <a:pt x="6676244" y="265962"/>
                    <a:pt x="6810593" y="251663"/>
                  </a:cubicBezTo>
                  <a:lnTo>
                    <a:pt x="6810593" y="234527"/>
                  </a:lnTo>
                  <a:cubicBezTo>
                    <a:pt x="4574314" y="-94507"/>
                    <a:pt x="2865066" y="-62684"/>
                    <a:pt x="613812" y="234527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346FEB">
                    <a:alpha val="30000"/>
                  </a:srgbClr>
                </a:gs>
                <a:gs pos="100000">
                  <a:srgbClr val="346FEB">
                    <a:alpha val="0"/>
                  </a:srgbClr>
                </a:gs>
              </a:gsLst>
              <a:lin ang="0" scaled="0"/>
              <a:tileRect/>
            </a:gradFill>
            <a:ln w="1439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zh-CN" altLang="en-US" sz="1350" kern="0" smtClean="0">
                <a:solidFill>
                  <a:srgbClr val="FFFFFF"/>
                </a:solidFill>
                <a:latin typeface="Arial"/>
                <a:ea typeface="微软雅黑"/>
              </a:endParaRPr>
            </a:p>
          </p:txBody>
        </p:sp>
      </p:grpSp>
      <p:sp>
        <p:nvSpPr>
          <p:cNvPr id="12" name="Content Placeholder 2"/>
          <p:cNvSpPr>
            <a:spLocks noGrp="1"/>
          </p:cNvSpPr>
          <p:nvPr>
            <p:ph idx="1"/>
          </p:nvPr>
        </p:nvSpPr>
        <p:spPr>
          <a:xfrm>
            <a:off x="178228" y="228600"/>
            <a:ext cx="8813372" cy="5867400"/>
          </a:xfrm>
        </p:spPr>
        <p:txBody>
          <a:bodyPr/>
          <a:lstStyle>
            <a:lvl1pPr marL="342900" indent="-342900">
              <a:buFont typeface="Wingdings" panose="05000000000000000000" pitchFamily="2" charset="2"/>
              <a:buChar char="Ø"/>
              <a:defRPr/>
            </a:lvl1pPr>
          </a:lstStyle>
          <a:p>
            <a:pPr lvl="0"/>
            <a:r>
              <a:rPr lang="en-US" altLang="zh-CN" dirty="0" smtClean="0"/>
              <a:t>Click to edit Master text styles</a:t>
            </a:r>
          </a:p>
          <a:p>
            <a:pPr lvl="1"/>
            <a:r>
              <a:rPr lang="en-US" altLang="zh-CN" dirty="0" smtClean="0"/>
              <a:t>Second level</a:t>
            </a:r>
          </a:p>
          <a:p>
            <a:pPr lvl="2"/>
            <a:r>
              <a:rPr lang="en-US" altLang="zh-CN" dirty="0" smtClean="0"/>
              <a:t>Third level</a:t>
            </a:r>
          </a:p>
          <a:p>
            <a:pPr lvl="3"/>
            <a:r>
              <a:rPr lang="en-US" altLang="zh-CN" dirty="0" smtClean="0"/>
              <a:t>Fourth level</a:t>
            </a:r>
          </a:p>
          <a:p>
            <a:pPr lvl="4"/>
            <a:r>
              <a:rPr lang="en-US" altLang="zh-CN" dirty="0" smtClean="0"/>
              <a:t>Fifth level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67075045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8FA661-BD4B-4FAB-830F-A7C250F1BC52}" type="slidenum">
              <a:rPr lang="zh-CN" altLang="en-US">
                <a:solidFill>
                  <a:srgbClr val="FFFFFF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 flipH="1">
            <a:off x="0" y="0"/>
            <a:ext cx="9143999" cy="723900"/>
            <a:chOff x="0" y="-399728"/>
            <a:chExt cx="13815102" cy="1183569"/>
          </a:xfrm>
        </p:grpSpPr>
        <p:sp>
          <p:nvSpPr>
            <p:cNvPr id="10" name="任意多边形: 形状 8"/>
            <p:cNvSpPr/>
            <p:nvPr/>
          </p:nvSpPr>
          <p:spPr>
            <a:xfrm>
              <a:off x="0" y="-399728"/>
              <a:ext cx="13815102" cy="1183569"/>
            </a:xfrm>
            <a:custGeom>
              <a:avLst/>
              <a:gdLst>
                <a:gd name="connsiteX0" fmla="*/ 13814622 w 13815102"/>
                <a:gd name="connsiteY0" fmla="*/ -466 h 1183569"/>
                <a:gd name="connsiteX1" fmla="*/ 13814622 w 13815102"/>
                <a:gd name="connsiteY1" fmla="*/ 633122 h 1183569"/>
                <a:gd name="connsiteX2" fmla="*/ 6676676 w 13815102"/>
                <a:gd name="connsiteY2" fmla="*/ 762720 h 1183569"/>
                <a:gd name="connsiteX3" fmla="*/ -480 w 13815102"/>
                <a:gd name="connsiteY3" fmla="*/ 762720 h 1183569"/>
                <a:gd name="connsiteX4" fmla="*/ -480 w 13815102"/>
                <a:gd name="connsiteY4" fmla="*/ -466 h 1183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815102" h="1183569">
                  <a:moveTo>
                    <a:pt x="13814622" y="-466"/>
                  </a:moveTo>
                  <a:lnTo>
                    <a:pt x="13814622" y="633122"/>
                  </a:lnTo>
                  <a:cubicBezTo>
                    <a:pt x="11529385" y="330728"/>
                    <a:pt x="8779036" y="301928"/>
                    <a:pt x="6676676" y="762720"/>
                  </a:cubicBezTo>
                  <a:cubicBezTo>
                    <a:pt x="4251041" y="1294358"/>
                    <a:pt x="2409171" y="1351381"/>
                    <a:pt x="-480" y="762720"/>
                  </a:cubicBezTo>
                  <a:lnTo>
                    <a:pt x="-480" y="-466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346FEB">
                    <a:alpha val="30000"/>
                  </a:srgbClr>
                </a:gs>
                <a:gs pos="100000">
                  <a:srgbClr val="346FEB"/>
                </a:gs>
              </a:gsLst>
              <a:lin ang="0" scaled="0"/>
              <a:tileRect/>
            </a:gradFill>
            <a:ln w="1439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zh-CN" altLang="en-US" sz="1350" kern="0" smtClean="0">
                <a:solidFill>
                  <a:srgbClr val="FFFFFF"/>
                </a:solidFill>
                <a:latin typeface="Arial"/>
                <a:ea typeface="微软雅黑"/>
              </a:endParaRPr>
            </a:p>
          </p:txBody>
        </p:sp>
        <p:sp>
          <p:nvSpPr>
            <p:cNvPr id="11" name="任意多边形: 形状 10"/>
            <p:cNvSpPr/>
            <p:nvPr/>
          </p:nvSpPr>
          <p:spPr>
            <a:xfrm>
              <a:off x="6734755" y="205070"/>
              <a:ext cx="6811073" cy="532994"/>
            </a:xfrm>
            <a:custGeom>
              <a:avLst/>
              <a:gdLst>
                <a:gd name="connsiteX0" fmla="*/ 613812 w 6811073"/>
                <a:gd name="connsiteY0" fmla="*/ 234527 h 532993"/>
                <a:gd name="connsiteX1" fmla="*/ -480 w 6811073"/>
                <a:gd name="connsiteY1" fmla="*/ 304798 h 532993"/>
                <a:gd name="connsiteX2" fmla="*/ 6415608 w 6811073"/>
                <a:gd name="connsiteY2" fmla="*/ 297310 h 532993"/>
                <a:gd name="connsiteX3" fmla="*/ 6810593 w 6811073"/>
                <a:gd name="connsiteY3" fmla="*/ 251663 h 532993"/>
                <a:gd name="connsiteX4" fmla="*/ 6810593 w 6811073"/>
                <a:gd name="connsiteY4" fmla="*/ 234527 h 532993"/>
                <a:gd name="connsiteX5" fmla="*/ 613812 w 6811073"/>
                <a:gd name="connsiteY5" fmla="*/ 234527 h 5329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811073" h="532993">
                  <a:moveTo>
                    <a:pt x="613812" y="234527"/>
                  </a:moveTo>
                  <a:cubicBezTo>
                    <a:pt x="414952" y="260735"/>
                    <a:pt x="209755" y="284206"/>
                    <a:pt x="-480" y="304798"/>
                  </a:cubicBezTo>
                  <a:cubicBezTo>
                    <a:pt x="2307942" y="625912"/>
                    <a:pt x="4083428" y="592793"/>
                    <a:pt x="6415608" y="297310"/>
                  </a:cubicBezTo>
                  <a:cubicBezTo>
                    <a:pt x="6544486" y="281182"/>
                    <a:pt x="6676244" y="265962"/>
                    <a:pt x="6810593" y="251663"/>
                  </a:cubicBezTo>
                  <a:lnTo>
                    <a:pt x="6810593" y="234527"/>
                  </a:lnTo>
                  <a:cubicBezTo>
                    <a:pt x="4574314" y="-94507"/>
                    <a:pt x="2865066" y="-62684"/>
                    <a:pt x="613812" y="234527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346FEB">
                    <a:alpha val="30000"/>
                  </a:srgbClr>
                </a:gs>
                <a:gs pos="100000">
                  <a:srgbClr val="346FEB">
                    <a:alpha val="0"/>
                  </a:srgbClr>
                </a:gs>
              </a:gsLst>
              <a:lin ang="0" scaled="0"/>
              <a:tileRect/>
            </a:gradFill>
            <a:ln w="1439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zh-CN" altLang="en-US" sz="1350" kern="0" smtClean="0">
                <a:solidFill>
                  <a:srgbClr val="FFFFFF"/>
                </a:solidFill>
                <a:latin typeface="Arial"/>
                <a:ea typeface="微软雅黑"/>
              </a:endParaRPr>
            </a:p>
          </p:txBody>
        </p:sp>
      </p:grpSp>
      <p:sp>
        <p:nvSpPr>
          <p:cNvPr id="12" name="Content Placeholder 2"/>
          <p:cNvSpPr>
            <a:spLocks noGrp="1"/>
          </p:cNvSpPr>
          <p:nvPr>
            <p:ph idx="1"/>
          </p:nvPr>
        </p:nvSpPr>
        <p:spPr>
          <a:xfrm>
            <a:off x="178228" y="228600"/>
            <a:ext cx="8813372" cy="5867400"/>
          </a:xfrm>
        </p:spPr>
        <p:txBody>
          <a:bodyPr/>
          <a:lstStyle>
            <a:lvl1pPr marL="342900" indent="-342900">
              <a:buFont typeface="Wingdings" panose="05000000000000000000" pitchFamily="2" charset="2"/>
              <a:buChar char="Ø"/>
              <a:defRPr/>
            </a:lvl1pPr>
          </a:lstStyle>
          <a:p>
            <a:pPr lvl="0"/>
            <a:r>
              <a:rPr lang="en-US" altLang="zh-CN" dirty="0" smtClean="0"/>
              <a:t>Click to edit Master text styles</a:t>
            </a:r>
          </a:p>
          <a:p>
            <a:pPr lvl="1"/>
            <a:r>
              <a:rPr lang="en-US" altLang="zh-CN" dirty="0" smtClean="0"/>
              <a:t>Second level</a:t>
            </a:r>
          </a:p>
          <a:p>
            <a:pPr lvl="2"/>
            <a:r>
              <a:rPr lang="en-US" altLang="zh-CN" dirty="0" smtClean="0"/>
              <a:t>Third level</a:t>
            </a:r>
          </a:p>
          <a:p>
            <a:pPr lvl="3"/>
            <a:r>
              <a:rPr lang="en-US" altLang="zh-CN" dirty="0" smtClean="0"/>
              <a:t>Fourth level</a:t>
            </a:r>
          </a:p>
          <a:p>
            <a:pPr lvl="4"/>
            <a:r>
              <a:rPr lang="en-US" altLang="zh-CN" dirty="0" smtClean="0"/>
              <a:t>Fifth level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53597844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8FA661-BD4B-4FAB-830F-A7C250F1BC52}" type="slidenum">
              <a:rPr lang="zh-CN" altLang="en-US">
                <a:solidFill>
                  <a:srgbClr val="FFFFFF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 flipH="1">
            <a:off x="0" y="0"/>
            <a:ext cx="9143999" cy="723900"/>
            <a:chOff x="0" y="-399728"/>
            <a:chExt cx="13815102" cy="1183569"/>
          </a:xfrm>
        </p:grpSpPr>
        <p:sp>
          <p:nvSpPr>
            <p:cNvPr id="10" name="任意多边形: 形状 8"/>
            <p:cNvSpPr/>
            <p:nvPr/>
          </p:nvSpPr>
          <p:spPr>
            <a:xfrm>
              <a:off x="0" y="-399728"/>
              <a:ext cx="13815102" cy="1183569"/>
            </a:xfrm>
            <a:custGeom>
              <a:avLst/>
              <a:gdLst>
                <a:gd name="connsiteX0" fmla="*/ 13814622 w 13815102"/>
                <a:gd name="connsiteY0" fmla="*/ -466 h 1183569"/>
                <a:gd name="connsiteX1" fmla="*/ 13814622 w 13815102"/>
                <a:gd name="connsiteY1" fmla="*/ 633122 h 1183569"/>
                <a:gd name="connsiteX2" fmla="*/ 6676676 w 13815102"/>
                <a:gd name="connsiteY2" fmla="*/ 762720 h 1183569"/>
                <a:gd name="connsiteX3" fmla="*/ -480 w 13815102"/>
                <a:gd name="connsiteY3" fmla="*/ 762720 h 1183569"/>
                <a:gd name="connsiteX4" fmla="*/ -480 w 13815102"/>
                <a:gd name="connsiteY4" fmla="*/ -466 h 1183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815102" h="1183569">
                  <a:moveTo>
                    <a:pt x="13814622" y="-466"/>
                  </a:moveTo>
                  <a:lnTo>
                    <a:pt x="13814622" y="633122"/>
                  </a:lnTo>
                  <a:cubicBezTo>
                    <a:pt x="11529385" y="330728"/>
                    <a:pt x="8779036" y="301928"/>
                    <a:pt x="6676676" y="762720"/>
                  </a:cubicBezTo>
                  <a:cubicBezTo>
                    <a:pt x="4251041" y="1294358"/>
                    <a:pt x="2409171" y="1351381"/>
                    <a:pt x="-480" y="762720"/>
                  </a:cubicBezTo>
                  <a:lnTo>
                    <a:pt x="-480" y="-466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346FEB">
                    <a:alpha val="30000"/>
                  </a:srgbClr>
                </a:gs>
                <a:gs pos="100000">
                  <a:srgbClr val="346FEB"/>
                </a:gs>
              </a:gsLst>
              <a:lin ang="0" scaled="0"/>
              <a:tileRect/>
            </a:gradFill>
            <a:ln w="1439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zh-CN" altLang="en-US" sz="1350" kern="0" smtClean="0">
                <a:solidFill>
                  <a:srgbClr val="FFFFFF"/>
                </a:solidFill>
                <a:latin typeface="Arial"/>
                <a:ea typeface="微软雅黑"/>
              </a:endParaRPr>
            </a:p>
          </p:txBody>
        </p:sp>
        <p:sp>
          <p:nvSpPr>
            <p:cNvPr id="11" name="任意多边形: 形状 10"/>
            <p:cNvSpPr/>
            <p:nvPr/>
          </p:nvSpPr>
          <p:spPr>
            <a:xfrm>
              <a:off x="6734755" y="205070"/>
              <a:ext cx="6811073" cy="532994"/>
            </a:xfrm>
            <a:custGeom>
              <a:avLst/>
              <a:gdLst>
                <a:gd name="connsiteX0" fmla="*/ 613812 w 6811073"/>
                <a:gd name="connsiteY0" fmla="*/ 234527 h 532993"/>
                <a:gd name="connsiteX1" fmla="*/ -480 w 6811073"/>
                <a:gd name="connsiteY1" fmla="*/ 304798 h 532993"/>
                <a:gd name="connsiteX2" fmla="*/ 6415608 w 6811073"/>
                <a:gd name="connsiteY2" fmla="*/ 297310 h 532993"/>
                <a:gd name="connsiteX3" fmla="*/ 6810593 w 6811073"/>
                <a:gd name="connsiteY3" fmla="*/ 251663 h 532993"/>
                <a:gd name="connsiteX4" fmla="*/ 6810593 w 6811073"/>
                <a:gd name="connsiteY4" fmla="*/ 234527 h 532993"/>
                <a:gd name="connsiteX5" fmla="*/ 613812 w 6811073"/>
                <a:gd name="connsiteY5" fmla="*/ 234527 h 5329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811073" h="532993">
                  <a:moveTo>
                    <a:pt x="613812" y="234527"/>
                  </a:moveTo>
                  <a:cubicBezTo>
                    <a:pt x="414952" y="260735"/>
                    <a:pt x="209755" y="284206"/>
                    <a:pt x="-480" y="304798"/>
                  </a:cubicBezTo>
                  <a:cubicBezTo>
                    <a:pt x="2307942" y="625912"/>
                    <a:pt x="4083428" y="592793"/>
                    <a:pt x="6415608" y="297310"/>
                  </a:cubicBezTo>
                  <a:cubicBezTo>
                    <a:pt x="6544486" y="281182"/>
                    <a:pt x="6676244" y="265962"/>
                    <a:pt x="6810593" y="251663"/>
                  </a:cubicBezTo>
                  <a:lnTo>
                    <a:pt x="6810593" y="234527"/>
                  </a:lnTo>
                  <a:cubicBezTo>
                    <a:pt x="4574314" y="-94507"/>
                    <a:pt x="2865066" y="-62684"/>
                    <a:pt x="613812" y="234527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346FEB">
                    <a:alpha val="30000"/>
                  </a:srgbClr>
                </a:gs>
                <a:gs pos="100000">
                  <a:srgbClr val="346FEB">
                    <a:alpha val="0"/>
                  </a:srgbClr>
                </a:gs>
              </a:gsLst>
              <a:lin ang="0" scaled="0"/>
              <a:tileRect/>
            </a:gradFill>
            <a:ln w="1439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zh-CN" altLang="en-US" sz="1350" kern="0" smtClean="0">
                <a:solidFill>
                  <a:srgbClr val="FFFFFF"/>
                </a:solidFill>
                <a:latin typeface="Arial"/>
                <a:ea typeface="微软雅黑"/>
              </a:endParaRPr>
            </a:p>
          </p:txBody>
        </p:sp>
      </p:grpSp>
      <p:sp>
        <p:nvSpPr>
          <p:cNvPr id="12" name="Content Placeholder 2"/>
          <p:cNvSpPr>
            <a:spLocks noGrp="1"/>
          </p:cNvSpPr>
          <p:nvPr>
            <p:ph idx="1"/>
          </p:nvPr>
        </p:nvSpPr>
        <p:spPr>
          <a:xfrm>
            <a:off x="178228" y="228600"/>
            <a:ext cx="8813372" cy="5867400"/>
          </a:xfrm>
        </p:spPr>
        <p:txBody>
          <a:bodyPr/>
          <a:lstStyle>
            <a:lvl1pPr marL="342900" indent="-342900">
              <a:buFont typeface="Wingdings" panose="05000000000000000000" pitchFamily="2" charset="2"/>
              <a:buChar char="Ø"/>
              <a:defRPr/>
            </a:lvl1pPr>
          </a:lstStyle>
          <a:p>
            <a:pPr lvl="0"/>
            <a:r>
              <a:rPr lang="en-US" altLang="zh-CN" dirty="0" smtClean="0"/>
              <a:t>Click to edit Master text styles</a:t>
            </a:r>
          </a:p>
          <a:p>
            <a:pPr lvl="1"/>
            <a:r>
              <a:rPr lang="en-US" altLang="zh-CN" dirty="0" smtClean="0"/>
              <a:t>Second level</a:t>
            </a:r>
          </a:p>
          <a:p>
            <a:pPr lvl="2"/>
            <a:r>
              <a:rPr lang="en-US" altLang="zh-CN" dirty="0" smtClean="0"/>
              <a:t>Third level</a:t>
            </a:r>
          </a:p>
          <a:p>
            <a:pPr lvl="3"/>
            <a:r>
              <a:rPr lang="en-US" altLang="zh-CN" dirty="0" smtClean="0"/>
              <a:t>Fourth level</a:t>
            </a:r>
          </a:p>
          <a:p>
            <a:pPr lvl="4"/>
            <a:r>
              <a:rPr lang="en-US" altLang="zh-CN" dirty="0" smtClean="0"/>
              <a:t>Fifth level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46517805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8FA661-BD4B-4FAB-830F-A7C250F1BC52}" type="slidenum">
              <a:rPr lang="zh-CN" altLang="en-US">
                <a:solidFill>
                  <a:srgbClr val="FFFFFF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 flipH="1">
            <a:off x="0" y="0"/>
            <a:ext cx="9143999" cy="723900"/>
            <a:chOff x="0" y="-399728"/>
            <a:chExt cx="13815102" cy="1183569"/>
          </a:xfrm>
        </p:grpSpPr>
        <p:sp>
          <p:nvSpPr>
            <p:cNvPr id="10" name="任意多边形: 形状 8"/>
            <p:cNvSpPr/>
            <p:nvPr/>
          </p:nvSpPr>
          <p:spPr>
            <a:xfrm>
              <a:off x="0" y="-399728"/>
              <a:ext cx="13815102" cy="1183569"/>
            </a:xfrm>
            <a:custGeom>
              <a:avLst/>
              <a:gdLst>
                <a:gd name="connsiteX0" fmla="*/ 13814622 w 13815102"/>
                <a:gd name="connsiteY0" fmla="*/ -466 h 1183569"/>
                <a:gd name="connsiteX1" fmla="*/ 13814622 w 13815102"/>
                <a:gd name="connsiteY1" fmla="*/ 633122 h 1183569"/>
                <a:gd name="connsiteX2" fmla="*/ 6676676 w 13815102"/>
                <a:gd name="connsiteY2" fmla="*/ 762720 h 1183569"/>
                <a:gd name="connsiteX3" fmla="*/ -480 w 13815102"/>
                <a:gd name="connsiteY3" fmla="*/ 762720 h 1183569"/>
                <a:gd name="connsiteX4" fmla="*/ -480 w 13815102"/>
                <a:gd name="connsiteY4" fmla="*/ -466 h 1183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815102" h="1183569">
                  <a:moveTo>
                    <a:pt x="13814622" y="-466"/>
                  </a:moveTo>
                  <a:lnTo>
                    <a:pt x="13814622" y="633122"/>
                  </a:lnTo>
                  <a:cubicBezTo>
                    <a:pt x="11529385" y="330728"/>
                    <a:pt x="8779036" y="301928"/>
                    <a:pt x="6676676" y="762720"/>
                  </a:cubicBezTo>
                  <a:cubicBezTo>
                    <a:pt x="4251041" y="1294358"/>
                    <a:pt x="2409171" y="1351381"/>
                    <a:pt x="-480" y="762720"/>
                  </a:cubicBezTo>
                  <a:lnTo>
                    <a:pt x="-480" y="-466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346FEB">
                    <a:alpha val="30000"/>
                  </a:srgbClr>
                </a:gs>
                <a:gs pos="100000">
                  <a:srgbClr val="346FEB"/>
                </a:gs>
              </a:gsLst>
              <a:lin ang="0" scaled="0"/>
              <a:tileRect/>
            </a:gradFill>
            <a:ln w="1439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zh-CN" altLang="en-US" sz="1350" kern="0" smtClean="0">
                <a:solidFill>
                  <a:srgbClr val="FFFFFF"/>
                </a:solidFill>
                <a:latin typeface="Arial"/>
                <a:ea typeface="微软雅黑"/>
              </a:endParaRPr>
            </a:p>
          </p:txBody>
        </p:sp>
        <p:sp>
          <p:nvSpPr>
            <p:cNvPr id="11" name="任意多边形: 形状 10"/>
            <p:cNvSpPr/>
            <p:nvPr/>
          </p:nvSpPr>
          <p:spPr>
            <a:xfrm>
              <a:off x="6734755" y="205070"/>
              <a:ext cx="6811073" cy="532994"/>
            </a:xfrm>
            <a:custGeom>
              <a:avLst/>
              <a:gdLst>
                <a:gd name="connsiteX0" fmla="*/ 613812 w 6811073"/>
                <a:gd name="connsiteY0" fmla="*/ 234527 h 532993"/>
                <a:gd name="connsiteX1" fmla="*/ -480 w 6811073"/>
                <a:gd name="connsiteY1" fmla="*/ 304798 h 532993"/>
                <a:gd name="connsiteX2" fmla="*/ 6415608 w 6811073"/>
                <a:gd name="connsiteY2" fmla="*/ 297310 h 532993"/>
                <a:gd name="connsiteX3" fmla="*/ 6810593 w 6811073"/>
                <a:gd name="connsiteY3" fmla="*/ 251663 h 532993"/>
                <a:gd name="connsiteX4" fmla="*/ 6810593 w 6811073"/>
                <a:gd name="connsiteY4" fmla="*/ 234527 h 532993"/>
                <a:gd name="connsiteX5" fmla="*/ 613812 w 6811073"/>
                <a:gd name="connsiteY5" fmla="*/ 234527 h 5329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811073" h="532993">
                  <a:moveTo>
                    <a:pt x="613812" y="234527"/>
                  </a:moveTo>
                  <a:cubicBezTo>
                    <a:pt x="414952" y="260735"/>
                    <a:pt x="209755" y="284206"/>
                    <a:pt x="-480" y="304798"/>
                  </a:cubicBezTo>
                  <a:cubicBezTo>
                    <a:pt x="2307942" y="625912"/>
                    <a:pt x="4083428" y="592793"/>
                    <a:pt x="6415608" y="297310"/>
                  </a:cubicBezTo>
                  <a:cubicBezTo>
                    <a:pt x="6544486" y="281182"/>
                    <a:pt x="6676244" y="265962"/>
                    <a:pt x="6810593" y="251663"/>
                  </a:cubicBezTo>
                  <a:lnTo>
                    <a:pt x="6810593" y="234527"/>
                  </a:lnTo>
                  <a:cubicBezTo>
                    <a:pt x="4574314" y="-94507"/>
                    <a:pt x="2865066" y="-62684"/>
                    <a:pt x="613812" y="234527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346FEB">
                    <a:alpha val="30000"/>
                  </a:srgbClr>
                </a:gs>
                <a:gs pos="100000">
                  <a:srgbClr val="346FEB">
                    <a:alpha val="0"/>
                  </a:srgbClr>
                </a:gs>
              </a:gsLst>
              <a:lin ang="0" scaled="0"/>
              <a:tileRect/>
            </a:gradFill>
            <a:ln w="1439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zh-CN" altLang="en-US" sz="1350" kern="0" smtClean="0">
                <a:solidFill>
                  <a:srgbClr val="FFFFFF"/>
                </a:solidFill>
                <a:latin typeface="Arial"/>
                <a:ea typeface="微软雅黑"/>
              </a:endParaRPr>
            </a:p>
          </p:txBody>
        </p:sp>
      </p:grpSp>
      <p:sp>
        <p:nvSpPr>
          <p:cNvPr id="12" name="Content Placeholder 2"/>
          <p:cNvSpPr>
            <a:spLocks noGrp="1"/>
          </p:cNvSpPr>
          <p:nvPr>
            <p:ph idx="1"/>
          </p:nvPr>
        </p:nvSpPr>
        <p:spPr>
          <a:xfrm>
            <a:off x="178228" y="228600"/>
            <a:ext cx="8813372" cy="5867400"/>
          </a:xfrm>
        </p:spPr>
        <p:txBody>
          <a:bodyPr/>
          <a:lstStyle>
            <a:lvl1pPr marL="342900" indent="-342900">
              <a:buFont typeface="Wingdings" panose="05000000000000000000" pitchFamily="2" charset="2"/>
              <a:buChar char="Ø"/>
              <a:defRPr/>
            </a:lvl1pPr>
          </a:lstStyle>
          <a:p>
            <a:pPr lvl="0"/>
            <a:r>
              <a:rPr lang="en-US" altLang="zh-CN" dirty="0" smtClean="0"/>
              <a:t>Click to edit Master text styles</a:t>
            </a:r>
          </a:p>
          <a:p>
            <a:pPr lvl="1"/>
            <a:r>
              <a:rPr lang="en-US" altLang="zh-CN" dirty="0" smtClean="0"/>
              <a:t>Second level</a:t>
            </a:r>
          </a:p>
          <a:p>
            <a:pPr lvl="2"/>
            <a:r>
              <a:rPr lang="en-US" altLang="zh-CN" dirty="0" smtClean="0"/>
              <a:t>Third level</a:t>
            </a:r>
          </a:p>
          <a:p>
            <a:pPr lvl="3"/>
            <a:r>
              <a:rPr lang="en-US" altLang="zh-CN" dirty="0" smtClean="0"/>
              <a:t>Fourth level</a:t>
            </a:r>
          </a:p>
          <a:p>
            <a:pPr lvl="4"/>
            <a:r>
              <a:rPr lang="en-US" altLang="zh-CN" dirty="0" smtClean="0"/>
              <a:t>Fifth level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72014054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8FA661-BD4B-4FAB-830F-A7C250F1BC52}" type="slidenum">
              <a:rPr lang="zh-CN" altLang="en-US">
                <a:solidFill>
                  <a:srgbClr val="FFFFFF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 flipH="1">
            <a:off x="0" y="0"/>
            <a:ext cx="9143999" cy="723900"/>
            <a:chOff x="0" y="-399728"/>
            <a:chExt cx="13815102" cy="1183569"/>
          </a:xfrm>
        </p:grpSpPr>
        <p:sp>
          <p:nvSpPr>
            <p:cNvPr id="10" name="任意多边形: 形状 8"/>
            <p:cNvSpPr/>
            <p:nvPr/>
          </p:nvSpPr>
          <p:spPr>
            <a:xfrm>
              <a:off x="0" y="-399728"/>
              <a:ext cx="13815102" cy="1183569"/>
            </a:xfrm>
            <a:custGeom>
              <a:avLst/>
              <a:gdLst>
                <a:gd name="connsiteX0" fmla="*/ 13814622 w 13815102"/>
                <a:gd name="connsiteY0" fmla="*/ -466 h 1183569"/>
                <a:gd name="connsiteX1" fmla="*/ 13814622 w 13815102"/>
                <a:gd name="connsiteY1" fmla="*/ 633122 h 1183569"/>
                <a:gd name="connsiteX2" fmla="*/ 6676676 w 13815102"/>
                <a:gd name="connsiteY2" fmla="*/ 762720 h 1183569"/>
                <a:gd name="connsiteX3" fmla="*/ -480 w 13815102"/>
                <a:gd name="connsiteY3" fmla="*/ 762720 h 1183569"/>
                <a:gd name="connsiteX4" fmla="*/ -480 w 13815102"/>
                <a:gd name="connsiteY4" fmla="*/ -466 h 1183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815102" h="1183569">
                  <a:moveTo>
                    <a:pt x="13814622" y="-466"/>
                  </a:moveTo>
                  <a:lnTo>
                    <a:pt x="13814622" y="633122"/>
                  </a:lnTo>
                  <a:cubicBezTo>
                    <a:pt x="11529385" y="330728"/>
                    <a:pt x="8779036" y="301928"/>
                    <a:pt x="6676676" y="762720"/>
                  </a:cubicBezTo>
                  <a:cubicBezTo>
                    <a:pt x="4251041" y="1294358"/>
                    <a:pt x="2409171" y="1351381"/>
                    <a:pt x="-480" y="762720"/>
                  </a:cubicBezTo>
                  <a:lnTo>
                    <a:pt x="-480" y="-466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346FEB">
                    <a:alpha val="30000"/>
                  </a:srgbClr>
                </a:gs>
                <a:gs pos="100000">
                  <a:srgbClr val="346FEB"/>
                </a:gs>
              </a:gsLst>
              <a:lin ang="0" scaled="0"/>
              <a:tileRect/>
            </a:gradFill>
            <a:ln w="1439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zh-CN" altLang="en-US" sz="1350" kern="0" smtClean="0">
                <a:solidFill>
                  <a:srgbClr val="FFFFFF"/>
                </a:solidFill>
                <a:latin typeface="Arial"/>
                <a:ea typeface="微软雅黑"/>
              </a:endParaRPr>
            </a:p>
          </p:txBody>
        </p:sp>
        <p:sp>
          <p:nvSpPr>
            <p:cNvPr id="11" name="任意多边形: 形状 10"/>
            <p:cNvSpPr/>
            <p:nvPr/>
          </p:nvSpPr>
          <p:spPr>
            <a:xfrm>
              <a:off x="6734755" y="205070"/>
              <a:ext cx="6811073" cy="532994"/>
            </a:xfrm>
            <a:custGeom>
              <a:avLst/>
              <a:gdLst>
                <a:gd name="connsiteX0" fmla="*/ 613812 w 6811073"/>
                <a:gd name="connsiteY0" fmla="*/ 234527 h 532993"/>
                <a:gd name="connsiteX1" fmla="*/ -480 w 6811073"/>
                <a:gd name="connsiteY1" fmla="*/ 304798 h 532993"/>
                <a:gd name="connsiteX2" fmla="*/ 6415608 w 6811073"/>
                <a:gd name="connsiteY2" fmla="*/ 297310 h 532993"/>
                <a:gd name="connsiteX3" fmla="*/ 6810593 w 6811073"/>
                <a:gd name="connsiteY3" fmla="*/ 251663 h 532993"/>
                <a:gd name="connsiteX4" fmla="*/ 6810593 w 6811073"/>
                <a:gd name="connsiteY4" fmla="*/ 234527 h 532993"/>
                <a:gd name="connsiteX5" fmla="*/ 613812 w 6811073"/>
                <a:gd name="connsiteY5" fmla="*/ 234527 h 5329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811073" h="532993">
                  <a:moveTo>
                    <a:pt x="613812" y="234527"/>
                  </a:moveTo>
                  <a:cubicBezTo>
                    <a:pt x="414952" y="260735"/>
                    <a:pt x="209755" y="284206"/>
                    <a:pt x="-480" y="304798"/>
                  </a:cubicBezTo>
                  <a:cubicBezTo>
                    <a:pt x="2307942" y="625912"/>
                    <a:pt x="4083428" y="592793"/>
                    <a:pt x="6415608" y="297310"/>
                  </a:cubicBezTo>
                  <a:cubicBezTo>
                    <a:pt x="6544486" y="281182"/>
                    <a:pt x="6676244" y="265962"/>
                    <a:pt x="6810593" y="251663"/>
                  </a:cubicBezTo>
                  <a:lnTo>
                    <a:pt x="6810593" y="234527"/>
                  </a:lnTo>
                  <a:cubicBezTo>
                    <a:pt x="4574314" y="-94507"/>
                    <a:pt x="2865066" y="-62684"/>
                    <a:pt x="613812" y="234527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346FEB">
                    <a:alpha val="30000"/>
                  </a:srgbClr>
                </a:gs>
                <a:gs pos="100000">
                  <a:srgbClr val="346FEB">
                    <a:alpha val="0"/>
                  </a:srgbClr>
                </a:gs>
              </a:gsLst>
              <a:lin ang="0" scaled="0"/>
              <a:tileRect/>
            </a:gradFill>
            <a:ln w="1439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zh-CN" altLang="en-US" sz="1350" kern="0" smtClean="0">
                <a:solidFill>
                  <a:srgbClr val="FFFFFF"/>
                </a:solidFill>
                <a:latin typeface="Arial"/>
                <a:ea typeface="微软雅黑"/>
              </a:endParaRPr>
            </a:p>
          </p:txBody>
        </p:sp>
      </p:grpSp>
      <p:sp>
        <p:nvSpPr>
          <p:cNvPr id="12" name="Content Placeholder 2"/>
          <p:cNvSpPr>
            <a:spLocks noGrp="1"/>
          </p:cNvSpPr>
          <p:nvPr>
            <p:ph idx="1"/>
          </p:nvPr>
        </p:nvSpPr>
        <p:spPr>
          <a:xfrm>
            <a:off x="178228" y="228600"/>
            <a:ext cx="8813372" cy="5867400"/>
          </a:xfrm>
        </p:spPr>
        <p:txBody>
          <a:bodyPr/>
          <a:lstStyle>
            <a:lvl1pPr marL="342900" indent="-342900">
              <a:buFont typeface="Wingdings" panose="05000000000000000000" pitchFamily="2" charset="2"/>
              <a:buChar char="Ø"/>
              <a:defRPr/>
            </a:lvl1pPr>
          </a:lstStyle>
          <a:p>
            <a:pPr lvl="0"/>
            <a:r>
              <a:rPr lang="en-US" altLang="zh-CN" dirty="0" smtClean="0"/>
              <a:t>Click to edit Master text styles</a:t>
            </a:r>
          </a:p>
          <a:p>
            <a:pPr lvl="1"/>
            <a:r>
              <a:rPr lang="en-US" altLang="zh-CN" dirty="0" smtClean="0"/>
              <a:t>Second level</a:t>
            </a:r>
          </a:p>
          <a:p>
            <a:pPr lvl="2"/>
            <a:r>
              <a:rPr lang="en-US" altLang="zh-CN" dirty="0" smtClean="0"/>
              <a:t>Third level</a:t>
            </a:r>
          </a:p>
          <a:p>
            <a:pPr lvl="3"/>
            <a:r>
              <a:rPr lang="en-US" altLang="zh-CN" dirty="0" smtClean="0"/>
              <a:t>Fourth level</a:t>
            </a:r>
          </a:p>
          <a:p>
            <a:pPr lvl="4"/>
            <a:r>
              <a:rPr lang="en-US" altLang="zh-CN" dirty="0" smtClean="0"/>
              <a:t>Fifth level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2842140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8FA661-BD4B-4FAB-830F-A7C250F1BC52}" type="slidenum">
              <a:rPr lang="zh-CN" altLang="en-US">
                <a:solidFill>
                  <a:srgbClr val="FFFFFF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 flipH="1">
            <a:off x="0" y="0"/>
            <a:ext cx="9143999" cy="723900"/>
            <a:chOff x="0" y="-399728"/>
            <a:chExt cx="13815102" cy="1183569"/>
          </a:xfrm>
        </p:grpSpPr>
        <p:sp>
          <p:nvSpPr>
            <p:cNvPr id="10" name="任意多边形: 形状 8"/>
            <p:cNvSpPr/>
            <p:nvPr/>
          </p:nvSpPr>
          <p:spPr>
            <a:xfrm>
              <a:off x="0" y="-399728"/>
              <a:ext cx="13815102" cy="1183569"/>
            </a:xfrm>
            <a:custGeom>
              <a:avLst/>
              <a:gdLst>
                <a:gd name="connsiteX0" fmla="*/ 13814622 w 13815102"/>
                <a:gd name="connsiteY0" fmla="*/ -466 h 1183569"/>
                <a:gd name="connsiteX1" fmla="*/ 13814622 w 13815102"/>
                <a:gd name="connsiteY1" fmla="*/ 633122 h 1183569"/>
                <a:gd name="connsiteX2" fmla="*/ 6676676 w 13815102"/>
                <a:gd name="connsiteY2" fmla="*/ 762720 h 1183569"/>
                <a:gd name="connsiteX3" fmla="*/ -480 w 13815102"/>
                <a:gd name="connsiteY3" fmla="*/ 762720 h 1183569"/>
                <a:gd name="connsiteX4" fmla="*/ -480 w 13815102"/>
                <a:gd name="connsiteY4" fmla="*/ -466 h 1183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815102" h="1183569">
                  <a:moveTo>
                    <a:pt x="13814622" y="-466"/>
                  </a:moveTo>
                  <a:lnTo>
                    <a:pt x="13814622" y="633122"/>
                  </a:lnTo>
                  <a:cubicBezTo>
                    <a:pt x="11529385" y="330728"/>
                    <a:pt x="8779036" y="301928"/>
                    <a:pt x="6676676" y="762720"/>
                  </a:cubicBezTo>
                  <a:cubicBezTo>
                    <a:pt x="4251041" y="1294358"/>
                    <a:pt x="2409171" y="1351381"/>
                    <a:pt x="-480" y="762720"/>
                  </a:cubicBezTo>
                  <a:lnTo>
                    <a:pt x="-480" y="-466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346FEB">
                    <a:alpha val="30000"/>
                  </a:srgbClr>
                </a:gs>
                <a:gs pos="100000">
                  <a:srgbClr val="346FEB"/>
                </a:gs>
              </a:gsLst>
              <a:lin ang="0" scaled="0"/>
              <a:tileRect/>
            </a:gradFill>
            <a:ln w="1439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zh-CN" altLang="en-US" sz="1350" kern="0" smtClean="0">
                <a:solidFill>
                  <a:srgbClr val="FFFFFF"/>
                </a:solidFill>
                <a:latin typeface="Arial"/>
                <a:ea typeface="微软雅黑"/>
              </a:endParaRPr>
            </a:p>
          </p:txBody>
        </p:sp>
        <p:sp>
          <p:nvSpPr>
            <p:cNvPr id="11" name="任意多边形: 形状 10"/>
            <p:cNvSpPr/>
            <p:nvPr/>
          </p:nvSpPr>
          <p:spPr>
            <a:xfrm>
              <a:off x="6734755" y="205070"/>
              <a:ext cx="6811073" cy="532994"/>
            </a:xfrm>
            <a:custGeom>
              <a:avLst/>
              <a:gdLst>
                <a:gd name="connsiteX0" fmla="*/ 613812 w 6811073"/>
                <a:gd name="connsiteY0" fmla="*/ 234527 h 532993"/>
                <a:gd name="connsiteX1" fmla="*/ -480 w 6811073"/>
                <a:gd name="connsiteY1" fmla="*/ 304798 h 532993"/>
                <a:gd name="connsiteX2" fmla="*/ 6415608 w 6811073"/>
                <a:gd name="connsiteY2" fmla="*/ 297310 h 532993"/>
                <a:gd name="connsiteX3" fmla="*/ 6810593 w 6811073"/>
                <a:gd name="connsiteY3" fmla="*/ 251663 h 532993"/>
                <a:gd name="connsiteX4" fmla="*/ 6810593 w 6811073"/>
                <a:gd name="connsiteY4" fmla="*/ 234527 h 532993"/>
                <a:gd name="connsiteX5" fmla="*/ 613812 w 6811073"/>
                <a:gd name="connsiteY5" fmla="*/ 234527 h 5329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811073" h="532993">
                  <a:moveTo>
                    <a:pt x="613812" y="234527"/>
                  </a:moveTo>
                  <a:cubicBezTo>
                    <a:pt x="414952" y="260735"/>
                    <a:pt x="209755" y="284206"/>
                    <a:pt x="-480" y="304798"/>
                  </a:cubicBezTo>
                  <a:cubicBezTo>
                    <a:pt x="2307942" y="625912"/>
                    <a:pt x="4083428" y="592793"/>
                    <a:pt x="6415608" y="297310"/>
                  </a:cubicBezTo>
                  <a:cubicBezTo>
                    <a:pt x="6544486" y="281182"/>
                    <a:pt x="6676244" y="265962"/>
                    <a:pt x="6810593" y="251663"/>
                  </a:cubicBezTo>
                  <a:lnTo>
                    <a:pt x="6810593" y="234527"/>
                  </a:lnTo>
                  <a:cubicBezTo>
                    <a:pt x="4574314" y="-94507"/>
                    <a:pt x="2865066" y="-62684"/>
                    <a:pt x="613812" y="234527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346FEB">
                    <a:alpha val="30000"/>
                  </a:srgbClr>
                </a:gs>
                <a:gs pos="100000">
                  <a:srgbClr val="346FEB">
                    <a:alpha val="0"/>
                  </a:srgbClr>
                </a:gs>
              </a:gsLst>
              <a:lin ang="0" scaled="0"/>
              <a:tileRect/>
            </a:gradFill>
            <a:ln w="1439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zh-CN" altLang="en-US" sz="1350" kern="0" smtClean="0">
                <a:solidFill>
                  <a:srgbClr val="FFFFFF"/>
                </a:solidFill>
                <a:latin typeface="Arial"/>
                <a:ea typeface="微软雅黑"/>
              </a:endParaRPr>
            </a:p>
          </p:txBody>
        </p:sp>
      </p:grpSp>
      <p:sp>
        <p:nvSpPr>
          <p:cNvPr id="12" name="Content Placeholder 2"/>
          <p:cNvSpPr>
            <a:spLocks noGrp="1"/>
          </p:cNvSpPr>
          <p:nvPr>
            <p:ph idx="1"/>
          </p:nvPr>
        </p:nvSpPr>
        <p:spPr>
          <a:xfrm>
            <a:off x="178228" y="228600"/>
            <a:ext cx="8813372" cy="5867400"/>
          </a:xfrm>
        </p:spPr>
        <p:txBody>
          <a:bodyPr/>
          <a:lstStyle>
            <a:lvl1pPr marL="342900" indent="-342900">
              <a:buFont typeface="Wingdings" panose="05000000000000000000" pitchFamily="2" charset="2"/>
              <a:buChar char="Ø"/>
              <a:defRPr/>
            </a:lvl1pPr>
          </a:lstStyle>
          <a:p>
            <a:pPr lvl="0"/>
            <a:r>
              <a:rPr lang="en-US" altLang="zh-CN" dirty="0" smtClean="0"/>
              <a:t>Click to edit Master text styles</a:t>
            </a:r>
          </a:p>
          <a:p>
            <a:pPr lvl="1"/>
            <a:r>
              <a:rPr lang="en-US" altLang="zh-CN" dirty="0" smtClean="0"/>
              <a:t>Second level</a:t>
            </a:r>
          </a:p>
          <a:p>
            <a:pPr lvl="2"/>
            <a:r>
              <a:rPr lang="en-US" altLang="zh-CN" dirty="0" smtClean="0"/>
              <a:t>Third level</a:t>
            </a:r>
          </a:p>
          <a:p>
            <a:pPr lvl="3"/>
            <a:r>
              <a:rPr lang="en-US" altLang="zh-CN" dirty="0" smtClean="0"/>
              <a:t>Fourth level</a:t>
            </a:r>
          </a:p>
          <a:p>
            <a:pPr lvl="4"/>
            <a:r>
              <a:rPr lang="en-US" altLang="zh-CN" dirty="0" smtClean="0"/>
              <a:t>Fifth level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32759239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8FA661-BD4B-4FAB-830F-A7C250F1BC52}" type="slidenum">
              <a:rPr lang="zh-CN" altLang="en-US">
                <a:solidFill>
                  <a:srgbClr val="FFFFFF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 flipH="1">
            <a:off x="0" y="0"/>
            <a:ext cx="9143999" cy="723900"/>
            <a:chOff x="0" y="-399728"/>
            <a:chExt cx="13815102" cy="1183569"/>
          </a:xfrm>
        </p:grpSpPr>
        <p:sp>
          <p:nvSpPr>
            <p:cNvPr id="10" name="任意多边形: 形状 8"/>
            <p:cNvSpPr/>
            <p:nvPr/>
          </p:nvSpPr>
          <p:spPr>
            <a:xfrm>
              <a:off x="0" y="-399728"/>
              <a:ext cx="13815102" cy="1183569"/>
            </a:xfrm>
            <a:custGeom>
              <a:avLst/>
              <a:gdLst>
                <a:gd name="connsiteX0" fmla="*/ 13814622 w 13815102"/>
                <a:gd name="connsiteY0" fmla="*/ -466 h 1183569"/>
                <a:gd name="connsiteX1" fmla="*/ 13814622 w 13815102"/>
                <a:gd name="connsiteY1" fmla="*/ 633122 h 1183569"/>
                <a:gd name="connsiteX2" fmla="*/ 6676676 w 13815102"/>
                <a:gd name="connsiteY2" fmla="*/ 762720 h 1183569"/>
                <a:gd name="connsiteX3" fmla="*/ -480 w 13815102"/>
                <a:gd name="connsiteY3" fmla="*/ 762720 h 1183569"/>
                <a:gd name="connsiteX4" fmla="*/ -480 w 13815102"/>
                <a:gd name="connsiteY4" fmla="*/ -466 h 1183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815102" h="1183569">
                  <a:moveTo>
                    <a:pt x="13814622" y="-466"/>
                  </a:moveTo>
                  <a:lnTo>
                    <a:pt x="13814622" y="633122"/>
                  </a:lnTo>
                  <a:cubicBezTo>
                    <a:pt x="11529385" y="330728"/>
                    <a:pt x="8779036" y="301928"/>
                    <a:pt x="6676676" y="762720"/>
                  </a:cubicBezTo>
                  <a:cubicBezTo>
                    <a:pt x="4251041" y="1294358"/>
                    <a:pt x="2409171" y="1351381"/>
                    <a:pt x="-480" y="762720"/>
                  </a:cubicBezTo>
                  <a:lnTo>
                    <a:pt x="-480" y="-466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346FEB">
                    <a:alpha val="30000"/>
                  </a:srgbClr>
                </a:gs>
                <a:gs pos="100000">
                  <a:srgbClr val="346FEB"/>
                </a:gs>
              </a:gsLst>
              <a:lin ang="0" scaled="0"/>
              <a:tileRect/>
            </a:gradFill>
            <a:ln w="1439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zh-CN" altLang="en-US" sz="1350" kern="0" smtClean="0">
                <a:solidFill>
                  <a:srgbClr val="FFFFFF"/>
                </a:solidFill>
                <a:latin typeface="Arial"/>
                <a:ea typeface="微软雅黑"/>
              </a:endParaRPr>
            </a:p>
          </p:txBody>
        </p:sp>
        <p:sp>
          <p:nvSpPr>
            <p:cNvPr id="11" name="任意多边形: 形状 10"/>
            <p:cNvSpPr/>
            <p:nvPr/>
          </p:nvSpPr>
          <p:spPr>
            <a:xfrm>
              <a:off x="6734755" y="205070"/>
              <a:ext cx="6811073" cy="532994"/>
            </a:xfrm>
            <a:custGeom>
              <a:avLst/>
              <a:gdLst>
                <a:gd name="connsiteX0" fmla="*/ 613812 w 6811073"/>
                <a:gd name="connsiteY0" fmla="*/ 234527 h 532993"/>
                <a:gd name="connsiteX1" fmla="*/ -480 w 6811073"/>
                <a:gd name="connsiteY1" fmla="*/ 304798 h 532993"/>
                <a:gd name="connsiteX2" fmla="*/ 6415608 w 6811073"/>
                <a:gd name="connsiteY2" fmla="*/ 297310 h 532993"/>
                <a:gd name="connsiteX3" fmla="*/ 6810593 w 6811073"/>
                <a:gd name="connsiteY3" fmla="*/ 251663 h 532993"/>
                <a:gd name="connsiteX4" fmla="*/ 6810593 w 6811073"/>
                <a:gd name="connsiteY4" fmla="*/ 234527 h 532993"/>
                <a:gd name="connsiteX5" fmla="*/ 613812 w 6811073"/>
                <a:gd name="connsiteY5" fmla="*/ 234527 h 5329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811073" h="532993">
                  <a:moveTo>
                    <a:pt x="613812" y="234527"/>
                  </a:moveTo>
                  <a:cubicBezTo>
                    <a:pt x="414952" y="260735"/>
                    <a:pt x="209755" y="284206"/>
                    <a:pt x="-480" y="304798"/>
                  </a:cubicBezTo>
                  <a:cubicBezTo>
                    <a:pt x="2307942" y="625912"/>
                    <a:pt x="4083428" y="592793"/>
                    <a:pt x="6415608" y="297310"/>
                  </a:cubicBezTo>
                  <a:cubicBezTo>
                    <a:pt x="6544486" y="281182"/>
                    <a:pt x="6676244" y="265962"/>
                    <a:pt x="6810593" y="251663"/>
                  </a:cubicBezTo>
                  <a:lnTo>
                    <a:pt x="6810593" y="234527"/>
                  </a:lnTo>
                  <a:cubicBezTo>
                    <a:pt x="4574314" y="-94507"/>
                    <a:pt x="2865066" y="-62684"/>
                    <a:pt x="613812" y="234527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346FEB">
                    <a:alpha val="30000"/>
                  </a:srgbClr>
                </a:gs>
                <a:gs pos="100000">
                  <a:srgbClr val="346FEB">
                    <a:alpha val="0"/>
                  </a:srgbClr>
                </a:gs>
              </a:gsLst>
              <a:lin ang="0" scaled="0"/>
              <a:tileRect/>
            </a:gradFill>
            <a:ln w="1439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zh-CN" altLang="en-US" sz="1350" kern="0" smtClean="0">
                <a:solidFill>
                  <a:srgbClr val="FFFFFF"/>
                </a:solidFill>
                <a:latin typeface="Arial"/>
                <a:ea typeface="微软雅黑"/>
              </a:endParaRPr>
            </a:p>
          </p:txBody>
        </p:sp>
      </p:grpSp>
      <p:sp>
        <p:nvSpPr>
          <p:cNvPr id="12" name="Content Placeholder 2"/>
          <p:cNvSpPr>
            <a:spLocks noGrp="1"/>
          </p:cNvSpPr>
          <p:nvPr>
            <p:ph idx="1"/>
          </p:nvPr>
        </p:nvSpPr>
        <p:spPr>
          <a:xfrm>
            <a:off x="178228" y="228600"/>
            <a:ext cx="8813372" cy="5867400"/>
          </a:xfrm>
        </p:spPr>
        <p:txBody>
          <a:bodyPr/>
          <a:lstStyle>
            <a:lvl1pPr marL="342900" indent="-342900">
              <a:buFont typeface="Wingdings" panose="05000000000000000000" pitchFamily="2" charset="2"/>
              <a:buChar char="Ø"/>
              <a:defRPr/>
            </a:lvl1pPr>
          </a:lstStyle>
          <a:p>
            <a:pPr lvl="0"/>
            <a:r>
              <a:rPr lang="en-US" altLang="zh-CN" dirty="0" smtClean="0"/>
              <a:t>Click to edit Master text styles</a:t>
            </a:r>
          </a:p>
          <a:p>
            <a:pPr lvl="1"/>
            <a:r>
              <a:rPr lang="en-US" altLang="zh-CN" dirty="0" smtClean="0"/>
              <a:t>Second level</a:t>
            </a:r>
          </a:p>
          <a:p>
            <a:pPr lvl="2"/>
            <a:r>
              <a:rPr lang="en-US" altLang="zh-CN" dirty="0" smtClean="0"/>
              <a:t>Third level</a:t>
            </a:r>
          </a:p>
          <a:p>
            <a:pPr lvl="3"/>
            <a:r>
              <a:rPr lang="en-US" altLang="zh-CN" dirty="0" smtClean="0"/>
              <a:t>Fourth level</a:t>
            </a:r>
          </a:p>
          <a:p>
            <a:pPr lvl="4"/>
            <a:r>
              <a:rPr lang="en-US" altLang="zh-CN" dirty="0" smtClean="0"/>
              <a:t>Fifth level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43151403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8FA661-BD4B-4FAB-830F-A7C250F1BC52}" type="slidenum">
              <a:rPr lang="zh-CN" altLang="en-US">
                <a:solidFill>
                  <a:srgbClr val="FFFFFF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 flipH="1">
            <a:off x="0" y="0"/>
            <a:ext cx="9143999" cy="723900"/>
            <a:chOff x="0" y="-399728"/>
            <a:chExt cx="13815102" cy="1183569"/>
          </a:xfrm>
        </p:grpSpPr>
        <p:sp>
          <p:nvSpPr>
            <p:cNvPr id="10" name="任意多边形: 形状 8"/>
            <p:cNvSpPr/>
            <p:nvPr/>
          </p:nvSpPr>
          <p:spPr>
            <a:xfrm>
              <a:off x="0" y="-399728"/>
              <a:ext cx="13815102" cy="1183569"/>
            </a:xfrm>
            <a:custGeom>
              <a:avLst/>
              <a:gdLst>
                <a:gd name="connsiteX0" fmla="*/ 13814622 w 13815102"/>
                <a:gd name="connsiteY0" fmla="*/ -466 h 1183569"/>
                <a:gd name="connsiteX1" fmla="*/ 13814622 w 13815102"/>
                <a:gd name="connsiteY1" fmla="*/ 633122 h 1183569"/>
                <a:gd name="connsiteX2" fmla="*/ 6676676 w 13815102"/>
                <a:gd name="connsiteY2" fmla="*/ 762720 h 1183569"/>
                <a:gd name="connsiteX3" fmla="*/ -480 w 13815102"/>
                <a:gd name="connsiteY3" fmla="*/ 762720 h 1183569"/>
                <a:gd name="connsiteX4" fmla="*/ -480 w 13815102"/>
                <a:gd name="connsiteY4" fmla="*/ -466 h 1183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815102" h="1183569">
                  <a:moveTo>
                    <a:pt x="13814622" y="-466"/>
                  </a:moveTo>
                  <a:lnTo>
                    <a:pt x="13814622" y="633122"/>
                  </a:lnTo>
                  <a:cubicBezTo>
                    <a:pt x="11529385" y="330728"/>
                    <a:pt x="8779036" y="301928"/>
                    <a:pt x="6676676" y="762720"/>
                  </a:cubicBezTo>
                  <a:cubicBezTo>
                    <a:pt x="4251041" y="1294358"/>
                    <a:pt x="2409171" y="1351381"/>
                    <a:pt x="-480" y="762720"/>
                  </a:cubicBezTo>
                  <a:lnTo>
                    <a:pt x="-480" y="-466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346FEB">
                    <a:alpha val="30000"/>
                  </a:srgbClr>
                </a:gs>
                <a:gs pos="100000">
                  <a:srgbClr val="346FEB"/>
                </a:gs>
              </a:gsLst>
              <a:lin ang="0" scaled="0"/>
              <a:tileRect/>
            </a:gradFill>
            <a:ln w="1439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zh-CN" altLang="en-US" sz="1350" kern="0" smtClean="0">
                <a:solidFill>
                  <a:srgbClr val="FFFFFF"/>
                </a:solidFill>
                <a:latin typeface="Arial"/>
                <a:ea typeface="微软雅黑"/>
              </a:endParaRPr>
            </a:p>
          </p:txBody>
        </p:sp>
        <p:sp>
          <p:nvSpPr>
            <p:cNvPr id="11" name="任意多边形: 形状 10"/>
            <p:cNvSpPr/>
            <p:nvPr/>
          </p:nvSpPr>
          <p:spPr>
            <a:xfrm>
              <a:off x="6734755" y="205070"/>
              <a:ext cx="6811073" cy="532994"/>
            </a:xfrm>
            <a:custGeom>
              <a:avLst/>
              <a:gdLst>
                <a:gd name="connsiteX0" fmla="*/ 613812 w 6811073"/>
                <a:gd name="connsiteY0" fmla="*/ 234527 h 532993"/>
                <a:gd name="connsiteX1" fmla="*/ -480 w 6811073"/>
                <a:gd name="connsiteY1" fmla="*/ 304798 h 532993"/>
                <a:gd name="connsiteX2" fmla="*/ 6415608 w 6811073"/>
                <a:gd name="connsiteY2" fmla="*/ 297310 h 532993"/>
                <a:gd name="connsiteX3" fmla="*/ 6810593 w 6811073"/>
                <a:gd name="connsiteY3" fmla="*/ 251663 h 532993"/>
                <a:gd name="connsiteX4" fmla="*/ 6810593 w 6811073"/>
                <a:gd name="connsiteY4" fmla="*/ 234527 h 532993"/>
                <a:gd name="connsiteX5" fmla="*/ 613812 w 6811073"/>
                <a:gd name="connsiteY5" fmla="*/ 234527 h 5329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811073" h="532993">
                  <a:moveTo>
                    <a:pt x="613812" y="234527"/>
                  </a:moveTo>
                  <a:cubicBezTo>
                    <a:pt x="414952" y="260735"/>
                    <a:pt x="209755" y="284206"/>
                    <a:pt x="-480" y="304798"/>
                  </a:cubicBezTo>
                  <a:cubicBezTo>
                    <a:pt x="2307942" y="625912"/>
                    <a:pt x="4083428" y="592793"/>
                    <a:pt x="6415608" y="297310"/>
                  </a:cubicBezTo>
                  <a:cubicBezTo>
                    <a:pt x="6544486" y="281182"/>
                    <a:pt x="6676244" y="265962"/>
                    <a:pt x="6810593" y="251663"/>
                  </a:cubicBezTo>
                  <a:lnTo>
                    <a:pt x="6810593" y="234527"/>
                  </a:lnTo>
                  <a:cubicBezTo>
                    <a:pt x="4574314" y="-94507"/>
                    <a:pt x="2865066" y="-62684"/>
                    <a:pt x="613812" y="234527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346FEB">
                    <a:alpha val="30000"/>
                  </a:srgbClr>
                </a:gs>
                <a:gs pos="100000">
                  <a:srgbClr val="346FEB">
                    <a:alpha val="0"/>
                  </a:srgbClr>
                </a:gs>
              </a:gsLst>
              <a:lin ang="0" scaled="0"/>
              <a:tileRect/>
            </a:gradFill>
            <a:ln w="1439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zh-CN" altLang="en-US" sz="1350" kern="0" smtClean="0">
                <a:solidFill>
                  <a:srgbClr val="FFFFFF"/>
                </a:solidFill>
                <a:latin typeface="Arial"/>
                <a:ea typeface="微软雅黑"/>
              </a:endParaRPr>
            </a:p>
          </p:txBody>
        </p:sp>
      </p:grpSp>
      <p:sp>
        <p:nvSpPr>
          <p:cNvPr id="12" name="Content Placeholder 2"/>
          <p:cNvSpPr>
            <a:spLocks noGrp="1"/>
          </p:cNvSpPr>
          <p:nvPr>
            <p:ph idx="1"/>
          </p:nvPr>
        </p:nvSpPr>
        <p:spPr>
          <a:xfrm>
            <a:off x="178228" y="228600"/>
            <a:ext cx="8813372" cy="5867400"/>
          </a:xfrm>
        </p:spPr>
        <p:txBody>
          <a:bodyPr/>
          <a:lstStyle>
            <a:lvl1pPr marL="342900" indent="-342900">
              <a:buFont typeface="Wingdings" panose="05000000000000000000" pitchFamily="2" charset="2"/>
              <a:buChar char="Ø"/>
              <a:defRPr/>
            </a:lvl1pPr>
          </a:lstStyle>
          <a:p>
            <a:pPr lvl="0"/>
            <a:r>
              <a:rPr lang="en-US" altLang="zh-CN" dirty="0" smtClean="0"/>
              <a:t>Click to edit Master text styles</a:t>
            </a:r>
          </a:p>
          <a:p>
            <a:pPr lvl="1"/>
            <a:r>
              <a:rPr lang="en-US" altLang="zh-CN" dirty="0" smtClean="0"/>
              <a:t>Second level</a:t>
            </a:r>
          </a:p>
          <a:p>
            <a:pPr lvl="2"/>
            <a:r>
              <a:rPr lang="en-US" altLang="zh-CN" dirty="0" smtClean="0"/>
              <a:t>Third level</a:t>
            </a:r>
          </a:p>
          <a:p>
            <a:pPr lvl="3"/>
            <a:r>
              <a:rPr lang="en-US" altLang="zh-CN" dirty="0" smtClean="0"/>
              <a:t>Fourth level</a:t>
            </a:r>
          </a:p>
          <a:p>
            <a:pPr lvl="4"/>
            <a:r>
              <a:rPr lang="en-US" altLang="zh-CN" dirty="0" smtClean="0"/>
              <a:t>Fifth level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1975111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8FA661-BD4B-4FAB-830F-A7C250F1BC52}" type="slidenum">
              <a:rPr lang="zh-CN" altLang="en-US">
                <a:solidFill>
                  <a:srgbClr val="FFFFFF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 flipH="1">
            <a:off x="0" y="0"/>
            <a:ext cx="9143999" cy="723900"/>
            <a:chOff x="0" y="-399728"/>
            <a:chExt cx="13815102" cy="1183569"/>
          </a:xfrm>
        </p:grpSpPr>
        <p:sp>
          <p:nvSpPr>
            <p:cNvPr id="10" name="任意多边形: 形状 8"/>
            <p:cNvSpPr/>
            <p:nvPr/>
          </p:nvSpPr>
          <p:spPr>
            <a:xfrm>
              <a:off x="0" y="-399728"/>
              <a:ext cx="13815102" cy="1183569"/>
            </a:xfrm>
            <a:custGeom>
              <a:avLst/>
              <a:gdLst>
                <a:gd name="connsiteX0" fmla="*/ 13814622 w 13815102"/>
                <a:gd name="connsiteY0" fmla="*/ -466 h 1183569"/>
                <a:gd name="connsiteX1" fmla="*/ 13814622 w 13815102"/>
                <a:gd name="connsiteY1" fmla="*/ 633122 h 1183569"/>
                <a:gd name="connsiteX2" fmla="*/ 6676676 w 13815102"/>
                <a:gd name="connsiteY2" fmla="*/ 762720 h 1183569"/>
                <a:gd name="connsiteX3" fmla="*/ -480 w 13815102"/>
                <a:gd name="connsiteY3" fmla="*/ 762720 h 1183569"/>
                <a:gd name="connsiteX4" fmla="*/ -480 w 13815102"/>
                <a:gd name="connsiteY4" fmla="*/ -466 h 1183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815102" h="1183569">
                  <a:moveTo>
                    <a:pt x="13814622" y="-466"/>
                  </a:moveTo>
                  <a:lnTo>
                    <a:pt x="13814622" y="633122"/>
                  </a:lnTo>
                  <a:cubicBezTo>
                    <a:pt x="11529385" y="330728"/>
                    <a:pt x="8779036" y="301928"/>
                    <a:pt x="6676676" y="762720"/>
                  </a:cubicBezTo>
                  <a:cubicBezTo>
                    <a:pt x="4251041" y="1294358"/>
                    <a:pt x="2409171" y="1351381"/>
                    <a:pt x="-480" y="762720"/>
                  </a:cubicBezTo>
                  <a:lnTo>
                    <a:pt x="-480" y="-466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346FEB">
                    <a:alpha val="30000"/>
                  </a:srgbClr>
                </a:gs>
                <a:gs pos="100000">
                  <a:srgbClr val="346FEB"/>
                </a:gs>
              </a:gsLst>
              <a:lin ang="0" scaled="0"/>
              <a:tileRect/>
            </a:gradFill>
            <a:ln w="1439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zh-CN" altLang="en-US" sz="1350" kern="0" smtClean="0">
                <a:solidFill>
                  <a:srgbClr val="FFFFFF"/>
                </a:solidFill>
                <a:latin typeface="Arial"/>
                <a:ea typeface="微软雅黑"/>
              </a:endParaRPr>
            </a:p>
          </p:txBody>
        </p:sp>
        <p:sp>
          <p:nvSpPr>
            <p:cNvPr id="11" name="任意多边形: 形状 10"/>
            <p:cNvSpPr/>
            <p:nvPr/>
          </p:nvSpPr>
          <p:spPr>
            <a:xfrm>
              <a:off x="6734755" y="205070"/>
              <a:ext cx="6811073" cy="532994"/>
            </a:xfrm>
            <a:custGeom>
              <a:avLst/>
              <a:gdLst>
                <a:gd name="connsiteX0" fmla="*/ 613812 w 6811073"/>
                <a:gd name="connsiteY0" fmla="*/ 234527 h 532993"/>
                <a:gd name="connsiteX1" fmla="*/ -480 w 6811073"/>
                <a:gd name="connsiteY1" fmla="*/ 304798 h 532993"/>
                <a:gd name="connsiteX2" fmla="*/ 6415608 w 6811073"/>
                <a:gd name="connsiteY2" fmla="*/ 297310 h 532993"/>
                <a:gd name="connsiteX3" fmla="*/ 6810593 w 6811073"/>
                <a:gd name="connsiteY3" fmla="*/ 251663 h 532993"/>
                <a:gd name="connsiteX4" fmla="*/ 6810593 w 6811073"/>
                <a:gd name="connsiteY4" fmla="*/ 234527 h 532993"/>
                <a:gd name="connsiteX5" fmla="*/ 613812 w 6811073"/>
                <a:gd name="connsiteY5" fmla="*/ 234527 h 5329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811073" h="532993">
                  <a:moveTo>
                    <a:pt x="613812" y="234527"/>
                  </a:moveTo>
                  <a:cubicBezTo>
                    <a:pt x="414952" y="260735"/>
                    <a:pt x="209755" y="284206"/>
                    <a:pt x="-480" y="304798"/>
                  </a:cubicBezTo>
                  <a:cubicBezTo>
                    <a:pt x="2307942" y="625912"/>
                    <a:pt x="4083428" y="592793"/>
                    <a:pt x="6415608" y="297310"/>
                  </a:cubicBezTo>
                  <a:cubicBezTo>
                    <a:pt x="6544486" y="281182"/>
                    <a:pt x="6676244" y="265962"/>
                    <a:pt x="6810593" y="251663"/>
                  </a:cubicBezTo>
                  <a:lnTo>
                    <a:pt x="6810593" y="234527"/>
                  </a:lnTo>
                  <a:cubicBezTo>
                    <a:pt x="4574314" y="-94507"/>
                    <a:pt x="2865066" y="-62684"/>
                    <a:pt x="613812" y="234527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346FEB">
                    <a:alpha val="30000"/>
                  </a:srgbClr>
                </a:gs>
                <a:gs pos="100000">
                  <a:srgbClr val="346FEB">
                    <a:alpha val="0"/>
                  </a:srgbClr>
                </a:gs>
              </a:gsLst>
              <a:lin ang="0" scaled="0"/>
              <a:tileRect/>
            </a:gradFill>
            <a:ln w="1439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zh-CN" altLang="en-US" sz="1350" kern="0" smtClean="0">
                <a:solidFill>
                  <a:srgbClr val="FFFFFF"/>
                </a:solidFill>
                <a:latin typeface="Arial"/>
                <a:ea typeface="微软雅黑"/>
              </a:endParaRPr>
            </a:p>
          </p:txBody>
        </p:sp>
      </p:grpSp>
      <p:sp>
        <p:nvSpPr>
          <p:cNvPr id="12" name="Content Placeholder 2"/>
          <p:cNvSpPr>
            <a:spLocks noGrp="1"/>
          </p:cNvSpPr>
          <p:nvPr>
            <p:ph idx="1"/>
          </p:nvPr>
        </p:nvSpPr>
        <p:spPr>
          <a:xfrm>
            <a:off x="178228" y="228600"/>
            <a:ext cx="8813372" cy="5867400"/>
          </a:xfrm>
        </p:spPr>
        <p:txBody>
          <a:bodyPr/>
          <a:lstStyle>
            <a:lvl1pPr marL="342900" indent="-342900">
              <a:buFont typeface="Wingdings" panose="05000000000000000000" pitchFamily="2" charset="2"/>
              <a:buChar char="Ø"/>
              <a:defRPr/>
            </a:lvl1pPr>
          </a:lstStyle>
          <a:p>
            <a:pPr lvl="0"/>
            <a:r>
              <a:rPr lang="en-US" altLang="zh-CN" dirty="0" smtClean="0"/>
              <a:t>Click to edit Master text styles</a:t>
            </a:r>
          </a:p>
          <a:p>
            <a:pPr lvl="1"/>
            <a:r>
              <a:rPr lang="en-US" altLang="zh-CN" dirty="0" smtClean="0"/>
              <a:t>Second level</a:t>
            </a:r>
          </a:p>
          <a:p>
            <a:pPr lvl="2"/>
            <a:r>
              <a:rPr lang="en-US" altLang="zh-CN" dirty="0" smtClean="0"/>
              <a:t>Third level</a:t>
            </a:r>
          </a:p>
          <a:p>
            <a:pPr lvl="3"/>
            <a:r>
              <a:rPr lang="en-US" altLang="zh-CN" dirty="0" smtClean="0"/>
              <a:t>Fourth level</a:t>
            </a:r>
          </a:p>
          <a:p>
            <a:pPr lvl="4"/>
            <a:r>
              <a:rPr lang="en-US" altLang="zh-CN" dirty="0" smtClean="0"/>
              <a:t>Fifth level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60456737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4_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8FA661-BD4B-4FAB-830F-A7C250F1BC52}" type="slidenum">
              <a:rPr lang="zh-CN" altLang="en-US">
                <a:solidFill>
                  <a:srgbClr val="FFFFFF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 flipH="1">
            <a:off x="0" y="0"/>
            <a:ext cx="9143999" cy="723900"/>
            <a:chOff x="0" y="-399728"/>
            <a:chExt cx="13815102" cy="1183569"/>
          </a:xfrm>
        </p:grpSpPr>
        <p:sp>
          <p:nvSpPr>
            <p:cNvPr id="10" name="任意多边形: 形状 8"/>
            <p:cNvSpPr/>
            <p:nvPr/>
          </p:nvSpPr>
          <p:spPr>
            <a:xfrm>
              <a:off x="0" y="-399728"/>
              <a:ext cx="13815102" cy="1183569"/>
            </a:xfrm>
            <a:custGeom>
              <a:avLst/>
              <a:gdLst>
                <a:gd name="connsiteX0" fmla="*/ 13814622 w 13815102"/>
                <a:gd name="connsiteY0" fmla="*/ -466 h 1183569"/>
                <a:gd name="connsiteX1" fmla="*/ 13814622 w 13815102"/>
                <a:gd name="connsiteY1" fmla="*/ 633122 h 1183569"/>
                <a:gd name="connsiteX2" fmla="*/ 6676676 w 13815102"/>
                <a:gd name="connsiteY2" fmla="*/ 762720 h 1183569"/>
                <a:gd name="connsiteX3" fmla="*/ -480 w 13815102"/>
                <a:gd name="connsiteY3" fmla="*/ 762720 h 1183569"/>
                <a:gd name="connsiteX4" fmla="*/ -480 w 13815102"/>
                <a:gd name="connsiteY4" fmla="*/ -466 h 1183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815102" h="1183569">
                  <a:moveTo>
                    <a:pt x="13814622" y="-466"/>
                  </a:moveTo>
                  <a:lnTo>
                    <a:pt x="13814622" y="633122"/>
                  </a:lnTo>
                  <a:cubicBezTo>
                    <a:pt x="11529385" y="330728"/>
                    <a:pt x="8779036" y="301928"/>
                    <a:pt x="6676676" y="762720"/>
                  </a:cubicBezTo>
                  <a:cubicBezTo>
                    <a:pt x="4251041" y="1294358"/>
                    <a:pt x="2409171" y="1351381"/>
                    <a:pt x="-480" y="762720"/>
                  </a:cubicBezTo>
                  <a:lnTo>
                    <a:pt x="-480" y="-466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346FEB">
                    <a:alpha val="30000"/>
                  </a:srgbClr>
                </a:gs>
                <a:gs pos="100000">
                  <a:srgbClr val="346FEB"/>
                </a:gs>
              </a:gsLst>
              <a:lin ang="0" scaled="0"/>
              <a:tileRect/>
            </a:gradFill>
            <a:ln w="1439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zh-CN" altLang="en-US" sz="1350" kern="0" smtClean="0">
                <a:solidFill>
                  <a:srgbClr val="FFFFFF"/>
                </a:solidFill>
                <a:latin typeface="Arial"/>
                <a:ea typeface="微软雅黑"/>
              </a:endParaRPr>
            </a:p>
          </p:txBody>
        </p:sp>
        <p:sp>
          <p:nvSpPr>
            <p:cNvPr id="11" name="任意多边形: 形状 10"/>
            <p:cNvSpPr/>
            <p:nvPr/>
          </p:nvSpPr>
          <p:spPr>
            <a:xfrm>
              <a:off x="6734755" y="205070"/>
              <a:ext cx="6811073" cy="532994"/>
            </a:xfrm>
            <a:custGeom>
              <a:avLst/>
              <a:gdLst>
                <a:gd name="connsiteX0" fmla="*/ 613812 w 6811073"/>
                <a:gd name="connsiteY0" fmla="*/ 234527 h 532993"/>
                <a:gd name="connsiteX1" fmla="*/ -480 w 6811073"/>
                <a:gd name="connsiteY1" fmla="*/ 304798 h 532993"/>
                <a:gd name="connsiteX2" fmla="*/ 6415608 w 6811073"/>
                <a:gd name="connsiteY2" fmla="*/ 297310 h 532993"/>
                <a:gd name="connsiteX3" fmla="*/ 6810593 w 6811073"/>
                <a:gd name="connsiteY3" fmla="*/ 251663 h 532993"/>
                <a:gd name="connsiteX4" fmla="*/ 6810593 w 6811073"/>
                <a:gd name="connsiteY4" fmla="*/ 234527 h 532993"/>
                <a:gd name="connsiteX5" fmla="*/ 613812 w 6811073"/>
                <a:gd name="connsiteY5" fmla="*/ 234527 h 5329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811073" h="532993">
                  <a:moveTo>
                    <a:pt x="613812" y="234527"/>
                  </a:moveTo>
                  <a:cubicBezTo>
                    <a:pt x="414952" y="260735"/>
                    <a:pt x="209755" y="284206"/>
                    <a:pt x="-480" y="304798"/>
                  </a:cubicBezTo>
                  <a:cubicBezTo>
                    <a:pt x="2307942" y="625912"/>
                    <a:pt x="4083428" y="592793"/>
                    <a:pt x="6415608" y="297310"/>
                  </a:cubicBezTo>
                  <a:cubicBezTo>
                    <a:pt x="6544486" y="281182"/>
                    <a:pt x="6676244" y="265962"/>
                    <a:pt x="6810593" y="251663"/>
                  </a:cubicBezTo>
                  <a:lnTo>
                    <a:pt x="6810593" y="234527"/>
                  </a:lnTo>
                  <a:cubicBezTo>
                    <a:pt x="4574314" y="-94507"/>
                    <a:pt x="2865066" y="-62684"/>
                    <a:pt x="613812" y="234527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346FEB">
                    <a:alpha val="30000"/>
                  </a:srgbClr>
                </a:gs>
                <a:gs pos="100000">
                  <a:srgbClr val="346FEB">
                    <a:alpha val="0"/>
                  </a:srgbClr>
                </a:gs>
              </a:gsLst>
              <a:lin ang="0" scaled="0"/>
              <a:tileRect/>
            </a:gradFill>
            <a:ln w="1439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zh-CN" altLang="en-US" sz="1350" kern="0" smtClean="0">
                <a:solidFill>
                  <a:srgbClr val="FFFFFF"/>
                </a:solidFill>
                <a:latin typeface="Arial"/>
                <a:ea typeface="微软雅黑"/>
              </a:endParaRPr>
            </a:p>
          </p:txBody>
        </p:sp>
      </p:grpSp>
      <p:sp>
        <p:nvSpPr>
          <p:cNvPr id="12" name="Content Placeholder 2"/>
          <p:cNvSpPr>
            <a:spLocks noGrp="1"/>
          </p:cNvSpPr>
          <p:nvPr>
            <p:ph idx="1"/>
          </p:nvPr>
        </p:nvSpPr>
        <p:spPr>
          <a:xfrm>
            <a:off x="178228" y="228600"/>
            <a:ext cx="8813372" cy="5867400"/>
          </a:xfrm>
        </p:spPr>
        <p:txBody>
          <a:bodyPr/>
          <a:lstStyle>
            <a:lvl1pPr marL="342900" indent="-342900">
              <a:buFont typeface="Wingdings" panose="05000000000000000000" pitchFamily="2" charset="2"/>
              <a:buChar char="Ø"/>
              <a:defRPr/>
            </a:lvl1pPr>
          </a:lstStyle>
          <a:p>
            <a:pPr lvl="0"/>
            <a:r>
              <a:rPr lang="en-US" altLang="zh-CN" dirty="0" smtClean="0"/>
              <a:t>Click to edit Master text styles</a:t>
            </a:r>
          </a:p>
          <a:p>
            <a:pPr lvl="1"/>
            <a:r>
              <a:rPr lang="en-US" altLang="zh-CN" dirty="0" smtClean="0"/>
              <a:t>Second level</a:t>
            </a:r>
          </a:p>
          <a:p>
            <a:pPr lvl="2"/>
            <a:r>
              <a:rPr lang="en-US" altLang="zh-CN" dirty="0" smtClean="0"/>
              <a:t>Third level</a:t>
            </a:r>
          </a:p>
          <a:p>
            <a:pPr lvl="3"/>
            <a:r>
              <a:rPr lang="en-US" altLang="zh-CN" dirty="0" smtClean="0"/>
              <a:t>Fourth level</a:t>
            </a:r>
          </a:p>
          <a:p>
            <a:pPr lvl="4"/>
            <a:r>
              <a:rPr lang="en-US" altLang="zh-CN" dirty="0" smtClean="0"/>
              <a:t>Fifth level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07215941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8FA661-BD4B-4FAB-830F-A7C250F1BC52}" type="slidenum">
              <a:rPr lang="zh-CN" altLang="en-US">
                <a:solidFill>
                  <a:srgbClr val="FFFFFF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 flipH="1">
            <a:off x="0" y="0"/>
            <a:ext cx="9143999" cy="723900"/>
            <a:chOff x="0" y="-399728"/>
            <a:chExt cx="13815102" cy="1183569"/>
          </a:xfrm>
        </p:grpSpPr>
        <p:sp>
          <p:nvSpPr>
            <p:cNvPr id="10" name="任意多边形: 形状 8"/>
            <p:cNvSpPr/>
            <p:nvPr/>
          </p:nvSpPr>
          <p:spPr>
            <a:xfrm>
              <a:off x="0" y="-399728"/>
              <a:ext cx="13815102" cy="1183569"/>
            </a:xfrm>
            <a:custGeom>
              <a:avLst/>
              <a:gdLst>
                <a:gd name="connsiteX0" fmla="*/ 13814622 w 13815102"/>
                <a:gd name="connsiteY0" fmla="*/ -466 h 1183569"/>
                <a:gd name="connsiteX1" fmla="*/ 13814622 w 13815102"/>
                <a:gd name="connsiteY1" fmla="*/ 633122 h 1183569"/>
                <a:gd name="connsiteX2" fmla="*/ 6676676 w 13815102"/>
                <a:gd name="connsiteY2" fmla="*/ 762720 h 1183569"/>
                <a:gd name="connsiteX3" fmla="*/ -480 w 13815102"/>
                <a:gd name="connsiteY3" fmla="*/ 762720 h 1183569"/>
                <a:gd name="connsiteX4" fmla="*/ -480 w 13815102"/>
                <a:gd name="connsiteY4" fmla="*/ -466 h 1183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815102" h="1183569">
                  <a:moveTo>
                    <a:pt x="13814622" y="-466"/>
                  </a:moveTo>
                  <a:lnTo>
                    <a:pt x="13814622" y="633122"/>
                  </a:lnTo>
                  <a:cubicBezTo>
                    <a:pt x="11529385" y="330728"/>
                    <a:pt x="8779036" y="301928"/>
                    <a:pt x="6676676" y="762720"/>
                  </a:cubicBezTo>
                  <a:cubicBezTo>
                    <a:pt x="4251041" y="1294358"/>
                    <a:pt x="2409171" y="1351381"/>
                    <a:pt x="-480" y="762720"/>
                  </a:cubicBezTo>
                  <a:lnTo>
                    <a:pt x="-480" y="-466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346FEB">
                    <a:alpha val="30000"/>
                  </a:srgbClr>
                </a:gs>
                <a:gs pos="100000">
                  <a:srgbClr val="346FEB"/>
                </a:gs>
              </a:gsLst>
              <a:lin ang="0" scaled="0"/>
              <a:tileRect/>
            </a:gradFill>
            <a:ln w="1439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zh-CN" altLang="en-US" sz="1350" kern="0" smtClean="0">
                <a:solidFill>
                  <a:srgbClr val="FFFFFF"/>
                </a:solidFill>
                <a:latin typeface="Arial"/>
                <a:ea typeface="微软雅黑"/>
              </a:endParaRPr>
            </a:p>
          </p:txBody>
        </p:sp>
        <p:sp>
          <p:nvSpPr>
            <p:cNvPr id="11" name="任意多边形: 形状 10"/>
            <p:cNvSpPr/>
            <p:nvPr/>
          </p:nvSpPr>
          <p:spPr>
            <a:xfrm>
              <a:off x="6734755" y="205070"/>
              <a:ext cx="6811073" cy="532994"/>
            </a:xfrm>
            <a:custGeom>
              <a:avLst/>
              <a:gdLst>
                <a:gd name="connsiteX0" fmla="*/ 613812 w 6811073"/>
                <a:gd name="connsiteY0" fmla="*/ 234527 h 532993"/>
                <a:gd name="connsiteX1" fmla="*/ -480 w 6811073"/>
                <a:gd name="connsiteY1" fmla="*/ 304798 h 532993"/>
                <a:gd name="connsiteX2" fmla="*/ 6415608 w 6811073"/>
                <a:gd name="connsiteY2" fmla="*/ 297310 h 532993"/>
                <a:gd name="connsiteX3" fmla="*/ 6810593 w 6811073"/>
                <a:gd name="connsiteY3" fmla="*/ 251663 h 532993"/>
                <a:gd name="connsiteX4" fmla="*/ 6810593 w 6811073"/>
                <a:gd name="connsiteY4" fmla="*/ 234527 h 532993"/>
                <a:gd name="connsiteX5" fmla="*/ 613812 w 6811073"/>
                <a:gd name="connsiteY5" fmla="*/ 234527 h 5329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811073" h="532993">
                  <a:moveTo>
                    <a:pt x="613812" y="234527"/>
                  </a:moveTo>
                  <a:cubicBezTo>
                    <a:pt x="414952" y="260735"/>
                    <a:pt x="209755" y="284206"/>
                    <a:pt x="-480" y="304798"/>
                  </a:cubicBezTo>
                  <a:cubicBezTo>
                    <a:pt x="2307942" y="625912"/>
                    <a:pt x="4083428" y="592793"/>
                    <a:pt x="6415608" y="297310"/>
                  </a:cubicBezTo>
                  <a:cubicBezTo>
                    <a:pt x="6544486" y="281182"/>
                    <a:pt x="6676244" y="265962"/>
                    <a:pt x="6810593" y="251663"/>
                  </a:cubicBezTo>
                  <a:lnTo>
                    <a:pt x="6810593" y="234527"/>
                  </a:lnTo>
                  <a:cubicBezTo>
                    <a:pt x="4574314" y="-94507"/>
                    <a:pt x="2865066" y="-62684"/>
                    <a:pt x="613812" y="234527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346FEB">
                    <a:alpha val="30000"/>
                  </a:srgbClr>
                </a:gs>
                <a:gs pos="100000">
                  <a:srgbClr val="346FEB">
                    <a:alpha val="0"/>
                  </a:srgbClr>
                </a:gs>
              </a:gsLst>
              <a:lin ang="0" scaled="0"/>
              <a:tileRect/>
            </a:gradFill>
            <a:ln w="1439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zh-CN" altLang="en-US" sz="1350" kern="0" smtClean="0">
                <a:solidFill>
                  <a:srgbClr val="FFFFFF"/>
                </a:solidFill>
                <a:latin typeface="Arial"/>
                <a:ea typeface="微软雅黑"/>
              </a:endParaRPr>
            </a:p>
          </p:txBody>
        </p:sp>
      </p:grpSp>
      <p:sp>
        <p:nvSpPr>
          <p:cNvPr id="12" name="Content Placeholder 2"/>
          <p:cNvSpPr>
            <a:spLocks noGrp="1"/>
          </p:cNvSpPr>
          <p:nvPr>
            <p:ph idx="1"/>
          </p:nvPr>
        </p:nvSpPr>
        <p:spPr>
          <a:xfrm>
            <a:off x="178228" y="228600"/>
            <a:ext cx="8813372" cy="5867400"/>
          </a:xfrm>
        </p:spPr>
        <p:txBody>
          <a:bodyPr/>
          <a:lstStyle>
            <a:lvl1pPr marL="342900" indent="-342900">
              <a:buFont typeface="Wingdings" panose="05000000000000000000" pitchFamily="2" charset="2"/>
              <a:buChar char="Ø"/>
              <a:defRPr/>
            </a:lvl1pPr>
          </a:lstStyle>
          <a:p>
            <a:pPr lvl="0"/>
            <a:r>
              <a:rPr lang="en-US" altLang="zh-CN" dirty="0" smtClean="0"/>
              <a:t>Click to edit Master text styles</a:t>
            </a:r>
          </a:p>
          <a:p>
            <a:pPr lvl="1"/>
            <a:r>
              <a:rPr lang="en-US" altLang="zh-CN" dirty="0" smtClean="0"/>
              <a:t>Second level</a:t>
            </a:r>
          </a:p>
          <a:p>
            <a:pPr lvl="2"/>
            <a:r>
              <a:rPr lang="en-US" altLang="zh-CN" dirty="0" smtClean="0"/>
              <a:t>Third level</a:t>
            </a:r>
          </a:p>
          <a:p>
            <a:pPr lvl="3"/>
            <a:r>
              <a:rPr lang="en-US" altLang="zh-CN" dirty="0" smtClean="0"/>
              <a:t>Fourth level</a:t>
            </a:r>
          </a:p>
          <a:p>
            <a:pPr lvl="4"/>
            <a:r>
              <a:rPr lang="en-US" altLang="zh-CN" dirty="0" smtClean="0"/>
              <a:t>Fifth level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38777802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8FA661-BD4B-4FAB-830F-A7C250F1BC52}" type="slidenum">
              <a:rPr lang="zh-CN" altLang="en-US">
                <a:solidFill>
                  <a:srgbClr val="FFFFFF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 flipH="1">
            <a:off x="0" y="0"/>
            <a:ext cx="9143999" cy="723900"/>
            <a:chOff x="0" y="-399728"/>
            <a:chExt cx="13815102" cy="1183569"/>
          </a:xfrm>
        </p:grpSpPr>
        <p:sp>
          <p:nvSpPr>
            <p:cNvPr id="10" name="任意多边形: 形状 8"/>
            <p:cNvSpPr/>
            <p:nvPr/>
          </p:nvSpPr>
          <p:spPr>
            <a:xfrm>
              <a:off x="0" y="-399728"/>
              <a:ext cx="13815102" cy="1183569"/>
            </a:xfrm>
            <a:custGeom>
              <a:avLst/>
              <a:gdLst>
                <a:gd name="connsiteX0" fmla="*/ 13814622 w 13815102"/>
                <a:gd name="connsiteY0" fmla="*/ -466 h 1183569"/>
                <a:gd name="connsiteX1" fmla="*/ 13814622 w 13815102"/>
                <a:gd name="connsiteY1" fmla="*/ 633122 h 1183569"/>
                <a:gd name="connsiteX2" fmla="*/ 6676676 w 13815102"/>
                <a:gd name="connsiteY2" fmla="*/ 762720 h 1183569"/>
                <a:gd name="connsiteX3" fmla="*/ -480 w 13815102"/>
                <a:gd name="connsiteY3" fmla="*/ 762720 h 1183569"/>
                <a:gd name="connsiteX4" fmla="*/ -480 w 13815102"/>
                <a:gd name="connsiteY4" fmla="*/ -466 h 1183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815102" h="1183569">
                  <a:moveTo>
                    <a:pt x="13814622" y="-466"/>
                  </a:moveTo>
                  <a:lnTo>
                    <a:pt x="13814622" y="633122"/>
                  </a:lnTo>
                  <a:cubicBezTo>
                    <a:pt x="11529385" y="330728"/>
                    <a:pt x="8779036" y="301928"/>
                    <a:pt x="6676676" y="762720"/>
                  </a:cubicBezTo>
                  <a:cubicBezTo>
                    <a:pt x="4251041" y="1294358"/>
                    <a:pt x="2409171" y="1351381"/>
                    <a:pt x="-480" y="762720"/>
                  </a:cubicBezTo>
                  <a:lnTo>
                    <a:pt x="-480" y="-466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346FEB">
                    <a:alpha val="30000"/>
                  </a:srgbClr>
                </a:gs>
                <a:gs pos="100000">
                  <a:srgbClr val="346FEB"/>
                </a:gs>
              </a:gsLst>
              <a:lin ang="0" scaled="0"/>
              <a:tileRect/>
            </a:gradFill>
            <a:ln w="1439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zh-CN" altLang="en-US" sz="1350" kern="0" smtClean="0">
                <a:solidFill>
                  <a:srgbClr val="FFFFFF"/>
                </a:solidFill>
                <a:latin typeface="Arial"/>
                <a:ea typeface="微软雅黑"/>
              </a:endParaRPr>
            </a:p>
          </p:txBody>
        </p:sp>
        <p:sp>
          <p:nvSpPr>
            <p:cNvPr id="11" name="任意多边形: 形状 10"/>
            <p:cNvSpPr/>
            <p:nvPr/>
          </p:nvSpPr>
          <p:spPr>
            <a:xfrm>
              <a:off x="6734755" y="205070"/>
              <a:ext cx="6811073" cy="532994"/>
            </a:xfrm>
            <a:custGeom>
              <a:avLst/>
              <a:gdLst>
                <a:gd name="connsiteX0" fmla="*/ 613812 w 6811073"/>
                <a:gd name="connsiteY0" fmla="*/ 234527 h 532993"/>
                <a:gd name="connsiteX1" fmla="*/ -480 w 6811073"/>
                <a:gd name="connsiteY1" fmla="*/ 304798 h 532993"/>
                <a:gd name="connsiteX2" fmla="*/ 6415608 w 6811073"/>
                <a:gd name="connsiteY2" fmla="*/ 297310 h 532993"/>
                <a:gd name="connsiteX3" fmla="*/ 6810593 w 6811073"/>
                <a:gd name="connsiteY3" fmla="*/ 251663 h 532993"/>
                <a:gd name="connsiteX4" fmla="*/ 6810593 w 6811073"/>
                <a:gd name="connsiteY4" fmla="*/ 234527 h 532993"/>
                <a:gd name="connsiteX5" fmla="*/ 613812 w 6811073"/>
                <a:gd name="connsiteY5" fmla="*/ 234527 h 5329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811073" h="532993">
                  <a:moveTo>
                    <a:pt x="613812" y="234527"/>
                  </a:moveTo>
                  <a:cubicBezTo>
                    <a:pt x="414952" y="260735"/>
                    <a:pt x="209755" y="284206"/>
                    <a:pt x="-480" y="304798"/>
                  </a:cubicBezTo>
                  <a:cubicBezTo>
                    <a:pt x="2307942" y="625912"/>
                    <a:pt x="4083428" y="592793"/>
                    <a:pt x="6415608" y="297310"/>
                  </a:cubicBezTo>
                  <a:cubicBezTo>
                    <a:pt x="6544486" y="281182"/>
                    <a:pt x="6676244" y="265962"/>
                    <a:pt x="6810593" y="251663"/>
                  </a:cubicBezTo>
                  <a:lnTo>
                    <a:pt x="6810593" y="234527"/>
                  </a:lnTo>
                  <a:cubicBezTo>
                    <a:pt x="4574314" y="-94507"/>
                    <a:pt x="2865066" y="-62684"/>
                    <a:pt x="613812" y="234527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346FEB">
                    <a:alpha val="30000"/>
                  </a:srgbClr>
                </a:gs>
                <a:gs pos="100000">
                  <a:srgbClr val="346FEB">
                    <a:alpha val="0"/>
                  </a:srgbClr>
                </a:gs>
              </a:gsLst>
              <a:lin ang="0" scaled="0"/>
              <a:tileRect/>
            </a:gradFill>
            <a:ln w="1439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zh-CN" altLang="en-US" sz="1350" kern="0" smtClean="0">
                <a:solidFill>
                  <a:srgbClr val="FFFFFF"/>
                </a:solidFill>
                <a:latin typeface="Arial"/>
                <a:ea typeface="微软雅黑"/>
              </a:endParaRPr>
            </a:p>
          </p:txBody>
        </p:sp>
      </p:grpSp>
      <p:sp>
        <p:nvSpPr>
          <p:cNvPr id="12" name="Content Placeholder 2"/>
          <p:cNvSpPr>
            <a:spLocks noGrp="1"/>
          </p:cNvSpPr>
          <p:nvPr>
            <p:ph idx="1"/>
          </p:nvPr>
        </p:nvSpPr>
        <p:spPr>
          <a:xfrm>
            <a:off x="178228" y="228600"/>
            <a:ext cx="8813372" cy="5867400"/>
          </a:xfrm>
        </p:spPr>
        <p:txBody>
          <a:bodyPr/>
          <a:lstStyle>
            <a:lvl1pPr marL="342900" indent="-342900">
              <a:buFont typeface="Wingdings" panose="05000000000000000000" pitchFamily="2" charset="2"/>
              <a:buChar char="Ø"/>
              <a:defRPr/>
            </a:lvl1pPr>
          </a:lstStyle>
          <a:p>
            <a:pPr lvl="0"/>
            <a:r>
              <a:rPr lang="en-US" altLang="zh-CN" dirty="0" smtClean="0"/>
              <a:t>Click to edit Master text styles</a:t>
            </a:r>
          </a:p>
          <a:p>
            <a:pPr lvl="1"/>
            <a:r>
              <a:rPr lang="en-US" altLang="zh-CN" dirty="0" smtClean="0"/>
              <a:t>Second level</a:t>
            </a:r>
          </a:p>
          <a:p>
            <a:pPr lvl="2"/>
            <a:r>
              <a:rPr lang="en-US" altLang="zh-CN" dirty="0" smtClean="0"/>
              <a:t>Third level</a:t>
            </a:r>
          </a:p>
          <a:p>
            <a:pPr lvl="3"/>
            <a:r>
              <a:rPr lang="en-US" altLang="zh-CN" dirty="0" smtClean="0"/>
              <a:t>Fourth level</a:t>
            </a:r>
          </a:p>
          <a:p>
            <a:pPr lvl="4"/>
            <a:r>
              <a:rPr lang="en-US" altLang="zh-CN" dirty="0" smtClean="0"/>
              <a:t>Fifth level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2897895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1358533"/>
            <a:ext cx="7772400" cy="1446550"/>
          </a:xfrm>
        </p:spPr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 smtClean="0"/>
              <a:t>Click to edit Master title style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2610761" y="3051536"/>
            <a:ext cx="4690584" cy="3096344"/>
          </a:xfrm>
        </p:spPr>
        <p:txBody>
          <a:bodyPr/>
          <a:lstStyle>
            <a:lvl1pPr marL="0" indent="0">
              <a:buFontTx/>
              <a:buNone/>
              <a:defRPr sz="3600"/>
            </a:lvl1pPr>
          </a:lstStyle>
          <a:p>
            <a:pPr lvl="0"/>
            <a:r>
              <a:rPr lang="en-US" altLang="zh-CN" dirty="0" smtClean="0"/>
              <a:t>Click to edit Master text styles</a:t>
            </a:r>
          </a:p>
        </p:txBody>
      </p:sp>
      <p:grpSp>
        <p:nvGrpSpPr>
          <p:cNvPr id="8" name="组合 7"/>
          <p:cNvGrpSpPr/>
          <p:nvPr userDrawn="1"/>
        </p:nvGrpSpPr>
        <p:grpSpPr>
          <a:xfrm flipH="1">
            <a:off x="0" y="0"/>
            <a:ext cx="9143999" cy="723900"/>
            <a:chOff x="0" y="-399728"/>
            <a:chExt cx="13815102" cy="1183569"/>
          </a:xfrm>
        </p:grpSpPr>
        <p:sp>
          <p:nvSpPr>
            <p:cNvPr id="9" name="任意多边形: 形状 8"/>
            <p:cNvSpPr/>
            <p:nvPr/>
          </p:nvSpPr>
          <p:spPr>
            <a:xfrm>
              <a:off x="0" y="-399728"/>
              <a:ext cx="13815102" cy="1183569"/>
            </a:xfrm>
            <a:custGeom>
              <a:avLst/>
              <a:gdLst>
                <a:gd name="connsiteX0" fmla="*/ 13814622 w 13815102"/>
                <a:gd name="connsiteY0" fmla="*/ -466 h 1183569"/>
                <a:gd name="connsiteX1" fmla="*/ 13814622 w 13815102"/>
                <a:gd name="connsiteY1" fmla="*/ 633122 h 1183569"/>
                <a:gd name="connsiteX2" fmla="*/ 6676676 w 13815102"/>
                <a:gd name="connsiteY2" fmla="*/ 762720 h 1183569"/>
                <a:gd name="connsiteX3" fmla="*/ -480 w 13815102"/>
                <a:gd name="connsiteY3" fmla="*/ 762720 h 1183569"/>
                <a:gd name="connsiteX4" fmla="*/ -480 w 13815102"/>
                <a:gd name="connsiteY4" fmla="*/ -466 h 1183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815102" h="1183569">
                  <a:moveTo>
                    <a:pt x="13814622" y="-466"/>
                  </a:moveTo>
                  <a:lnTo>
                    <a:pt x="13814622" y="633122"/>
                  </a:lnTo>
                  <a:cubicBezTo>
                    <a:pt x="11529385" y="330728"/>
                    <a:pt x="8779036" y="301928"/>
                    <a:pt x="6676676" y="762720"/>
                  </a:cubicBezTo>
                  <a:cubicBezTo>
                    <a:pt x="4251041" y="1294358"/>
                    <a:pt x="2409171" y="1351381"/>
                    <a:pt x="-480" y="762720"/>
                  </a:cubicBezTo>
                  <a:lnTo>
                    <a:pt x="-480" y="-466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346FEB">
                    <a:alpha val="30000"/>
                  </a:srgbClr>
                </a:gs>
                <a:gs pos="100000">
                  <a:srgbClr val="346FEB"/>
                </a:gs>
              </a:gsLst>
              <a:lin ang="0" scaled="0"/>
              <a:tileRect/>
            </a:gradFill>
            <a:ln w="1439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350" kern="0" smtClean="0">
                <a:solidFill>
                  <a:srgbClr val="FFFFFF"/>
                </a:solidFill>
                <a:latin typeface="Arial"/>
                <a:ea typeface="微软雅黑"/>
              </a:endParaRPr>
            </a:p>
          </p:txBody>
        </p:sp>
        <p:sp>
          <p:nvSpPr>
            <p:cNvPr id="10" name="任意多边形: 形状 10"/>
            <p:cNvSpPr/>
            <p:nvPr/>
          </p:nvSpPr>
          <p:spPr>
            <a:xfrm>
              <a:off x="6734755" y="205070"/>
              <a:ext cx="6811073" cy="532994"/>
            </a:xfrm>
            <a:custGeom>
              <a:avLst/>
              <a:gdLst>
                <a:gd name="connsiteX0" fmla="*/ 613812 w 6811073"/>
                <a:gd name="connsiteY0" fmla="*/ 234527 h 532993"/>
                <a:gd name="connsiteX1" fmla="*/ -480 w 6811073"/>
                <a:gd name="connsiteY1" fmla="*/ 304798 h 532993"/>
                <a:gd name="connsiteX2" fmla="*/ 6415608 w 6811073"/>
                <a:gd name="connsiteY2" fmla="*/ 297310 h 532993"/>
                <a:gd name="connsiteX3" fmla="*/ 6810593 w 6811073"/>
                <a:gd name="connsiteY3" fmla="*/ 251663 h 532993"/>
                <a:gd name="connsiteX4" fmla="*/ 6810593 w 6811073"/>
                <a:gd name="connsiteY4" fmla="*/ 234527 h 532993"/>
                <a:gd name="connsiteX5" fmla="*/ 613812 w 6811073"/>
                <a:gd name="connsiteY5" fmla="*/ 234527 h 5329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811073" h="532993">
                  <a:moveTo>
                    <a:pt x="613812" y="234527"/>
                  </a:moveTo>
                  <a:cubicBezTo>
                    <a:pt x="414952" y="260735"/>
                    <a:pt x="209755" y="284206"/>
                    <a:pt x="-480" y="304798"/>
                  </a:cubicBezTo>
                  <a:cubicBezTo>
                    <a:pt x="2307942" y="625912"/>
                    <a:pt x="4083428" y="592793"/>
                    <a:pt x="6415608" y="297310"/>
                  </a:cubicBezTo>
                  <a:cubicBezTo>
                    <a:pt x="6544486" y="281182"/>
                    <a:pt x="6676244" y="265962"/>
                    <a:pt x="6810593" y="251663"/>
                  </a:cubicBezTo>
                  <a:lnTo>
                    <a:pt x="6810593" y="234527"/>
                  </a:lnTo>
                  <a:cubicBezTo>
                    <a:pt x="4574314" y="-94507"/>
                    <a:pt x="2865066" y="-62684"/>
                    <a:pt x="613812" y="234527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346FEB">
                    <a:alpha val="30000"/>
                  </a:srgbClr>
                </a:gs>
                <a:gs pos="100000">
                  <a:srgbClr val="346FEB">
                    <a:alpha val="0"/>
                  </a:srgbClr>
                </a:gs>
              </a:gsLst>
              <a:lin ang="0" scaled="0"/>
              <a:tileRect/>
            </a:gradFill>
            <a:ln w="1439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350" kern="0" smtClean="0">
                <a:solidFill>
                  <a:srgbClr val="FFFFFF"/>
                </a:solidFill>
                <a:latin typeface="Arial"/>
                <a:ea typeface="微软雅黑"/>
              </a:endParaRPr>
            </a:p>
          </p:txBody>
        </p:sp>
      </p:grpSp>
      <p:sp>
        <p:nvSpPr>
          <p:cNvPr id="11" name="Rectangle 34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92280" y="6313488"/>
            <a:ext cx="1905000" cy="457200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0DF7F6-A551-4794-8917-2A16EF42BFF5}" type="slidenum">
              <a:rPr lang="zh-CN" altLang="en-US">
                <a:solidFill>
                  <a:srgbClr val="FFFFFF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3558723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gradFill>
          <a:gsLst>
            <a:gs pos="0">
              <a:srgbClr val="0D3383">
                <a:lumMod val="95000"/>
              </a:srgbClr>
            </a:gs>
            <a:gs pos="72000">
              <a:srgbClr val="0D3383">
                <a:lumMod val="85000"/>
              </a:srgbClr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6638" y="295057"/>
            <a:ext cx="7772400" cy="646331"/>
          </a:xfrm>
        </p:spPr>
        <p:txBody>
          <a:bodyPr/>
          <a:lstStyle>
            <a:lvl1pPr algn="l">
              <a:defRPr sz="3600" b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 smtClean="0"/>
              <a:t>Click to edit Master title style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5" y="1365291"/>
            <a:ext cx="8352928" cy="4114800"/>
          </a:xfrm>
        </p:spPr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en-US" altLang="zh-CN" dirty="0" smtClean="0"/>
              <a:t>Click to edit Master text styles</a:t>
            </a:r>
          </a:p>
          <a:p>
            <a:pPr lvl="1"/>
            <a:r>
              <a:rPr lang="en-US" altLang="zh-CN" dirty="0" smtClean="0"/>
              <a:t>Second level</a:t>
            </a:r>
          </a:p>
          <a:p>
            <a:pPr lvl="2"/>
            <a:r>
              <a:rPr lang="en-US" altLang="zh-CN" dirty="0" smtClean="0"/>
              <a:t>Third level</a:t>
            </a:r>
          </a:p>
          <a:p>
            <a:pPr lvl="3"/>
            <a:r>
              <a:rPr lang="en-US" altLang="zh-CN" dirty="0" smtClean="0"/>
              <a:t>Fourth level</a:t>
            </a:r>
          </a:p>
          <a:p>
            <a:pPr lvl="4"/>
            <a:r>
              <a:rPr lang="en-US" altLang="zh-CN" dirty="0" smtClean="0"/>
              <a:t>Fifth level</a:t>
            </a:r>
            <a:endParaRPr lang="zh-CN" altLang="en-US" dirty="0"/>
          </a:p>
        </p:txBody>
      </p:sp>
      <p:sp>
        <p:nvSpPr>
          <p:cNvPr id="6" name="Rectangle 34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92280" y="6313488"/>
            <a:ext cx="1905000" cy="457200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0DF7F6-A551-4794-8917-2A16EF42BFF5}" type="slidenum">
              <a:rPr lang="zh-CN" altLang="en-US">
                <a:solidFill>
                  <a:srgbClr val="FFFFFF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  <p:grpSp>
        <p:nvGrpSpPr>
          <p:cNvPr id="7" name="组合 6"/>
          <p:cNvGrpSpPr/>
          <p:nvPr userDrawn="1"/>
        </p:nvGrpSpPr>
        <p:grpSpPr>
          <a:xfrm flipH="1">
            <a:off x="0" y="0"/>
            <a:ext cx="9143999" cy="723900"/>
            <a:chOff x="0" y="-399728"/>
            <a:chExt cx="13815102" cy="1183569"/>
          </a:xfrm>
        </p:grpSpPr>
        <p:sp>
          <p:nvSpPr>
            <p:cNvPr id="8" name="任意多边形: 形状 8"/>
            <p:cNvSpPr/>
            <p:nvPr/>
          </p:nvSpPr>
          <p:spPr>
            <a:xfrm>
              <a:off x="0" y="-399728"/>
              <a:ext cx="13815102" cy="1183569"/>
            </a:xfrm>
            <a:custGeom>
              <a:avLst/>
              <a:gdLst>
                <a:gd name="connsiteX0" fmla="*/ 13814622 w 13815102"/>
                <a:gd name="connsiteY0" fmla="*/ -466 h 1183569"/>
                <a:gd name="connsiteX1" fmla="*/ 13814622 w 13815102"/>
                <a:gd name="connsiteY1" fmla="*/ 633122 h 1183569"/>
                <a:gd name="connsiteX2" fmla="*/ 6676676 w 13815102"/>
                <a:gd name="connsiteY2" fmla="*/ 762720 h 1183569"/>
                <a:gd name="connsiteX3" fmla="*/ -480 w 13815102"/>
                <a:gd name="connsiteY3" fmla="*/ 762720 h 1183569"/>
                <a:gd name="connsiteX4" fmla="*/ -480 w 13815102"/>
                <a:gd name="connsiteY4" fmla="*/ -466 h 1183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815102" h="1183569">
                  <a:moveTo>
                    <a:pt x="13814622" y="-466"/>
                  </a:moveTo>
                  <a:lnTo>
                    <a:pt x="13814622" y="633122"/>
                  </a:lnTo>
                  <a:cubicBezTo>
                    <a:pt x="11529385" y="330728"/>
                    <a:pt x="8779036" y="301928"/>
                    <a:pt x="6676676" y="762720"/>
                  </a:cubicBezTo>
                  <a:cubicBezTo>
                    <a:pt x="4251041" y="1294358"/>
                    <a:pt x="2409171" y="1351381"/>
                    <a:pt x="-480" y="762720"/>
                  </a:cubicBezTo>
                  <a:lnTo>
                    <a:pt x="-480" y="-466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346FEB">
                    <a:alpha val="30000"/>
                  </a:srgbClr>
                </a:gs>
                <a:gs pos="100000">
                  <a:srgbClr val="346FEB"/>
                </a:gs>
              </a:gsLst>
              <a:lin ang="0" scaled="0"/>
              <a:tileRect/>
            </a:gradFill>
            <a:ln w="1439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350" kern="0" smtClean="0">
                <a:solidFill>
                  <a:srgbClr val="FFFFFF"/>
                </a:solidFill>
                <a:latin typeface="Arial"/>
                <a:ea typeface="微软雅黑"/>
              </a:endParaRPr>
            </a:p>
          </p:txBody>
        </p:sp>
        <p:sp>
          <p:nvSpPr>
            <p:cNvPr id="9" name="任意多边形: 形状 10"/>
            <p:cNvSpPr/>
            <p:nvPr/>
          </p:nvSpPr>
          <p:spPr>
            <a:xfrm>
              <a:off x="6734755" y="205070"/>
              <a:ext cx="6811073" cy="532994"/>
            </a:xfrm>
            <a:custGeom>
              <a:avLst/>
              <a:gdLst>
                <a:gd name="connsiteX0" fmla="*/ 613812 w 6811073"/>
                <a:gd name="connsiteY0" fmla="*/ 234527 h 532993"/>
                <a:gd name="connsiteX1" fmla="*/ -480 w 6811073"/>
                <a:gd name="connsiteY1" fmla="*/ 304798 h 532993"/>
                <a:gd name="connsiteX2" fmla="*/ 6415608 w 6811073"/>
                <a:gd name="connsiteY2" fmla="*/ 297310 h 532993"/>
                <a:gd name="connsiteX3" fmla="*/ 6810593 w 6811073"/>
                <a:gd name="connsiteY3" fmla="*/ 251663 h 532993"/>
                <a:gd name="connsiteX4" fmla="*/ 6810593 w 6811073"/>
                <a:gd name="connsiteY4" fmla="*/ 234527 h 532993"/>
                <a:gd name="connsiteX5" fmla="*/ 613812 w 6811073"/>
                <a:gd name="connsiteY5" fmla="*/ 234527 h 5329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811073" h="532993">
                  <a:moveTo>
                    <a:pt x="613812" y="234527"/>
                  </a:moveTo>
                  <a:cubicBezTo>
                    <a:pt x="414952" y="260735"/>
                    <a:pt x="209755" y="284206"/>
                    <a:pt x="-480" y="304798"/>
                  </a:cubicBezTo>
                  <a:cubicBezTo>
                    <a:pt x="2307942" y="625912"/>
                    <a:pt x="4083428" y="592793"/>
                    <a:pt x="6415608" y="297310"/>
                  </a:cubicBezTo>
                  <a:cubicBezTo>
                    <a:pt x="6544486" y="281182"/>
                    <a:pt x="6676244" y="265962"/>
                    <a:pt x="6810593" y="251663"/>
                  </a:cubicBezTo>
                  <a:lnTo>
                    <a:pt x="6810593" y="234527"/>
                  </a:lnTo>
                  <a:cubicBezTo>
                    <a:pt x="4574314" y="-94507"/>
                    <a:pt x="2865066" y="-62684"/>
                    <a:pt x="613812" y="234527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346FEB">
                    <a:alpha val="30000"/>
                  </a:srgbClr>
                </a:gs>
                <a:gs pos="100000">
                  <a:srgbClr val="346FEB">
                    <a:alpha val="0"/>
                  </a:srgbClr>
                </a:gs>
              </a:gsLst>
              <a:lin ang="0" scaled="0"/>
              <a:tileRect/>
            </a:gradFill>
            <a:ln w="1439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350" kern="0" smtClean="0">
                <a:solidFill>
                  <a:srgbClr val="FFFFFF"/>
                </a:solidFill>
                <a:latin typeface="Arial"/>
                <a:ea typeface="微软雅黑"/>
              </a:endParaRPr>
            </a:p>
          </p:txBody>
        </p:sp>
      </p:grpSp>
      <p:sp>
        <p:nvSpPr>
          <p:cNvPr id="12" name="任意多边形: 形状 11"/>
          <p:cNvSpPr/>
          <p:nvPr userDrawn="1"/>
        </p:nvSpPr>
        <p:spPr>
          <a:xfrm flipH="1">
            <a:off x="0" y="5661248"/>
            <a:ext cx="9144000" cy="1196752"/>
          </a:xfrm>
          <a:custGeom>
            <a:avLst/>
            <a:gdLst>
              <a:gd name="connsiteX0" fmla="*/ 11055446 w 11055446"/>
              <a:gd name="connsiteY0" fmla="*/ 1398206 h 1481451"/>
              <a:gd name="connsiteX1" fmla="*/ 10858686 w 11055446"/>
              <a:gd name="connsiteY1" fmla="*/ 1415579 h 1481451"/>
              <a:gd name="connsiteX2" fmla="*/ 10218733 w 11055446"/>
              <a:gd name="connsiteY2" fmla="*/ 1463845 h 1481451"/>
              <a:gd name="connsiteX3" fmla="*/ 9935465 w 11055446"/>
              <a:gd name="connsiteY3" fmla="*/ 1481451 h 1481451"/>
              <a:gd name="connsiteX4" fmla="*/ 10288295 w 11055446"/>
              <a:gd name="connsiteY4" fmla="*/ 1481451 h 1481451"/>
              <a:gd name="connsiteX5" fmla="*/ 10348250 w 11055446"/>
              <a:gd name="connsiteY5" fmla="*/ 1475665 h 1481451"/>
              <a:gd name="connsiteX6" fmla="*/ 10899132 w 11055446"/>
              <a:gd name="connsiteY6" fmla="*/ 1416728 h 1481451"/>
              <a:gd name="connsiteX7" fmla="*/ 0 w 11055446"/>
              <a:gd name="connsiteY7" fmla="*/ 0 h 1481451"/>
              <a:gd name="connsiteX8" fmla="*/ 0 w 11055446"/>
              <a:gd name="connsiteY8" fmla="*/ 687286 h 1481451"/>
              <a:gd name="connsiteX9" fmla="*/ 195826 w 11055446"/>
              <a:gd name="connsiteY9" fmla="*/ 762038 h 1481451"/>
              <a:gd name="connsiteX10" fmla="*/ 2666060 w 11055446"/>
              <a:gd name="connsiteY10" fmla="*/ 1412817 h 1481451"/>
              <a:gd name="connsiteX11" fmla="*/ 3110530 w 11055446"/>
              <a:gd name="connsiteY11" fmla="*/ 1481451 h 1481451"/>
              <a:gd name="connsiteX12" fmla="*/ 5454077 w 11055446"/>
              <a:gd name="connsiteY12" fmla="*/ 1481451 h 1481451"/>
              <a:gd name="connsiteX13" fmla="*/ 5088797 w 11055446"/>
              <a:gd name="connsiteY13" fmla="*/ 1449189 h 1481451"/>
              <a:gd name="connsiteX14" fmla="*/ 140502 w 11055446"/>
              <a:gd name="connsiteY14" fmla="*/ 74138 h 14814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1055446" h="1481451">
                <a:moveTo>
                  <a:pt x="11055446" y="1398206"/>
                </a:moveTo>
                <a:lnTo>
                  <a:pt x="10858686" y="1415579"/>
                </a:lnTo>
                <a:cubicBezTo>
                  <a:pt x="10641086" y="1433382"/>
                  <a:pt x="10427808" y="1449451"/>
                  <a:pt x="10218733" y="1463845"/>
                </a:cubicBezTo>
                <a:lnTo>
                  <a:pt x="9935465" y="1481451"/>
                </a:lnTo>
                <a:lnTo>
                  <a:pt x="10288295" y="1481451"/>
                </a:lnTo>
                <a:lnTo>
                  <a:pt x="10348250" y="1475665"/>
                </a:lnTo>
                <a:cubicBezTo>
                  <a:pt x="10529033" y="1457264"/>
                  <a:pt x="10712639" y="1437629"/>
                  <a:pt x="10899132" y="1416728"/>
                </a:cubicBezTo>
                <a:close/>
                <a:moveTo>
                  <a:pt x="0" y="0"/>
                </a:moveTo>
                <a:lnTo>
                  <a:pt x="0" y="687286"/>
                </a:lnTo>
                <a:lnTo>
                  <a:pt x="195826" y="762038"/>
                </a:lnTo>
                <a:cubicBezTo>
                  <a:pt x="899768" y="1018316"/>
                  <a:pt x="1702028" y="1246156"/>
                  <a:pt x="2666060" y="1412817"/>
                </a:cubicBezTo>
                <a:lnTo>
                  <a:pt x="3110530" y="1481451"/>
                </a:lnTo>
                <a:lnTo>
                  <a:pt x="5454077" y="1481451"/>
                </a:lnTo>
                <a:lnTo>
                  <a:pt x="5088797" y="1449189"/>
                </a:lnTo>
                <a:cubicBezTo>
                  <a:pt x="2761898" y="1219856"/>
                  <a:pt x="1306797" y="669121"/>
                  <a:pt x="140502" y="74138"/>
                </a:cubicBezTo>
                <a:close/>
              </a:path>
            </a:pathLst>
          </a:custGeom>
          <a:gradFill>
            <a:gsLst>
              <a:gs pos="0">
                <a:srgbClr val="4BADD3"/>
              </a:gs>
              <a:gs pos="100000">
                <a:srgbClr val="4BADD3">
                  <a:alpha val="31000"/>
                </a:srgbClr>
              </a:gs>
            </a:gsLst>
            <a:lin ang="10800000" scaled="1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 smtClean="0">
              <a:solidFill>
                <a:srgbClr val="FFFFFF"/>
              </a:solidFill>
              <a:latin typeface="Arial"/>
              <a:ea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3891114228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 userDrawn="1"/>
        </p:nvGrpSpPr>
        <p:grpSpPr>
          <a:xfrm flipH="1">
            <a:off x="0" y="0"/>
            <a:ext cx="9143999" cy="723900"/>
            <a:chOff x="0" y="-399728"/>
            <a:chExt cx="13815102" cy="1183569"/>
          </a:xfrm>
        </p:grpSpPr>
        <p:sp>
          <p:nvSpPr>
            <p:cNvPr id="9" name="任意多边形: 形状 8"/>
            <p:cNvSpPr/>
            <p:nvPr/>
          </p:nvSpPr>
          <p:spPr>
            <a:xfrm>
              <a:off x="0" y="-399728"/>
              <a:ext cx="13815102" cy="1183569"/>
            </a:xfrm>
            <a:custGeom>
              <a:avLst/>
              <a:gdLst>
                <a:gd name="connsiteX0" fmla="*/ 13814622 w 13815102"/>
                <a:gd name="connsiteY0" fmla="*/ -466 h 1183569"/>
                <a:gd name="connsiteX1" fmla="*/ 13814622 w 13815102"/>
                <a:gd name="connsiteY1" fmla="*/ 633122 h 1183569"/>
                <a:gd name="connsiteX2" fmla="*/ 6676676 w 13815102"/>
                <a:gd name="connsiteY2" fmla="*/ 762720 h 1183569"/>
                <a:gd name="connsiteX3" fmla="*/ -480 w 13815102"/>
                <a:gd name="connsiteY3" fmla="*/ 762720 h 1183569"/>
                <a:gd name="connsiteX4" fmla="*/ -480 w 13815102"/>
                <a:gd name="connsiteY4" fmla="*/ -466 h 1183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815102" h="1183569">
                  <a:moveTo>
                    <a:pt x="13814622" y="-466"/>
                  </a:moveTo>
                  <a:lnTo>
                    <a:pt x="13814622" y="633122"/>
                  </a:lnTo>
                  <a:cubicBezTo>
                    <a:pt x="11529385" y="330728"/>
                    <a:pt x="8779036" y="301928"/>
                    <a:pt x="6676676" y="762720"/>
                  </a:cubicBezTo>
                  <a:cubicBezTo>
                    <a:pt x="4251041" y="1294358"/>
                    <a:pt x="2409171" y="1351381"/>
                    <a:pt x="-480" y="762720"/>
                  </a:cubicBezTo>
                  <a:lnTo>
                    <a:pt x="-480" y="-466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346FEB">
                    <a:alpha val="30000"/>
                  </a:srgbClr>
                </a:gs>
                <a:gs pos="100000">
                  <a:srgbClr val="346FEB"/>
                </a:gs>
              </a:gsLst>
              <a:lin ang="0" scaled="0"/>
              <a:tileRect/>
            </a:gradFill>
            <a:ln w="1439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350" kern="0" smtClean="0">
                <a:solidFill>
                  <a:srgbClr val="FFFFFF"/>
                </a:solidFill>
                <a:latin typeface="Arial"/>
                <a:ea typeface="微软雅黑"/>
              </a:endParaRPr>
            </a:p>
          </p:txBody>
        </p:sp>
        <p:sp>
          <p:nvSpPr>
            <p:cNvPr id="10" name="任意多边形: 形状 10"/>
            <p:cNvSpPr/>
            <p:nvPr/>
          </p:nvSpPr>
          <p:spPr>
            <a:xfrm>
              <a:off x="6734755" y="205070"/>
              <a:ext cx="6811073" cy="532994"/>
            </a:xfrm>
            <a:custGeom>
              <a:avLst/>
              <a:gdLst>
                <a:gd name="connsiteX0" fmla="*/ 613812 w 6811073"/>
                <a:gd name="connsiteY0" fmla="*/ 234527 h 532993"/>
                <a:gd name="connsiteX1" fmla="*/ -480 w 6811073"/>
                <a:gd name="connsiteY1" fmla="*/ 304798 h 532993"/>
                <a:gd name="connsiteX2" fmla="*/ 6415608 w 6811073"/>
                <a:gd name="connsiteY2" fmla="*/ 297310 h 532993"/>
                <a:gd name="connsiteX3" fmla="*/ 6810593 w 6811073"/>
                <a:gd name="connsiteY3" fmla="*/ 251663 h 532993"/>
                <a:gd name="connsiteX4" fmla="*/ 6810593 w 6811073"/>
                <a:gd name="connsiteY4" fmla="*/ 234527 h 532993"/>
                <a:gd name="connsiteX5" fmla="*/ 613812 w 6811073"/>
                <a:gd name="connsiteY5" fmla="*/ 234527 h 5329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811073" h="532993">
                  <a:moveTo>
                    <a:pt x="613812" y="234527"/>
                  </a:moveTo>
                  <a:cubicBezTo>
                    <a:pt x="414952" y="260735"/>
                    <a:pt x="209755" y="284206"/>
                    <a:pt x="-480" y="304798"/>
                  </a:cubicBezTo>
                  <a:cubicBezTo>
                    <a:pt x="2307942" y="625912"/>
                    <a:pt x="4083428" y="592793"/>
                    <a:pt x="6415608" y="297310"/>
                  </a:cubicBezTo>
                  <a:cubicBezTo>
                    <a:pt x="6544486" y="281182"/>
                    <a:pt x="6676244" y="265962"/>
                    <a:pt x="6810593" y="251663"/>
                  </a:cubicBezTo>
                  <a:lnTo>
                    <a:pt x="6810593" y="234527"/>
                  </a:lnTo>
                  <a:cubicBezTo>
                    <a:pt x="4574314" y="-94507"/>
                    <a:pt x="2865066" y="-62684"/>
                    <a:pt x="613812" y="234527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346FEB">
                    <a:alpha val="30000"/>
                  </a:srgbClr>
                </a:gs>
                <a:gs pos="100000">
                  <a:srgbClr val="346FEB">
                    <a:alpha val="0"/>
                  </a:srgbClr>
                </a:gs>
              </a:gsLst>
              <a:lin ang="0" scaled="0"/>
              <a:tileRect/>
            </a:gradFill>
            <a:ln w="1439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350" kern="0" smtClean="0">
                <a:solidFill>
                  <a:srgbClr val="FFFFFF"/>
                </a:solidFill>
                <a:latin typeface="Arial"/>
                <a:ea typeface="微软雅黑"/>
              </a:endParaRPr>
            </a:p>
          </p:txBody>
        </p:sp>
      </p:grpSp>
      <p:sp>
        <p:nvSpPr>
          <p:cNvPr id="11" name="Rectangle 34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92280" y="6313488"/>
            <a:ext cx="1905000" cy="457200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0DF7F6-A551-4794-8917-2A16EF42BFF5}" type="slidenum">
              <a:rPr lang="zh-CN" altLang="en-US">
                <a:solidFill>
                  <a:srgbClr val="FFFFFF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12" name="Content Placeholder 2"/>
          <p:cNvSpPr>
            <a:spLocks noGrp="1"/>
          </p:cNvSpPr>
          <p:nvPr>
            <p:ph idx="1"/>
          </p:nvPr>
        </p:nvSpPr>
        <p:spPr>
          <a:xfrm>
            <a:off x="395535" y="1365291"/>
            <a:ext cx="8352928" cy="4114800"/>
          </a:xfrm>
        </p:spPr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en-US" altLang="zh-CN" dirty="0" smtClean="0"/>
              <a:t>Click to edit Master text styles</a:t>
            </a:r>
          </a:p>
          <a:p>
            <a:pPr lvl="1"/>
            <a:r>
              <a:rPr lang="en-US" altLang="zh-CN" dirty="0" smtClean="0"/>
              <a:t>Second level</a:t>
            </a:r>
          </a:p>
          <a:p>
            <a:pPr lvl="2"/>
            <a:r>
              <a:rPr lang="en-US" altLang="zh-CN" dirty="0" smtClean="0"/>
              <a:t>Third level</a:t>
            </a:r>
          </a:p>
          <a:p>
            <a:pPr lvl="3"/>
            <a:r>
              <a:rPr lang="en-US" altLang="zh-CN" dirty="0" smtClean="0"/>
              <a:t>Fourth level</a:t>
            </a:r>
          </a:p>
          <a:p>
            <a:pPr lvl="4"/>
            <a:r>
              <a:rPr lang="en-US" altLang="zh-CN" dirty="0" smtClean="0"/>
              <a:t>Fifth level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4953326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800100"/>
            <a:ext cx="7772400" cy="762000"/>
          </a:xfrm>
        </p:spPr>
        <p:txBody>
          <a:bodyPr/>
          <a:lstStyle/>
          <a:p>
            <a:r>
              <a:rPr lang="en-US" altLang="zh-CN" smtClean="0"/>
              <a:t>Click to edit Master title style</a:t>
            </a:r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981200"/>
            <a:ext cx="3810000" cy="1981200"/>
          </a:xfrm>
        </p:spPr>
        <p:txBody>
          <a:bodyPr/>
          <a:lstStyle/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4114800"/>
            <a:ext cx="3810000" cy="1981200"/>
          </a:xfrm>
        </p:spPr>
        <p:txBody>
          <a:bodyPr/>
          <a:lstStyle/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  <p:sp>
        <p:nvSpPr>
          <p:cNvPr id="6" name="Rectangle 3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7" name="Rectangle 3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8" name="Rectangle 3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8FA661-BD4B-4FAB-830F-A7C250F1BC52}" type="slidenum">
              <a:rPr lang="zh-CN" altLang="en-US">
                <a:solidFill>
                  <a:srgbClr val="FFFFFF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 flipH="1">
            <a:off x="0" y="0"/>
            <a:ext cx="9143999" cy="723900"/>
            <a:chOff x="0" y="-399728"/>
            <a:chExt cx="13815102" cy="1183569"/>
          </a:xfrm>
        </p:grpSpPr>
        <p:sp>
          <p:nvSpPr>
            <p:cNvPr id="10" name="任意多边形: 形状 8"/>
            <p:cNvSpPr/>
            <p:nvPr/>
          </p:nvSpPr>
          <p:spPr>
            <a:xfrm>
              <a:off x="0" y="-399728"/>
              <a:ext cx="13815102" cy="1183569"/>
            </a:xfrm>
            <a:custGeom>
              <a:avLst/>
              <a:gdLst>
                <a:gd name="connsiteX0" fmla="*/ 13814622 w 13815102"/>
                <a:gd name="connsiteY0" fmla="*/ -466 h 1183569"/>
                <a:gd name="connsiteX1" fmla="*/ 13814622 w 13815102"/>
                <a:gd name="connsiteY1" fmla="*/ 633122 h 1183569"/>
                <a:gd name="connsiteX2" fmla="*/ 6676676 w 13815102"/>
                <a:gd name="connsiteY2" fmla="*/ 762720 h 1183569"/>
                <a:gd name="connsiteX3" fmla="*/ -480 w 13815102"/>
                <a:gd name="connsiteY3" fmla="*/ 762720 h 1183569"/>
                <a:gd name="connsiteX4" fmla="*/ -480 w 13815102"/>
                <a:gd name="connsiteY4" fmla="*/ -466 h 1183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815102" h="1183569">
                  <a:moveTo>
                    <a:pt x="13814622" y="-466"/>
                  </a:moveTo>
                  <a:lnTo>
                    <a:pt x="13814622" y="633122"/>
                  </a:lnTo>
                  <a:cubicBezTo>
                    <a:pt x="11529385" y="330728"/>
                    <a:pt x="8779036" y="301928"/>
                    <a:pt x="6676676" y="762720"/>
                  </a:cubicBezTo>
                  <a:cubicBezTo>
                    <a:pt x="4251041" y="1294358"/>
                    <a:pt x="2409171" y="1351381"/>
                    <a:pt x="-480" y="762720"/>
                  </a:cubicBezTo>
                  <a:lnTo>
                    <a:pt x="-480" y="-466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346FEB">
                    <a:alpha val="30000"/>
                  </a:srgbClr>
                </a:gs>
                <a:gs pos="100000">
                  <a:srgbClr val="346FEB"/>
                </a:gs>
              </a:gsLst>
              <a:lin ang="0" scaled="0"/>
              <a:tileRect/>
            </a:gradFill>
            <a:ln w="1439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350" kern="0" smtClean="0">
                <a:solidFill>
                  <a:srgbClr val="FFFFFF"/>
                </a:solidFill>
                <a:latin typeface="Arial"/>
                <a:ea typeface="微软雅黑"/>
              </a:endParaRPr>
            </a:p>
          </p:txBody>
        </p:sp>
        <p:sp>
          <p:nvSpPr>
            <p:cNvPr id="11" name="任意多边形: 形状 10"/>
            <p:cNvSpPr/>
            <p:nvPr/>
          </p:nvSpPr>
          <p:spPr>
            <a:xfrm>
              <a:off x="6734755" y="205070"/>
              <a:ext cx="6811073" cy="532994"/>
            </a:xfrm>
            <a:custGeom>
              <a:avLst/>
              <a:gdLst>
                <a:gd name="connsiteX0" fmla="*/ 613812 w 6811073"/>
                <a:gd name="connsiteY0" fmla="*/ 234527 h 532993"/>
                <a:gd name="connsiteX1" fmla="*/ -480 w 6811073"/>
                <a:gd name="connsiteY1" fmla="*/ 304798 h 532993"/>
                <a:gd name="connsiteX2" fmla="*/ 6415608 w 6811073"/>
                <a:gd name="connsiteY2" fmla="*/ 297310 h 532993"/>
                <a:gd name="connsiteX3" fmla="*/ 6810593 w 6811073"/>
                <a:gd name="connsiteY3" fmla="*/ 251663 h 532993"/>
                <a:gd name="connsiteX4" fmla="*/ 6810593 w 6811073"/>
                <a:gd name="connsiteY4" fmla="*/ 234527 h 532993"/>
                <a:gd name="connsiteX5" fmla="*/ 613812 w 6811073"/>
                <a:gd name="connsiteY5" fmla="*/ 234527 h 5329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811073" h="532993">
                  <a:moveTo>
                    <a:pt x="613812" y="234527"/>
                  </a:moveTo>
                  <a:cubicBezTo>
                    <a:pt x="414952" y="260735"/>
                    <a:pt x="209755" y="284206"/>
                    <a:pt x="-480" y="304798"/>
                  </a:cubicBezTo>
                  <a:cubicBezTo>
                    <a:pt x="2307942" y="625912"/>
                    <a:pt x="4083428" y="592793"/>
                    <a:pt x="6415608" y="297310"/>
                  </a:cubicBezTo>
                  <a:cubicBezTo>
                    <a:pt x="6544486" y="281182"/>
                    <a:pt x="6676244" y="265962"/>
                    <a:pt x="6810593" y="251663"/>
                  </a:cubicBezTo>
                  <a:lnTo>
                    <a:pt x="6810593" y="234527"/>
                  </a:lnTo>
                  <a:cubicBezTo>
                    <a:pt x="4574314" y="-94507"/>
                    <a:pt x="2865066" y="-62684"/>
                    <a:pt x="613812" y="234527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346FEB">
                    <a:alpha val="30000"/>
                  </a:srgbClr>
                </a:gs>
                <a:gs pos="100000">
                  <a:srgbClr val="346FEB">
                    <a:alpha val="0"/>
                  </a:srgbClr>
                </a:gs>
              </a:gsLst>
              <a:lin ang="0" scaled="0"/>
              <a:tileRect/>
            </a:gradFill>
            <a:ln w="1439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350" kern="0" smtClean="0">
                <a:solidFill>
                  <a:srgbClr val="FFFFFF"/>
                </a:solidFill>
                <a:latin typeface="Arial"/>
                <a:ea typeface="微软雅黑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03011890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gradFill>
          <a:gsLst>
            <a:gs pos="0">
              <a:srgbClr val="0D3383">
                <a:lumMod val="95000"/>
              </a:srgbClr>
            </a:gs>
            <a:gs pos="72000">
              <a:srgbClr val="0D3383">
                <a:lumMod val="85000"/>
              </a:srgbClr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Click to edit Master title style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342900" indent="-342900">
              <a:buFont typeface="Wingdings" panose="05000000000000000000" pitchFamily="2" charset="2"/>
              <a:buChar char="Ø"/>
              <a:defRPr/>
            </a:lvl1pPr>
          </a:lstStyle>
          <a:p>
            <a:pPr lvl="0"/>
            <a:r>
              <a:rPr lang="en-US" altLang="zh-CN" dirty="0" smtClean="0"/>
              <a:t>Click to edit Master text styles</a:t>
            </a:r>
          </a:p>
          <a:p>
            <a:pPr lvl="1"/>
            <a:r>
              <a:rPr lang="en-US" altLang="zh-CN" dirty="0" smtClean="0"/>
              <a:t>Second level</a:t>
            </a:r>
          </a:p>
          <a:p>
            <a:pPr lvl="2"/>
            <a:r>
              <a:rPr lang="en-US" altLang="zh-CN" dirty="0" smtClean="0"/>
              <a:t>Third level</a:t>
            </a:r>
          </a:p>
          <a:p>
            <a:pPr lvl="3"/>
            <a:r>
              <a:rPr lang="en-US" altLang="zh-CN" dirty="0" smtClean="0"/>
              <a:t>Fourth level</a:t>
            </a:r>
          </a:p>
          <a:p>
            <a:pPr lvl="4"/>
            <a:r>
              <a:rPr lang="en-US" altLang="zh-CN" dirty="0" smtClean="0"/>
              <a:t>Fifth level</a:t>
            </a:r>
            <a:endParaRPr lang="zh-CN" altLang="en-US" dirty="0"/>
          </a:p>
        </p:txBody>
      </p:sp>
      <p:sp>
        <p:nvSpPr>
          <p:cNvPr id="6" name="Rectangle 34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92280" y="6313488"/>
            <a:ext cx="1905000" cy="457200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0DF7F6-A551-4794-8917-2A16EF42BFF5}" type="slidenum">
              <a:rPr lang="zh-CN" altLang="en-US">
                <a:solidFill>
                  <a:srgbClr val="FFFFFF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  <p:grpSp>
        <p:nvGrpSpPr>
          <p:cNvPr id="7" name="组合 6"/>
          <p:cNvGrpSpPr/>
          <p:nvPr userDrawn="1"/>
        </p:nvGrpSpPr>
        <p:grpSpPr>
          <a:xfrm flipH="1">
            <a:off x="0" y="0"/>
            <a:ext cx="9143999" cy="723900"/>
            <a:chOff x="0" y="-399728"/>
            <a:chExt cx="13815102" cy="1183569"/>
          </a:xfrm>
        </p:grpSpPr>
        <p:sp>
          <p:nvSpPr>
            <p:cNvPr id="8" name="任意多边形: 形状 8"/>
            <p:cNvSpPr/>
            <p:nvPr/>
          </p:nvSpPr>
          <p:spPr>
            <a:xfrm>
              <a:off x="0" y="-399728"/>
              <a:ext cx="13815102" cy="1183569"/>
            </a:xfrm>
            <a:custGeom>
              <a:avLst/>
              <a:gdLst>
                <a:gd name="connsiteX0" fmla="*/ 13814622 w 13815102"/>
                <a:gd name="connsiteY0" fmla="*/ -466 h 1183569"/>
                <a:gd name="connsiteX1" fmla="*/ 13814622 w 13815102"/>
                <a:gd name="connsiteY1" fmla="*/ 633122 h 1183569"/>
                <a:gd name="connsiteX2" fmla="*/ 6676676 w 13815102"/>
                <a:gd name="connsiteY2" fmla="*/ 762720 h 1183569"/>
                <a:gd name="connsiteX3" fmla="*/ -480 w 13815102"/>
                <a:gd name="connsiteY3" fmla="*/ 762720 h 1183569"/>
                <a:gd name="connsiteX4" fmla="*/ -480 w 13815102"/>
                <a:gd name="connsiteY4" fmla="*/ -466 h 1183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815102" h="1183569">
                  <a:moveTo>
                    <a:pt x="13814622" y="-466"/>
                  </a:moveTo>
                  <a:lnTo>
                    <a:pt x="13814622" y="633122"/>
                  </a:lnTo>
                  <a:cubicBezTo>
                    <a:pt x="11529385" y="330728"/>
                    <a:pt x="8779036" y="301928"/>
                    <a:pt x="6676676" y="762720"/>
                  </a:cubicBezTo>
                  <a:cubicBezTo>
                    <a:pt x="4251041" y="1294358"/>
                    <a:pt x="2409171" y="1351381"/>
                    <a:pt x="-480" y="762720"/>
                  </a:cubicBezTo>
                  <a:lnTo>
                    <a:pt x="-480" y="-466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346FEB">
                    <a:alpha val="30000"/>
                  </a:srgbClr>
                </a:gs>
                <a:gs pos="100000">
                  <a:srgbClr val="346FEB"/>
                </a:gs>
              </a:gsLst>
              <a:lin ang="0" scaled="0"/>
              <a:tileRect/>
            </a:gradFill>
            <a:ln w="1439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350" kern="0" smtClean="0">
                <a:solidFill>
                  <a:srgbClr val="FFFFFF"/>
                </a:solidFill>
                <a:latin typeface="Arial"/>
                <a:ea typeface="微软雅黑"/>
              </a:endParaRPr>
            </a:p>
          </p:txBody>
        </p:sp>
        <p:sp>
          <p:nvSpPr>
            <p:cNvPr id="9" name="任意多边形: 形状 10"/>
            <p:cNvSpPr/>
            <p:nvPr/>
          </p:nvSpPr>
          <p:spPr>
            <a:xfrm>
              <a:off x="6734755" y="205070"/>
              <a:ext cx="6811073" cy="532994"/>
            </a:xfrm>
            <a:custGeom>
              <a:avLst/>
              <a:gdLst>
                <a:gd name="connsiteX0" fmla="*/ 613812 w 6811073"/>
                <a:gd name="connsiteY0" fmla="*/ 234527 h 532993"/>
                <a:gd name="connsiteX1" fmla="*/ -480 w 6811073"/>
                <a:gd name="connsiteY1" fmla="*/ 304798 h 532993"/>
                <a:gd name="connsiteX2" fmla="*/ 6415608 w 6811073"/>
                <a:gd name="connsiteY2" fmla="*/ 297310 h 532993"/>
                <a:gd name="connsiteX3" fmla="*/ 6810593 w 6811073"/>
                <a:gd name="connsiteY3" fmla="*/ 251663 h 532993"/>
                <a:gd name="connsiteX4" fmla="*/ 6810593 w 6811073"/>
                <a:gd name="connsiteY4" fmla="*/ 234527 h 532993"/>
                <a:gd name="connsiteX5" fmla="*/ 613812 w 6811073"/>
                <a:gd name="connsiteY5" fmla="*/ 234527 h 5329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811073" h="532993">
                  <a:moveTo>
                    <a:pt x="613812" y="234527"/>
                  </a:moveTo>
                  <a:cubicBezTo>
                    <a:pt x="414952" y="260735"/>
                    <a:pt x="209755" y="284206"/>
                    <a:pt x="-480" y="304798"/>
                  </a:cubicBezTo>
                  <a:cubicBezTo>
                    <a:pt x="2307942" y="625912"/>
                    <a:pt x="4083428" y="592793"/>
                    <a:pt x="6415608" y="297310"/>
                  </a:cubicBezTo>
                  <a:cubicBezTo>
                    <a:pt x="6544486" y="281182"/>
                    <a:pt x="6676244" y="265962"/>
                    <a:pt x="6810593" y="251663"/>
                  </a:cubicBezTo>
                  <a:lnTo>
                    <a:pt x="6810593" y="234527"/>
                  </a:lnTo>
                  <a:cubicBezTo>
                    <a:pt x="4574314" y="-94507"/>
                    <a:pt x="2865066" y="-62684"/>
                    <a:pt x="613812" y="234527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346FEB">
                    <a:alpha val="30000"/>
                  </a:srgbClr>
                </a:gs>
                <a:gs pos="100000">
                  <a:srgbClr val="346FEB">
                    <a:alpha val="0"/>
                  </a:srgbClr>
                </a:gs>
              </a:gsLst>
              <a:lin ang="0" scaled="0"/>
              <a:tileRect/>
            </a:gradFill>
            <a:ln w="1439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350" kern="0" smtClean="0">
                <a:solidFill>
                  <a:srgbClr val="FFFFFF"/>
                </a:solidFill>
                <a:latin typeface="Arial"/>
                <a:ea typeface="微软雅黑"/>
              </a:endParaRPr>
            </a:p>
          </p:txBody>
        </p:sp>
      </p:grpSp>
      <p:sp>
        <p:nvSpPr>
          <p:cNvPr id="12" name="任意多边形: 形状 11"/>
          <p:cNvSpPr/>
          <p:nvPr userDrawn="1"/>
        </p:nvSpPr>
        <p:spPr>
          <a:xfrm flipH="1">
            <a:off x="0" y="5661248"/>
            <a:ext cx="9144000" cy="1196752"/>
          </a:xfrm>
          <a:custGeom>
            <a:avLst/>
            <a:gdLst>
              <a:gd name="connsiteX0" fmla="*/ 11055446 w 11055446"/>
              <a:gd name="connsiteY0" fmla="*/ 1398206 h 1481451"/>
              <a:gd name="connsiteX1" fmla="*/ 10858686 w 11055446"/>
              <a:gd name="connsiteY1" fmla="*/ 1415579 h 1481451"/>
              <a:gd name="connsiteX2" fmla="*/ 10218733 w 11055446"/>
              <a:gd name="connsiteY2" fmla="*/ 1463845 h 1481451"/>
              <a:gd name="connsiteX3" fmla="*/ 9935465 w 11055446"/>
              <a:gd name="connsiteY3" fmla="*/ 1481451 h 1481451"/>
              <a:gd name="connsiteX4" fmla="*/ 10288295 w 11055446"/>
              <a:gd name="connsiteY4" fmla="*/ 1481451 h 1481451"/>
              <a:gd name="connsiteX5" fmla="*/ 10348250 w 11055446"/>
              <a:gd name="connsiteY5" fmla="*/ 1475665 h 1481451"/>
              <a:gd name="connsiteX6" fmla="*/ 10899132 w 11055446"/>
              <a:gd name="connsiteY6" fmla="*/ 1416728 h 1481451"/>
              <a:gd name="connsiteX7" fmla="*/ 0 w 11055446"/>
              <a:gd name="connsiteY7" fmla="*/ 0 h 1481451"/>
              <a:gd name="connsiteX8" fmla="*/ 0 w 11055446"/>
              <a:gd name="connsiteY8" fmla="*/ 687286 h 1481451"/>
              <a:gd name="connsiteX9" fmla="*/ 195826 w 11055446"/>
              <a:gd name="connsiteY9" fmla="*/ 762038 h 1481451"/>
              <a:gd name="connsiteX10" fmla="*/ 2666060 w 11055446"/>
              <a:gd name="connsiteY10" fmla="*/ 1412817 h 1481451"/>
              <a:gd name="connsiteX11" fmla="*/ 3110530 w 11055446"/>
              <a:gd name="connsiteY11" fmla="*/ 1481451 h 1481451"/>
              <a:gd name="connsiteX12" fmla="*/ 5454077 w 11055446"/>
              <a:gd name="connsiteY12" fmla="*/ 1481451 h 1481451"/>
              <a:gd name="connsiteX13" fmla="*/ 5088797 w 11055446"/>
              <a:gd name="connsiteY13" fmla="*/ 1449189 h 1481451"/>
              <a:gd name="connsiteX14" fmla="*/ 140502 w 11055446"/>
              <a:gd name="connsiteY14" fmla="*/ 74138 h 14814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1055446" h="1481451">
                <a:moveTo>
                  <a:pt x="11055446" y="1398206"/>
                </a:moveTo>
                <a:lnTo>
                  <a:pt x="10858686" y="1415579"/>
                </a:lnTo>
                <a:cubicBezTo>
                  <a:pt x="10641086" y="1433382"/>
                  <a:pt x="10427808" y="1449451"/>
                  <a:pt x="10218733" y="1463845"/>
                </a:cubicBezTo>
                <a:lnTo>
                  <a:pt x="9935465" y="1481451"/>
                </a:lnTo>
                <a:lnTo>
                  <a:pt x="10288295" y="1481451"/>
                </a:lnTo>
                <a:lnTo>
                  <a:pt x="10348250" y="1475665"/>
                </a:lnTo>
                <a:cubicBezTo>
                  <a:pt x="10529033" y="1457264"/>
                  <a:pt x="10712639" y="1437629"/>
                  <a:pt x="10899132" y="1416728"/>
                </a:cubicBezTo>
                <a:close/>
                <a:moveTo>
                  <a:pt x="0" y="0"/>
                </a:moveTo>
                <a:lnTo>
                  <a:pt x="0" y="687286"/>
                </a:lnTo>
                <a:lnTo>
                  <a:pt x="195826" y="762038"/>
                </a:lnTo>
                <a:cubicBezTo>
                  <a:pt x="899768" y="1018316"/>
                  <a:pt x="1702028" y="1246156"/>
                  <a:pt x="2666060" y="1412817"/>
                </a:cubicBezTo>
                <a:lnTo>
                  <a:pt x="3110530" y="1481451"/>
                </a:lnTo>
                <a:lnTo>
                  <a:pt x="5454077" y="1481451"/>
                </a:lnTo>
                <a:lnTo>
                  <a:pt x="5088797" y="1449189"/>
                </a:lnTo>
                <a:cubicBezTo>
                  <a:pt x="2761898" y="1219856"/>
                  <a:pt x="1306797" y="669121"/>
                  <a:pt x="140502" y="74138"/>
                </a:cubicBezTo>
                <a:close/>
              </a:path>
            </a:pathLst>
          </a:custGeom>
          <a:gradFill>
            <a:gsLst>
              <a:gs pos="0">
                <a:srgbClr val="4BADD3"/>
              </a:gs>
              <a:gs pos="100000">
                <a:srgbClr val="4BADD3">
                  <a:alpha val="31000"/>
                </a:srgbClr>
              </a:gs>
            </a:gsLst>
            <a:lin ang="10800000" scaled="1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 smtClean="0">
              <a:solidFill>
                <a:srgbClr val="FFFFFF"/>
              </a:solidFill>
              <a:latin typeface="Arial"/>
              <a:ea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736312140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8FA661-BD4B-4FAB-830F-A7C250F1BC52}" type="slidenum">
              <a:rPr lang="zh-CN" altLang="en-US">
                <a:solidFill>
                  <a:srgbClr val="FFFFFF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 flipH="1">
            <a:off x="0" y="0"/>
            <a:ext cx="9143999" cy="723900"/>
            <a:chOff x="0" y="-399728"/>
            <a:chExt cx="13815102" cy="1183569"/>
          </a:xfrm>
        </p:grpSpPr>
        <p:sp>
          <p:nvSpPr>
            <p:cNvPr id="10" name="任意多边形: 形状 8"/>
            <p:cNvSpPr/>
            <p:nvPr/>
          </p:nvSpPr>
          <p:spPr>
            <a:xfrm>
              <a:off x="0" y="-399728"/>
              <a:ext cx="13815102" cy="1183569"/>
            </a:xfrm>
            <a:custGeom>
              <a:avLst/>
              <a:gdLst>
                <a:gd name="connsiteX0" fmla="*/ 13814622 w 13815102"/>
                <a:gd name="connsiteY0" fmla="*/ -466 h 1183569"/>
                <a:gd name="connsiteX1" fmla="*/ 13814622 w 13815102"/>
                <a:gd name="connsiteY1" fmla="*/ 633122 h 1183569"/>
                <a:gd name="connsiteX2" fmla="*/ 6676676 w 13815102"/>
                <a:gd name="connsiteY2" fmla="*/ 762720 h 1183569"/>
                <a:gd name="connsiteX3" fmla="*/ -480 w 13815102"/>
                <a:gd name="connsiteY3" fmla="*/ 762720 h 1183569"/>
                <a:gd name="connsiteX4" fmla="*/ -480 w 13815102"/>
                <a:gd name="connsiteY4" fmla="*/ -466 h 1183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815102" h="1183569">
                  <a:moveTo>
                    <a:pt x="13814622" y="-466"/>
                  </a:moveTo>
                  <a:lnTo>
                    <a:pt x="13814622" y="633122"/>
                  </a:lnTo>
                  <a:cubicBezTo>
                    <a:pt x="11529385" y="330728"/>
                    <a:pt x="8779036" y="301928"/>
                    <a:pt x="6676676" y="762720"/>
                  </a:cubicBezTo>
                  <a:cubicBezTo>
                    <a:pt x="4251041" y="1294358"/>
                    <a:pt x="2409171" y="1351381"/>
                    <a:pt x="-480" y="762720"/>
                  </a:cubicBezTo>
                  <a:lnTo>
                    <a:pt x="-480" y="-466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346FEB">
                    <a:alpha val="30000"/>
                  </a:srgbClr>
                </a:gs>
                <a:gs pos="100000">
                  <a:srgbClr val="346FEB"/>
                </a:gs>
              </a:gsLst>
              <a:lin ang="0" scaled="0"/>
              <a:tileRect/>
            </a:gradFill>
            <a:ln w="1439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350" kern="0" smtClean="0">
                <a:solidFill>
                  <a:srgbClr val="FFFFFF"/>
                </a:solidFill>
                <a:latin typeface="Arial"/>
                <a:ea typeface="微软雅黑"/>
              </a:endParaRPr>
            </a:p>
          </p:txBody>
        </p:sp>
        <p:sp>
          <p:nvSpPr>
            <p:cNvPr id="11" name="任意多边形: 形状 10"/>
            <p:cNvSpPr/>
            <p:nvPr/>
          </p:nvSpPr>
          <p:spPr>
            <a:xfrm>
              <a:off x="6734755" y="205070"/>
              <a:ext cx="6811073" cy="532994"/>
            </a:xfrm>
            <a:custGeom>
              <a:avLst/>
              <a:gdLst>
                <a:gd name="connsiteX0" fmla="*/ 613812 w 6811073"/>
                <a:gd name="connsiteY0" fmla="*/ 234527 h 532993"/>
                <a:gd name="connsiteX1" fmla="*/ -480 w 6811073"/>
                <a:gd name="connsiteY1" fmla="*/ 304798 h 532993"/>
                <a:gd name="connsiteX2" fmla="*/ 6415608 w 6811073"/>
                <a:gd name="connsiteY2" fmla="*/ 297310 h 532993"/>
                <a:gd name="connsiteX3" fmla="*/ 6810593 w 6811073"/>
                <a:gd name="connsiteY3" fmla="*/ 251663 h 532993"/>
                <a:gd name="connsiteX4" fmla="*/ 6810593 w 6811073"/>
                <a:gd name="connsiteY4" fmla="*/ 234527 h 532993"/>
                <a:gd name="connsiteX5" fmla="*/ 613812 w 6811073"/>
                <a:gd name="connsiteY5" fmla="*/ 234527 h 5329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811073" h="532993">
                  <a:moveTo>
                    <a:pt x="613812" y="234527"/>
                  </a:moveTo>
                  <a:cubicBezTo>
                    <a:pt x="414952" y="260735"/>
                    <a:pt x="209755" y="284206"/>
                    <a:pt x="-480" y="304798"/>
                  </a:cubicBezTo>
                  <a:cubicBezTo>
                    <a:pt x="2307942" y="625912"/>
                    <a:pt x="4083428" y="592793"/>
                    <a:pt x="6415608" y="297310"/>
                  </a:cubicBezTo>
                  <a:cubicBezTo>
                    <a:pt x="6544486" y="281182"/>
                    <a:pt x="6676244" y="265962"/>
                    <a:pt x="6810593" y="251663"/>
                  </a:cubicBezTo>
                  <a:lnTo>
                    <a:pt x="6810593" y="234527"/>
                  </a:lnTo>
                  <a:cubicBezTo>
                    <a:pt x="4574314" y="-94507"/>
                    <a:pt x="2865066" y="-62684"/>
                    <a:pt x="613812" y="234527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346FEB">
                    <a:alpha val="30000"/>
                  </a:srgbClr>
                </a:gs>
                <a:gs pos="100000">
                  <a:srgbClr val="346FEB">
                    <a:alpha val="0"/>
                  </a:srgbClr>
                </a:gs>
              </a:gsLst>
              <a:lin ang="0" scaled="0"/>
              <a:tileRect/>
            </a:gradFill>
            <a:ln w="1439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350" kern="0" smtClean="0">
                <a:solidFill>
                  <a:srgbClr val="FFFFFF"/>
                </a:solidFill>
                <a:latin typeface="Arial"/>
                <a:ea typeface="微软雅黑"/>
              </a:endParaRPr>
            </a:p>
          </p:txBody>
        </p:sp>
      </p:grpSp>
      <p:sp>
        <p:nvSpPr>
          <p:cNvPr id="12" name="Content Placeholder 2"/>
          <p:cNvSpPr>
            <a:spLocks noGrp="1"/>
          </p:cNvSpPr>
          <p:nvPr>
            <p:ph idx="1"/>
          </p:nvPr>
        </p:nvSpPr>
        <p:spPr>
          <a:xfrm>
            <a:off x="178228" y="228600"/>
            <a:ext cx="8813372" cy="5867400"/>
          </a:xfrm>
        </p:spPr>
        <p:txBody>
          <a:bodyPr/>
          <a:lstStyle>
            <a:lvl1pPr marL="342900" indent="-342900">
              <a:buFont typeface="Wingdings" panose="05000000000000000000" pitchFamily="2" charset="2"/>
              <a:buChar char="Ø"/>
              <a:defRPr/>
            </a:lvl1pPr>
          </a:lstStyle>
          <a:p>
            <a:pPr lvl="0"/>
            <a:r>
              <a:rPr lang="en-US" altLang="zh-CN" dirty="0" smtClean="0"/>
              <a:t>Click to edit Master text styles</a:t>
            </a:r>
          </a:p>
          <a:p>
            <a:pPr lvl="1"/>
            <a:r>
              <a:rPr lang="en-US" altLang="zh-CN" dirty="0" smtClean="0"/>
              <a:t>Second level</a:t>
            </a:r>
          </a:p>
          <a:p>
            <a:pPr lvl="2"/>
            <a:r>
              <a:rPr lang="en-US" altLang="zh-CN" dirty="0" smtClean="0"/>
              <a:t>Third level</a:t>
            </a:r>
          </a:p>
          <a:p>
            <a:pPr lvl="3"/>
            <a:r>
              <a:rPr lang="en-US" altLang="zh-CN" dirty="0" smtClean="0"/>
              <a:t>Fourth level</a:t>
            </a:r>
          </a:p>
          <a:p>
            <a:pPr lvl="4"/>
            <a:r>
              <a:rPr lang="en-US" altLang="zh-CN" dirty="0" smtClean="0"/>
              <a:t>Fifth level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19771787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8FA661-BD4B-4FAB-830F-A7C250F1BC52}" type="slidenum">
              <a:rPr lang="zh-CN" altLang="en-US">
                <a:solidFill>
                  <a:srgbClr val="FFFFFF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 flipH="1">
            <a:off x="0" y="0"/>
            <a:ext cx="9143999" cy="723900"/>
            <a:chOff x="0" y="-399728"/>
            <a:chExt cx="13815102" cy="1183569"/>
          </a:xfrm>
        </p:grpSpPr>
        <p:sp>
          <p:nvSpPr>
            <p:cNvPr id="10" name="任意多边形: 形状 8"/>
            <p:cNvSpPr/>
            <p:nvPr/>
          </p:nvSpPr>
          <p:spPr>
            <a:xfrm>
              <a:off x="0" y="-399728"/>
              <a:ext cx="13815102" cy="1183569"/>
            </a:xfrm>
            <a:custGeom>
              <a:avLst/>
              <a:gdLst>
                <a:gd name="connsiteX0" fmla="*/ 13814622 w 13815102"/>
                <a:gd name="connsiteY0" fmla="*/ -466 h 1183569"/>
                <a:gd name="connsiteX1" fmla="*/ 13814622 w 13815102"/>
                <a:gd name="connsiteY1" fmla="*/ 633122 h 1183569"/>
                <a:gd name="connsiteX2" fmla="*/ 6676676 w 13815102"/>
                <a:gd name="connsiteY2" fmla="*/ 762720 h 1183569"/>
                <a:gd name="connsiteX3" fmla="*/ -480 w 13815102"/>
                <a:gd name="connsiteY3" fmla="*/ 762720 h 1183569"/>
                <a:gd name="connsiteX4" fmla="*/ -480 w 13815102"/>
                <a:gd name="connsiteY4" fmla="*/ -466 h 1183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815102" h="1183569">
                  <a:moveTo>
                    <a:pt x="13814622" y="-466"/>
                  </a:moveTo>
                  <a:lnTo>
                    <a:pt x="13814622" y="633122"/>
                  </a:lnTo>
                  <a:cubicBezTo>
                    <a:pt x="11529385" y="330728"/>
                    <a:pt x="8779036" y="301928"/>
                    <a:pt x="6676676" y="762720"/>
                  </a:cubicBezTo>
                  <a:cubicBezTo>
                    <a:pt x="4251041" y="1294358"/>
                    <a:pt x="2409171" y="1351381"/>
                    <a:pt x="-480" y="762720"/>
                  </a:cubicBezTo>
                  <a:lnTo>
                    <a:pt x="-480" y="-466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346FEB">
                    <a:alpha val="30000"/>
                  </a:srgbClr>
                </a:gs>
                <a:gs pos="100000">
                  <a:srgbClr val="346FEB"/>
                </a:gs>
              </a:gsLst>
              <a:lin ang="0" scaled="0"/>
              <a:tileRect/>
            </a:gradFill>
            <a:ln w="1439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350" kern="0" smtClean="0">
                <a:solidFill>
                  <a:srgbClr val="FFFFFF"/>
                </a:solidFill>
                <a:latin typeface="Arial"/>
                <a:ea typeface="微软雅黑"/>
              </a:endParaRPr>
            </a:p>
          </p:txBody>
        </p:sp>
        <p:sp>
          <p:nvSpPr>
            <p:cNvPr id="11" name="任意多边形: 形状 10"/>
            <p:cNvSpPr/>
            <p:nvPr/>
          </p:nvSpPr>
          <p:spPr>
            <a:xfrm>
              <a:off x="6734755" y="205070"/>
              <a:ext cx="6811073" cy="532994"/>
            </a:xfrm>
            <a:custGeom>
              <a:avLst/>
              <a:gdLst>
                <a:gd name="connsiteX0" fmla="*/ 613812 w 6811073"/>
                <a:gd name="connsiteY0" fmla="*/ 234527 h 532993"/>
                <a:gd name="connsiteX1" fmla="*/ -480 w 6811073"/>
                <a:gd name="connsiteY1" fmla="*/ 304798 h 532993"/>
                <a:gd name="connsiteX2" fmla="*/ 6415608 w 6811073"/>
                <a:gd name="connsiteY2" fmla="*/ 297310 h 532993"/>
                <a:gd name="connsiteX3" fmla="*/ 6810593 w 6811073"/>
                <a:gd name="connsiteY3" fmla="*/ 251663 h 532993"/>
                <a:gd name="connsiteX4" fmla="*/ 6810593 w 6811073"/>
                <a:gd name="connsiteY4" fmla="*/ 234527 h 532993"/>
                <a:gd name="connsiteX5" fmla="*/ 613812 w 6811073"/>
                <a:gd name="connsiteY5" fmla="*/ 234527 h 5329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811073" h="532993">
                  <a:moveTo>
                    <a:pt x="613812" y="234527"/>
                  </a:moveTo>
                  <a:cubicBezTo>
                    <a:pt x="414952" y="260735"/>
                    <a:pt x="209755" y="284206"/>
                    <a:pt x="-480" y="304798"/>
                  </a:cubicBezTo>
                  <a:cubicBezTo>
                    <a:pt x="2307942" y="625912"/>
                    <a:pt x="4083428" y="592793"/>
                    <a:pt x="6415608" y="297310"/>
                  </a:cubicBezTo>
                  <a:cubicBezTo>
                    <a:pt x="6544486" y="281182"/>
                    <a:pt x="6676244" y="265962"/>
                    <a:pt x="6810593" y="251663"/>
                  </a:cubicBezTo>
                  <a:lnTo>
                    <a:pt x="6810593" y="234527"/>
                  </a:lnTo>
                  <a:cubicBezTo>
                    <a:pt x="4574314" y="-94507"/>
                    <a:pt x="2865066" y="-62684"/>
                    <a:pt x="613812" y="234527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346FEB">
                    <a:alpha val="30000"/>
                  </a:srgbClr>
                </a:gs>
                <a:gs pos="100000">
                  <a:srgbClr val="346FEB">
                    <a:alpha val="0"/>
                  </a:srgbClr>
                </a:gs>
              </a:gsLst>
              <a:lin ang="0" scaled="0"/>
              <a:tileRect/>
            </a:gradFill>
            <a:ln w="1439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350" kern="0" smtClean="0">
                <a:solidFill>
                  <a:srgbClr val="FFFFFF"/>
                </a:solidFill>
                <a:latin typeface="Arial"/>
                <a:ea typeface="微软雅黑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84366200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1343144"/>
            <a:ext cx="7772400" cy="1477328"/>
          </a:xfrm>
        </p:spPr>
        <p:txBody>
          <a:bodyPr/>
          <a:lstStyle>
            <a:lvl1pPr>
              <a:defRPr sz="4500"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defRPr>
            </a:lvl1pPr>
          </a:lstStyle>
          <a:p>
            <a:r>
              <a:rPr lang="en-US" altLang="zh-CN" dirty="0" smtClean="0"/>
              <a:t>Click to edit Master title style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2610761" y="3051536"/>
            <a:ext cx="4690584" cy="3096344"/>
          </a:xfrm>
        </p:spPr>
        <p:txBody>
          <a:bodyPr/>
          <a:lstStyle>
            <a:lvl1pPr marL="0" indent="0">
              <a:buFontTx/>
              <a:buNone/>
              <a:defRPr sz="36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en-US" altLang="zh-CN" dirty="0" smtClean="0"/>
              <a:t>Click to edit Master text styles</a:t>
            </a:r>
          </a:p>
        </p:txBody>
      </p:sp>
      <p:grpSp>
        <p:nvGrpSpPr>
          <p:cNvPr id="8" name="组合 7"/>
          <p:cNvGrpSpPr/>
          <p:nvPr userDrawn="1"/>
        </p:nvGrpSpPr>
        <p:grpSpPr>
          <a:xfrm flipH="1">
            <a:off x="0" y="0"/>
            <a:ext cx="9143999" cy="723900"/>
            <a:chOff x="0" y="-399728"/>
            <a:chExt cx="13815102" cy="1183569"/>
          </a:xfrm>
        </p:grpSpPr>
        <p:sp>
          <p:nvSpPr>
            <p:cNvPr id="9" name="任意多边形: 形状 8"/>
            <p:cNvSpPr/>
            <p:nvPr/>
          </p:nvSpPr>
          <p:spPr>
            <a:xfrm>
              <a:off x="0" y="-399728"/>
              <a:ext cx="13815102" cy="1183569"/>
            </a:xfrm>
            <a:custGeom>
              <a:avLst/>
              <a:gdLst>
                <a:gd name="connsiteX0" fmla="*/ 13814622 w 13815102"/>
                <a:gd name="connsiteY0" fmla="*/ -466 h 1183569"/>
                <a:gd name="connsiteX1" fmla="*/ 13814622 w 13815102"/>
                <a:gd name="connsiteY1" fmla="*/ 633122 h 1183569"/>
                <a:gd name="connsiteX2" fmla="*/ 6676676 w 13815102"/>
                <a:gd name="connsiteY2" fmla="*/ 762720 h 1183569"/>
                <a:gd name="connsiteX3" fmla="*/ -480 w 13815102"/>
                <a:gd name="connsiteY3" fmla="*/ 762720 h 1183569"/>
                <a:gd name="connsiteX4" fmla="*/ -480 w 13815102"/>
                <a:gd name="connsiteY4" fmla="*/ -466 h 1183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815102" h="1183569">
                  <a:moveTo>
                    <a:pt x="13814622" y="-466"/>
                  </a:moveTo>
                  <a:lnTo>
                    <a:pt x="13814622" y="633122"/>
                  </a:lnTo>
                  <a:cubicBezTo>
                    <a:pt x="11529385" y="330728"/>
                    <a:pt x="8779036" y="301928"/>
                    <a:pt x="6676676" y="762720"/>
                  </a:cubicBezTo>
                  <a:cubicBezTo>
                    <a:pt x="4251041" y="1294358"/>
                    <a:pt x="2409171" y="1351381"/>
                    <a:pt x="-480" y="762720"/>
                  </a:cubicBezTo>
                  <a:lnTo>
                    <a:pt x="-480" y="-466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346FEB">
                    <a:alpha val="30000"/>
                  </a:srgbClr>
                </a:gs>
                <a:gs pos="100000">
                  <a:srgbClr val="346FEB"/>
                </a:gs>
              </a:gsLst>
              <a:lin ang="0" scaled="0"/>
              <a:tileRect/>
            </a:gradFill>
            <a:ln w="1439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350" kern="0" smtClean="0">
                <a:solidFill>
                  <a:srgbClr val="FFFFFF"/>
                </a:solidFill>
                <a:latin typeface="Arial"/>
                <a:ea typeface="微软雅黑"/>
              </a:endParaRPr>
            </a:p>
          </p:txBody>
        </p:sp>
        <p:sp>
          <p:nvSpPr>
            <p:cNvPr id="10" name="任意多边形: 形状 10"/>
            <p:cNvSpPr/>
            <p:nvPr/>
          </p:nvSpPr>
          <p:spPr>
            <a:xfrm>
              <a:off x="6734755" y="205070"/>
              <a:ext cx="6811073" cy="532994"/>
            </a:xfrm>
            <a:custGeom>
              <a:avLst/>
              <a:gdLst>
                <a:gd name="connsiteX0" fmla="*/ 613812 w 6811073"/>
                <a:gd name="connsiteY0" fmla="*/ 234527 h 532993"/>
                <a:gd name="connsiteX1" fmla="*/ -480 w 6811073"/>
                <a:gd name="connsiteY1" fmla="*/ 304798 h 532993"/>
                <a:gd name="connsiteX2" fmla="*/ 6415608 w 6811073"/>
                <a:gd name="connsiteY2" fmla="*/ 297310 h 532993"/>
                <a:gd name="connsiteX3" fmla="*/ 6810593 w 6811073"/>
                <a:gd name="connsiteY3" fmla="*/ 251663 h 532993"/>
                <a:gd name="connsiteX4" fmla="*/ 6810593 w 6811073"/>
                <a:gd name="connsiteY4" fmla="*/ 234527 h 532993"/>
                <a:gd name="connsiteX5" fmla="*/ 613812 w 6811073"/>
                <a:gd name="connsiteY5" fmla="*/ 234527 h 5329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811073" h="532993">
                  <a:moveTo>
                    <a:pt x="613812" y="234527"/>
                  </a:moveTo>
                  <a:cubicBezTo>
                    <a:pt x="414952" y="260735"/>
                    <a:pt x="209755" y="284206"/>
                    <a:pt x="-480" y="304798"/>
                  </a:cubicBezTo>
                  <a:cubicBezTo>
                    <a:pt x="2307942" y="625912"/>
                    <a:pt x="4083428" y="592793"/>
                    <a:pt x="6415608" y="297310"/>
                  </a:cubicBezTo>
                  <a:cubicBezTo>
                    <a:pt x="6544486" y="281182"/>
                    <a:pt x="6676244" y="265962"/>
                    <a:pt x="6810593" y="251663"/>
                  </a:cubicBezTo>
                  <a:lnTo>
                    <a:pt x="6810593" y="234527"/>
                  </a:lnTo>
                  <a:cubicBezTo>
                    <a:pt x="4574314" y="-94507"/>
                    <a:pt x="2865066" y="-62684"/>
                    <a:pt x="613812" y="234527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346FEB">
                    <a:alpha val="30000"/>
                  </a:srgbClr>
                </a:gs>
                <a:gs pos="100000">
                  <a:srgbClr val="346FEB">
                    <a:alpha val="0"/>
                  </a:srgbClr>
                </a:gs>
              </a:gsLst>
              <a:lin ang="0" scaled="0"/>
              <a:tileRect/>
            </a:gradFill>
            <a:ln w="1439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350" kern="0" smtClean="0">
                <a:solidFill>
                  <a:srgbClr val="FFFFFF"/>
                </a:solidFill>
                <a:latin typeface="Arial"/>
                <a:ea typeface="微软雅黑"/>
              </a:endParaRPr>
            </a:p>
          </p:txBody>
        </p:sp>
      </p:grpSp>
      <p:sp>
        <p:nvSpPr>
          <p:cNvPr id="11" name="Rectangle 34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92280" y="6313488"/>
            <a:ext cx="1905000" cy="457200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0DF7F6-A551-4794-8917-2A16EF42BFF5}" type="slidenum">
              <a:rPr lang="zh-CN" altLang="en-US">
                <a:solidFill>
                  <a:srgbClr val="FFFFFF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7103716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gradFill>
          <a:gsLst>
            <a:gs pos="0">
              <a:srgbClr val="0D3383">
                <a:lumMod val="95000"/>
              </a:srgbClr>
            </a:gs>
            <a:gs pos="72000">
              <a:srgbClr val="0D3383">
                <a:lumMod val="85000"/>
              </a:srgbClr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6638" y="295057"/>
            <a:ext cx="7772400" cy="646331"/>
          </a:xfrm>
        </p:spPr>
        <p:txBody>
          <a:bodyPr/>
          <a:lstStyle>
            <a:lvl1pPr algn="l">
              <a:defRPr sz="3600" b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 smtClean="0"/>
              <a:t>Click to edit Master title style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5" y="1365291"/>
            <a:ext cx="8352928" cy="4114800"/>
          </a:xfrm>
        </p:spPr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en-US" altLang="zh-CN" dirty="0" smtClean="0"/>
              <a:t>Click to edit Master text styles</a:t>
            </a:r>
          </a:p>
          <a:p>
            <a:pPr lvl="1"/>
            <a:r>
              <a:rPr lang="en-US" altLang="zh-CN" dirty="0" smtClean="0"/>
              <a:t>Second level</a:t>
            </a:r>
          </a:p>
          <a:p>
            <a:pPr lvl="2"/>
            <a:r>
              <a:rPr lang="en-US" altLang="zh-CN" dirty="0" smtClean="0"/>
              <a:t>Third level</a:t>
            </a:r>
          </a:p>
          <a:p>
            <a:pPr lvl="3"/>
            <a:r>
              <a:rPr lang="en-US" altLang="zh-CN" dirty="0" smtClean="0"/>
              <a:t>Fourth level</a:t>
            </a:r>
          </a:p>
          <a:p>
            <a:pPr lvl="4"/>
            <a:r>
              <a:rPr lang="en-US" altLang="zh-CN" dirty="0" smtClean="0"/>
              <a:t>Fifth level</a:t>
            </a:r>
            <a:endParaRPr lang="zh-CN" altLang="en-US" dirty="0"/>
          </a:p>
        </p:txBody>
      </p:sp>
      <p:sp>
        <p:nvSpPr>
          <p:cNvPr id="6" name="Rectangle 34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92280" y="6313488"/>
            <a:ext cx="1905000" cy="457200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0DF7F6-A551-4794-8917-2A16EF42BFF5}" type="slidenum">
              <a:rPr lang="zh-CN" altLang="en-US">
                <a:solidFill>
                  <a:srgbClr val="FFFFFF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  <p:grpSp>
        <p:nvGrpSpPr>
          <p:cNvPr id="7" name="组合 6"/>
          <p:cNvGrpSpPr/>
          <p:nvPr userDrawn="1"/>
        </p:nvGrpSpPr>
        <p:grpSpPr>
          <a:xfrm flipH="1">
            <a:off x="0" y="0"/>
            <a:ext cx="9143999" cy="723900"/>
            <a:chOff x="0" y="-399728"/>
            <a:chExt cx="13815102" cy="1183569"/>
          </a:xfrm>
        </p:grpSpPr>
        <p:sp>
          <p:nvSpPr>
            <p:cNvPr id="8" name="任意多边形: 形状 8"/>
            <p:cNvSpPr/>
            <p:nvPr/>
          </p:nvSpPr>
          <p:spPr>
            <a:xfrm>
              <a:off x="0" y="-399728"/>
              <a:ext cx="13815102" cy="1183569"/>
            </a:xfrm>
            <a:custGeom>
              <a:avLst/>
              <a:gdLst>
                <a:gd name="connsiteX0" fmla="*/ 13814622 w 13815102"/>
                <a:gd name="connsiteY0" fmla="*/ -466 h 1183569"/>
                <a:gd name="connsiteX1" fmla="*/ 13814622 w 13815102"/>
                <a:gd name="connsiteY1" fmla="*/ 633122 h 1183569"/>
                <a:gd name="connsiteX2" fmla="*/ 6676676 w 13815102"/>
                <a:gd name="connsiteY2" fmla="*/ 762720 h 1183569"/>
                <a:gd name="connsiteX3" fmla="*/ -480 w 13815102"/>
                <a:gd name="connsiteY3" fmla="*/ 762720 h 1183569"/>
                <a:gd name="connsiteX4" fmla="*/ -480 w 13815102"/>
                <a:gd name="connsiteY4" fmla="*/ -466 h 1183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815102" h="1183569">
                  <a:moveTo>
                    <a:pt x="13814622" y="-466"/>
                  </a:moveTo>
                  <a:lnTo>
                    <a:pt x="13814622" y="633122"/>
                  </a:lnTo>
                  <a:cubicBezTo>
                    <a:pt x="11529385" y="330728"/>
                    <a:pt x="8779036" y="301928"/>
                    <a:pt x="6676676" y="762720"/>
                  </a:cubicBezTo>
                  <a:cubicBezTo>
                    <a:pt x="4251041" y="1294358"/>
                    <a:pt x="2409171" y="1351381"/>
                    <a:pt x="-480" y="762720"/>
                  </a:cubicBezTo>
                  <a:lnTo>
                    <a:pt x="-480" y="-466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346FEB">
                    <a:alpha val="30000"/>
                  </a:srgbClr>
                </a:gs>
                <a:gs pos="100000">
                  <a:srgbClr val="346FEB"/>
                </a:gs>
              </a:gsLst>
              <a:lin ang="0" scaled="0"/>
              <a:tileRect/>
            </a:gradFill>
            <a:ln w="1439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350" kern="0" smtClean="0">
                <a:solidFill>
                  <a:srgbClr val="FFFFFF"/>
                </a:solidFill>
                <a:latin typeface="Arial"/>
                <a:ea typeface="微软雅黑"/>
              </a:endParaRPr>
            </a:p>
          </p:txBody>
        </p:sp>
        <p:sp>
          <p:nvSpPr>
            <p:cNvPr id="9" name="任意多边形: 形状 10"/>
            <p:cNvSpPr/>
            <p:nvPr/>
          </p:nvSpPr>
          <p:spPr>
            <a:xfrm>
              <a:off x="6734755" y="205070"/>
              <a:ext cx="6811073" cy="532994"/>
            </a:xfrm>
            <a:custGeom>
              <a:avLst/>
              <a:gdLst>
                <a:gd name="connsiteX0" fmla="*/ 613812 w 6811073"/>
                <a:gd name="connsiteY0" fmla="*/ 234527 h 532993"/>
                <a:gd name="connsiteX1" fmla="*/ -480 w 6811073"/>
                <a:gd name="connsiteY1" fmla="*/ 304798 h 532993"/>
                <a:gd name="connsiteX2" fmla="*/ 6415608 w 6811073"/>
                <a:gd name="connsiteY2" fmla="*/ 297310 h 532993"/>
                <a:gd name="connsiteX3" fmla="*/ 6810593 w 6811073"/>
                <a:gd name="connsiteY3" fmla="*/ 251663 h 532993"/>
                <a:gd name="connsiteX4" fmla="*/ 6810593 w 6811073"/>
                <a:gd name="connsiteY4" fmla="*/ 234527 h 532993"/>
                <a:gd name="connsiteX5" fmla="*/ 613812 w 6811073"/>
                <a:gd name="connsiteY5" fmla="*/ 234527 h 5329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811073" h="532993">
                  <a:moveTo>
                    <a:pt x="613812" y="234527"/>
                  </a:moveTo>
                  <a:cubicBezTo>
                    <a:pt x="414952" y="260735"/>
                    <a:pt x="209755" y="284206"/>
                    <a:pt x="-480" y="304798"/>
                  </a:cubicBezTo>
                  <a:cubicBezTo>
                    <a:pt x="2307942" y="625912"/>
                    <a:pt x="4083428" y="592793"/>
                    <a:pt x="6415608" y="297310"/>
                  </a:cubicBezTo>
                  <a:cubicBezTo>
                    <a:pt x="6544486" y="281182"/>
                    <a:pt x="6676244" y="265962"/>
                    <a:pt x="6810593" y="251663"/>
                  </a:cubicBezTo>
                  <a:lnTo>
                    <a:pt x="6810593" y="234527"/>
                  </a:lnTo>
                  <a:cubicBezTo>
                    <a:pt x="4574314" y="-94507"/>
                    <a:pt x="2865066" y="-62684"/>
                    <a:pt x="613812" y="234527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346FEB">
                    <a:alpha val="30000"/>
                  </a:srgbClr>
                </a:gs>
                <a:gs pos="100000">
                  <a:srgbClr val="346FEB">
                    <a:alpha val="0"/>
                  </a:srgbClr>
                </a:gs>
              </a:gsLst>
              <a:lin ang="0" scaled="0"/>
              <a:tileRect/>
            </a:gradFill>
            <a:ln w="1439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350" kern="0" smtClean="0">
                <a:solidFill>
                  <a:srgbClr val="FFFFFF"/>
                </a:solidFill>
                <a:latin typeface="Arial"/>
                <a:ea typeface="微软雅黑"/>
              </a:endParaRPr>
            </a:p>
          </p:txBody>
        </p:sp>
      </p:grpSp>
      <p:sp>
        <p:nvSpPr>
          <p:cNvPr id="12" name="任意多边形: 形状 11"/>
          <p:cNvSpPr/>
          <p:nvPr userDrawn="1"/>
        </p:nvSpPr>
        <p:spPr>
          <a:xfrm flipH="1">
            <a:off x="0" y="5661248"/>
            <a:ext cx="9144000" cy="1196752"/>
          </a:xfrm>
          <a:custGeom>
            <a:avLst/>
            <a:gdLst>
              <a:gd name="connsiteX0" fmla="*/ 11055446 w 11055446"/>
              <a:gd name="connsiteY0" fmla="*/ 1398206 h 1481451"/>
              <a:gd name="connsiteX1" fmla="*/ 10858686 w 11055446"/>
              <a:gd name="connsiteY1" fmla="*/ 1415579 h 1481451"/>
              <a:gd name="connsiteX2" fmla="*/ 10218733 w 11055446"/>
              <a:gd name="connsiteY2" fmla="*/ 1463845 h 1481451"/>
              <a:gd name="connsiteX3" fmla="*/ 9935465 w 11055446"/>
              <a:gd name="connsiteY3" fmla="*/ 1481451 h 1481451"/>
              <a:gd name="connsiteX4" fmla="*/ 10288295 w 11055446"/>
              <a:gd name="connsiteY4" fmla="*/ 1481451 h 1481451"/>
              <a:gd name="connsiteX5" fmla="*/ 10348250 w 11055446"/>
              <a:gd name="connsiteY5" fmla="*/ 1475665 h 1481451"/>
              <a:gd name="connsiteX6" fmla="*/ 10899132 w 11055446"/>
              <a:gd name="connsiteY6" fmla="*/ 1416728 h 1481451"/>
              <a:gd name="connsiteX7" fmla="*/ 0 w 11055446"/>
              <a:gd name="connsiteY7" fmla="*/ 0 h 1481451"/>
              <a:gd name="connsiteX8" fmla="*/ 0 w 11055446"/>
              <a:gd name="connsiteY8" fmla="*/ 687286 h 1481451"/>
              <a:gd name="connsiteX9" fmla="*/ 195826 w 11055446"/>
              <a:gd name="connsiteY9" fmla="*/ 762038 h 1481451"/>
              <a:gd name="connsiteX10" fmla="*/ 2666060 w 11055446"/>
              <a:gd name="connsiteY10" fmla="*/ 1412817 h 1481451"/>
              <a:gd name="connsiteX11" fmla="*/ 3110530 w 11055446"/>
              <a:gd name="connsiteY11" fmla="*/ 1481451 h 1481451"/>
              <a:gd name="connsiteX12" fmla="*/ 5454077 w 11055446"/>
              <a:gd name="connsiteY12" fmla="*/ 1481451 h 1481451"/>
              <a:gd name="connsiteX13" fmla="*/ 5088797 w 11055446"/>
              <a:gd name="connsiteY13" fmla="*/ 1449189 h 1481451"/>
              <a:gd name="connsiteX14" fmla="*/ 140502 w 11055446"/>
              <a:gd name="connsiteY14" fmla="*/ 74138 h 14814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1055446" h="1481451">
                <a:moveTo>
                  <a:pt x="11055446" y="1398206"/>
                </a:moveTo>
                <a:lnTo>
                  <a:pt x="10858686" y="1415579"/>
                </a:lnTo>
                <a:cubicBezTo>
                  <a:pt x="10641086" y="1433382"/>
                  <a:pt x="10427808" y="1449451"/>
                  <a:pt x="10218733" y="1463845"/>
                </a:cubicBezTo>
                <a:lnTo>
                  <a:pt x="9935465" y="1481451"/>
                </a:lnTo>
                <a:lnTo>
                  <a:pt x="10288295" y="1481451"/>
                </a:lnTo>
                <a:lnTo>
                  <a:pt x="10348250" y="1475665"/>
                </a:lnTo>
                <a:cubicBezTo>
                  <a:pt x="10529033" y="1457264"/>
                  <a:pt x="10712639" y="1437629"/>
                  <a:pt x="10899132" y="1416728"/>
                </a:cubicBezTo>
                <a:close/>
                <a:moveTo>
                  <a:pt x="0" y="0"/>
                </a:moveTo>
                <a:lnTo>
                  <a:pt x="0" y="687286"/>
                </a:lnTo>
                <a:lnTo>
                  <a:pt x="195826" y="762038"/>
                </a:lnTo>
                <a:cubicBezTo>
                  <a:pt x="899768" y="1018316"/>
                  <a:pt x="1702028" y="1246156"/>
                  <a:pt x="2666060" y="1412817"/>
                </a:cubicBezTo>
                <a:lnTo>
                  <a:pt x="3110530" y="1481451"/>
                </a:lnTo>
                <a:lnTo>
                  <a:pt x="5454077" y="1481451"/>
                </a:lnTo>
                <a:lnTo>
                  <a:pt x="5088797" y="1449189"/>
                </a:lnTo>
                <a:cubicBezTo>
                  <a:pt x="2761898" y="1219856"/>
                  <a:pt x="1306797" y="669121"/>
                  <a:pt x="140502" y="74138"/>
                </a:cubicBezTo>
                <a:close/>
              </a:path>
            </a:pathLst>
          </a:custGeom>
          <a:gradFill>
            <a:gsLst>
              <a:gs pos="0">
                <a:srgbClr val="4BADD3"/>
              </a:gs>
              <a:gs pos="100000">
                <a:srgbClr val="4BADD3">
                  <a:alpha val="31000"/>
                </a:srgbClr>
              </a:gs>
            </a:gsLst>
            <a:lin ang="10800000" scaled="1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 smtClean="0">
              <a:solidFill>
                <a:srgbClr val="FFFFFF"/>
              </a:solidFill>
              <a:latin typeface="Arial"/>
              <a:ea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426265933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 userDrawn="1"/>
        </p:nvGrpSpPr>
        <p:grpSpPr>
          <a:xfrm flipH="1">
            <a:off x="0" y="0"/>
            <a:ext cx="9143999" cy="723900"/>
            <a:chOff x="0" y="-399728"/>
            <a:chExt cx="13815102" cy="1183569"/>
          </a:xfrm>
        </p:grpSpPr>
        <p:sp>
          <p:nvSpPr>
            <p:cNvPr id="9" name="任意多边形: 形状 8"/>
            <p:cNvSpPr/>
            <p:nvPr/>
          </p:nvSpPr>
          <p:spPr>
            <a:xfrm>
              <a:off x="0" y="-399728"/>
              <a:ext cx="13815102" cy="1183569"/>
            </a:xfrm>
            <a:custGeom>
              <a:avLst/>
              <a:gdLst>
                <a:gd name="connsiteX0" fmla="*/ 13814622 w 13815102"/>
                <a:gd name="connsiteY0" fmla="*/ -466 h 1183569"/>
                <a:gd name="connsiteX1" fmla="*/ 13814622 w 13815102"/>
                <a:gd name="connsiteY1" fmla="*/ 633122 h 1183569"/>
                <a:gd name="connsiteX2" fmla="*/ 6676676 w 13815102"/>
                <a:gd name="connsiteY2" fmla="*/ 762720 h 1183569"/>
                <a:gd name="connsiteX3" fmla="*/ -480 w 13815102"/>
                <a:gd name="connsiteY3" fmla="*/ 762720 h 1183569"/>
                <a:gd name="connsiteX4" fmla="*/ -480 w 13815102"/>
                <a:gd name="connsiteY4" fmla="*/ -466 h 1183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815102" h="1183569">
                  <a:moveTo>
                    <a:pt x="13814622" y="-466"/>
                  </a:moveTo>
                  <a:lnTo>
                    <a:pt x="13814622" y="633122"/>
                  </a:lnTo>
                  <a:cubicBezTo>
                    <a:pt x="11529385" y="330728"/>
                    <a:pt x="8779036" y="301928"/>
                    <a:pt x="6676676" y="762720"/>
                  </a:cubicBezTo>
                  <a:cubicBezTo>
                    <a:pt x="4251041" y="1294358"/>
                    <a:pt x="2409171" y="1351381"/>
                    <a:pt x="-480" y="762720"/>
                  </a:cubicBezTo>
                  <a:lnTo>
                    <a:pt x="-480" y="-466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346FEB">
                    <a:alpha val="30000"/>
                  </a:srgbClr>
                </a:gs>
                <a:gs pos="100000">
                  <a:srgbClr val="346FEB"/>
                </a:gs>
              </a:gsLst>
              <a:lin ang="0" scaled="0"/>
              <a:tileRect/>
            </a:gradFill>
            <a:ln w="1439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350" kern="0" smtClean="0">
                <a:solidFill>
                  <a:srgbClr val="FFFFFF"/>
                </a:solidFill>
                <a:latin typeface="Arial"/>
                <a:ea typeface="微软雅黑"/>
              </a:endParaRPr>
            </a:p>
          </p:txBody>
        </p:sp>
        <p:sp>
          <p:nvSpPr>
            <p:cNvPr id="10" name="任意多边形: 形状 10"/>
            <p:cNvSpPr/>
            <p:nvPr/>
          </p:nvSpPr>
          <p:spPr>
            <a:xfrm>
              <a:off x="6734755" y="205070"/>
              <a:ext cx="6811073" cy="532994"/>
            </a:xfrm>
            <a:custGeom>
              <a:avLst/>
              <a:gdLst>
                <a:gd name="connsiteX0" fmla="*/ 613812 w 6811073"/>
                <a:gd name="connsiteY0" fmla="*/ 234527 h 532993"/>
                <a:gd name="connsiteX1" fmla="*/ -480 w 6811073"/>
                <a:gd name="connsiteY1" fmla="*/ 304798 h 532993"/>
                <a:gd name="connsiteX2" fmla="*/ 6415608 w 6811073"/>
                <a:gd name="connsiteY2" fmla="*/ 297310 h 532993"/>
                <a:gd name="connsiteX3" fmla="*/ 6810593 w 6811073"/>
                <a:gd name="connsiteY3" fmla="*/ 251663 h 532993"/>
                <a:gd name="connsiteX4" fmla="*/ 6810593 w 6811073"/>
                <a:gd name="connsiteY4" fmla="*/ 234527 h 532993"/>
                <a:gd name="connsiteX5" fmla="*/ 613812 w 6811073"/>
                <a:gd name="connsiteY5" fmla="*/ 234527 h 5329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811073" h="532993">
                  <a:moveTo>
                    <a:pt x="613812" y="234527"/>
                  </a:moveTo>
                  <a:cubicBezTo>
                    <a:pt x="414952" y="260735"/>
                    <a:pt x="209755" y="284206"/>
                    <a:pt x="-480" y="304798"/>
                  </a:cubicBezTo>
                  <a:cubicBezTo>
                    <a:pt x="2307942" y="625912"/>
                    <a:pt x="4083428" y="592793"/>
                    <a:pt x="6415608" y="297310"/>
                  </a:cubicBezTo>
                  <a:cubicBezTo>
                    <a:pt x="6544486" y="281182"/>
                    <a:pt x="6676244" y="265962"/>
                    <a:pt x="6810593" y="251663"/>
                  </a:cubicBezTo>
                  <a:lnTo>
                    <a:pt x="6810593" y="234527"/>
                  </a:lnTo>
                  <a:cubicBezTo>
                    <a:pt x="4574314" y="-94507"/>
                    <a:pt x="2865066" y="-62684"/>
                    <a:pt x="613812" y="234527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346FEB">
                    <a:alpha val="30000"/>
                  </a:srgbClr>
                </a:gs>
                <a:gs pos="100000">
                  <a:srgbClr val="346FEB">
                    <a:alpha val="0"/>
                  </a:srgbClr>
                </a:gs>
              </a:gsLst>
              <a:lin ang="0" scaled="0"/>
              <a:tileRect/>
            </a:gradFill>
            <a:ln w="1439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350" kern="0" smtClean="0">
                <a:solidFill>
                  <a:srgbClr val="FFFFFF"/>
                </a:solidFill>
                <a:latin typeface="Arial"/>
                <a:ea typeface="微软雅黑"/>
              </a:endParaRPr>
            </a:p>
          </p:txBody>
        </p:sp>
      </p:grpSp>
      <p:sp>
        <p:nvSpPr>
          <p:cNvPr id="11" name="Rectangle 34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92280" y="6313488"/>
            <a:ext cx="1905000" cy="457200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0DF7F6-A551-4794-8917-2A16EF42BFF5}" type="slidenum">
              <a:rPr lang="zh-CN" altLang="en-US">
                <a:solidFill>
                  <a:srgbClr val="FFFFFF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12" name="Content Placeholder 2"/>
          <p:cNvSpPr>
            <a:spLocks noGrp="1"/>
          </p:cNvSpPr>
          <p:nvPr>
            <p:ph idx="1"/>
          </p:nvPr>
        </p:nvSpPr>
        <p:spPr>
          <a:xfrm>
            <a:off x="207933" y="228600"/>
            <a:ext cx="8352928" cy="4114800"/>
          </a:xfrm>
        </p:spPr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en-US" altLang="zh-CN" dirty="0" smtClean="0"/>
              <a:t>Click to edit Master text styles</a:t>
            </a:r>
          </a:p>
          <a:p>
            <a:pPr lvl="1"/>
            <a:r>
              <a:rPr lang="en-US" altLang="zh-CN" dirty="0" smtClean="0"/>
              <a:t>Second level</a:t>
            </a:r>
          </a:p>
          <a:p>
            <a:pPr lvl="2"/>
            <a:r>
              <a:rPr lang="en-US" altLang="zh-CN" dirty="0" smtClean="0"/>
              <a:t>Third level</a:t>
            </a:r>
          </a:p>
          <a:p>
            <a:pPr lvl="3"/>
            <a:r>
              <a:rPr lang="en-US" altLang="zh-CN" dirty="0" smtClean="0"/>
              <a:t>Fourth level</a:t>
            </a:r>
          </a:p>
          <a:p>
            <a:pPr lvl="4"/>
            <a:r>
              <a:rPr lang="en-US" altLang="zh-CN" dirty="0" smtClean="0"/>
              <a:t>Fifth level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66250680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800100"/>
            <a:ext cx="7772400" cy="762000"/>
          </a:xfrm>
        </p:spPr>
        <p:txBody>
          <a:bodyPr/>
          <a:lstStyle/>
          <a:p>
            <a:r>
              <a:rPr lang="en-US" altLang="zh-CN" smtClean="0"/>
              <a:t>Click to edit Master title style</a:t>
            </a:r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981200"/>
            <a:ext cx="3810000" cy="1981200"/>
          </a:xfrm>
        </p:spPr>
        <p:txBody>
          <a:bodyPr/>
          <a:lstStyle/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4114800"/>
            <a:ext cx="3810000" cy="1981200"/>
          </a:xfrm>
        </p:spPr>
        <p:txBody>
          <a:bodyPr/>
          <a:lstStyle/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  <p:sp>
        <p:nvSpPr>
          <p:cNvPr id="6" name="Rectangle 3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7" name="Rectangle 3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8" name="Rectangle 3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8FA661-BD4B-4FAB-830F-A7C250F1BC52}" type="slidenum">
              <a:rPr lang="zh-CN" altLang="en-US">
                <a:solidFill>
                  <a:srgbClr val="FFFFFF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 flipH="1">
            <a:off x="0" y="0"/>
            <a:ext cx="9143999" cy="723900"/>
            <a:chOff x="0" y="-399728"/>
            <a:chExt cx="13815102" cy="1183569"/>
          </a:xfrm>
        </p:grpSpPr>
        <p:sp>
          <p:nvSpPr>
            <p:cNvPr id="10" name="任意多边形: 形状 8"/>
            <p:cNvSpPr/>
            <p:nvPr/>
          </p:nvSpPr>
          <p:spPr>
            <a:xfrm>
              <a:off x="0" y="-399728"/>
              <a:ext cx="13815102" cy="1183569"/>
            </a:xfrm>
            <a:custGeom>
              <a:avLst/>
              <a:gdLst>
                <a:gd name="connsiteX0" fmla="*/ 13814622 w 13815102"/>
                <a:gd name="connsiteY0" fmla="*/ -466 h 1183569"/>
                <a:gd name="connsiteX1" fmla="*/ 13814622 w 13815102"/>
                <a:gd name="connsiteY1" fmla="*/ 633122 h 1183569"/>
                <a:gd name="connsiteX2" fmla="*/ 6676676 w 13815102"/>
                <a:gd name="connsiteY2" fmla="*/ 762720 h 1183569"/>
                <a:gd name="connsiteX3" fmla="*/ -480 w 13815102"/>
                <a:gd name="connsiteY3" fmla="*/ 762720 h 1183569"/>
                <a:gd name="connsiteX4" fmla="*/ -480 w 13815102"/>
                <a:gd name="connsiteY4" fmla="*/ -466 h 1183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815102" h="1183569">
                  <a:moveTo>
                    <a:pt x="13814622" y="-466"/>
                  </a:moveTo>
                  <a:lnTo>
                    <a:pt x="13814622" y="633122"/>
                  </a:lnTo>
                  <a:cubicBezTo>
                    <a:pt x="11529385" y="330728"/>
                    <a:pt x="8779036" y="301928"/>
                    <a:pt x="6676676" y="762720"/>
                  </a:cubicBezTo>
                  <a:cubicBezTo>
                    <a:pt x="4251041" y="1294358"/>
                    <a:pt x="2409171" y="1351381"/>
                    <a:pt x="-480" y="762720"/>
                  </a:cubicBezTo>
                  <a:lnTo>
                    <a:pt x="-480" y="-466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346FEB">
                    <a:alpha val="30000"/>
                  </a:srgbClr>
                </a:gs>
                <a:gs pos="100000">
                  <a:srgbClr val="346FEB"/>
                </a:gs>
              </a:gsLst>
              <a:lin ang="0" scaled="0"/>
              <a:tileRect/>
            </a:gradFill>
            <a:ln w="1439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350" kern="0" smtClean="0">
                <a:solidFill>
                  <a:srgbClr val="FFFFFF"/>
                </a:solidFill>
                <a:latin typeface="Arial"/>
                <a:ea typeface="微软雅黑"/>
              </a:endParaRPr>
            </a:p>
          </p:txBody>
        </p:sp>
        <p:sp>
          <p:nvSpPr>
            <p:cNvPr id="11" name="任意多边形: 形状 10"/>
            <p:cNvSpPr/>
            <p:nvPr/>
          </p:nvSpPr>
          <p:spPr>
            <a:xfrm>
              <a:off x="6734755" y="205070"/>
              <a:ext cx="6811073" cy="532994"/>
            </a:xfrm>
            <a:custGeom>
              <a:avLst/>
              <a:gdLst>
                <a:gd name="connsiteX0" fmla="*/ 613812 w 6811073"/>
                <a:gd name="connsiteY0" fmla="*/ 234527 h 532993"/>
                <a:gd name="connsiteX1" fmla="*/ -480 w 6811073"/>
                <a:gd name="connsiteY1" fmla="*/ 304798 h 532993"/>
                <a:gd name="connsiteX2" fmla="*/ 6415608 w 6811073"/>
                <a:gd name="connsiteY2" fmla="*/ 297310 h 532993"/>
                <a:gd name="connsiteX3" fmla="*/ 6810593 w 6811073"/>
                <a:gd name="connsiteY3" fmla="*/ 251663 h 532993"/>
                <a:gd name="connsiteX4" fmla="*/ 6810593 w 6811073"/>
                <a:gd name="connsiteY4" fmla="*/ 234527 h 532993"/>
                <a:gd name="connsiteX5" fmla="*/ 613812 w 6811073"/>
                <a:gd name="connsiteY5" fmla="*/ 234527 h 5329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811073" h="532993">
                  <a:moveTo>
                    <a:pt x="613812" y="234527"/>
                  </a:moveTo>
                  <a:cubicBezTo>
                    <a:pt x="414952" y="260735"/>
                    <a:pt x="209755" y="284206"/>
                    <a:pt x="-480" y="304798"/>
                  </a:cubicBezTo>
                  <a:cubicBezTo>
                    <a:pt x="2307942" y="625912"/>
                    <a:pt x="4083428" y="592793"/>
                    <a:pt x="6415608" y="297310"/>
                  </a:cubicBezTo>
                  <a:cubicBezTo>
                    <a:pt x="6544486" y="281182"/>
                    <a:pt x="6676244" y="265962"/>
                    <a:pt x="6810593" y="251663"/>
                  </a:cubicBezTo>
                  <a:lnTo>
                    <a:pt x="6810593" y="234527"/>
                  </a:lnTo>
                  <a:cubicBezTo>
                    <a:pt x="4574314" y="-94507"/>
                    <a:pt x="2865066" y="-62684"/>
                    <a:pt x="613812" y="234527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346FEB">
                    <a:alpha val="30000"/>
                  </a:srgbClr>
                </a:gs>
                <a:gs pos="100000">
                  <a:srgbClr val="346FEB">
                    <a:alpha val="0"/>
                  </a:srgbClr>
                </a:gs>
              </a:gsLst>
              <a:lin ang="0" scaled="0"/>
              <a:tileRect/>
            </a:gradFill>
            <a:ln w="1439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350" kern="0" smtClean="0">
                <a:solidFill>
                  <a:srgbClr val="FFFFFF"/>
                </a:solidFill>
                <a:latin typeface="Arial"/>
                <a:ea typeface="微软雅黑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29221104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1358533"/>
            <a:ext cx="7772400" cy="1446550"/>
          </a:xfrm>
        </p:spPr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 smtClean="0"/>
              <a:t>Click to edit Master title style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2610761" y="3051536"/>
            <a:ext cx="4690584" cy="3096344"/>
          </a:xfrm>
        </p:spPr>
        <p:txBody>
          <a:bodyPr/>
          <a:lstStyle>
            <a:lvl1pPr marL="0" indent="0">
              <a:buFontTx/>
              <a:buNone/>
              <a:defRPr sz="3600"/>
            </a:lvl1pPr>
          </a:lstStyle>
          <a:p>
            <a:pPr lvl="0"/>
            <a:r>
              <a:rPr lang="en-US" altLang="zh-CN" dirty="0" smtClean="0"/>
              <a:t>Click to edit Master text styles</a:t>
            </a:r>
          </a:p>
        </p:txBody>
      </p:sp>
      <p:grpSp>
        <p:nvGrpSpPr>
          <p:cNvPr id="8" name="组合 7"/>
          <p:cNvGrpSpPr/>
          <p:nvPr userDrawn="1"/>
        </p:nvGrpSpPr>
        <p:grpSpPr>
          <a:xfrm flipH="1">
            <a:off x="0" y="0"/>
            <a:ext cx="9143999" cy="723900"/>
            <a:chOff x="0" y="-399728"/>
            <a:chExt cx="13815102" cy="1183569"/>
          </a:xfrm>
        </p:grpSpPr>
        <p:sp>
          <p:nvSpPr>
            <p:cNvPr id="9" name="任意多边形: 形状 8"/>
            <p:cNvSpPr/>
            <p:nvPr/>
          </p:nvSpPr>
          <p:spPr>
            <a:xfrm>
              <a:off x="0" y="-399728"/>
              <a:ext cx="13815102" cy="1183569"/>
            </a:xfrm>
            <a:custGeom>
              <a:avLst/>
              <a:gdLst>
                <a:gd name="connsiteX0" fmla="*/ 13814622 w 13815102"/>
                <a:gd name="connsiteY0" fmla="*/ -466 h 1183569"/>
                <a:gd name="connsiteX1" fmla="*/ 13814622 w 13815102"/>
                <a:gd name="connsiteY1" fmla="*/ 633122 h 1183569"/>
                <a:gd name="connsiteX2" fmla="*/ 6676676 w 13815102"/>
                <a:gd name="connsiteY2" fmla="*/ 762720 h 1183569"/>
                <a:gd name="connsiteX3" fmla="*/ -480 w 13815102"/>
                <a:gd name="connsiteY3" fmla="*/ 762720 h 1183569"/>
                <a:gd name="connsiteX4" fmla="*/ -480 w 13815102"/>
                <a:gd name="connsiteY4" fmla="*/ -466 h 1183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815102" h="1183569">
                  <a:moveTo>
                    <a:pt x="13814622" y="-466"/>
                  </a:moveTo>
                  <a:lnTo>
                    <a:pt x="13814622" y="633122"/>
                  </a:lnTo>
                  <a:cubicBezTo>
                    <a:pt x="11529385" y="330728"/>
                    <a:pt x="8779036" y="301928"/>
                    <a:pt x="6676676" y="762720"/>
                  </a:cubicBezTo>
                  <a:cubicBezTo>
                    <a:pt x="4251041" y="1294358"/>
                    <a:pt x="2409171" y="1351381"/>
                    <a:pt x="-480" y="762720"/>
                  </a:cubicBezTo>
                  <a:lnTo>
                    <a:pt x="-480" y="-466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346FEB">
                    <a:alpha val="30000"/>
                  </a:srgbClr>
                </a:gs>
                <a:gs pos="100000">
                  <a:srgbClr val="346FEB"/>
                </a:gs>
              </a:gsLst>
              <a:lin ang="0" scaled="0"/>
              <a:tileRect/>
            </a:gradFill>
            <a:ln w="1439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350" kern="0" smtClean="0">
                <a:solidFill>
                  <a:srgbClr val="FFFFFF"/>
                </a:solidFill>
                <a:latin typeface="Arial"/>
                <a:ea typeface="微软雅黑"/>
              </a:endParaRPr>
            </a:p>
          </p:txBody>
        </p:sp>
        <p:sp>
          <p:nvSpPr>
            <p:cNvPr id="10" name="任意多边形: 形状 10"/>
            <p:cNvSpPr/>
            <p:nvPr/>
          </p:nvSpPr>
          <p:spPr>
            <a:xfrm>
              <a:off x="6734755" y="205070"/>
              <a:ext cx="6811073" cy="532994"/>
            </a:xfrm>
            <a:custGeom>
              <a:avLst/>
              <a:gdLst>
                <a:gd name="connsiteX0" fmla="*/ 613812 w 6811073"/>
                <a:gd name="connsiteY0" fmla="*/ 234527 h 532993"/>
                <a:gd name="connsiteX1" fmla="*/ -480 w 6811073"/>
                <a:gd name="connsiteY1" fmla="*/ 304798 h 532993"/>
                <a:gd name="connsiteX2" fmla="*/ 6415608 w 6811073"/>
                <a:gd name="connsiteY2" fmla="*/ 297310 h 532993"/>
                <a:gd name="connsiteX3" fmla="*/ 6810593 w 6811073"/>
                <a:gd name="connsiteY3" fmla="*/ 251663 h 532993"/>
                <a:gd name="connsiteX4" fmla="*/ 6810593 w 6811073"/>
                <a:gd name="connsiteY4" fmla="*/ 234527 h 532993"/>
                <a:gd name="connsiteX5" fmla="*/ 613812 w 6811073"/>
                <a:gd name="connsiteY5" fmla="*/ 234527 h 5329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811073" h="532993">
                  <a:moveTo>
                    <a:pt x="613812" y="234527"/>
                  </a:moveTo>
                  <a:cubicBezTo>
                    <a:pt x="414952" y="260735"/>
                    <a:pt x="209755" y="284206"/>
                    <a:pt x="-480" y="304798"/>
                  </a:cubicBezTo>
                  <a:cubicBezTo>
                    <a:pt x="2307942" y="625912"/>
                    <a:pt x="4083428" y="592793"/>
                    <a:pt x="6415608" y="297310"/>
                  </a:cubicBezTo>
                  <a:cubicBezTo>
                    <a:pt x="6544486" y="281182"/>
                    <a:pt x="6676244" y="265962"/>
                    <a:pt x="6810593" y="251663"/>
                  </a:cubicBezTo>
                  <a:lnTo>
                    <a:pt x="6810593" y="234527"/>
                  </a:lnTo>
                  <a:cubicBezTo>
                    <a:pt x="4574314" y="-94507"/>
                    <a:pt x="2865066" y="-62684"/>
                    <a:pt x="613812" y="234527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346FEB">
                    <a:alpha val="30000"/>
                  </a:srgbClr>
                </a:gs>
                <a:gs pos="100000">
                  <a:srgbClr val="346FEB">
                    <a:alpha val="0"/>
                  </a:srgbClr>
                </a:gs>
              </a:gsLst>
              <a:lin ang="0" scaled="0"/>
              <a:tileRect/>
            </a:gradFill>
            <a:ln w="1439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350" kern="0" smtClean="0">
                <a:solidFill>
                  <a:srgbClr val="FFFFFF"/>
                </a:solidFill>
                <a:latin typeface="Arial"/>
                <a:ea typeface="微软雅黑"/>
              </a:endParaRPr>
            </a:p>
          </p:txBody>
        </p:sp>
      </p:grpSp>
      <p:sp>
        <p:nvSpPr>
          <p:cNvPr id="11" name="Rectangle 34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92280" y="6313488"/>
            <a:ext cx="1905000" cy="457200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0DF7F6-A551-4794-8917-2A16EF42BFF5}" type="slidenum">
              <a:rPr lang="zh-CN" altLang="en-US">
                <a:solidFill>
                  <a:srgbClr val="FFFFFF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6982338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 userDrawn="1"/>
        </p:nvGrpSpPr>
        <p:grpSpPr>
          <a:xfrm flipH="1">
            <a:off x="0" y="0"/>
            <a:ext cx="9143999" cy="723900"/>
            <a:chOff x="0" y="-399728"/>
            <a:chExt cx="13815102" cy="1183569"/>
          </a:xfrm>
        </p:grpSpPr>
        <p:sp>
          <p:nvSpPr>
            <p:cNvPr id="9" name="任意多边形: 形状 8"/>
            <p:cNvSpPr/>
            <p:nvPr/>
          </p:nvSpPr>
          <p:spPr>
            <a:xfrm>
              <a:off x="0" y="-399728"/>
              <a:ext cx="13815102" cy="1183569"/>
            </a:xfrm>
            <a:custGeom>
              <a:avLst/>
              <a:gdLst>
                <a:gd name="connsiteX0" fmla="*/ 13814622 w 13815102"/>
                <a:gd name="connsiteY0" fmla="*/ -466 h 1183569"/>
                <a:gd name="connsiteX1" fmla="*/ 13814622 w 13815102"/>
                <a:gd name="connsiteY1" fmla="*/ 633122 h 1183569"/>
                <a:gd name="connsiteX2" fmla="*/ 6676676 w 13815102"/>
                <a:gd name="connsiteY2" fmla="*/ 762720 h 1183569"/>
                <a:gd name="connsiteX3" fmla="*/ -480 w 13815102"/>
                <a:gd name="connsiteY3" fmla="*/ 762720 h 1183569"/>
                <a:gd name="connsiteX4" fmla="*/ -480 w 13815102"/>
                <a:gd name="connsiteY4" fmla="*/ -466 h 1183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815102" h="1183569">
                  <a:moveTo>
                    <a:pt x="13814622" y="-466"/>
                  </a:moveTo>
                  <a:lnTo>
                    <a:pt x="13814622" y="633122"/>
                  </a:lnTo>
                  <a:cubicBezTo>
                    <a:pt x="11529385" y="330728"/>
                    <a:pt x="8779036" y="301928"/>
                    <a:pt x="6676676" y="762720"/>
                  </a:cubicBezTo>
                  <a:cubicBezTo>
                    <a:pt x="4251041" y="1294358"/>
                    <a:pt x="2409171" y="1351381"/>
                    <a:pt x="-480" y="762720"/>
                  </a:cubicBezTo>
                  <a:lnTo>
                    <a:pt x="-480" y="-466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346FEB">
                    <a:alpha val="30000"/>
                  </a:srgbClr>
                </a:gs>
                <a:gs pos="100000">
                  <a:srgbClr val="346FEB"/>
                </a:gs>
              </a:gsLst>
              <a:lin ang="0" scaled="0"/>
              <a:tileRect/>
            </a:gradFill>
            <a:ln w="1439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350" kern="0" smtClean="0">
                <a:solidFill>
                  <a:srgbClr val="FFFFFF"/>
                </a:solidFill>
                <a:latin typeface="Arial"/>
                <a:ea typeface="微软雅黑"/>
              </a:endParaRPr>
            </a:p>
          </p:txBody>
        </p:sp>
        <p:sp>
          <p:nvSpPr>
            <p:cNvPr id="10" name="任意多边形: 形状 10"/>
            <p:cNvSpPr/>
            <p:nvPr/>
          </p:nvSpPr>
          <p:spPr>
            <a:xfrm>
              <a:off x="6734755" y="205070"/>
              <a:ext cx="6811073" cy="532994"/>
            </a:xfrm>
            <a:custGeom>
              <a:avLst/>
              <a:gdLst>
                <a:gd name="connsiteX0" fmla="*/ 613812 w 6811073"/>
                <a:gd name="connsiteY0" fmla="*/ 234527 h 532993"/>
                <a:gd name="connsiteX1" fmla="*/ -480 w 6811073"/>
                <a:gd name="connsiteY1" fmla="*/ 304798 h 532993"/>
                <a:gd name="connsiteX2" fmla="*/ 6415608 w 6811073"/>
                <a:gd name="connsiteY2" fmla="*/ 297310 h 532993"/>
                <a:gd name="connsiteX3" fmla="*/ 6810593 w 6811073"/>
                <a:gd name="connsiteY3" fmla="*/ 251663 h 532993"/>
                <a:gd name="connsiteX4" fmla="*/ 6810593 w 6811073"/>
                <a:gd name="connsiteY4" fmla="*/ 234527 h 532993"/>
                <a:gd name="connsiteX5" fmla="*/ 613812 w 6811073"/>
                <a:gd name="connsiteY5" fmla="*/ 234527 h 5329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811073" h="532993">
                  <a:moveTo>
                    <a:pt x="613812" y="234527"/>
                  </a:moveTo>
                  <a:cubicBezTo>
                    <a:pt x="414952" y="260735"/>
                    <a:pt x="209755" y="284206"/>
                    <a:pt x="-480" y="304798"/>
                  </a:cubicBezTo>
                  <a:cubicBezTo>
                    <a:pt x="2307942" y="625912"/>
                    <a:pt x="4083428" y="592793"/>
                    <a:pt x="6415608" y="297310"/>
                  </a:cubicBezTo>
                  <a:cubicBezTo>
                    <a:pt x="6544486" y="281182"/>
                    <a:pt x="6676244" y="265962"/>
                    <a:pt x="6810593" y="251663"/>
                  </a:cubicBezTo>
                  <a:lnTo>
                    <a:pt x="6810593" y="234527"/>
                  </a:lnTo>
                  <a:cubicBezTo>
                    <a:pt x="4574314" y="-94507"/>
                    <a:pt x="2865066" y="-62684"/>
                    <a:pt x="613812" y="234527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346FEB">
                    <a:alpha val="30000"/>
                  </a:srgbClr>
                </a:gs>
                <a:gs pos="100000">
                  <a:srgbClr val="346FEB">
                    <a:alpha val="0"/>
                  </a:srgbClr>
                </a:gs>
              </a:gsLst>
              <a:lin ang="0" scaled="0"/>
              <a:tileRect/>
            </a:gradFill>
            <a:ln w="1439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350" kern="0" smtClean="0">
                <a:solidFill>
                  <a:srgbClr val="FFFFFF"/>
                </a:solidFill>
                <a:latin typeface="Arial"/>
                <a:ea typeface="微软雅黑"/>
              </a:endParaRPr>
            </a:p>
          </p:txBody>
        </p:sp>
      </p:grpSp>
      <p:sp>
        <p:nvSpPr>
          <p:cNvPr id="11" name="Rectangle 34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92280" y="6313488"/>
            <a:ext cx="1905000" cy="457200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0DF7F6-A551-4794-8917-2A16EF42BFF5}" type="slidenum">
              <a:rPr lang="zh-CN" altLang="en-US">
                <a:solidFill>
                  <a:srgbClr val="FFFFFF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12" name="Content Placeholder 2"/>
          <p:cNvSpPr>
            <a:spLocks noGrp="1"/>
          </p:cNvSpPr>
          <p:nvPr>
            <p:ph idx="1"/>
          </p:nvPr>
        </p:nvSpPr>
        <p:spPr>
          <a:xfrm>
            <a:off x="395535" y="1365291"/>
            <a:ext cx="8352928" cy="4114800"/>
          </a:xfrm>
        </p:spPr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en-US" altLang="zh-CN" dirty="0" smtClean="0"/>
              <a:t>Click to edit Master text styles</a:t>
            </a:r>
          </a:p>
          <a:p>
            <a:pPr lvl="1"/>
            <a:r>
              <a:rPr lang="en-US" altLang="zh-CN" dirty="0" smtClean="0"/>
              <a:t>Second level</a:t>
            </a:r>
          </a:p>
          <a:p>
            <a:pPr lvl="2"/>
            <a:r>
              <a:rPr lang="en-US" altLang="zh-CN" dirty="0" smtClean="0"/>
              <a:t>Third level</a:t>
            </a:r>
          </a:p>
          <a:p>
            <a:pPr lvl="3"/>
            <a:r>
              <a:rPr lang="en-US" altLang="zh-CN" dirty="0" smtClean="0"/>
              <a:t>Fourth level</a:t>
            </a:r>
          </a:p>
          <a:p>
            <a:pPr lvl="4"/>
            <a:r>
              <a:rPr lang="en-US" altLang="zh-CN" dirty="0" smtClean="0"/>
              <a:t>Fifth level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81719470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1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1.png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2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5" Type="http://schemas.openxmlformats.org/officeDocument/2006/relationships/image" Target="../media/image1.png"/><Relationship Id="rId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28.xml"/><Relationship Id="rId7" Type="http://schemas.openxmlformats.org/officeDocument/2006/relationships/theme" Target="../theme/theme4.xml"/><Relationship Id="rId2" Type="http://schemas.openxmlformats.org/officeDocument/2006/relationships/slideLayout" Target="../slideLayouts/slideLayout27.xml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5" Type="http://schemas.openxmlformats.org/officeDocument/2006/relationships/slideLayout" Target="../slideLayouts/slideLayout30.xml"/><Relationship Id="rId4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gradFill>
          <a:gsLst>
            <a:gs pos="0">
              <a:srgbClr val="0D3383">
                <a:lumMod val="95000"/>
              </a:srgbClr>
            </a:gs>
            <a:gs pos="72000">
              <a:srgbClr val="0D3383">
                <a:lumMod val="85000"/>
              </a:srgbClr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30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788685"/>
            <a:ext cx="7772400" cy="7848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zh-CN" altLang="zh-CN" dirty="0" smtClean="0"/>
              <a:t>单击此处编辑母版标题样式</a:t>
            </a:r>
          </a:p>
        </p:txBody>
      </p:sp>
      <p:sp>
        <p:nvSpPr>
          <p:cNvPr id="1028" name="Rectangle 31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zh-CN" dirty="0" smtClean="0"/>
              <a:t>单击此处编辑母版文本样式</a:t>
            </a:r>
          </a:p>
          <a:p>
            <a:pPr lvl="1"/>
            <a:r>
              <a:rPr lang="zh-CN" altLang="zh-CN" dirty="0" smtClean="0"/>
              <a:t>第二级</a:t>
            </a:r>
          </a:p>
          <a:p>
            <a:pPr lvl="2"/>
            <a:r>
              <a:rPr lang="zh-CN" altLang="zh-CN" dirty="0" smtClean="0"/>
              <a:t>第三级</a:t>
            </a:r>
          </a:p>
          <a:p>
            <a:pPr lvl="3"/>
            <a:r>
              <a:rPr lang="zh-CN" altLang="zh-CN" dirty="0" smtClean="0"/>
              <a:t>第四级</a:t>
            </a:r>
          </a:p>
          <a:p>
            <a:pPr lvl="4"/>
            <a:r>
              <a:rPr lang="zh-CN" altLang="zh-CN" dirty="0" smtClean="0"/>
              <a:t>第五级</a:t>
            </a:r>
          </a:p>
        </p:txBody>
      </p:sp>
      <p:sp>
        <p:nvSpPr>
          <p:cNvPr id="1056" name="Rectangle 32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712788" y="6313488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latin typeface="+mn-lt"/>
              </a:defRPr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1057" name="Rectangle 33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51188" y="6313488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latin typeface="+mn-lt"/>
              </a:defRPr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1058" name="Rectangle 3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80188" y="6313488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 b="0">
                <a:latin typeface="+mn-lt"/>
              </a:defRPr>
            </a:lvl1pPr>
          </a:lstStyle>
          <a:p>
            <a:pPr>
              <a:defRPr/>
            </a:pPr>
            <a:fld id="{1060AC64-CE1B-4DBA-AFBD-80FC1C82F140}" type="slidenum">
              <a:rPr lang="zh-CN" altLang="en-US">
                <a:solidFill>
                  <a:srgbClr val="FFFFFF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  <p:grpSp>
        <p:nvGrpSpPr>
          <p:cNvPr id="35" name="组合 34"/>
          <p:cNvGrpSpPr/>
          <p:nvPr userDrawn="1"/>
        </p:nvGrpSpPr>
        <p:grpSpPr>
          <a:xfrm flipH="1">
            <a:off x="0" y="0"/>
            <a:ext cx="9143999" cy="723900"/>
            <a:chOff x="0" y="-399728"/>
            <a:chExt cx="13815102" cy="1183569"/>
          </a:xfrm>
        </p:grpSpPr>
        <p:sp>
          <p:nvSpPr>
            <p:cNvPr id="36" name="任意多边形: 形状 8"/>
            <p:cNvSpPr/>
            <p:nvPr/>
          </p:nvSpPr>
          <p:spPr>
            <a:xfrm>
              <a:off x="0" y="-399728"/>
              <a:ext cx="13815102" cy="1183569"/>
            </a:xfrm>
            <a:custGeom>
              <a:avLst/>
              <a:gdLst>
                <a:gd name="connsiteX0" fmla="*/ 13814622 w 13815102"/>
                <a:gd name="connsiteY0" fmla="*/ -466 h 1183569"/>
                <a:gd name="connsiteX1" fmla="*/ 13814622 w 13815102"/>
                <a:gd name="connsiteY1" fmla="*/ 633122 h 1183569"/>
                <a:gd name="connsiteX2" fmla="*/ 6676676 w 13815102"/>
                <a:gd name="connsiteY2" fmla="*/ 762720 h 1183569"/>
                <a:gd name="connsiteX3" fmla="*/ -480 w 13815102"/>
                <a:gd name="connsiteY3" fmla="*/ 762720 h 1183569"/>
                <a:gd name="connsiteX4" fmla="*/ -480 w 13815102"/>
                <a:gd name="connsiteY4" fmla="*/ -466 h 1183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815102" h="1183569">
                  <a:moveTo>
                    <a:pt x="13814622" y="-466"/>
                  </a:moveTo>
                  <a:lnTo>
                    <a:pt x="13814622" y="633122"/>
                  </a:lnTo>
                  <a:cubicBezTo>
                    <a:pt x="11529385" y="330728"/>
                    <a:pt x="8779036" y="301928"/>
                    <a:pt x="6676676" y="762720"/>
                  </a:cubicBezTo>
                  <a:cubicBezTo>
                    <a:pt x="4251041" y="1294358"/>
                    <a:pt x="2409171" y="1351381"/>
                    <a:pt x="-480" y="762720"/>
                  </a:cubicBezTo>
                  <a:lnTo>
                    <a:pt x="-480" y="-466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346FEB">
                    <a:alpha val="30000"/>
                  </a:srgbClr>
                </a:gs>
                <a:gs pos="100000">
                  <a:srgbClr val="346FEB"/>
                </a:gs>
              </a:gsLst>
              <a:lin ang="0" scaled="0"/>
              <a:tileRect/>
            </a:gradFill>
            <a:ln w="1439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350" kern="0" smtClean="0">
                <a:solidFill>
                  <a:srgbClr val="FFFFFF"/>
                </a:solidFill>
                <a:latin typeface="Arial"/>
                <a:ea typeface="微软雅黑"/>
              </a:endParaRPr>
            </a:p>
          </p:txBody>
        </p:sp>
        <p:sp>
          <p:nvSpPr>
            <p:cNvPr id="37" name="任意多边形: 形状 10"/>
            <p:cNvSpPr/>
            <p:nvPr/>
          </p:nvSpPr>
          <p:spPr>
            <a:xfrm>
              <a:off x="6734755" y="205070"/>
              <a:ext cx="6811073" cy="532994"/>
            </a:xfrm>
            <a:custGeom>
              <a:avLst/>
              <a:gdLst>
                <a:gd name="connsiteX0" fmla="*/ 613812 w 6811073"/>
                <a:gd name="connsiteY0" fmla="*/ 234527 h 532993"/>
                <a:gd name="connsiteX1" fmla="*/ -480 w 6811073"/>
                <a:gd name="connsiteY1" fmla="*/ 304798 h 532993"/>
                <a:gd name="connsiteX2" fmla="*/ 6415608 w 6811073"/>
                <a:gd name="connsiteY2" fmla="*/ 297310 h 532993"/>
                <a:gd name="connsiteX3" fmla="*/ 6810593 w 6811073"/>
                <a:gd name="connsiteY3" fmla="*/ 251663 h 532993"/>
                <a:gd name="connsiteX4" fmla="*/ 6810593 w 6811073"/>
                <a:gd name="connsiteY4" fmla="*/ 234527 h 532993"/>
                <a:gd name="connsiteX5" fmla="*/ 613812 w 6811073"/>
                <a:gd name="connsiteY5" fmla="*/ 234527 h 5329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811073" h="532993">
                  <a:moveTo>
                    <a:pt x="613812" y="234527"/>
                  </a:moveTo>
                  <a:cubicBezTo>
                    <a:pt x="414952" y="260735"/>
                    <a:pt x="209755" y="284206"/>
                    <a:pt x="-480" y="304798"/>
                  </a:cubicBezTo>
                  <a:cubicBezTo>
                    <a:pt x="2307942" y="625912"/>
                    <a:pt x="4083428" y="592793"/>
                    <a:pt x="6415608" y="297310"/>
                  </a:cubicBezTo>
                  <a:cubicBezTo>
                    <a:pt x="6544486" y="281182"/>
                    <a:pt x="6676244" y="265962"/>
                    <a:pt x="6810593" y="251663"/>
                  </a:cubicBezTo>
                  <a:lnTo>
                    <a:pt x="6810593" y="234527"/>
                  </a:lnTo>
                  <a:cubicBezTo>
                    <a:pt x="4574314" y="-94507"/>
                    <a:pt x="2865066" y="-62684"/>
                    <a:pt x="613812" y="234527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346FEB">
                    <a:alpha val="30000"/>
                  </a:srgbClr>
                </a:gs>
                <a:gs pos="100000">
                  <a:srgbClr val="346FEB">
                    <a:alpha val="0"/>
                  </a:srgbClr>
                </a:gs>
              </a:gsLst>
              <a:lin ang="0" scaled="0"/>
              <a:tileRect/>
            </a:gradFill>
            <a:ln w="1439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350" kern="0" smtClean="0">
                <a:solidFill>
                  <a:srgbClr val="FFFFFF"/>
                </a:solidFill>
                <a:latin typeface="Arial"/>
                <a:ea typeface="微软雅黑"/>
              </a:endParaRPr>
            </a:p>
          </p:txBody>
        </p:sp>
      </p:grpSp>
      <p:sp>
        <p:nvSpPr>
          <p:cNvPr id="43" name="任意多边形: 形状 11"/>
          <p:cNvSpPr/>
          <p:nvPr userDrawn="1"/>
        </p:nvSpPr>
        <p:spPr>
          <a:xfrm flipH="1">
            <a:off x="0" y="5661248"/>
            <a:ext cx="9144000" cy="1196752"/>
          </a:xfrm>
          <a:custGeom>
            <a:avLst/>
            <a:gdLst>
              <a:gd name="connsiteX0" fmla="*/ 11055446 w 11055446"/>
              <a:gd name="connsiteY0" fmla="*/ 1398206 h 1481451"/>
              <a:gd name="connsiteX1" fmla="*/ 10858686 w 11055446"/>
              <a:gd name="connsiteY1" fmla="*/ 1415579 h 1481451"/>
              <a:gd name="connsiteX2" fmla="*/ 10218733 w 11055446"/>
              <a:gd name="connsiteY2" fmla="*/ 1463845 h 1481451"/>
              <a:gd name="connsiteX3" fmla="*/ 9935465 w 11055446"/>
              <a:gd name="connsiteY3" fmla="*/ 1481451 h 1481451"/>
              <a:gd name="connsiteX4" fmla="*/ 10288295 w 11055446"/>
              <a:gd name="connsiteY4" fmla="*/ 1481451 h 1481451"/>
              <a:gd name="connsiteX5" fmla="*/ 10348250 w 11055446"/>
              <a:gd name="connsiteY5" fmla="*/ 1475665 h 1481451"/>
              <a:gd name="connsiteX6" fmla="*/ 10899132 w 11055446"/>
              <a:gd name="connsiteY6" fmla="*/ 1416728 h 1481451"/>
              <a:gd name="connsiteX7" fmla="*/ 0 w 11055446"/>
              <a:gd name="connsiteY7" fmla="*/ 0 h 1481451"/>
              <a:gd name="connsiteX8" fmla="*/ 0 w 11055446"/>
              <a:gd name="connsiteY8" fmla="*/ 687286 h 1481451"/>
              <a:gd name="connsiteX9" fmla="*/ 195826 w 11055446"/>
              <a:gd name="connsiteY9" fmla="*/ 762038 h 1481451"/>
              <a:gd name="connsiteX10" fmla="*/ 2666060 w 11055446"/>
              <a:gd name="connsiteY10" fmla="*/ 1412817 h 1481451"/>
              <a:gd name="connsiteX11" fmla="*/ 3110530 w 11055446"/>
              <a:gd name="connsiteY11" fmla="*/ 1481451 h 1481451"/>
              <a:gd name="connsiteX12" fmla="*/ 5454077 w 11055446"/>
              <a:gd name="connsiteY12" fmla="*/ 1481451 h 1481451"/>
              <a:gd name="connsiteX13" fmla="*/ 5088797 w 11055446"/>
              <a:gd name="connsiteY13" fmla="*/ 1449189 h 1481451"/>
              <a:gd name="connsiteX14" fmla="*/ 140502 w 11055446"/>
              <a:gd name="connsiteY14" fmla="*/ 74138 h 14814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1055446" h="1481451">
                <a:moveTo>
                  <a:pt x="11055446" y="1398206"/>
                </a:moveTo>
                <a:lnTo>
                  <a:pt x="10858686" y="1415579"/>
                </a:lnTo>
                <a:cubicBezTo>
                  <a:pt x="10641086" y="1433382"/>
                  <a:pt x="10427808" y="1449451"/>
                  <a:pt x="10218733" y="1463845"/>
                </a:cubicBezTo>
                <a:lnTo>
                  <a:pt x="9935465" y="1481451"/>
                </a:lnTo>
                <a:lnTo>
                  <a:pt x="10288295" y="1481451"/>
                </a:lnTo>
                <a:lnTo>
                  <a:pt x="10348250" y="1475665"/>
                </a:lnTo>
                <a:cubicBezTo>
                  <a:pt x="10529033" y="1457264"/>
                  <a:pt x="10712639" y="1437629"/>
                  <a:pt x="10899132" y="1416728"/>
                </a:cubicBezTo>
                <a:close/>
                <a:moveTo>
                  <a:pt x="0" y="0"/>
                </a:moveTo>
                <a:lnTo>
                  <a:pt x="0" y="687286"/>
                </a:lnTo>
                <a:lnTo>
                  <a:pt x="195826" y="762038"/>
                </a:lnTo>
                <a:cubicBezTo>
                  <a:pt x="899768" y="1018316"/>
                  <a:pt x="1702028" y="1246156"/>
                  <a:pt x="2666060" y="1412817"/>
                </a:cubicBezTo>
                <a:lnTo>
                  <a:pt x="3110530" y="1481451"/>
                </a:lnTo>
                <a:lnTo>
                  <a:pt x="5454077" y="1481451"/>
                </a:lnTo>
                <a:lnTo>
                  <a:pt x="5088797" y="1449189"/>
                </a:lnTo>
                <a:cubicBezTo>
                  <a:pt x="2761898" y="1219856"/>
                  <a:pt x="1306797" y="669121"/>
                  <a:pt x="140502" y="74138"/>
                </a:cubicBezTo>
                <a:close/>
              </a:path>
            </a:pathLst>
          </a:custGeom>
          <a:gradFill>
            <a:gsLst>
              <a:gs pos="0">
                <a:srgbClr val="4BADD3"/>
              </a:gs>
              <a:gs pos="100000">
                <a:srgbClr val="4BADD3">
                  <a:alpha val="31000"/>
                </a:srgbClr>
              </a:gs>
            </a:gsLst>
            <a:lin ang="10800000" scaled="1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 smtClean="0">
              <a:solidFill>
                <a:srgbClr val="FFFFFF"/>
              </a:solidFill>
              <a:latin typeface="Arial"/>
              <a:ea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4277439946"/>
      </p:ext>
    </p:extLst>
  </p:cSld>
  <p:clrMap bg1="dk2" tx1="lt1" bg2="dk1" tx2="lt2" accent1="accent1" accent2="accent2" accent3="accent3" accent4="accent4" accent5="accent5" accent6="accent6" hlink="hlink" folHlink="folHlink"/>
  <p:sldLayoutIdLst>
    <p:sldLayoutId id="2147486538" r:id="rId1"/>
    <p:sldLayoutId id="2147486539" r:id="rId2"/>
    <p:sldLayoutId id="2147486540" r:id="rId3"/>
    <p:sldLayoutId id="2147486541" r:id="rId4"/>
    <p:sldLayoutId id="2147486548" r:id="rId5"/>
    <p:sldLayoutId id="2147486550" r:id="rId6"/>
    <p:sldLayoutId id="2147486564" r:id="rId7"/>
    <p:sldLayoutId id="2147486565" r:id="rId8"/>
    <p:sldLayoutId id="2147486567" r:id="rId9"/>
    <p:sldLayoutId id="2147486568" r:id="rId10"/>
    <p:sldLayoutId id="2147486569" r:id="rId11"/>
    <p:sldLayoutId id="2147486572" r:id="rId12"/>
    <p:sldLayoutId id="2147486573" r:id="rId13"/>
    <p:sldLayoutId id="2147486574" r:id="rId14"/>
    <p:sldLayoutId id="2147486575" r:id="rId15"/>
    <p:sldLayoutId id="2147486576" r:id="rId16"/>
    <p:sldLayoutId id="2147486577" r:id="rId17"/>
    <p:sldLayoutId id="2147486578" r:id="rId18"/>
  </p:sldLayoutIdLst>
  <p:transition spd="med">
    <p:random/>
  </p:transition>
  <p:timing>
    <p:tnLst>
      <p:par>
        <p:cTn id="1" dur="indefinite" restart="never" nodeType="tmRoot"/>
      </p:par>
    </p:tnLst>
  </p:timing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500" kern="1200">
          <a:solidFill>
            <a:schemeClr val="tx2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anose="020B0A040201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anose="020B0A040201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anose="020B0A040201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anose="020B0A040201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anose="020B0A040201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anose="020B0A040201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anose="020B0A040201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anose="020B0A040201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SzPct val="85000"/>
        <a:buBlip>
          <a:blip r:embed="rId20"/>
        </a:buBlip>
        <a:defRPr sz="32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anose="05000000000000000000" pitchFamily="2" charset="2"/>
        <a:buChar char="l"/>
        <a:defRPr sz="2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5000"/>
        <a:buFont typeface="Wingdings" panose="05000000000000000000" pitchFamily="2" charset="2"/>
        <a:buChar char="l"/>
        <a:defRPr sz="2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0000"/>
        <a:buFont typeface="Wingdings" panose="05000000000000000000" pitchFamily="2" charset="2"/>
        <a:buChar char="l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anose="05000000000000000000" pitchFamily="2" charset="2"/>
        <a:buChar char="l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gradFill>
          <a:gsLst>
            <a:gs pos="0">
              <a:srgbClr val="0D3383">
                <a:lumMod val="95000"/>
              </a:srgbClr>
            </a:gs>
            <a:gs pos="72000">
              <a:srgbClr val="0D3383">
                <a:lumMod val="85000"/>
              </a:srgbClr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30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800100"/>
            <a:ext cx="777240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zh-CN" altLang="zh-CN" smtClean="0"/>
              <a:t>单击此处编辑母版标题样式</a:t>
            </a:r>
          </a:p>
        </p:txBody>
      </p:sp>
      <p:sp>
        <p:nvSpPr>
          <p:cNvPr id="1028" name="Rectangle 31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zh-CN" smtClean="0"/>
              <a:t>单击此处编辑母版文本样式</a:t>
            </a:r>
          </a:p>
          <a:p>
            <a:pPr lvl="1"/>
            <a:r>
              <a:rPr lang="zh-CN" altLang="zh-CN" smtClean="0"/>
              <a:t>第二级</a:t>
            </a:r>
          </a:p>
          <a:p>
            <a:pPr lvl="2"/>
            <a:r>
              <a:rPr lang="zh-CN" altLang="zh-CN" smtClean="0"/>
              <a:t>第三级</a:t>
            </a:r>
          </a:p>
          <a:p>
            <a:pPr lvl="3"/>
            <a:r>
              <a:rPr lang="zh-CN" altLang="zh-CN" smtClean="0"/>
              <a:t>第四级</a:t>
            </a:r>
          </a:p>
          <a:p>
            <a:pPr lvl="4"/>
            <a:r>
              <a:rPr lang="zh-CN" altLang="zh-CN" smtClean="0"/>
              <a:t>第五级</a:t>
            </a:r>
          </a:p>
        </p:txBody>
      </p:sp>
      <p:sp>
        <p:nvSpPr>
          <p:cNvPr id="1056" name="Rectangle 32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712788" y="6313488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latin typeface="+mn-lt"/>
              </a:defRPr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1057" name="Rectangle 33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51188" y="6313488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latin typeface="+mn-lt"/>
              </a:defRPr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1058" name="Rectangle 3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80188" y="6313488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 b="0">
                <a:latin typeface="+mn-lt"/>
              </a:defRPr>
            </a:lvl1pPr>
          </a:lstStyle>
          <a:p>
            <a:pPr>
              <a:defRPr/>
            </a:pPr>
            <a:fld id="{1060AC64-CE1B-4DBA-AFBD-80FC1C82F140}" type="slidenum">
              <a:rPr lang="zh-CN" altLang="en-US">
                <a:solidFill>
                  <a:srgbClr val="FFFFFF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  <p:grpSp>
        <p:nvGrpSpPr>
          <p:cNvPr id="35" name="组合 34"/>
          <p:cNvGrpSpPr/>
          <p:nvPr userDrawn="1"/>
        </p:nvGrpSpPr>
        <p:grpSpPr>
          <a:xfrm flipH="1">
            <a:off x="0" y="0"/>
            <a:ext cx="9143999" cy="723900"/>
            <a:chOff x="0" y="-399728"/>
            <a:chExt cx="13815102" cy="1183569"/>
          </a:xfrm>
        </p:grpSpPr>
        <p:sp>
          <p:nvSpPr>
            <p:cNvPr id="36" name="任意多边形: 形状 8"/>
            <p:cNvSpPr/>
            <p:nvPr/>
          </p:nvSpPr>
          <p:spPr>
            <a:xfrm>
              <a:off x="0" y="-399728"/>
              <a:ext cx="13815102" cy="1183569"/>
            </a:xfrm>
            <a:custGeom>
              <a:avLst/>
              <a:gdLst>
                <a:gd name="connsiteX0" fmla="*/ 13814622 w 13815102"/>
                <a:gd name="connsiteY0" fmla="*/ -466 h 1183569"/>
                <a:gd name="connsiteX1" fmla="*/ 13814622 w 13815102"/>
                <a:gd name="connsiteY1" fmla="*/ 633122 h 1183569"/>
                <a:gd name="connsiteX2" fmla="*/ 6676676 w 13815102"/>
                <a:gd name="connsiteY2" fmla="*/ 762720 h 1183569"/>
                <a:gd name="connsiteX3" fmla="*/ -480 w 13815102"/>
                <a:gd name="connsiteY3" fmla="*/ 762720 h 1183569"/>
                <a:gd name="connsiteX4" fmla="*/ -480 w 13815102"/>
                <a:gd name="connsiteY4" fmla="*/ -466 h 1183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815102" h="1183569">
                  <a:moveTo>
                    <a:pt x="13814622" y="-466"/>
                  </a:moveTo>
                  <a:lnTo>
                    <a:pt x="13814622" y="633122"/>
                  </a:lnTo>
                  <a:cubicBezTo>
                    <a:pt x="11529385" y="330728"/>
                    <a:pt x="8779036" y="301928"/>
                    <a:pt x="6676676" y="762720"/>
                  </a:cubicBezTo>
                  <a:cubicBezTo>
                    <a:pt x="4251041" y="1294358"/>
                    <a:pt x="2409171" y="1351381"/>
                    <a:pt x="-480" y="762720"/>
                  </a:cubicBezTo>
                  <a:lnTo>
                    <a:pt x="-480" y="-466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346FEB">
                    <a:alpha val="30000"/>
                  </a:srgbClr>
                </a:gs>
                <a:gs pos="100000">
                  <a:srgbClr val="346FEB"/>
                </a:gs>
              </a:gsLst>
              <a:lin ang="0" scaled="0"/>
              <a:tileRect/>
            </a:gradFill>
            <a:ln w="1439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350" kern="0" smtClean="0">
                <a:solidFill>
                  <a:srgbClr val="FFFFFF"/>
                </a:solidFill>
                <a:latin typeface="Arial"/>
                <a:ea typeface="微软雅黑"/>
              </a:endParaRPr>
            </a:p>
          </p:txBody>
        </p:sp>
        <p:sp>
          <p:nvSpPr>
            <p:cNvPr id="37" name="任意多边形: 形状 10"/>
            <p:cNvSpPr/>
            <p:nvPr/>
          </p:nvSpPr>
          <p:spPr>
            <a:xfrm>
              <a:off x="6734755" y="205070"/>
              <a:ext cx="6811073" cy="532994"/>
            </a:xfrm>
            <a:custGeom>
              <a:avLst/>
              <a:gdLst>
                <a:gd name="connsiteX0" fmla="*/ 613812 w 6811073"/>
                <a:gd name="connsiteY0" fmla="*/ 234527 h 532993"/>
                <a:gd name="connsiteX1" fmla="*/ -480 w 6811073"/>
                <a:gd name="connsiteY1" fmla="*/ 304798 h 532993"/>
                <a:gd name="connsiteX2" fmla="*/ 6415608 w 6811073"/>
                <a:gd name="connsiteY2" fmla="*/ 297310 h 532993"/>
                <a:gd name="connsiteX3" fmla="*/ 6810593 w 6811073"/>
                <a:gd name="connsiteY3" fmla="*/ 251663 h 532993"/>
                <a:gd name="connsiteX4" fmla="*/ 6810593 w 6811073"/>
                <a:gd name="connsiteY4" fmla="*/ 234527 h 532993"/>
                <a:gd name="connsiteX5" fmla="*/ 613812 w 6811073"/>
                <a:gd name="connsiteY5" fmla="*/ 234527 h 5329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811073" h="532993">
                  <a:moveTo>
                    <a:pt x="613812" y="234527"/>
                  </a:moveTo>
                  <a:cubicBezTo>
                    <a:pt x="414952" y="260735"/>
                    <a:pt x="209755" y="284206"/>
                    <a:pt x="-480" y="304798"/>
                  </a:cubicBezTo>
                  <a:cubicBezTo>
                    <a:pt x="2307942" y="625912"/>
                    <a:pt x="4083428" y="592793"/>
                    <a:pt x="6415608" y="297310"/>
                  </a:cubicBezTo>
                  <a:cubicBezTo>
                    <a:pt x="6544486" y="281182"/>
                    <a:pt x="6676244" y="265962"/>
                    <a:pt x="6810593" y="251663"/>
                  </a:cubicBezTo>
                  <a:lnTo>
                    <a:pt x="6810593" y="234527"/>
                  </a:lnTo>
                  <a:cubicBezTo>
                    <a:pt x="4574314" y="-94507"/>
                    <a:pt x="2865066" y="-62684"/>
                    <a:pt x="613812" y="234527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346FEB">
                    <a:alpha val="30000"/>
                  </a:srgbClr>
                </a:gs>
                <a:gs pos="100000">
                  <a:srgbClr val="346FEB">
                    <a:alpha val="0"/>
                  </a:srgbClr>
                </a:gs>
              </a:gsLst>
              <a:lin ang="0" scaled="0"/>
              <a:tileRect/>
            </a:gradFill>
            <a:ln w="1439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350" kern="0" smtClean="0">
                <a:solidFill>
                  <a:srgbClr val="FFFFFF"/>
                </a:solidFill>
                <a:latin typeface="Arial"/>
                <a:ea typeface="微软雅黑"/>
              </a:endParaRPr>
            </a:p>
          </p:txBody>
        </p:sp>
      </p:grpSp>
      <p:sp>
        <p:nvSpPr>
          <p:cNvPr id="43" name="任意多边形: 形状 11"/>
          <p:cNvSpPr/>
          <p:nvPr userDrawn="1"/>
        </p:nvSpPr>
        <p:spPr>
          <a:xfrm flipH="1">
            <a:off x="0" y="5661248"/>
            <a:ext cx="9144000" cy="1196752"/>
          </a:xfrm>
          <a:custGeom>
            <a:avLst/>
            <a:gdLst>
              <a:gd name="connsiteX0" fmla="*/ 11055446 w 11055446"/>
              <a:gd name="connsiteY0" fmla="*/ 1398206 h 1481451"/>
              <a:gd name="connsiteX1" fmla="*/ 10858686 w 11055446"/>
              <a:gd name="connsiteY1" fmla="*/ 1415579 h 1481451"/>
              <a:gd name="connsiteX2" fmla="*/ 10218733 w 11055446"/>
              <a:gd name="connsiteY2" fmla="*/ 1463845 h 1481451"/>
              <a:gd name="connsiteX3" fmla="*/ 9935465 w 11055446"/>
              <a:gd name="connsiteY3" fmla="*/ 1481451 h 1481451"/>
              <a:gd name="connsiteX4" fmla="*/ 10288295 w 11055446"/>
              <a:gd name="connsiteY4" fmla="*/ 1481451 h 1481451"/>
              <a:gd name="connsiteX5" fmla="*/ 10348250 w 11055446"/>
              <a:gd name="connsiteY5" fmla="*/ 1475665 h 1481451"/>
              <a:gd name="connsiteX6" fmla="*/ 10899132 w 11055446"/>
              <a:gd name="connsiteY6" fmla="*/ 1416728 h 1481451"/>
              <a:gd name="connsiteX7" fmla="*/ 0 w 11055446"/>
              <a:gd name="connsiteY7" fmla="*/ 0 h 1481451"/>
              <a:gd name="connsiteX8" fmla="*/ 0 w 11055446"/>
              <a:gd name="connsiteY8" fmla="*/ 687286 h 1481451"/>
              <a:gd name="connsiteX9" fmla="*/ 195826 w 11055446"/>
              <a:gd name="connsiteY9" fmla="*/ 762038 h 1481451"/>
              <a:gd name="connsiteX10" fmla="*/ 2666060 w 11055446"/>
              <a:gd name="connsiteY10" fmla="*/ 1412817 h 1481451"/>
              <a:gd name="connsiteX11" fmla="*/ 3110530 w 11055446"/>
              <a:gd name="connsiteY11" fmla="*/ 1481451 h 1481451"/>
              <a:gd name="connsiteX12" fmla="*/ 5454077 w 11055446"/>
              <a:gd name="connsiteY12" fmla="*/ 1481451 h 1481451"/>
              <a:gd name="connsiteX13" fmla="*/ 5088797 w 11055446"/>
              <a:gd name="connsiteY13" fmla="*/ 1449189 h 1481451"/>
              <a:gd name="connsiteX14" fmla="*/ 140502 w 11055446"/>
              <a:gd name="connsiteY14" fmla="*/ 74138 h 14814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1055446" h="1481451">
                <a:moveTo>
                  <a:pt x="11055446" y="1398206"/>
                </a:moveTo>
                <a:lnTo>
                  <a:pt x="10858686" y="1415579"/>
                </a:lnTo>
                <a:cubicBezTo>
                  <a:pt x="10641086" y="1433382"/>
                  <a:pt x="10427808" y="1449451"/>
                  <a:pt x="10218733" y="1463845"/>
                </a:cubicBezTo>
                <a:lnTo>
                  <a:pt x="9935465" y="1481451"/>
                </a:lnTo>
                <a:lnTo>
                  <a:pt x="10288295" y="1481451"/>
                </a:lnTo>
                <a:lnTo>
                  <a:pt x="10348250" y="1475665"/>
                </a:lnTo>
                <a:cubicBezTo>
                  <a:pt x="10529033" y="1457264"/>
                  <a:pt x="10712639" y="1437629"/>
                  <a:pt x="10899132" y="1416728"/>
                </a:cubicBezTo>
                <a:close/>
                <a:moveTo>
                  <a:pt x="0" y="0"/>
                </a:moveTo>
                <a:lnTo>
                  <a:pt x="0" y="687286"/>
                </a:lnTo>
                <a:lnTo>
                  <a:pt x="195826" y="762038"/>
                </a:lnTo>
                <a:cubicBezTo>
                  <a:pt x="899768" y="1018316"/>
                  <a:pt x="1702028" y="1246156"/>
                  <a:pt x="2666060" y="1412817"/>
                </a:cubicBezTo>
                <a:lnTo>
                  <a:pt x="3110530" y="1481451"/>
                </a:lnTo>
                <a:lnTo>
                  <a:pt x="5454077" y="1481451"/>
                </a:lnTo>
                <a:lnTo>
                  <a:pt x="5088797" y="1449189"/>
                </a:lnTo>
                <a:cubicBezTo>
                  <a:pt x="2761898" y="1219856"/>
                  <a:pt x="1306797" y="669121"/>
                  <a:pt x="140502" y="74138"/>
                </a:cubicBezTo>
                <a:close/>
              </a:path>
            </a:pathLst>
          </a:custGeom>
          <a:gradFill>
            <a:gsLst>
              <a:gs pos="0">
                <a:srgbClr val="4BADD3"/>
              </a:gs>
              <a:gs pos="100000">
                <a:srgbClr val="4BADD3">
                  <a:alpha val="31000"/>
                </a:srgbClr>
              </a:gs>
            </a:gsLst>
            <a:lin ang="10800000" scaled="1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 smtClean="0">
              <a:solidFill>
                <a:srgbClr val="FFFFFF"/>
              </a:solidFill>
              <a:latin typeface="Arial"/>
              <a:ea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741802000"/>
      </p:ext>
    </p:extLst>
  </p:cSld>
  <p:clrMap bg1="dk2" tx1="lt1" bg2="dk1" tx2="lt2" accent1="accent1" accent2="accent2" accent3="accent3" accent4="accent4" accent5="accent5" accent6="accent6" hlink="hlink" folHlink="folHlink"/>
  <p:sldLayoutIdLst>
    <p:sldLayoutId id="2147486543" r:id="rId1"/>
    <p:sldLayoutId id="2147486544" r:id="rId2"/>
    <p:sldLayoutId id="2147486545" r:id="rId3"/>
    <p:sldLayoutId id="2147486546" r:id="rId4"/>
  </p:sldLayoutIdLst>
  <p:transition spd="med">
    <p:random/>
  </p:transition>
  <p:timing>
    <p:tnLst>
      <p:par>
        <p:cTn id="1" dur="indefinite" restart="never" nodeType="tmRoot"/>
      </p:par>
    </p:tnLst>
  </p:timing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anose="020B0A040201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anose="020B0A040201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anose="020B0A040201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anose="020B0A040201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anose="020B0A040201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anose="020B0A040201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anose="020B0A040201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anose="020B0A040201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SzPct val="85000"/>
        <a:buBlip>
          <a:blip r:embed="rId6"/>
        </a:buBlip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anose="05000000000000000000" pitchFamily="2" charset="2"/>
        <a:buChar char="l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5000"/>
        <a:buFont typeface="Wingdings" panose="05000000000000000000" pitchFamily="2" charset="2"/>
        <a:buChar char="l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0000"/>
        <a:buFont typeface="Wingdings" panose="05000000000000000000" pitchFamily="2" charset="2"/>
        <a:buChar char="l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anose="05000000000000000000" pitchFamily="2" charset="2"/>
        <a:buChar char="l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gradFill>
          <a:gsLst>
            <a:gs pos="0">
              <a:srgbClr val="0D3383">
                <a:lumMod val="95000"/>
              </a:srgbClr>
            </a:gs>
            <a:gs pos="72000">
              <a:srgbClr val="0D3383">
                <a:lumMod val="85000"/>
              </a:srgbClr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30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800100"/>
            <a:ext cx="777240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zh-CN" altLang="zh-CN" smtClean="0"/>
              <a:t>单击此处编辑母版标题样式</a:t>
            </a:r>
          </a:p>
        </p:txBody>
      </p:sp>
      <p:sp>
        <p:nvSpPr>
          <p:cNvPr id="1028" name="Rectangle 31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zh-CN" smtClean="0"/>
              <a:t>单击此处编辑母版文本样式</a:t>
            </a:r>
          </a:p>
          <a:p>
            <a:pPr lvl="1"/>
            <a:r>
              <a:rPr lang="zh-CN" altLang="zh-CN" smtClean="0"/>
              <a:t>第二级</a:t>
            </a:r>
          </a:p>
          <a:p>
            <a:pPr lvl="2"/>
            <a:r>
              <a:rPr lang="zh-CN" altLang="zh-CN" smtClean="0"/>
              <a:t>第三级</a:t>
            </a:r>
          </a:p>
          <a:p>
            <a:pPr lvl="3"/>
            <a:r>
              <a:rPr lang="zh-CN" altLang="zh-CN" smtClean="0"/>
              <a:t>第四级</a:t>
            </a:r>
          </a:p>
          <a:p>
            <a:pPr lvl="4"/>
            <a:r>
              <a:rPr lang="zh-CN" altLang="zh-CN" smtClean="0"/>
              <a:t>第五级</a:t>
            </a:r>
          </a:p>
        </p:txBody>
      </p:sp>
      <p:sp>
        <p:nvSpPr>
          <p:cNvPr id="1056" name="Rectangle 32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712788" y="6313488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latin typeface="+mn-lt"/>
              </a:defRPr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1057" name="Rectangle 33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51188" y="6313488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latin typeface="+mn-lt"/>
              </a:defRPr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1058" name="Rectangle 3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86600" y="6313488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 b="0">
                <a:latin typeface="+mn-lt"/>
              </a:defRPr>
            </a:lvl1pPr>
          </a:lstStyle>
          <a:p>
            <a:pPr>
              <a:defRPr/>
            </a:pPr>
            <a:fld id="{1060AC64-CE1B-4DBA-AFBD-80FC1C82F140}" type="slidenum">
              <a:rPr lang="zh-CN" altLang="en-US">
                <a:solidFill>
                  <a:srgbClr val="FFFFFF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  <p:grpSp>
        <p:nvGrpSpPr>
          <p:cNvPr id="35" name="组合 34"/>
          <p:cNvGrpSpPr/>
          <p:nvPr userDrawn="1"/>
        </p:nvGrpSpPr>
        <p:grpSpPr>
          <a:xfrm flipH="1">
            <a:off x="0" y="0"/>
            <a:ext cx="9143999" cy="723900"/>
            <a:chOff x="0" y="-399728"/>
            <a:chExt cx="13815102" cy="1183569"/>
          </a:xfrm>
        </p:grpSpPr>
        <p:sp>
          <p:nvSpPr>
            <p:cNvPr id="36" name="任意多边形: 形状 8"/>
            <p:cNvSpPr/>
            <p:nvPr/>
          </p:nvSpPr>
          <p:spPr>
            <a:xfrm>
              <a:off x="0" y="-399728"/>
              <a:ext cx="13815102" cy="1183569"/>
            </a:xfrm>
            <a:custGeom>
              <a:avLst/>
              <a:gdLst>
                <a:gd name="connsiteX0" fmla="*/ 13814622 w 13815102"/>
                <a:gd name="connsiteY0" fmla="*/ -466 h 1183569"/>
                <a:gd name="connsiteX1" fmla="*/ 13814622 w 13815102"/>
                <a:gd name="connsiteY1" fmla="*/ 633122 h 1183569"/>
                <a:gd name="connsiteX2" fmla="*/ 6676676 w 13815102"/>
                <a:gd name="connsiteY2" fmla="*/ 762720 h 1183569"/>
                <a:gd name="connsiteX3" fmla="*/ -480 w 13815102"/>
                <a:gd name="connsiteY3" fmla="*/ 762720 h 1183569"/>
                <a:gd name="connsiteX4" fmla="*/ -480 w 13815102"/>
                <a:gd name="connsiteY4" fmla="*/ -466 h 1183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815102" h="1183569">
                  <a:moveTo>
                    <a:pt x="13814622" y="-466"/>
                  </a:moveTo>
                  <a:lnTo>
                    <a:pt x="13814622" y="633122"/>
                  </a:lnTo>
                  <a:cubicBezTo>
                    <a:pt x="11529385" y="330728"/>
                    <a:pt x="8779036" y="301928"/>
                    <a:pt x="6676676" y="762720"/>
                  </a:cubicBezTo>
                  <a:cubicBezTo>
                    <a:pt x="4251041" y="1294358"/>
                    <a:pt x="2409171" y="1351381"/>
                    <a:pt x="-480" y="762720"/>
                  </a:cubicBezTo>
                  <a:lnTo>
                    <a:pt x="-480" y="-466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346FEB">
                    <a:alpha val="30000"/>
                  </a:srgbClr>
                </a:gs>
                <a:gs pos="100000">
                  <a:srgbClr val="346FEB"/>
                </a:gs>
              </a:gsLst>
              <a:lin ang="0" scaled="0"/>
              <a:tileRect/>
            </a:gradFill>
            <a:ln w="1439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350" kern="0" smtClean="0">
                <a:solidFill>
                  <a:srgbClr val="FFFFFF"/>
                </a:solidFill>
                <a:latin typeface="Arial"/>
                <a:ea typeface="微软雅黑"/>
              </a:endParaRPr>
            </a:p>
          </p:txBody>
        </p:sp>
        <p:sp>
          <p:nvSpPr>
            <p:cNvPr id="37" name="任意多边形: 形状 10"/>
            <p:cNvSpPr/>
            <p:nvPr/>
          </p:nvSpPr>
          <p:spPr>
            <a:xfrm>
              <a:off x="6734755" y="205070"/>
              <a:ext cx="6811073" cy="532994"/>
            </a:xfrm>
            <a:custGeom>
              <a:avLst/>
              <a:gdLst>
                <a:gd name="connsiteX0" fmla="*/ 613812 w 6811073"/>
                <a:gd name="connsiteY0" fmla="*/ 234527 h 532993"/>
                <a:gd name="connsiteX1" fmla="*/ -480 w 6811073"/>
                <a:gd name="connsiteY1" fmla="*/ 304798 h 532993"/>
                <a:gd name="connsiteX2" fmla="*/ 6415608 w 6811073"/>
                <a:gd name="connsiteY2" fmla="*/ 297310 h 532993"/>
                <a:gd name="connsiteX3" fmla="*/ 6810593 w 6811073"/>
                <a:gd name="connsiteY3" fmla="*/ 251663 h 532993"/>
                <a:gd name="connsiteX4" fmla="*/ 6810593 w 6811073"/>
                <a:gd name="connsiteY4" fmla="*/ 234527 h 532993"/>
                <a:gd name="connsiteX5" fmla="*/ 613812 w 6811073"/>
                <a:gd name="connsiteY5" fmla="*/ 234527 h 5329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811073" h="532993">
                  <a:moveTo>
                    <a:pt x="613812" y="234527"/>
                  </a:moveTo>
                  <a:cubicBezTo>
                    <a:pt x="414952" y="260735"/>
                    <a:pt x="209755" y="284206"/>
                    <a:pt x="-480" y="304798"/>
                  </a:cubicBezTo>
                  <a:cubicBezTo>
                    <a:pt x="2307942" y="625912"/>
                    <a:pt x="4083428" y="592793"/>
                    <a:pt x="6415608" y="297310"/>
                  </a:cubicBezTo>
                  <a:cubicBezTo>
                    <a:pt x="6544486" y="281182"/>
                    <a:pt x="6676244" y="265962"/>
                    <a:pt x="6810593" y="251663"/>
                  </a:cubicBezTo>
                  <a:lnTo>
                    <a:pt x="6810593" y="234527"/>
                  </a:lnTo>
                  <a:cubicBezTo>
                    <a:pt x="4574314" y="-94507"/>
                    <a:pt x="2865066" y="-62684"/>
                    <a:pt x="613812" y="234527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346FEB">
                    <a:alpha val="30000"/>
                  </a:srgbClr>
                </a:gs>
                <a:gs pos="100000">
                  <a:srgbClr val="346FEB">
                    <a:alpha val="0"/>
                  </a:srgbClr>
                </a:gs>
              </a:gsLst>
              <a:lin ang="0" scaled="0"/>
              <a:tileRect/>
            </a:gradFill>
            <a:ln w="1439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350" kern="0" smtClean="0">
                <a:solidFill>
                  <a:srgbClr val="FFFFFF"/>
                </a:solidFill>
                <a:latin typeface="Arial"/>
                <a:ea typeface="微软雅黑"/>
              </a:endParaRPr>
            </a:p>
          </p:txBody>
        </p:sp>
      </p:grpSp>
      <p:sp>
        <p:nvSpPr>
          <p:cNvPr id="43" name="任意多边形: 形状 11"/>
          <p:cNvSpPr/>
          <p:nvPr userDrawn="1"/>
        </p:nvSpPr>
        <p:spPr>
          <a:xfrm flipH="1">
            <a:off x="0" y="5661248"/>
            <a:ext cx="9144000" cy="1196752"/>
          </a:xfrm>
          <a:custGeom>
            <a:avLst/>
            <a:gdLst>
              <a:gd name="connsiteX0" fmla="*/ 11055446 w 11055446"/>
              <a:gd name="connsiteY0" fmla="*/ 1398206 h 1481451"/>
              <a:gd name="connsiteX1" fmla="*/ 10858686 w 11055446"/>
              <a:gd name="connsiteY1" fmla="*/ 1415579 h 1481451"/>
              <a:gd name="connsiteX2" fmla="*/ 10218733 w 11055446"/>
              <a:gd name="connsiteY2" fmla="*/ 1463845 h 1481451"/>
              <a:gd name="connsiteX3" fmla="*/ 9935465 w 11055446"/>
              <a:gd name="connsiteY3" fmla="*/ 1481451 h 1481451"/>
              <a:gd name="connsiteX4" fmla="*/ 10288295 w 11055446"/>
              <a:gd name="connsiteY4" fmla="*/ 1481451 h 1481451"/>
              <a:gd name="connsiteX5" fmla="*/ 10348250 w 11055446"/>
              <a:gd name="connsiteY5" fmla="*/ 1475665 h 1481451"/>
              <a:gd name="connsiteX6" fmla="*/ 10899132 w 11055446"/>
              <a:gd name="connsiteY6" fmla="*/ 1416728 h 1481451"/>
              <a:gd name="connsiteX7" fmla="*/ 0 w 11055446"/>
              <a:gd name="connsiteY7" fmla="*/ 0 h 1481451"/>
              <a:gd name="connsiteX8" fmla="*/ 0 w 11055446"/>
              <a:gd name="connsiteY8" fmla="*/ 687286 h 1481451"/>
              <a:gd name="connsiteX9" fmla="*/ 195826 w 11055446"/>
              <a:gd name="connsiteY9" fmla="*/ 762038 h 1481451"/>
              <a:gd name="connsiteX10" fmla="*/ 2666060 w 11055446"/>
              <a:gd name="connsiteY10" fmla="*/ 1412817 h 1481451"/>
              <a:gd name="connsiteX11" fmla="*/ 3110530 w 11055446"/>
              <a:gd name="connsiteY11" fmla="*/ 1481451 h 1481451"/>
              <a:gd name="connsiteX12" fmla="*/ 5454077 w 11055446"/>
              <a:gd name="connsiteY12" fmla="*/ 1481451 h 1481451"/>
              <a:gd name="connsiteX13" fmla="*/ 5088797 w 11055446"/>
              <a:gd name="connsiteY13" fmla="*/ 1449189 h 1481451"/>
              <a:gd name="connsiteX14" fmla="*/ 140502 w 11055446"/>
              <a:gd name="connsiteY14" fmla="*/ 74138 h 14814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1055446" h="1481451">
                <a:moveTo>
                  <a:pt x="11055446" y="1398206"/>
                </a:moveTo>
                <a:lnTo>
                  <a:pt x="10858686" y="1415579"/>
                </a:lnTo>
                <a:cubicBezTo>
                  <a:pt x="10641086" y="1433382"/>
                  <a:pt x="10427808" y="1449451"/>
                  <a:pt x="10218733" y="1463845"/>
                </a:cubicBezTo>
                <a:lnTo>
                  <a:pt x="9935465" y="1481451"/>
                </a:lnTo>
                <a:lnTo>
                  <a:pt x="10288295" y="1481451"/>
                </a:lnTo>
                <a:lnTo>
                  <a:pt x="10348250" y="1475665"/>
                </a:lnTo>
                <a:cubicBezTo>
                  <a:pt x="10529033" y="1457264"/>
                  <a:pt x="10712639" y="1437629"/>
                  <a:pt x="10899132" y="1416728"/>
                </a:cubicBezTo>
                <a:close/>
                <a:moveTo>
                  <a:pt x="0" y="0"/>
                </a:moveTo>
                <a:lnTo>
                  <a:pt x="0" y="687286"/>
                </a:lnTo>
                <a:lnTo>
                  <a:pt x="195826" y="762038"/>
                </a:lnTo>
                <a:cubicBezTo>
                  <a:pt x="899768" y="1018316"/>
                  <a:pt x="1702028" y="1246156"/>
                  <a:pt x="2666060" y="1412817"/>
                </a:cubicBezTo>
                <a:lnTo>
                  <a:pt x="3110530" y="1481451"/>
                </a:lnTo>
                <a:lnTo>
                  <a:pt x="5454077" y="1481451"/>
                </a:lnTo>
                <a:lnTo>
                  <a:pt x="5088797" y="1449189"/>
                </a:lnTo>
                <a:cubicBezTo>
                  <a:pt x="2761898" y="1219856"/>
                  <a:pt x="1306797" y="669121"/>
                  <a:pt x="140502" y="74138"/>
                </a:cubicBezTo>
                <a:close/>
              </a:path>
            </a:pathLst>
          </a:custGeom>
          <a:gradFill>
            <a:gsLst>
              <a:gs pos="0">
                <a:srgbClr val="4BADD3"/>
              </a:gs>
              <a:gs pos="100000">
                <a:srgbClr val="4BADD3">
                  <a:alpha val="31000"/>
                </a:srgbClr>
              </a:gs>
            </a:gsLst>
            <a:lin ang="10800000" scaled="1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 smtClean="0">
              <a:solidFill>
                <a:srgbClr val="FFFFFF"/>
              </a:solidFill>
              <a:latin typeface="Arial"/>
              <a:ea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3453021561"/>
      </p:ext>
    </p:extLst>
  </p:cSld>
  <p:clrMap bg1="dk2" tx1="lt1" bg2="dk1" tx2="lt2" accent1="accent1" accent2="accent2" accent3="accent3" accent4="accent4" accent5="accent5" accent6="accent6" hlink="hlink" folHlink="folHlink"/>
  <p:sldLayoutIdLst>
    <p:sldLayoutId id="2147486552" r:id="rId1"/>
    <p:sldLayoutId id="2147486553" r:id="rId2"/>
    <p:sldLayoutId id="2147486554" r:id="rId3"/>
  </p:sldLayoutIdLst>
  <p:transition spd="med">
    <p:random/>
  </p:transition>
  <p:timing>
    <p:tnLst>
      <p:par>
        <p:cTn id="1" dur="indefinite" restart="never" nodeType="tmRoot"/>
      </p:par>
    </p:tnLst>
  </p:timing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anose="020B0A040201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anose="020B0A040201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anose="020B0A040201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anose="020B0A040201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anose="020B0A040201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anose="020B0A040201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anose="020B0A040201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anose="020B0A040201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SzPct val="85000"/>
        <a:buBlip>
          <a:blip r:embed="rId5"/>
        </a:buBlip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anose="05000000000000000000" pitchFamily="2" charset="2"/>
        <a:buChar char="l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5000"/>
        <a:buFont typeface="Wingdings" panose="05000000000000000000" pitchFamily="2" charset="2"/>
        <a:buChar char="l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0000"/>
        <a:buFont typeface="Wingdings" panose="05000000000000000000" pitchFamily="2" charset="2"/>
        <a:buChar char="l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anose="05000000000000000000" pitchFamily="2" charset="2"/>
        <a:buChar char="l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gradFill>
          <a:gsLst>
            <a:gs pos="0">
              <a:srgbClr val="0D3383">
                <a:lumMod val="95000"/>
              </a:srgbClr>
            </a:gs>
            <a:gs pos="72000">
              <a:srgbClr val="0D3383">
                <a:lumMod val="85000"/>
              </a:srgbClr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30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788685"/>
            <a:ext cx="7772400" cy="7848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zh-CN" altLang="zh-CN" dirty="0" smtClean="0"/>
              <a:t>单击此处编辑母版标题样式</a:t>
            </a:r>
          </a:p>
        </p:txBody>
      </p:sp>
      <p:sp>
        <p:nvSpPr>
          <p:cNvPr id="1028" name="Rectangle 31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zh-CN" dirty="0" smtClean="0"/>
              <a:t>单击此处编辑母版文本样式</a:t>
            </a:r>
          </a:p>
          <a:p>
            <a:pPr lvl="1"/>
            <a:r>
              <a:rPr lang="zh-CN" altLang="zh-CN" dirty="0" smtClean="0"/>
              <a:t>第二级</a:t>
            </a:r>
          </a:p>
          <a:p>
            <a:pPr lvl="2"/>
            <a:r>
              <a:rPr lang="zh-CN" altLang="zh-CN" dirty="0" smtClean="0"/>
              <a:t>第三级</a:t>
            </a:r>
          </a:p>
          <a:p>
            <a:pPr lvl="3"/>
            <a:r>
              <a:rPr lang="zh-CN" altLang="zh-CN" dirty="0" smtClean="0"/>
              <a:t>第四级</a:t>
            </a:r>
          </a:p>
          <a:p>
            <a:pPr lvl="4"/>
            <a:r>
              <a:rPr lang="zh-CN" altLang="zh-CN" dirty="0" smtClean="0"/>
              <a:t>第五级</a:t>
            </a:r>
          </a:p>
        </p:txBody>
      </p:sp>
      <p:sp>
        <p:nvSpPr>
          <p:cNvPr id="1056" name="Rectangle 32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712788" y="6313488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latin typeface="+mn-lt"/>
              </a:defRPr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1057" name="Rectangle 33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51188" y="6313488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latin typeface="+mn-lt"/>
              </a:defRPr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1058" name="Rectangle 3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80188" y="6313488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 b="0">
                <a:latin typeface="+mn-lt"/>
              </a:defRPr>
            </a:lvl1pPr>
          </a:lstStyle>
          <a:p>
            <a:pPr>
              <a:defRPr/>
            </a:pPr>
            <a:fld id="{1060AC64-CE1B-4DBA-AFBD-80FC1C82F140}" type="slidenum">
              <a:rPr lang="zh-CN" altLang="en-US">
                <a:solidFill>
                  <a:srgbClr val="FFFFFF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  <p:grpSp>
        <p:nvGrpSpPr>
          <p:cNvPr id="35" name="组合 34"/>
          <p:cNvGrpSpPr/>
          <p:nvPr userDrawn="1"/>
        </p:nvGrpSpPr>
        <p:grpSpPr>
          <a:xfrm flipH="1">
            <a:off x="0" y="0"/>
            <a:ext cx="9143999" cy="723900"/>
            <a:chOff x="0" y="-399728"/>
            <a:chExt cx="13815102" cy="1183569"/>
          </a:xfrm>
        </p:grpSpPr>
        <p:sp>
          <p:nvSpPr>
            <p:cNvPr id="36" name="任意多边形: 形状 8"/>
            <p:cNvSpPr/>
            <p:nvPr/>
          </p:nvSpPr>
          <p:spPr>
            <a:xfrm>
              <a:off x="0" y="-399728"/>
              <a:ext cx="13815102" cy="1183569"/>
            </a:xfrm>
            <a:custGeom>
              <a:avLst/>
              <a:gdLst>
                <a:gd name="connsiteX0" fmla="*/ 13814622 w 13815102"/>
                <a:gd name="connsiteY0" fmla="*/ -466 h 1183569"/>
                <a:gd name="connsiteX1" fmla="*/ 13814622 w 13815102"/>
                <a:gd name="connsiteY1" fmla="*/ 633122 h 1183569"/>
                <a:gd name="connsiteX2" fmla="*/ 6676676 w 13815102"/>
                <a:gd name="connsiteY2" fmla="*/ 762720 h 1183569"/>
                <a:gd name="connsiteX3" fmla="*/ -480 w 13815102"/>
                <a:gd name="connsiteY3" fmla="*/ 762720 h 1183569"/>
                <a:gd name="connsiteX4" fmla="*/ -480 w 13815102"/>
                <a:gd name="connsiteY4" fmla="*/ -466 h 1183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815102" h="1183569">
                  <a:moveTo>
                    <a:pt x="13814622" y="-466"/>
                  </a:moveTo>
                  <a:lnTo>
                    <a:pt x="13814622" y="633122"/>
                  </a:lnTo>
                  <a:cubicBezTo>
                    <a:pt x="11529385" y="330728"/>
                    <a:pt x="8779036" y="301928"/>
                    <a:pt x="6676676" y="762720"/>
                  </a:cubicBezTo>
                  <a:cubicBezTo>
                    <a:pt x="4251041" y="1294358"/>
                    <a:pt x="2409171" y="1351381"/>
                    <a:pt x="-480" y="762720"/>
                  </a:cubicBezTo>
                  <a:lnTo>
                    <a:pt x="-480" y="-466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346FEB">
                    <a:alpha val="30000"/>
                  </a:srgbClr>
                </a:gs>
                <a:gs pos="100000">
                  <a:srgbClr val="346FEB"/>
                </a:gs>
              </a:gsLst>
              <a:lin ang="0" scaled="0"/>
              <a:tileRect/>
            </a:gradFill>
            <a:ln w="1439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350" kern="0" smtClean="0">
                <a:solidFill>
                  <a:srgbClr val="FFFFFF"/>
                </a:solidFill>
                <a:latin typeface="Arial"/>
                <a:ea typeface="微软雅黑"/>
              </a:endParaRPr>
            </a:p>
          </p:txBody>
        </p:sp>
        <p:sp>
          <p:nvSpPr>
            <p:cNvPr id="37" name="任意多边形: 形状 10"/>
            <p:cNvSpPr/>
            <p:nvPr/>
          </p:nvSpPr>
          <p:spPr>
            <a:xfrm>
              <a:off x="6734755" y="205070"/>
              <a:ext cx="6811073" cy="532994"/>
            </a:xfrm>
            <a:custGeom>
              <a:avLst/>
              <a:gdLst>
                <a:gd name="connsiteX0" fmla="*/ 613812 w 6811073"/>
                <a:gd name="connsiteY0" fmla="*/ 234527 h 532993"/>
                <a:gd name="connsiteX1" fmla="*/ -480 w 6811073"/>
                <a:gd name="connsiteY1" fmla="*/ 304798 h 532993"/>
                <a:gd name="connsiteX2" fmla="*/ 6415608 w 6811073"/>
                <a:gd name="connsiteY2" fmla="*/ 297310 h 532993"/>
                <a:gd name="connsiteX3" fmla="*/ 6810593 w 6811073"/>
                <a:gd name="connsiteY3" fmla="*/ 251663 h 532993"/>
                <a:gd name="connsiteX4" fmla="*/ 6810593 w 6811073"/>
                <a:gd name="connsiteY4" fmla="*/ 234527 h 532993"/>
                <a:gd name="connsiteX5" fmla="*/ 613812 w 6811073"/>
                <a:gd name="connsiteY5" fmla="*/ 234527 h 5329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811073" h="532993">
                  <a:moveTo>
                    <a:pt x="613812" y="234527"/>
                  </a:moveTo>
                  <a:cubicBezTo>
                    <a:pt x="414952" y="260735"/>
                    <a:pt x="209755" y="284206"/>
                    <a:pt x="-480" y="304798"/>
                  </a:cubicBezTo>
                  <a:cubicBezTo>
                    <a:pt x="2307942" y="625912"/>
                    <a:pt x="4083428" y="592793"/>
                    <a:pt x="6415608" y="297310"/>
                  </a:cubicBezTo>
                  <a:cubicBezTo>
                    <a:pt x="6544486" y="281182"/>
                    <a:pt x="6676244" y="265962"/>
                    <a:pt x="6810593" y="251663"/>
                  </a:cubicBezTo>
                  <a:lnTo>
                    <a:pt x="6810593" y="234527"/>
                  </a:lnTo>
                  <a:cubicBezTo>
                    <a:pt x="4574314" y="-94507"/>
                    <a:pt x="2865066" y="-62684"/>
                    <a:pt x="613812" y="234527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346FEB">
                    <a:alpha val="30000"/>
                  </a:srgbClr>
                </a:gs>
                <a:gs pos="100000">
                  <a:srgbClr val="346FEB">
                    <a:alpha val="0"/>
                  </a:srgbClr>
                </a:gs>
              </a:gsLst>
              <a:lin ang="0" scaled="0"/>
              <a:tileRect/>
            </a:gradFill>
            <a:ln w="1439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350" kern="0" smtClean="0">
                <a:solidFill>
                  <a:srgbClr val="FFFFFF"/>
                </a:solidFill>
                <a:latin typeface="Arial"/>
                <a:ea typeface="微软雅黑"/>
              </a:endParaRPr>
            </a:p>
          </p:txBody>
        </p:sp>
      </p:grpSp>
      <p:sp>
        <p:nvSpPr>
          <p:cNvPr id="43" name="任意多边形: 形状 11"/>
          <p:cNvSpPr/>
          <p:nvPr userDrawn="1"/>
        </p:nvSpPr>
        <p:spPr>
          <a:xfrm flipH="1">
            <a:off x="0" y="5661248"/>
            <a:ext cx="9144000" cy="1196752"/>
          </a:xfrm>
          <a:custGeom>
            <a:avLst/>
            <a:gdLst>
              <a:gd name="connsiteX0" fmla="*/ 11055446 w 11055446"/>
              <a:gd name="connsiteY0" fmla="*/ 1398206 h 1481451"/>
              <a:gd name="connsiteX1" fmla="*/ 10858686 w 11055446"/>
              <a:gd name="connsiteY1" fmla="*/ 1415579 h 1481451"/>
              <a:gd name="connsiteX2" fmla="*/ 10218733 w 11055446"/>
              <a:gd name="connsiteY2" fmla="*/ 1463845 h 1481451"/>
              <a:gd name="connsiteX3" fmla="*/ 9935465 w 11055446"/>
              <a:gd name="connsiteY3" fmla="*/ 1481451 h 1481451"/>
              <a:gd name="connsiteX4" fmla="*/ 10288295 w 11055446"/>
              <a:gd name="connsiteY4" fmla="*/ 1481451 h 1481451"/>
              <a:gd name="connsiteX5" fmla="*/ 10348250 w 11055446"/>
              <a:gd name="connsiteY5" fmla="*/ 1475665 h 1481451"/>
              <a:gd name="connsiteX6" fmla="*/ 10899132 w 11055446"/>
              <a:gd name="connsiteY6" fmla="*/ 1416728 h 1481451"/>
              <a:gd name="connsiteX7" fmla="*/ 0 w 11055446"/>
              <a:gd name="connsiteY7" fmla="*/ 0 h 1481451"/>
              <a:gd name="connsiteX8" fmla="*/ 0 w 11055446"/>
              <a:gd name="connsiteY8" fmla="*/ 687286 h 1481451"/>
              <a:gd name="connsiteX9" fmla="*/ 195826 w 11055446"/>
              <a:gd name="connsiteY9" fmla="*/ 762038 h 1481451"/>
              <a:gd name="connsiteX10" fmla="*/ 2666060 w 11055446"/>
              <a:gd name="connsiteY10" fmla="*/ 1412817 h 1481451"/>
              <a:gd name="connsiteX11" fmla="*/ 3110530 w 11055446"/>
              <a:gd name="connsiteY11" fmla="*/ 1481451 h 1481451"/>
              <a:gd name="connsiteX12" fmla="*/ 5454077 w 11055446"/>
              <a:gd name="connsiteY12" fmla="*/ 1481451 h 1481451"/>
              <a:gd name="connsiteX13" fmla="*/ 5088797 w 11055446"/>
              <a:gd name="connsiteY13" fmla="*/ 1449189 h 1481451"/>
              <a:gd name="connsiteX14" fmla="*/ 140502 w 11055446"/>
              <a:gd name="connsiteY14" fmla="*/ 74138 h 14814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1055446" h="1481451">
                <a:moveTo>
                  <a:pt x="11055446" y="1398206"/>
                </a:moveTo>
                <a:lnTo>
                  <a:pt x="10858686" y="1415579"/>
                </a:lnTo>
                <a:cubicBezTo>
                  <a:pt x="10641086" y="1433382"/>
                  <a:pt x="10427808" y="1449451"/>
                  <a:pt x="10218733" y="1463845"/>
                </a:cubicBezTo>
                <a:lnTo>
                  <a:pt x="9935465" y="1481451"/>
                </a:lnTo>
                <a:lnTo>
                  <a:pt x="10288295" y="1481451"/>
                </a:lnTo>
                <a:lnTo>
                  <a:pt x="10348250" y="1475665"/>
                </a:lnTo>
                <a:cubicBezTo>
                  <a:pt x="10529033" y="1457264"/>
                  <a:pt x="10712639" y="1437629"/>
                  <a:pt x="10899132" y="1416728"/>
                </a:cubicBezTo>
                <a:close/>
                <a:moveTo>
                  <a:pt x="0" y="0"/>
                </a:moveTo>
                <a:lnTo>
                  <a:pt x="0" y="687286"/>
                </a:lnTo>
                <a:lnTo>
                  <a:pt x="195826" y="762038"/>
                </a:lnTo>
                <a:cubicBezTo>
                  <a:pt x="899768" y="1018316"/>
                  <a:pt x="1702028" y="1246156"/>
                  <a:pt x="2666060" y="1412817"/>
                </a:cubicBezTo>
                <a:lnTo>
                  <a:pt x="3110530" y="1481451"/>
                </a:lnTo>
                <a:lnTo>
                  <a:pt x="5454077" y="1481451"/>
                </a:lnTo>
                <a:lnTo>
                  <a:pt x="5088797" y="1449189"/>
                </a:lnTo>
                <a:cubicBezTo>
                  <a:pt x="2761898" y="1219856"/>
                  <a:pt x="1306797" y="669121"/>
                  <a:pt x="140502" y="74138"/>
                </a:cubicBezTo>
                <a:close/>
              </a:path>
            </a:pathLst>
          </a:custGeom>
          <a:gradFill>
            <a:gsLst>
              <a:gs pos="0">
                <a:srgbClr val="4BADD3"/>
              </a:gs>
              <a:gs pos="100000">
                <a:srgbClr val="4BADD3">
                  <a:alpha val="31000"/>
                </a:srgbClr>
              </a:gs>
            </a:gsLst>
            <a:lin ang="10800000" scaled="1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 smtClean="0">
              <a:solidFill>
                <a:srgbClr val="FFFFFF"/>
              </a:solidFill>
              <a:latin typeface="Arial"/>
              <a:ea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3180446713"/>
      </p:ext>
    </p:extLst>
  </p:cSld>
  <p:clrMap bg1="dk2" tx1="lt1" bg2="dk1" tx2="lt2" accent1="accent1" accent2="accent2" accent3="accent3" accent4="accent4" accent5="accent5" accent6="accent6" hlink="hlink" folHlink="folHlink"/>
  <p:sldLayoutIdLst>
    <p:sldLayoutId id="2147486556" r:id="rId1"/>
    <p:sldLayoutId id="2147486557" r:id="rId2"/>
    <p:sldLayoutId id="2147486558" r:id="rId3"/>
    <p:sldLayoutId id="2147486559" r:id="rId4"/>
    <p:sldLayoutId id="2147486560" r:id="rId5"/>
    <p:sldLayoutId id="2147486561" r:id="rId6"/>
  </p:sldLayoutIdLst>
  <p:transition spd="med">
    <p:random/>
  </p:transition>
  <p:timing>
    <p:tnLst>
      <p:par>
        <p:cTn id="1" dur="indefinite" restart="never" nodeType="tmRoot"/>
      </p:par>
    </p:tnLst>
  </p:timing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500" kern="1200">
          <a:solidFill>
            <a:schemeClr val="tx2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anose="020B0A040201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anose="020B0A040201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anose="020B0A040201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anose="020B0A040201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anose="020B0A040201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anose="020B0A040201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anose="020B0A040201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anose="020B0A040201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SzPct val="85000"/>
        <a:buBlip>
          <a:blip r:embed="rId8"/>
        </a:buBlip>
        <a:defRPr sz="32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anose="05000000000000000000" pitchFamily="2" charset="2"/>
        <a:buChar char="l"/>
        <a:defRPr sz="2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5000"/>
        <a:buFont typeface="Wingdings" panose="05000000000000000000" pitchFamily="2" charset="2"/>
        <a:buChar char="l"/>
        <a:defRPr sz="2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0000"/>
        <a:buFont typeface="Wingdings" panose="05000000000000000000" pitchFamily="2" charset="2"/>
        <a:buChar char="l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anose="05000000000000000000" pitchFamily="2" charset="2"/>
        <a:buChar char="l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1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6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slide" Target="slide93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slide" Target="slide108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slide" Target="slide108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wmf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wmf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slide" Target="slide93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slide" Target="slide99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837897"/>
            <a:ext cx="7772400" cy="784830"/>
          </a:xfrm>
        </p:spPr>
        <p:txBody>
          <a:bodyPr/>
          <a:lstStyle/>
          <a:p>
            <a:pPr algn="l" eaLnBrk="1" hangingPunct="1">
              <a:defRPr/>
            </a:pPr>
            <a:r>
              <a:rPr lang="en-US" altLang="zh-CN" sz="45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§3.2</a:t>
            </a:r>
            <a:r>
              <a:rPr lang="zh-CN" altLang="en-US" sz="45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   谓词逻辑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sz="half" idx="1"/>
          </p:nvPr>
        </p:nvSpPr>
        <p:spPr>
          <a:xfrm>
            <a:off x="457200" y="1981200"/>
            <a:ext cx="8305800" cy="35814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spcBef>
                <a:spcPct val="45000"/>
              </a:spcBef>
              <a:buClr>
                <a:srgbClr val="FE1A14"/>
              </a:buClr>
              <a:buFont typeface="Wingdings" panose="05000000000000000000" pitchFamily="2" charset="2"/>
              <a:buChar char="ü"/>
              <a:tabLst>
                <a:tab pos="457200" algn="l"/>
                <a:tab pos="1768475" algn="l"/>
              </a:tabLst>
              <a:defRPr/>
            </a:pPr>
            <a:r>
              <a:rPr lang="en-US" altLang="zh-CN" dirty="0" smtClean="0">
                <a:latin typeface="Times New Roman" pitchFamily="18" charset="0"/>
              </a:rPr>
              <a:t>§3.2.1</a:t>
            </a:r>
            <a:r>
              <a:rPr lang="en-US" altLang="zh-CN" dirty="0">
                <a:latin typeface="Times New Roman" pitchFamily="18" charset="0"/>
              </a:rPr>
              <a:t> </a:t>
            </a:r>
            <a:r>
              <a:rPr lang="zh-CN" altLang="en-US" dirty="0" smtClean="0">
                <a:latin typeface="Times New Roman" pitchFamily="18" charset="0"/>
              </a:rPr>
              <a:t>谓词逻辑的基本概念</a:t>
            </a:r>
          </a:p>
          <a:p>
            <a:pPr eaLnBrk="1" hangingPunct="1">
              <a:lnSpc>
                <a:spcPct val="90000"/>
              </a:lnSpc>
              <a:spcBef>
                <a:spcPct val="45000"/>
              </a:spcBef>
              <a:buClr>
                <a:srgbClr val="FE1A14"/>
              </a:buClr>
              <a:buFont typeface="Wingdings" panose="05000000000000000000" pitchFamily="2" charset="2"/>
              <a:buChar char="ü"/>
              <a:tabLst>
                <a:tab pos="457200" algn="l"/>
                <a:tab pos="1768475" algn="l"/>
              </a:tabLst>
              <a:defRPr/>
            </a:pPr>
            <a:r>
              <a:rPr lang="en-US" altLang="zh-CN" dirty="0" smtClean="0">
                <a:latin typeface="Times New Roman" pitchFamily="18" charset="0"/>
              </a:rPr>
              <a:t>§3.2.2  </a:t>
            </a:r>
            <a:r>
              <a:rPr lang="zh-CN" altLang="en-US" dirty="0" smtClean="0">
                <a:latin typeface="Times New Roman" pitchFamily="18" charset="0"/>
              </a:rPr>
              <a:t>谓词公式</a:t>
            </a:r>
          </a:p>
          <a:p>
            <a:pPr eaLnBrk="1" hangingPunct="1">
              <a:lnSpc>
                <a:spcPct val="90000"/>
              </a:lnSpc>
              <a:spcBef>
                <a:spcPct val="45000"/>
              </a:spcBef>
              <a:buClr>
                <a:srgbClr val="FE1A14"/>
              </a:buClr>
              <a:buFont typeface="Wingdings" panose="05000000000000000000" pitchFamily="2" charset="2"/>
              <a:buChar char="ü"/>
              <a:tabLst>
                <a:tab pos="457200" algn="l"/>
                <a:tab pos="1768475" algn="l"/>
              </a:tabLst>
              <a:defRPr/>
            </a:pPr>
            <a:r>
              <a:rPr lang="en-US" altLang="zh-CN" dirty="0" smtClean="0">
                <a:latin typeface="Times New Roman" pitchFamily="18" charset="0"/>
              </a:rPr>
              <a:t>§3.2.3  </a:t>
            </a:r>
            <a:r>
              <a:rPr lang="zh-CN" altLang="en-US" dirty="0" smtClean="0">
                <a:latin typeface="Times New Roman" pitchFamily="18" charset="0"/>
              </a:rPr>
              <a:t>谓词公式的等价关系和蕴涵关系 </a:t>
            </a:r>
          </a:p>
          <a:p>
            <a:pPr eaLnBrk="1" hangingPunct="1">
              <a:lnSpc>
                <a:spcPct val="90000"/>
              </a:lnSpc>
              <a:spcBef>
                <a:spcPct val="45000"/>
              </a:spcBef>
              <a:buClr>
                <a:srgbClr val="FE1A14"/>
              </a:buClr>
              <a:buFont typeface="Wingdings" panose="05000000000000000000" pitchFamily="2" charset="2"/>
              <a:buChar char="ü"/>
              <a:tabLst>
                <a:tab pos="457200" algn="l"/>
                <a:tab pos="1768475" algn="l"/>
              </a:tabLst>
              <a:defRPr/>
            </a:pPr>
            <a:r>
              <a:rPr lang="en-US" altLang="zh-CN" dirty="0" smtClean="0">
                <a:latin typeface="Times New Roman" pitchFamily="18" charset="0"/>
              </a:rPr>
              <a:t>§3.2.4  </a:t>
            </a:r>
            <a:r>
              <a:rPr lang="zh-CN" altLang="en-US" dirty="0" smtClean="0">
                <a:latin typeface="Times New Roman" pitchFamily="18" charset="0"/>
              </a:rPr>
              <a:t>范式</a:t>
            </a:r>
          </a:p>
          <a:p>
            <a:pPr eaLnBrk="1" hangingPunct="1">
              <a:lnSpc>
                <a:spcPct val="90000"/>
              </a:lnSpc>
              <a:spcBef>
                <a:spcPct val="45000"/>
              </a:spcBef>
              <a:buFont typeface="Wingdings" panose="05000000000000000000" pitchFamily="2" charset="2"/>
              <a:buNone/>
              <a:tabLst>
                <a:tab pos="457200" algn="l"/>
                <a:tab pos="1768475" algn="l"/>
              </a:tabLst>
              <a:defRPr/>
            </a:pPr>
            <a:r>
              <a:rPr lang="zh-CN" altLang="en-US" b="1" dirty="0" smtClean="0">
                <a:latin typeface="Times New Roman" pitchFamily="18" charset="0"/>
              </a:rPr>
              <a:t>	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F7583F9-3A60-4B1F-9B3D-9697309ECECE}" type="slidenum">
              <a:rPr lang="en-US" altLang="zh-CN" smtClean="0"/>
              <a:pPr>
                <a:defRPr/>
              </a:pPr>
              <a:t>1</a:t>
            </a:fld>
            <a:endParaRPr lang="en-US" altLang="zh-CN"/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D5C09B1-B83E-4297-A7FD-691AD7A99639}" type="slidenum">
              <a:rPr lang="en-US" altLang="zh-CN" smtClean="0"/>
              <a:pPr>
                <a:defRPr/>
              </a:pPr>
              <a:t>2</a:t>
            </a:fld>
            <a:endParaRPr lang="en-US" altLang="zh-CN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1506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0" y="2191434"/>
            <a:ext cx="8229600" cy="646331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3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§3.2.1  </a:t>
            </a:r>
            <a:r>
              <a:rPr lang="zh-CN" altLang="en-US" sz="3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谓词逻辑的基本概念</a:t>
            </a: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6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>
              <a:defRPr/>
            </a:pPr>
            <a:r>
              <a:rPr lang="zh-CN" altLang="en-US" sz="3600" dirty="0" smtClean="0"/>
              <a:t>命题逻辑的缺陷</a:t>
            </a:r>
          </a:p>
        </p:txBody>
      </p:sp>
      <p:sp>
        <p:nvSpPr>
          <p:cNvPr id="19661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3200" dirty="0" smtClean="0">
                <a:solidFill>
                  <a:srgbClr val="FFCC00"/>
                </a:solidFill>
              </a:rPr>
              <a:t>1 </a:t>
            </a:r>
            <a:r>
              <a:rPr lang="zh-CN" altLang="en-US" sz="3200" dirty="0" smtClean="0">
                <a:solidFill>
                  <a:srgbClr val="FFCC00"/>
                </a:solidFill>
              </a:rPr>
              <a:t>繁琐</a:t>
            </a: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3200" dirty="0" smtClean="0">
                <a:solidFill>
                  <a:srgbClr val="FFCC00"/>
                </a:solidFill>
              </a:rPr>
              <a:t>例</a:t>
            </a:r>
            <a:r>
              <a:rPr lang="en-US" altLang="zh-CN" sz="3200" dirty="0" smtClean="0">
                <a:solidFill>
                  <a:srgbClr val="FFCC00"/>
                </a:solidFill>
              </a:rPr>
              <a:t>.</a:t>
            </a:r>
            <a:r>
              <a:rPr lang="zh-CN" altLang="en-US" sz="3200" dirty="0" smtClean="0"/>
              <a:t>表述集合个体性质及相互关系</a:t>
            </a: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3200" dirty="0" smtClean="0"/>
              <a:t>     </a:t>
            </a:r>
            <a:r>
              <a:rPr lang="en-US" altLang="zh-CN" sz="3200" dirty="0" smtClean="0"/>
              <a:t>S={1,2,…,50}</a:t>
            </a: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3200" dirty="0" smtClean="0"/>
              <a:t>表述</a:t>
            </a:r>
            <a:r>
              <a:rPr lang="en-US" altLang="zh-CN" sz="3200" dirty="0" smtClean="0"/>
              <a:t>S</a:t>
            </a:r>
            <a:r>
              <a:rPr lang="zh-CN" altLang="en-US" sz="3200" dirty="0" smtClean="0"/>
              <a:t>中元素大于</a:t>
            </a:r>
            <a:r>
              <a:rPr lang="en-US" altLang="zh-CN" sz="3200" dirty="0" smtClean="0"/>
              <a:t>3</a:t>
            </a:r>
            <a:r>
              <a:rPr lang="zh-CN" altLang="en-US" sz="3200" dirty="0" smtClean="0"/>
              <a:t>这样一个性质，需要</a:t>
            </a: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3200" dirty="0" smtClean="0"/>
              <a:t>1&gt;3,2&gt;3,…,50&gt;3</a:t>
            </a:r>
            <a:r>
              <a:rPr lang="zh-CN" altLang="en-US" sz="3200" dirty="0" smtClean="0"/>
              <a:t>等</a:t>
            </a:r>
            <a:r>
              <a:rPr lang="en-US" altLang="zh-CN" sz="3200" dirty="0" smtClean="0"/>
              <a:t>50</a:t>
            </a:r>
            <a:r>
              <a:rPr lang="zh-CN" altLang="en-US" sz="3200" dirty="0" smtClean="0"/>
              <a:t>个命题。</a:t>
            </a:r>
            <a:endParaRPr lang="en-US" altLang="zh-CN" sz="3200" dirty="0" smtClean="0"/>
          </a:p>
          <a:p>
            <a:pPr marL="0" indent="0" eaLnBrk="1" hangingPunct="1"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3200" dirty="0" smtClean="0"/>
              <a:t>   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4F9244D-4465-4E8F-BD7D-8ED47500DAEE}" type="slidenum">
              <a:rPr lang="en-US" altLang="zh-CN" smtClean="0"/>
              <a:pPr>
                <a:defRPr/>
              </a:pPr>
              <a:t>3</a:t>
            </a:fld>
            <a:endParaRPr lang="en-US" altLang="zh-CN"/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66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66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966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966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966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966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966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966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966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966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>
              <a:defRPr/>
            </a:pPr>
            <a:r>
              <a:rPr lang="zh-CN" altLang="en-US" sz="3600" dirty="0" smtClean="0"/>
              <a:t>命题逻辑的缺陷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125000"/>
              </a:lnSpc>
              <a:buClr>
                <a:srgbClr val="86D1EC"/>
              </a:buClr>
              <a:buFont typeface="Wingdings" panose="05000000000000000000" pitchFamily="2" charset="2"/>
              <a:buNone/>
              <a:tabLst>
                <a:tab pos="1716088" algn="l"/>
              </a:tabLst>
              <a:defRPr/>
            </a:pPr>
            <a:r>
              <a:rPr lang="en-US" altLang="zh-CN" sz="3200" dirty="0">
                <a:solidFill>
                  <a:srgbClr val="FFCC00"/>
                </a:solidFill>
              </a:rPr>
              <a:t>2 </a:t>
            </a:r>
            <a:r>
              <a:rPr lang="zh-CN" altLang="en-US" sz="3200" dirty="0">
                <a:solidFill>
                  <a:srgbClr val="FFC000"/>
                </a:solidFill>
              </a:rPr>
              <a:t>不能描述问题间的逻辑联系</a:t>
            </a:r>
          </a:p>
          <a:p>
            <a:pPr marL="0" indent="0" eaLnBrk="1" hangingPunct="1">
              <a:lnSpc>
                <a:spcPct val="110000"/>
              </a:lnSpc>
              <a:spcBef>
                <a:spcPts val="0"/>
              </a:spcBef>
              <a:buClr>
                <a:srgbClr val="86D1EC"/>
              </a:buClr>
              <a:buFont typeface="Wingdings" panose="05000000000000000000" pitchFamily="2" charset="2"/>
              <a:buNone/>
              <a:defRPr/>
            </a:pPr>
            <a:r>
              <a:rPr lang="zh-CN" altLang="en-US" sz="3200" dirty="0" smtClean="0">
                <a:solidFill>
                  <a:srgbClr val="FFFFFF"/>
                </a:solidFill>
              </a:rPr>
              <a:t>命题</a:t>
            </a:r>
            <a:r>
              <a:rPr lang="zh-CN" altLang="en-US" sz="3200" dirty="0">
                <a:solidFill>
                  <a:srgbClr val="FFFFFF"/>
                </a:solidFill>
              </a:rPr>
              <a:t>是有真假意义的一句话，而不考虑这句话的</a:t>
            </a:r>
            <a:r>
              <a:rPr lang="zh-CN" altLang="en-US" sz="3200" dirty="0" smtClean="0">
                <a:solidFill>
                  <a:srgbClr val="FFFFFF"/>
                </a:solidFill>
              </a:rPr>
              <a:t>结构和</a:t>
            </a:r>
            <a:r>
              <a:rPr lang="zh-CN" altLang="en-US" sz="3200" dirty="0">
                <a:solidFill>
                  <a:srgbClr val="FFFFFF"/>
                </a:solidFill>
              </a:rPr>
              <a:t>成分。从而把问题看成一个个孤立的命题，忽略了问题之间的联系，不能反映某些重要的常见的逻辑思维过程。</a:t>
            </a:r>
          </a:p>
          <a:p>
            <a:pPr>
              <a:defRPr/>
            </a:pP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491CE98-7068-4D00-BA66-762C6ACDD836}" type="slidenum">
              <a:rPr lang="en-US" altLang="zh-CN" smtClean="0"/>
              <a:pPr>
                <a:defRPr/>
              </a:pPr>
              <a:t>4</a:t>
            </a:fld>
            <a:endParaRPr lang="en-US" altLang="zh-CN"/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>
              <a:defRPr/>
            </a:pPr>
            <a:r>
              <a:rPr lang="zh-CN" altLang="en-US" sz="3600" dirty="0" smtClean="0"/>
              <a:t>命题逻辑的缺陷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143000"/>
            <a:ext cx="8352928" cy="4114800"/>
          </a:xfrm>
        </p:spPr>
        <p:txBody>
          <a:bodyPr/>
          <a:lstStyle/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  <a:tabLst>
                <a:tab pos="1716088" algn="l"/>
              </a:tabLst>
              <a:defRPr/>
            </a:pPr>
            <a:r>
              <a:rPr lang="en-US" altLang="zh-CN" sz="3200" dirty="0" smtClean="0">
                <a:solidFill>
                  <a:srgbClr val="FFC000"/>
                </a:solidFill>
              </a:rPr>
              <a:t>2 </a:t>
            </a:r>
            <a:r>
              <a:rPr lang="zh-CN" altLang="en-US" sz="3200" dirty="0" smtClean="0">
                <a:solidFill>
                  <a:srgbClr val="FFC000"/>
                </a:solidFill>
              </a:rPr>
              <a:t>不能描述问题间的逻辑联系</a:t>
            </a:r>
          </a:p>
          <a:p>
            <a:pPr eaLnBrk="1" hangingPunct="1">
              <a:lnSpc>
                <a:spcPct val="110000"/>
              </a:lnSpc>
              <a:tabLst>
                <a:tab pos="1716088" algn="l"/>
              </a:tabLst>
              <a:defRPr/>
            </a:pPr>
            <a:r>
              <a:rPr lang="zh-CN" altLang="en-US" sz="3200" dirty="0" smtClean="0"/>
              <a:t>例如，逻辑学中著名的三段论：</a:t>
            </a:r>
            <a:br>
              <a:rPr lang="zh-CN" altLang="en-US" sz="3200" dirty="0" smtClean="0"/>
            </a:br>
            <a:r>
              <a:rPr lang="zh-CN" altLang="en-US" sz="3200" dirty="0" smtClean="0"/>
              <a:t>	</a:t>
            </a:r>
            <a:r>
              <a:rPr lang="en-US" altLang="zh-CN" sz="3200" dirty="0" smtClean="0"/>
              <a:t>P</a:t>
            </a:r>
            <a:r>
              <a:rPr lang="zh-CN" altLang="en-US" sz="3200" dirty="0" smtClean="0"/>
              <a:t>：凡人必死</a:t>
            </a:r>
            <a:br>
              <a:rPr lang="zh-CN" altLang="en-US" sz="3200" dirty="0" smtClean="0"/>
            </a:br>
            <a:r>
              <a:rPr lang="zh-CN" altLang="en-US" sz="3200" dirty="0" smtClean="0"/>
              <a:t>	</a:t>
            </a:r>
            <a:r>
              <a:rPr lang="en-US" altLang="zh-CN" sz="3200" dirty="0" smtClean="0"/>
              <a:t>Q</a:t>
            </a:r>
            <a:r>
              <a:rPr lang="zh-CN" altLang="en-US" sz="3200" dirty="0" smtClean="0"/>
              <a:t>：张三是人</a:t>
            </a:r>
            <a:br>
              <a:rPr lang="zh-CN" altLang="en-US" sz="3200" dirty="0" smtClean="0"/>
            </a:br>
            <a:r>
              <a:rPr lang="zh-CN" altLang="en-US" sz="3200" dirty="0" smtClean="0"/>
              <a:t>	</a:t>
            </a:r>
            <a:r>
              <a:rPr lang="en-US" altLang="zh-CN" sz="3200" dirty="0" smtClean="0"/>
              <a:t>R</a:t>
            </a:r>
            <a:r>
              <a:rPr lang="zh-CN" altLang="en-US" sz="3200" dirty="0" smtClean="0"/>
              <a:t>：张三必死 </a:t>
            </a:r>
          </a:p>
          <a:p>
            <a:pPr eaLnBrk="1" hangingPunct="1">
              <a:lnSpc>
                <a:spcPct val="110000"/>
              </a:lnSpc>
              <a:tabLst>
                <a:tab pos="1716088" algn="l"/>
              </a:tabLst>
              <a:defRPr/>
            </a:pPr>
            <a:r>
              <a:rPr lang="zh-CN" altLang="en-US" sz="3200" dirty="0" smtClean="0"/>
              <a:t>在命题逻辑中：	应该有</a:t>
            </a:r>
            <a:r>
              <a:rPr lang="en-US" altLang="zh-CN" sz="3200" dirty="0" smtClean="0"/>
              <a:t>(P</a:t>
            </a:r>
            <a:r>
              <a:rPr lang="en-US" altLang="zh-CN" sz="3200" dirty="0" smtClean="0">
                <a:sym typeface="Symbol" pitchFamily="18" charset="2"/>
              </a:rPr>
              <a:t></a:t>
            </a:r>
            <a:r>
              <a:rPr lang="en-US" altLang="zh-CN" sz="3200" dirty="0" smtClean="0"/>
              <a:t>Q) </a:t>
            </a:r>
            <a:r>
              <a:rPr lang="en-US" altLang="zh-CN" sz="3200" dirty="0" smtClean="0">
                <a:sym typeface="Symbol" pitchFamily="18" charset="2"/>
              </a:rPr>
              <a:t></a:t>
            </a:r>
            <a:r>
              <a:rPr lang="en-US" altLang="zh-CN" sz="3200" dirty="0" smtClean="0"/>
              <a:t>R</a:t>
            </a:r>
            <a:r>
              <a:rPr lang="zh-CN" altLang="en-US" sz="3200" dirty="0" smtClean="0"/>
              <a:t>，从而公式</a:t>
            </a:r>
            <a:r>
              <a:rPr lang="en-US" altLang="zh-CN" sz="3200" dirty="0" smtClean="0"/>
              <a:t>(P</a:t>
            </a:r>
            <a:r>
              <a:rPr lang="en-US" altLang="zh-CN" sz="3200" dirty="0" smtClean="0">
                <a:sym typeface="Symbol" pitchFamily="18" charset="2"/>
              </a:rPr>
              <a:t></a:t>
            </a:r>
            <a:r>
              <a:rPr lang="en-US" altLang="zh-CN" sz="3200" dirty="0" smtClean="0"/>
              <a:t>Q)</a:t>
            </a:r>
            <a:r>
              <a:rPr lang="en-US" altLang="zh-CN" sz="3200" dirty="0" smtClean="0">
                <a:sym typeface="Symbol" pitchFamily="18" charset="2"/>
              </a:rPr>
              <a:t></a:t>
            </a:r>
            <a:r>
              <a:rPr lang="en-US" altLang="zh-CN" sz="3200" dirty="0" smtClean="0"/>
              <a:t>R</a:t>
            </a:r>
            <a:r>
              <a:rPr lang="zh-CN" altLang="en-US" sz="3200" dirty="0" smtClean="0"/>
              <a:t>应该是恒真的。</a:t>
            </a:r>
          </a:p>
          <a:p>
            <a:pPr eaLnBrk="1" hangingPunct="1">
              <a:lnSpc>
                <a:spcPct val="110000"/>
              </a:lnSpc>
              <a:tabLst>
                <a:tab pos="1716088" algn="l"/>
              </a:tabLst>
              <a:defRPr/>
            </a:pPr>
            <a:r>
              <a:rPr lang="zh-CN" altLang="en-US" sz="3200" dirty="0" smtClean="0"/>
              <a:t>显然该公式不是恒真的，解释</a:t>
            </a:r>
            <a:r>
              <a:rPr lang="en-US" altLang="zh-CN" sz="3200" dirty="0" smtClean="0"/>
              <a:t>{P</a:t>
            </a:r>
            <a:r>
              <a:rPr lang="zh-CN" altLang="en-US" sz="3200" dirty="0" smtClean="0"/>
              <a:t>，</a:t>
            </a:r>
            <a:r>
              <a:rPr lang="en-US" altLang="zh-CN" sz="3200" dirty="0" smtClean="0"/>
              <a:t>Q</a:t>
            </a:r>
            <a:r>
              <a:rPr lang="zh-CN" altLang="en-US" sz="3200" dirty="0" smtClean="0"/>
              <a:t>，</a:t>
            </a:r>
            <a:r>
              <a:rPr lang="zh-CN" altLang="en-US" sz="3200" dirty="0" smtClean="0">
                <a:sym typeface="Symbol" pitchFamily="18" charset="2"/>
              </a:rPr>
              <a:t></a:t>
            </a:r>
            <a:r>
              <a:rPr lang="en-US" altLang="zh-CN" sz="3200" dirty="0" smtClean="0"/>
              <a:t>R}</a:t>
            </a:r>
            <a:r>
              <a:rPr lang="zh-CN" altLang="en-US" sz="3200" dirty="0" smtClean="0"/>
              <a:t>就能弄假该公式</a:t>
            </a:r>
            <a:r>
              <a:rPr lang="zh-CN" altLang="en-US" sz="3200" b="1" dirty="0" smtClean="0">
                <a:latin typeface="Times New Roman" pitchFamily="18" charset="0"/>
              </a:rPr>
              <a:t>。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C137CB-9CED-4126-ABB3-1BED749342EF}" type="slidenum">
              <a:rPr lang="en-US" altLang="zh-CN" smtClean="0"/>
              <a:pPr>
                <a:defRPr/>
              </a:pPr>
              <a:t>5</a:t>
            </a:fld>
            <a:endParaRPr lang="en-US" altLang="zh-CN"/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>
              <a:defRPr/>
            </a:pPr>
            <a:r>
              <a:rPr lang="zh-CN" altLang="en-US" sz="3600" dirty="0" smtClean="0"/>
              <a:t>命题逻辑的缺陷</a:t>
            </a:r>
          </a:p>
        </p:txBody>
      </p:sp>
      <p:sp>
        <p:nvSpPr>
          <p:cNvPr id="14745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125000"/>
              </a:lnSpc>
              <a:defRPr/>
            </a:pPr>
            <a:r>
              <a:rPr lang="zh-CN" altLang="en-US" sz="3200" dirty="0" smtClean="0"/>
              <a:t>原因：命题</a:t>
            </a:r>
            <a:r>
              <a:rPr lang="en-US" altLang="zh-CN" sz="3200" dirty="0" smtClean="0"/>
              <a:t>R</a:t>
            </a:r>
            <a:r>
              <a:rPr lang="zh-CN" altLang="en-US" sz="3200" dirty="0" smtClean="0"/>
              <a:t>是和命题</a:t>
            </a:r>
            <a:r>
              <a:rPr lang="en-US" altLang="zh-CN" sz="3200" dirty="0" smtClean="0"/>
              <a:t>P, Q</a:t>
            </a:r>
            <a:r>
              <a:rPr lang="zh-CN" altLang="en-US" sz="3200" dirty="0" smtClean="0"/>
              <a:t>有关系的，只是这种关系在命题逻辑中无法表示。</a:t>
            </a:r>
          </a:p>
          <a:p>
            <a:pPr eaLnBrk="1" hangingPunct="1">
              <a:lnSpc>
                <a:spcPct val="125000"/>
              </a:lnSpc>
              <a:defRPr/>
            </a:pPr>
            <a:r>
              <a:rPr lang="zh-CN" altLang="en-US" sz="3200" dirty="0" smtClean="0"/>
              <a:t>因此，需要对命题的成分、结构和命题间的共同特性等作进一步的分析，这正是谓词逻辑所要研究的问题。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C5140EB-324B-4281-96DC-5B8BCD5427F9}" type="slidenum">
              <a:rPr lang="en-US" altLang="zh-CN" smtClean="0"/>
              <a:pPr>
                <a:defRPr/>
              </a:pPr>
              <a:t>6</a:t>
            </a:fld>
            <a:endParaRPr lang="en-US" altLang="zh-CN"/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8C3501C-4949-4294-8619-201E55E86CB0}" type="slidenum">
              <a:rPr lang="en-US" altLang="zh-CN" smtClean="0"/>
              <a:pPr>
                <a:defRPr/>
              </a:pPr>
              <a:t>7</a:t>
            </a:fld>
            <a:endParaRPr lang="en-US" altLang="zh-CN"/>
          </a:p>
        </p:txBody>
      </p:sp>
      <p:sp>
        <p:nvSpPr>
          <p:cNvPr id="148483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838200"/>
            <a:ext cx="8352928" cy="4114800"/>
          </a:xfrm>
        </p:spPr>
        <p:txBody>
          <a:bodyPr/>
          <a:lstStyle/>
          <a:p>
            <a:pPr eaLnBrk="1" hangingPunct="1">
              <a:lnSpc>
                <a:spcPct val="125000"/>
              </a:lnSpc>
              <a:defRPr/>
            </a:pPr>
            <a:r>
              <a:rPr lang="zh-CN" altLang="en-US" sz="3200" dirty="0" smtClean="0"/>
              <a:t>为了表示出这三个命题的内在关系，需要引进谓词的概念。</a:t>
            </a:r>
          </a:p>
          <a:p>
            <a:pPr eaLnBrk="1" hangingPunct="1">
              <a:lnSpc>
                <a:spcPct val="125000"/>
              </a:lnSpc>
              <a:defRPr/>
            </a:pPr>
            <a:r>
              <a:rPr lang="zh-CN" altLang="en-US" sz="3200" dirty="0" smtClean="0"/>
              <a:t>例如，在前面的例子“张三是人”中的“是人”是谓语，称为</a:t>
            </a:r>
            <a:r>
              <a:rPr lang="zh-CN" altLang="en-US" sz="3200" dirty="0" smtClean="0">
                <a:solidFill>
                  <a:srgbClr val="FFCC00"/>
                </a:solidFill>
              </a:rPr>
              <a:t>谓词</a:t>
            </a:r>
            <a:r>
              <a:rPr lang="zh-CN" altLang="en-US" sz="3200" dirty="0" smtClean="0"/>
              <a:t>，“张三”是主语，称为</a:t>
            </a:r>
            <a:r>
              <a:rPr lang="zh-CN" altLang="en-US" sz="3200" dirty="0" smtClean="0">
                <a:solidFill>
                  <a:srgbClr val="FFCC00"/>
                </a:solidFill>
              </a:rPr>
              <a:t>个体</a:t>
            </a:r>
            <a:r>
              <a:rPr lang="zh-CN" altLang="en-US" sz="3200" dirty="0" smtClean="0"/>
              <a:t>。</a:t>
            </a: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>
              <a:defRPr/>
            </a:pPr>
            <a:r>
              <a:rPr lang="en-US" altLang="zh-CN" sz="3600" dirty="0" smtClean="0"/>
              <a:t>1 </a:t>
            </a:r>
            <a:r>
              <a:rPr lang="zh-CN" altLang="en-US" sz="3600" dirty="0" smtClean="0"/>
              <a:t>谓词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tabLst>
                <a:tab pos="1716088" algn="l"/>
              </a:tabLst>
              <a:defRPr/>
            </a:pPr>
            <a:r>
              <a:rPr lang="zh-CN" altLang="en-US" sz="3200" dirty="0" smtClean="0">
                <a:solidFill>
                  <a:srgbClr val="FFCC00"/>
                </a:solidFill>
              </a:rPr>
              <a:t>定义</a:t>
            </a:r>
            <a:r>
              <a:rPr lang="en-US" altLang="zh-CN" sz="3200" dirty="0" smtClean="0">
                <a:solidFill>
                  <a:srgbClr val="FFCC00"/>
                </a:solidFill>
              </a:rPr>
              <a:t>3.2.1</a:t>
            </a:r>
            <a:r>
              <a:rPr lang="en-US" altLang="zh-CN" sz="3200" dirty="0" smtClean="0"/>
              <a:t> </a:t>
            </a:r>
            <a:r>
              <a:rPr lang="zh-CN" altLang="en-US" sz="3200" dirty="0" smtClean="0"/>
              <a:t>可以</a:t>
            </a:r>
            <a:r>
              <a:rPr lang="zh-CN" altLang="en-US" sz="3200" dirty="0" smtClean="0">
                <a:solidFill>
                  <a:srgbClr val="FFCC00"/>
                </a:solidFill>
              </a:rPr>
              <a:t>独立存在</a:t>
            </a:r>
            <a:r>
              <a:rPr lang="zh-CN" altLang="en-US" sz="3200" dirty="0" smtClean="0"/>
              <a:t>的物体称为个体。</a:t>
            </a:r>
          </a:p>
          <a:p>
            <a:pPr eaLnBrk="1" hangingPunct="1">
              <a:buFont typeface="Wingdings" panose="05000000000000000000" pitchFamily="2" charset="2"/>
              <a:buNone/>
              <a:tabLst>
                <a:tab pos="1716088" algn="l"/>
              </a:tabLst>
              <a:defRPr/>
            </a:pPr>
            <a:endParaRPr lang="zh-CN" altLang="en-US" sz="3200" dirty="0" smtClean="0"/>
          </a:p>
          <a:p>
            <a:pPr eaLnBrk="1" hangingPunct="1">
              <a:tabLst>
                <a:tab pos="1716088" algn="l"/>
              </a:tabLst>
              <a:defRPr/>
            </a:pPr>
            <a:r>
              <a:rPr lang="zh-CN" altLang="en-US" sz="3200" dirty="0" smtClean="0"/>
              <a:t>如人、学生、桌子、自然数等都可以作为个体。在谓词演算中，个体通常指一个命题里的思维对象</a:t>
            </a:r>
            <a:r>
              <a:rPr lang="zh-CN" altLang="en-US" sz="3200" b="1" dirty="0" smtClean="0">
                <a:latin typeface="Times New Roman" pitchFamily="18" charset="0"/>
              </a:rPr>
              <a:t>。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ED29932-E344-457A-AB95-E90A97289113}" type="slidenum">
              <a:rPr lang="en-US" altLang="zh-CN" smtClean="0"/>
              <a:pPr>
                <a:defRPr/>
              </a:pPr>
              <a:t>8</a:t>
            </a:fld>
            <a:endParaRPr lang="en-US" altLang="zh-CN"/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>
              <a:defRPr/>
            </a:pPr>
            <a:r>
              <a:rPr lang="en-US" altLang="zh-CN" sz="3600" dirty="0" smtClean="0"/>
              <a:t>1 </a:t>
            </a:r>
            <a:r>
              <a:rPr lang="zh-CN" altLang="en-US" sz="3600" dirty="0" smtClean="0"/>
              <a:t>谓词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idx="1"/>
          </p:nvPr>
        </p:nvSpPr>
        <p:spPr>
          <a:xfrm>
            <a:off x="166638" y="1006842"/>
            <a:ext cx="8491090" cy="5334000"/>
          </a:xfrm>
        </p:spPr>
        <p:txBody>
          <a:bodyPr/>
          <a:lstStyle/>
          <a:p>
            <a:pPr eaLnBrk="1" hangingPunct="1">
              <a:lnSpc>
                <a:spcPct val="114000"/>
              </a:lnSpc>
              <a:tabLst>
                <a:tab pos="1716088" algn="l"/>
              </a:tabLst>
              <a:defRPr/>
            </a:pPr>
            <a:r>
              <a:rPr lang="zh-CN" altLang="en-US" sz="3200" dirty="0" smtClean="0">
                <a:solidFill>
                  <a:srgbClr val="FFCC00"/>
                </a:solidFill>
              </a:rPr>
              <a:t>定义</a:t>
            </a:r>
            <a:r>
              <a:rPr lang="en-US" altLang="zh-CN" sz="3200" dirty="0" smtClean="0">
                <a:solidFill>
                  <a:srgbClr val="FFCC00"/>
                </a:solidFill>
              </a:rPr>
              <a:t>3.2.2</a:t>
            </a:r>
            <a:r>
              <a:rPr lang="en-US" altLang="zh-CN" sz="3200" dirty="0" smtClean="0"/>
              <a:t>  </a:t>
            </a:r>
            <a:r>
              <a:rPr lang="zh-CN" altLang="en-US" sz="3200" dirty="0" smtClean="0"/>
              <a:t>设</a:t>
            </a:r>
            <a:r>
              <a:rPr lang="en-US" altLang="zh-CN" sz="3200" dirty="0" smtClean="0"/>
              <a:t>D</a:t>
            </a:r>
            <a:r>
              <a:rPr lang="zh-CN" altLang="en-US" sz="3200" dirty="0" smtClean="0"/>
              <a:t>是非空个体名称集合，定义在</a:t>
            </a:r>
            <a:r>
              <a:rPr lang="en-US" altLang="zh-CN" sz="3200" dirty="0" smtClean="0"/>
              <a:t>D</a:t>
            </a:r>
            <a:r>
              <a:rPr lang="en-US" altLang="zh-CN" sz="3200" baseline="30000" dirty="0" smtClean="0"/>
              <a:t>n</a:t>
            </a:r>
            <a:r>
              <a:rPr lang="zh-CN" altLang="en-US" sz="3200" dirty="0" smtClean="0"/>
              <a:t>上取值于</a:t>
            </a:r>
            <a:r>
              <a:rPr lang="en-US" altLang="zh-CN" sz="3200" dirty="0" smtClean="0"/>
              <a:t>{1</a:t>
            </a:r>
            <a:r>
              <a:rPr lang="zh-CN" altLang="en-US" sz="3200" dirty="0" smtClean="0"/>
              <a:t>，</a:t>
            </a:r>
            <a:r>
              <a:rPr lang="en-US" altLang="zh-CN" sz="3200" dirty="0" smtClean="0"/>
              <a:t>0}</a:t>
            </a:r>
            <a:r>
              <a:rPr lang="zh-CN" altLang="en-US" sz="3200" dirty="0" smtClean="0"/>
              <a:t>上的</a:t>
            </a:r>
            <a:r>
              <a:rPr lang="en-US" altLang="zh-CN" sz="3200" dirty="0" smtClean="0"/>
              <a:t>n</a:t>
            </a:r>
            <a:r>
              <a:rPr lang="zh-CN" altLang="en-US" sz="3200" dirty="0" smtClean="0"/>
              <a:t>元函数，称为</a:t>
            </a:r>
            <a:r>
              <a:rPr lang="en-US" altLang="zh-CN" sz="3200" dirty="0" smtClean="0">
                <a:solidFill>
                  <a:srgbClr val="FFCC00"/>
                </a:solidFill>
              </a:rPr>
              <a:t>n</a:t>
            </a:r>
            <a:r>
              <a:rPr lang="zh-CN" altLang="en-US" sz="3200" dirty="0" smtClean="0">
                <a:solidFill>
                  <a:srgbClr val="FFCC00"/>
                </a:solidFill>
              </a:rPr>
              <a:t>元命题函数或</a:t>
            </a:r>
            <a:r>
              <a:rPr lang="en-US" altLang="zh-CN" sz="3200" dirty="0" smtClean="0">
                <a:solidFill>
                  <a:srgbClr val="FFCC00"/>
                </a:solidFill>
              </a:rPr>
              <a:t>n</a:t>
            </a:r>
            <a:r>
              <a:rPr lang="zh-CN" altLang="en-US" sz="3200" dirty="0" smtClean="0">
                <a:solidFill>
                  <a:srgbClr val="FFCC00"/>
                </a:solidFill>
              </a:rPr>
              <a:t>元谓词</a:t>
            </a:r>
            <a:r>
              <a:rPr lang="zh-CN" altLang="en-US" sz="3200" dirty="0" smtClean="0"/>
              <a:t>。其中</a:t>
            </a:r>
            <a:r>
              <a:rPr lang="en-US" altLang="zh-CN" sz="3200" dirty="0" smtClean="0"/>
              <a:t>D</a:t>
            </a:r>
            <a:r>
              <a:rPr lang="en-US" altLang="zh-CN" sz="3200" baseline="30000" dirty="0" smtClean="0"/>
              <a:t>n</a:t>
            </a:r>
            <a:r>
              <a:rPr lang="zh-CN" altLang="en-US" sz="3200" dirty="0" smtClean="0"/>
              <a:t>表示集合</a:t>
            </a:r>
            <a:r>
              <a:rPr lang="en-US" altLang="zh-CN" sz="3200" dirty="0" smtClean="0"/>
              <a:t>D</a:t>
            </a:r>
            <a:r>
              <a:rPr lang="zh-CN" altLang="en-US" sz="3200" dirty="0" smtClean="0"/>
              <a:t>的</a:t>
            </a:r>
            <a:r>
              <a:rPr lang="en-US" altLang="zh-CN" sz="3200" dirty="0" smtClean="0"/>
              <a:t>n</a:t>
            </a:r>
            <a:r>
              <a:rPr lang="zh-CN" altLang="en-US" sz="3200" dirty="0" smtClean="0"/>
              <a:t>次笛卡尔乘积。</a:t>
            </a:r>
          </a:p>
          <a:p>
            <a:pPr eaLnBrk="1" hangingPunct="1">
              <a:lnSpc>
                <a:spcPct val="114000"/>
              </a:lnSpc>
              <a:tabLst>
                <a:tab pos="1716088" algn="l"/>
              </a:tabLst>
              <a:defRPr/>
            </a:pPr>
            <a:r>
              <a:rPr lang="zh-CN" altLang="en-US" sz="3200" dirty="0" smtClean="0"/>
              <a:t>一般</a:t>
            </a:r>
            <a:r>
              <a:rPr lang="zh-CN" altLang="en-US" dirty="0" smtClean="0"/>
              <a:t>来讲，</a:t>
            </a:r>
            <a:endParaRPr lang="en-US" altLang="zh-CN" sz="3200" dirty="0" smtClean="0"/>
          </a:p>
          <a:p>
            <a:pPr marL="0" indent="0" eaLnBrk="1" hangingPunct="1">
              <a:lnSpc>
                <a:spcPct val="114000"/>
              </a:lnSpc>
              <a:buNone/>
              <a:tabLst>
                <a:tab pos="1716088" algn="l"/>
              </a:tabLst>
              <a:defRPr/>
            </a:pPr>
            <a:r>
              <a:rPr lang="zh-CN" altLang="en-US" sz="3200" dirty="0" smtClean="0">
                <a:solidFill>
                  <a:srgbClr val="FFCC00"/>
                </a:solidFill>
              </a:rPr>
              <a:t>一元</a:t>
            </a:r>
            <a:r>
              <a:rPr lang="zh-CN" altLang="en-US" sz="3200" dirty="0" smtClean="0"/>
              <a:t>谓词描述个体的性质；</a:t>
            </a:r>
            <a:endParaRPr lang="en-US" altLang="zh-CN" sz="3200" dirty="0" smtClean="0"/>
          </a:p>
          <a:p>
            <a:pPr marL="0" indent="0" eaLnBrk="1" hangingPunct="1">
              <a:lnSpc>
                <a:spcPct val="114000"/>
              </a:lnSpc>
              <a:buNone/>
              <a:tabLst>
                <a:tab pos="1716088" algn="l"/>
              </a:tabLst>
              <a:defRPr/>
            </a:pPr>
            <a:r>
              <a:rPr lang="zh-CN" altLang="en-US" sz="3200" dirty="0" smtClean="0">
                <a:solidFill>
                  <a:srgbClr val="FFCC00"/>
                </a:solidFill>
              </a:rPr>
              <a:t>二元</a:t>
            </a:r>
            <a:r>
              <a:rPr lang="zh-CN" altLang="en-US" sz="3200" dirty="0" smtClean="0"/>
              <a:t>或多元谓词描述两个或多个个体间的关系</a:t>
            </a:r>
            <a:r>
              <a:rPr lang="en-US" altLang="zh-CN" sz="3200" dirty="0" smtClean="0"/>
              <a:t>;</a:t>
            </a:r>
          </a:p>
          <a:p>
            <a:pPr marL="0" indent="0" eaLnBrk="1" hangingPunct="1">
              <a:lnSpc>
                <a:spcPct val="114000"/>
              </a:lnSpc>
              <a:buNone/>
              <a:tabLst>
                <a:tab pos="1716088" algn="l"/>
              </a:tabLst>
              <a:defRPr/>
            </a:pPr>
            <a:r>
              <a:rPr lang="en-US" altLang="zh-CN" sz="3200" dirty="0" smtClean="0">
                <a:solidFill>
                  <a:srgbClr val="FFCC00"/>
                </a:solidFill>
              </a:rPr>
              <a:t>0</a:t>
            </a:r>
            <a:r>
              <a:rPr lang="zh-CN" altLang="en-US" sz="3200" dirty="0" smtClean="0">
                <a:solidFill>
                  <a:srgbClr val="FFCC00"/>
                </a:solidFill>
              </a:rPr>
              <a:t>元</a:t>
            </a:r>
            <a:r>
              <a:rPr lang="zh-CN" altLang="en-US" sz="3200" dirty="0" smtClean="0"/>
              <a:t>谓词中无个体，理解为就是命题，这样，谓词逻辑包括命题逻辑。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C0F40B4-C358-497A-BA4B-38FE5A3A8D5F}" type="slidenum">
              <a:rPr lang="en-US" altLang="zh-CN" smtClean="0"/>
              <a:pPr>
                <a:defRPr/>
              </a:pPr>
              <a:t>9</a:t>
            </a:fld>
            <a:endParaRPr lang="en-US" altLang="zh-CN"/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4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4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45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45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45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45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>
              <a:defRPr/>
            </a:pPr>
            <a:r>
              <a:rPr lang="zh-CN" altLang="en-US" sz="3600" dirty="0" smtClean="0"/>
              <a:t>谓词的例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066800"/>
            <a:ext cx="8352928" cy="5246688"/>
          </a:xfrm>
        </p:spPr>
        <p:txBody>
          <a:bodyPr/>
          <a:lstStyle/>
          <a:p>
            <a:pPr eaLnBrk="1" hangingPunct="1">
              <a:lnSpc>
                <a:spcPct val="120000"/>
              </a:lnSpc>
              <a:spcBef>
                <a:spcPts val="0"/>
              </a:spcBef>
              <a:tabLst>
                <a:tab pos="1716088" algn="l"/>
              </a:tabLst>
              <a:defRPr/>
            </a:pPr>
            <a:r>
              <a:rPr lang="zh-CN" altLang="en-US" sz="3200" dirty="0" smtClean="0"/>
              <a:t>令</a:t>
            </a:r>
            <a:r>
              <a:rPr lang="en-US" altLang="zh-CN" sz="3200" dirty="0" smtClean="0"/>
              <a:t>G(x</a:t>
            </a:r>
            <a:r>
              <a:rPr lang="zh-CN" altLang="en-US" sz="3200" dirty="0" smtClean="0"/>
              <a:t>，</a:t>
            </a:r>
            <a:r>
              <a:rPr lang="en-US" altLang="zh-CN" sz="3200" dirty="0" smtClean="0"/>
              <a:t>y)</a:t>
            </a:r>
            <a:r>
              <a:rPr lang="zh-CN" altLang="en-US" sz="3200" dirty="0" smtClean="0"/>
              <a:t>： “</a:t>
            </a:r>
            <a:r>
              <a:rPr lang="en-US" altLang="zh-CN" sz="3200" dirty="0" smtClean="0"/>
              <a:t>x</a:t>
            </a:r>
            <a:r>
              <a:rPr lang="zh-CN" altLang="en-US" sz="3200" dirty="0" smtClean="0"/>
              <a:t>高于</a:t>
            </a:r>
            <a:r>
              <a:rPr lang="en-US" altLang="zh-CN" sz="3200" dirty="0" smtClean="0"/>
              <a:t>y”</a:t>
            </a:r>
            <a:r>
              <a:rPr lang="zh-CN" altLang="en-US" sz="3200" dirty="0" smtClean="0"/>
              <a:t>，</a:t>
            </a:r>
          </a:p>
          <a:p>
            <a:pPr eaLnBrk="1" hangingPunct="1"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None/>
              <a:tabLst>
                <a:tab pos="1716088" algn="l"/>
              </a:tabLst>
              <a:defRPr/>
            </a:pPr>
            <a:r>
              <a:rPr lang="zh-CN" altLang="en-US" sz="3200" dirty="0" smtClean="0"/>
              <a:t>   </a:t>
            </a:r>
            <a:r>
              <a:rPr lang="en-US" altLang="zh-CN" sz="3200" dirty="0" smtClean="0"/>
              <a:t>G(x</a:t>
            </a:r>
            <a:r>
              <a:rPr lang="zh-CN" altLang="en-US" sz="3200" dirty="0" smtClean="0"/>
              <a:t>，</a:t>
            </a:r>
            <a:r>
              <a:rPr lang="en-US" altLang="zh-CN" sz="3200" dirty="0" smtClean="0"/>
              <a:t>y)</a:t>
            </a:r>
            <a:r>
              <a:rPr lang="zh-CN" altLang="en-US" sz="3200" dirty="0" smtClean="0"/>
              <a:t>是一个二元谓词。</a:t>
            </a:r>
          </a:p>
          <a:p>
            <a:pPr eaLnBrk="1" hangingPunct="1"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None/>
              <a:tabLst>
                <a:tab pos="1716088" algn="l"/>
              </a:tabLst>
              <a:defRPr/>
            </a:pPr>
            <a:r>
              <a:rPr lang="zh-CN" altLang="en-US" sz="3200" dirty="0" smtClean="0"/>
              <a:t>   将</a:t>
            </a:r>
            <a:r>
              <a:rPr lang="en-US" altLang="zh-CN" sz="3200" dirty="0" smtClean="0"/>
              <a:t>x</a:t>
            </a:r>
            <a:r>
              <a:rPr lang="zh-CN" altLang="en-US" sz="3200" dirty="0" smtClean="0"/>
              <a:t>代以个体 “张三”，</a:t>
            </a:r>
            <a:r>
              <a:rPr lang="en-US" altLang="zh-CN" sz="3200" dirty="0" smtClean="0"/>
              <a:t>y</a:t>
            </a:r>
            <a:r>
              <a:rPr lang="zh-CN" altLang="en-US" sz="3200" dirty="0" smtClean="0"/>
              <a:t>代以个体 “李四”，则</a:t>
            </a:r>
            <a:r>
              <a:rPr lang="en-US" altLang="zh-CN" sz="3200" dirty="0" smtClean="0"/>
              <a:t>G(</a:t>
            </a:r>
            <a:r>
              <a:rPr lang="zh-CN" altLang="en-US" sz="3200" dirty="0" smtClean="0"/>
              <a:t>张三，李四</a:t>
            </a:r>
            <a:r>
              <a:rPr lang="en-US" altLang="zh-CN" sz="3200" dirty="0" smtClean="0"/>
              <a:t>)</a:t>
            </a:r>
            <a:r>
              <a:rPr lang="zh-CN" altLang="en-US" sz="3200" dirty="0" smtClean="0"/>
              <a:t>就是命题： “张三高于李四”。</a:t>
            </a:r>
          </a:p>
          <a:p>
            <a:pPr eaLnBrk="1" hangingPunct="1">
              <a:lnSpc>
                <a:spcPct val="120000"/>
              </a:lnSpc>
              <a:spcBef>
                <a:spcPts val="0"/>
              </a:spcBef>
              <a:tabLst>
                <a:tab pos="1716088" algn="l"/>
              </a:tabLst>
              <a:defRPr/>
            </a:pPr>
            <a:r>
              <a:rPr lang="en-US" altLang="zh-CN" sz="3200" dirty="0" smtClean="0"/>
              <a:t>G(x</a:t>
            </a:r>
            <a:r>
              <a:rPr lang="zh-CN" altLang="en-US" sz="3200" dirty="0" smtClean="0"/>
              <a:t>，</a:t>
            </a:r>
            <a:r>
              <a:rPr lang="en-US" altLang="zh-CN" sz="3200" dirty="0" smtClean="0"/>
              <a:t>y)</a:t>
            </a:r>
            <a:r>
              <a:rPr lang="zh-CN" altLang="en-US" sz="3200" dirty="0" smtClean="0"/>
              <a:t>不是命题，而是一个命题函数即谓词。</a:t>
            </a:r>
          </a:p>
          <a:p>
            <a:pPr eaLnBrk="1" hangingPunct="1">
              <a:lnSpc>
                <a:spcPct val="120000"/>
              </a:lnSpc>
              <a:spcBef>
                <a:spcPts val="0"/>
              </a:spcBef>
              <a:tabLst>
                <a:tab pos="1716088" algn="l"/>
              </a:tabLst>
              <a:defRPr/>
            </a:pPr>
            <a:r>
              <a:rPr lang="zh-CN" altLang="en-US" sz="3200" dirty="0" smtClean="0"/>
              <a:t>随便将</a:t>
            </a:r>
            <a:r>
              <a:rPr lang="en-US" altLang="zh-CN" sz="3200" dirty="0" smtClean="0"/>
              <a:t>x</a:t>
            </a:r>
            <a:r>
              <a:rPr lang="zh-CN" altLang="en-US" sz="3200" dirty="0" smtClean="0"/>
              <a:t>，</a:t>
            </a:r>
            <a:r>
              <a:rPr lang="en-US" altLang="zh-CN" sz="3200" dirty="0" smtClean="0"/>
              <a:t>y</a:t>
            </a:r>
            <a:r>
              <a:rPr lang="zh-CN" altLang="en-US" sz="3200" dirty="0" smtClean="0"/>
              <a:t>代以确定的个体，由</a:t>
            </a:r>
            <a:r>
              <a:rPr lang="en-US" altLang="zh-CN" sz="3200" dirty="0" smtClean="0"/>
              <a:t>G(x</a:t>
            </a:r>
            <a:r>
              <a:rPr lang="zh-CN" altLang="en-US" sz="3200" dirty="0" smtClean="0"/>
              <a:t>，</a:t>
            </a:r>
            <a:r>
              <a:rPr lang="en-US" altLang="zh-CN" sz="3200" dirty="0" smtClean="0"/>
              <a:t>y)</a:t>
            </a:r>
            <a:r>
              <a:rPr lang="zh-CN" altLang="en-US" sz="3200" dirty="0" smtClean="0"/>
              <a:t>都能得到一个</a:t>
            </a:r>
            <a:r>
              <a:rPr lang="zh-CN" altLang="en-US" sz="3200" dirty="0" smtClean="0">
                <a:solidFill>
                  <a:srgbClr val="FFCC00"/>
                </a:solidFill>
              </a:rPr>
              <a:t>命题</a:t>
            </a:r>
            <a:r>
              <a:rPr lang="zh-CN" altLang="en-US" sz="3200" dirty="0" smtClean="0"/>
              <a:t>。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31450C7-5B20-44F6-95C4-B092F5DF239E}" type="slidenum">
              <a:rPr lang="en-US" altLang="zh-CN" smtClean="0"/>
              <a:pPr>
                <a:defRPr/>
              </a:pPr>
              <a:t>10</a:t>
            </a:fld>
            <a:endParaRPr lang="en-US" altLang="zh-CN"/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6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6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66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66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>
              <a:defRPr/>
            </a:pPr>
            <a:r>
              <a:rPr lang="zh-CN" altLang="en-US" sz="3600" dirty="0" smtClean="0"/>
              <a:t>谓词的例</a:t>
            </a:r>
          </a:p>
        </p:txBody>
      </p:sp>
      <p:sp>
        <p:nvSpPr>
          <p:cNvPr id="197635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143000"/>
            <a:ext cx="8352928" cy="5029200"/>
          </a:xfrm>
        </p:spPr>
        <p:txBody>
          <a:bodyPr/>
          <a:lstStyle/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3200" dirty="0" smtClean="0">
                <a:solidFill>
                  <a:srgbClr val="FFCC00"/>
                </a:solidFill>
              </a:rPr>
              <a:t>例</a:t>
            </a:r>
            <a:r>
              <a:rPr lang="en-US" altLang="zh-CN" sz="3200" dirty="0" smtClean="0">
                <a:solidFill>
                  <a:srgbClr val="FFCC00"/>
                </a:solidFill>
              </a:rPr>
              <a:t>.</a:t>
            </a:r>
            <a:r>
              <a:rPr lang="en-US" altLang="zh-CN" sz="3200" dirty="0" smtClean="0"/>
              <a:t>D={2,3,4}</a:t>
            </a:r>
          </a:p>
          <a:p>
            <a:pPr eaLnBrk="1" hangingPunct="1">
              <a:lnSpc>
                <a:spcPct val="110000"/>
              </a:lnSpc>
              <a:buClr>
                <a:srgbClr val="FFCC00"/>
              </a:buClr>
              <a:buFont typeface="Wingdings" panose="05000000000000000000" pitchFamily="2" charset="2"/>
              <a:buChar char="u"/>
              <a:defRPr/>
            </a:pPr>
            <a:r>
              <a:rPr lang="zh-CN" altLang="en-US" sz="3200" dirty="0" smtClean="0"/>
              <a:t>设</a:t>
            </a:r>
            <a:r>
              <a:rPr lang="en-US" altLang="zh-CN" sz="3200" dirty="0" smtClean="0"/>
              <a:t>P(x)</a:t>
            </a:r>
            <a:r>
              <a:rPr lang="zh-CN" altLang="en-US" sz="3200" dirty="0" smtClean="0"/>
              <a:t>：</a:t>
            </a:r>
            <a:r>
              <a:rPr lang="en-US" altLang="zh-CN" sz="3200" dirty="0" smtClean="0"/>
              <a:t>x</a:t>
            </a:r>
            <a:r>
              <a:rPr lang="zh-CN" altLang="en-US" sz="3200" dirty="0" smtClean="0"/>
              <a:t>大于</a:t>
            </a:r>
            <a:r>
              <a:rPr lang="en-US" altLang="zh-CN" sz="3200" dirty="0" smtClean="0"/>
              <a:t>3</a:t>
            </a:r>
            <a:r>
              <a:rPr lang="zh-CN" altLang="en-US" sz="3200" dirty="0" smtClean="0"/>
              <a:t>，则</a:t>
            </a:r>
            <a:r>
              <a:rPr lang="en-US" altLang="zh-CN" sz="3200" dirty="0" smtClean="0"/>
              <a:t>P(x)</a:t>
            </a:r>
            <a:r>
              <a:rPr lang="zh-CN" altLang="en-US" sz="3200" dirty="0" smtClean="0"/>
              <a:t>为一元谓词。</a:t>
            </a: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3200" dirty="0" smtClean="0"/>
              <a:t> 指定元素</a:t>
            </a:r>
            <a:r>
              <a:rPr lang="en-US" altLang="zh-CN" sz="3200" dirty="0" smtClean="0"/>
              <a:t>--</a:t>
            </a:r>
            <a:r>
              <a:rPr lang="zh-CN" altLang="en-US" sz="3200" dirty="0" smtClean="0"/>
              <a:t>命题：</a:t>
            </a:r>
            <a:r>
              <a:rPr lang="en-US" altLang="zh-CN" sz="3200" dirty="0" smtClean="0"/>
              <a:t>P(2)=0, P(3)=0, P(4)=1</a:t>
            </a:r>
          </a:p>
          <a:p>
            <a:pPr eaLnBrk="1" hangingPunct="1">
              <a:lnSpc>
                <a:spcPct val="110000"/>
              </a:lnSpc>
              <a:buClr>
                <a:srgbClr val="FFCC00"/>
              </a:buClr>
              <a:buFont typeface="Wingdings" panose="05000000000000000000" pitchFamily="2" charset="2"/>
              <a:buChar char="u"/>
              <a:defRPr/>
            </a:pPr>
            <a:r>
              <a:rPr lang="zh-CN" altLang="en-US" sz="3200" dirty="0" smtClean="0"/>
              <a:t>设</a:t>
            </a:r>
            <a:r>
              <a:rPr lang="en-US" altLang="zh-CN" sz="3200" dirty="0" smtClean="0"/>
              <a:t>P(</a:t>
            </a:r>
            <a:r>
              <a:rPr lang="en-US" altLang="zh-CN" sz="3200" dirty="0" err="1" smtClean="0"/>
              <a:t>x,y</a:t>
            </a:r>
            <a:r>
              <a:rPr lang="en-US" altLang="zh-CN" sz="3200" dirty="0" smtClean="0"/>
              <a:t>)</a:t>
            </a:r>
            <a:r>
              <a:rPr lang="zh-CN" altLang="en-US" sz="3200" dirty="0" smtClean="0"/>
              <a:t>：</a:t>
            </a:r>
            <a:r>
              <a:rPr lang="en-US" altLang="zh-CN" sz="3200" dirty="0" smtClean="0"/>
              <a:t>x</a:t>
            </a:r>
            <a:r>
              <a:rPr lang="zh-CN" altLang="en-US" sz="3200" dirty="0" smtClean="0"/>
              <a:t>大于</a:t>
            </a:r>
            <a:r>
              <a:rPr lang="en-US" altLang="zh-CN" sz="3200" dirty="0" smtClean="0"/>
              <a:t>y,</a:t>
            </a:r>
            <a:r>
              <a:rPr lang="zh-CN" altLang="en-US" sz="3200" dirty="0" smtClean="0"/>
              <a:t>则</a:t>
            </a:r>
            <a:r>
              <a:rPr lang="en-US" altLang="zh-CN" sz="3200" dirty="0" smtClean="0"/>
              <a:t>P(</a:t>
            </a:r>
            <a:r>
              <a:rPr lang="en-US" altLang="zh-CN" sz="3200" dirty="0" err="1" smtClean="0"/>
              <a:t>x,y</a:t>
            </a:r>
            <a:r>
              <a:rPr lang="en-US" altLang="zh-CN" sz="3200" dirty="0" smtClean="0"/>
              <a:t>)</a:t>
            </a:r>
            <a:r>
              <a:rPr lang="zh-CN" altLang="en-US" sz="3200" dirty="0" smtClean="0"/>
              <a:t>为二元谓词。</a:t>
            </a:r>
          </a:p>
          <a:p>
            <a:pPr eaLnBrk="1" hangingPunct="1">
              <a:lnSpc>
                <a:spcPct val="110000"/>
              </a:lnSpc>
              <a:buClr>
                <a:srgbClr val="FFCC00"/>
              </a:buClr>
              <a:buFont typeface="Wingdings" panose="05000000000000000000" pitchFamily="2" charset="2"/>
              <a:buNone/>
              <a:defRPr/>
            </a:pPr>
            <a:r>
              <a:rPr lang="zh-CN" altLang="en-US" sz="3200" dirty="0" smtClean="0"/>
              <a:t>指定元素</a:t>
            </a:r>
            <a:r>
              <a:rPr lang="en-US" altLang="zh-CN" sz="3200" dirty="0" smtClean="0"/>
              <a:t>--</a:t>
            </a:r>
            <a:r>
              <a:rPr lang="zh-CN" altLang="en-US" sz="3200" dirty="0" smtClean="0"/>
              <a:t>命题：</a:t>
            </a:r>
            <a:r>
              <a:rPr lang="en-US" altLang="zh-CN" sz="3200" dirty="0" smtClean="0"/>
              <a:t>P(2,3)=0, P(4,2)=1</a:t>
            </a:r>
          </a:p>
          <a:p>
            <a:pPr eaLnBrk="1" hangingPunct="1">
              <a:lnSpc>
                <a:spcPct val="110000"/>
              </a:lnSpc>
              <a:buClr>
                <a:srgbClr val="FFCC00"/>
              </a:buClr>
              <a:buFont typeface="Wingdings" panose="05000000000000000000" pitchFamily="2" charset="2"/>
              <a:buChar char="u"/>
              <a:defRPr/>
            </a:pPr>
            <a:r>
              <a:rPr lang="zh-CN" altLang="en-US" sz="3200" dirty="0" smtClean="0"/>
              <a:t>设</a:t>
            </a:r>
            <a:r>
              <a:rPr lang="en-US" altLang="zh-CN" sz="3200" dirty="0" smtClean="0"/>
              <a:t>P(</a:t>
            </a:r>
            <a:r>
              <a:rPr lang="en-US" altLang="zh-CN" sz="3200" dirty="0" err="1" smtClean="0">
                <a:solidFill>
                  <a:srgbClr val="FFCC00"/>
                </a:solidFill>
              </a:rPr>
              <a:t>x,y,z</a:t>
            </a:r>
            <a:r>
              <a:rPr lang="en-US" altLang="zh-CN" sz="3200" dirty="0" smtClean="0"/>
              <a:t>)</a:t>
            </a:r>
            <a:r>
              <a:rPr lang="zh-CN" altLang="en-US" sz="3200" dirty="0" smtClean="0"/>
              <a:t>：若</a:t>
            </a:r>
            <a:r>
              <a:rPr lang="en-US" altLang="zh-CN" sz="3200" dirty="0" smtClean="0"/>
              <a:t>x+y-1=z</a:t>
            </a:r>
            <a:r>
              <a:rPr lang="zh-CN" altLang="en-US" sz="3200" dirty="0" smtClean="0"/>
              <a:t>，则</a:t>
            </a:r>
            <a:r>
              <a:rPr lang="en-US" altLang="zh-CN" sz="3200" dirty="0" smtClean="0"/>
              <a:t>P(</a:t>
            </a:r>
            <a:r>
              <a:rPr lang="en-US" altLang="zh-CN" sz="3200" dirty="0" err="1" smtClean="0"/>
              <a:t>x,y,z</a:t>
            </a:r>
            <a:r>
              <a:rPr lang="en-US" altLang="zh-CN" sz="3200" dirty="0" smtClean="0"/>
              <a:t>)</a:t>
            </a:r>
            <a:r>
              <a:rPr lang="zh-CN" altLang="en-US" sz="3200" dirty="0" smtClean="0"/>
              <a:t>为</a:t>
            </a:r>
            <a:r>
              <a:rPr lang="en-US" altLang="zh-CN" sz="3200" dirty="0" smtClean="0"/>
              <a:t>1</a:t>
            </a:r>
            <a:r>
              <a:rPr lang="zh-CN" altLang="en-US" sz="3200" dirty="0" smtClean="0"/>
              <a:t>，否则为</a:t>
            </a:r>
            <a:r>
              <a:rPr lang="en-US" altLang="zh-CN" sz="3200" dirty="0" smtClean="0"/>
              <a:t>0 </a:t>
            </a:r>
            <a:r>
              <a:rPr lang="zh-CN" altLang="en-US" sz="3200" dirty="0" smtClean="0"/>
              <a:t>。则</a:t>
            </a:r>
            <a:r>
              <a:rPr lang="en-US" altLang="zh-CN" sz="3200" dirty="0" smtClean="0"/>
              <a:t>P(</a:t>
            </a:r>
            <a:r>
              <a:rPr lang="en-US" altLang="zh-CN" sz="3200" dirty="0" err="1" smtClean="0"/>
              <a:t>x,y,z</a:t>
            </a:r>
            <a:r>
              <a:rPr lang="en-US" altLang="zh-CN" sz="3200" dirty="0" smtClean="0"/>
              <a:t>)</a:t>
            </a:r>
            <a:r>
              <a:rPr lang="zh-CN" altLang="en-US" sz="3200" dirty="0" smtClean="0"/>
              <a:t>为三元谓词。</a:t>
            </a:r>
          </a:p>
          <a:p>
            <a:pPr eaLnBrk="1" hangingPunct="1">
              <a:lnSpc>
                <a:spcPct val="110000"/>
              </a:lnSpc>
              <a:buClr>
                <a:srgbClr val="FFCC00"/>
              </a:buClr>
              <a:buFont typeface="Wingdings" panose="05000000000000000000" pitchFamily="2" charset="2"/>
              <a:buNone/>
              <a:defRPr/>
            </a:pPr>
            <a:r>
              <a:rPr lang="zh-CN" altLang="en-US" sz="3200" dirty="0" smtClean="0"/>
              <a:t>指定元素</a:t>
            </a:r>
            <a:r>
              <a:rPr lang="en-US" altLang="zh-CN" sz="3200" dirty="0" smtClean="0"/>
              <a:t>--</a:t>
            </a:r>
            <a:r>
              <a:rPr lang="zh-CN" altLang="en-US" sz="3200" dirty="0" smtClean="0"/>
              <a:t>命题：</a:t>
            </a:r>
            <a:r>
              <a:rPr lang="en-US" altLang="zh-CN" sz="3200" dirty="0" smtClean="0"/>
              <a:t>P(2,3,4)=1,P(4,2,2)=0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80994DB-C1AC-4935-8B3F-D1FA6AA9A19B}" type="slidenum">
              <a:rPr lang="en-US" altLang="zh-CN" smtClean="0"/>
              <a:pPr>
                <a:defRPr/>
              </a:pPr>
              <a:t>11</a:t>
            </a:fld>
            <a:endParaRPr lang="en-US" altLang="zh-CN"/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76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76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976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976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976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976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976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976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>
              <a:defRPr/>
            </a:pPr>
            <a:r>
              <a:rPr lang="zh-CN" altLang="en-US" sz="3600" dirty="0" smtClean="0"/>
              <a:t>谓词的例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143000"/>
            <a:ext cx="8352928" cy="5105400"/>
          </a:xfrm>
        </p:spPr>
        <p:txBody>
          <a:bodyPr/>
          <a:lstStyle/>
          <a:p>
            <a:pPr eaLnBrk="1" hangingPunct="1">
              <a:lnSpc>
                <a:spcPct val="125000"/>
              </a:lnSpc>
              <a:tabLst>
                <a:tab pos="1716088" algn="l"/>
              </a:tabLst>
              <a:defRPr/>
            </a:pPr>
            <a:r>
              <a:rPr lang="zh-CN" altLang="en-US" sz="3200" dirty="0" smtClean="0">
                <a:latin typeface="Times New Roman" pitchFamily="18" charset="0"/>
              </a:rPr>
              <a:t>用谓词的概念可将三段论做如下的符号化： 令</a:t>
            </a:r>
            <a:br>
              <a:rPr lang="zh-CN" altLang="en-US" sz="3200" dirty="0" smtClean="0">
                <a:latin typeface="Times New Roman" pitchFamily="18" charset="0"/>
              </a:rPr>
            </a:br>
            <a:r>
              <a:rPr lang="en-US" altLang="zh-CN" sz="3200" dirty="0" smtClean="0">
                <a:latin typeface="Times New Roman" pitchFamily="18" charset="0"/>
              </a:rPr>
              <a:t>H(x)</a:t>
            </a:r>
            <a:r>
              <a:rPr lang="zh-CN" altLang="en-US" sz="3200" dirty="0" smtClean="0">
                <a:latin typeface="Times New Roman" pitchFamily="18" charset="0"/>
              </a:rPr>
              <a:t>表示 “</a:t>
            </a:r>
            <a:r>
              <a:rPr lang="en-US" altLang="zh-CN" sz="3200" dirty="0" smtClean="0">
                <a:latin typeface="Times New Roman" pitchFamily="18" charset="0"/>
              </a:rPr>
              <a:t>x</a:t>
            </a:r>
            <a:r>
              <a:rPr lang="zh-CN" altLang="en-US" sz="3200" dirty="0" smtClean="0">
                <a:latin typeface="Times New Roman" pitchFamily="18" charset="0"/>
              </a:rPr>
              <a:t>是人”，</a:t>
            </a:r>
            <a:br>
              <a:rPr lang="zh-CN" altLang="en-US" sz="3200" dirty="0" smtClean="0">
                <a:latin typeface="Times New Roman" pitchFamily="18" charset="0"/>
              </a:rPr>
            </a:br>
            <a:r>
              <a:rPr lang="en-US" altLang="zh-CN" sz="3200" dirty="0" smtClean="0">
                <a:latin typeface="Times New Roman" pitchFamily="18" charset="0"/>
              </a:rPr>
              <a:t>M(x)</a:t>
            </a:r>
            <a:r>
              <a:rPr lang="zh-CN" altLang="en-US" sz="3200" dirty="0" smtClean="0">
                <a:latin typeface="Times New Roman" pitchFamily="18" charset="0"/>
              </a:rPr>
              <a:t>表示 “</a:t>
            </a:r>
            <a:r>
              <a:rPr lang="en-US" altLang="zh-CN" sz="3200" dirty="0" smtClean="0">
                <a:latin typeface="Times New Roman" pitchFamily="18" charset="0"/>
              </a:rPr>
              <a:t>x</a:t>
            </a:r>
            <a:r>
              <a:rPr lang="zh-CN" altLang="en-US" sz="3200" dirty="0" smtClean="0">
                <a:latin typeface="Times New Roman" pitchFamily="18" charset="0"/>
              </a:rPr>
              <a:t>必死”。</a:t>
            </a:r>
          </a:p>
          <a:p>
            <a:pPr eaLnBrk="1" hangingPunct="1">
              <a:lnSpc>
                <a:spcPct val="125000"/>
              </a:lnSpc>
              <a:buFont typeface="Wingdings" panose="05000000000000000000" pitchFamily="2" charset="2"/>
              <a:buNone/>
              <a:tabLst>
                <a:tab pos="1716088" algn="l"/>
              </a:tabLst>
              <a:defRPr/>
            </a:pPr>
            <a:r>
              <a:rPr lang="zh-CN" altLang="en-US" sz="3200" dirty="0" smtClean="0">
                <a:latin typeface="Times New Roman" pitchFamily="18" charset="0"/>
              </a:rPr>
              <a:t>  则三段论的三个命题表示如下：</a:t>
            </a:r>
            <a:br>
              <a:rPr lang="zh-CN" altLang="en-US" sz="3200" dirty="0" smtClean="0">
                <a:latin typeface="Times New Roman" pitchFamily="18" charset="0"/>
              </a:rPr>
            </a:br>
            <a:r>
              <a:rPr lang="en-US" altLang="zh-CN" sz="3200" dirty="0" smtClean="0">
                <a:latin typeface="Times New Roman" pitchFamily="18" charset="0"/>
              </a:rPr>
              <a:t>P</a:t>
            </a:r>
            <a:r>
              <a:rPr lang="zh-CN" altLang="en-US" sz="3200" dirty="0" smtClean="0">
                <a:latin typeface="Times New Roman" pitchFamily="18" charset="0"/>
              </a:rPr>
              <a:t>： </a:t>
            </a:r>
            <a:r>
              <a:rPr lang="en-US" altLang="zh-CN" sz="3200" dirty="0" smtClean="0">
                <a:latin typeface="Times New Roman" pitchFamily="18" charset="0"/>
              </a:rPr>
              <a:t>H(x)</a:t>
            </a:r>
            <a:r>
              <a:rPr lang="en-US" altLang="zh-CN" sz="3200" dirty="0" smtClean="0">
                <a:latin typeface="Times New Roman" pitchFamily="18" charset="0"/>
                <a:sym typeface="Symbol" pitchFamily="18" charset="2"/>
              </a:rPr>
              <a:t></a:t>
            </a:r>
            <a:r>
              <a:rPr lang="en-US" altLang="zh-CN" sz="3200" dirty="0" smtClean="0">
                <a:latin typeface="Times New Roman" pitchFamily="18" charset="0"/>
              </a:rPr>
              <a:t>M(x)</a:t>
            </a:r>
            <a:br>
              <a:rPr lang="en-US" altLang="zh-CN" sz="3200" dirty="0" smtClean="0">
                <a:latin typeface="Times New Roman" pitchFamily="18" charset="0"/>
              </a:rPr>
            </a:br>
            <a:r>
              <a:rPr lang="en-US" altLang="zh-CN" sz="3200" dirty="0" smtClean="0">
                <a:latin typeface="Times New Roman" pitchFamily="18" charset="0"/>
              </a:rPr>
              <a:t>Q</a:t>
            </a:r>
            <a:r>
              <a:rPr lang="zh-CN" altLang="en-US" sz="3200" dirty="0" smtClean="0">
                <a:latin typeface="Times New Roman" pitchFamily="18" charset="0"/>
              </a:rPr>
              <a:t>： </a:t>
            </a:r>
            <a:r>
              <a:rPr lang="en-US" altLang="zh-CN" sz="3200" dirty="0" smtClean="0">
                <a:latin typeface="Times New Roman" pitchFamily="18" charset="0"/>
              </a:rPr>
              <a:t>H(</a:t>
            </a:r>
            <a:r>
              <a:rPr lang="zh-CN" altLang="en-US" sz="3200" dirty="0" smtClean="0">
                <a:latin typeface="Times New Roman" pitchFamily="18" charset="0"/>
              </a:rPr>
              <a:t>张三</a:t>
            </a:r>
            <a:r>
              <a:rPr lang="en-US" altLang="zh-CN" sz="3200" dirty="0" smtClean="0">
                <a:latin typeface="Times New Roman" pitchFamily="18" charset="0"/>
              </a:rPr>
              <a:t>)</a:t>
            </a:r>
            <a:br>
              <a:rPr lang="en-US" altLang="zh-CN" sz="3200" dirty="0" smtClean="0">
                <a:latin typeface="Times New Roman" pitchFamily="18" charset="0"/>
              </a:rPr>
            </a:br>
            <a:r>
              <a:rPr lang="en-US" altLang="zh-CN" sz="3200" dirty="0" smtClean="0">
                <a:latin typeface="Times New Roman" pitchFamily="18" charset="0"/>
              </a:rPr>
              <a:t>R</a:t>
            </a:r>
            <a:r>
              <a:rPr lang="zh-CN" altLang="en-US" sz="3200" dirty="0" smtClean="0">
                <a:latin typeface="Times New Roman" pitchFamily="18" charset="0"/>
              </a:rPr>
              <a:t>： </a:t>
            </a:r>
            <a:r>
              <a:rPr lang="en-US" altLang="zh-CN" sz="3200" dirty="0" smtClean="0">
                <a:latin typeface="Times New Roman" pitchFamily="18" charset="0"/>
              </a:rPr>
              <a:t>M(</a:t>
            </a:r>
            <a:r>
              <a:rPr lang="zh-CN" altLang="en-US" sz="3200" dirty="0" smtClean="0">
                <a:latin typeface="Times New Roman" pitchFamily="18" charset="0"/>
              </a:rPr>
              <a:t>张三</a:t>
            </a:r>
            <a:r>
              <a:rPr lang="en-US" altLang="zh-CN" sz="3200" dirty="0" smtClean="0">
                <a:latin typeface="Times New Roman" pitchFamily="18" charset="0"/>
              </a:rPr>
              <a:t>)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20A8012-EAFD-4D02-A163-12B37D0292C6}" type="slidenum">
              <a:rPr lang="en-US" altLang="zh-CN" smtClean="0"/>
              <a:pPr>
                <a:defRPr/>
              </a:pPr>
              <a:t>12</a:t>
            </a:fld>
            <a:endParaRPr lang="en-US" altLang="zh-CN"/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>
              <a:defRPr/>
            </a:pPr>
            <a:r>
              <a:rPr lang="en-US" altLang="zh-CN" sz="3600" dirty="0" smtClean="0"/>
              <a:t>2 </a:t>
            </a:r>
            <a:r>
              <a:rPr lang="zh-CN" altLang="en-US" sz="3600" dirty="0" smtClean="0"/>
              <a:t>量词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943342"/>
            <a:ext cx="8567290" cy="5627688"/>
          </a:xfrm>
        </p:spPr>
        <p:txBody>
          <a:bodyPr/>
          <a:lstStyle/>
          <a:p>
            <a:pPr eaLnBrk="1" hangingPunct="1">
              <a:lnSpc>
                <a:spcPct val="125000"/>
              </a:lnSpc>
              <a:spcBef>
                <a:spcPts val="0"/>
              </a:spcBef>
              <a:tabLst>
                <a:tab pos="1716088" algn="l"/>
                <a:tab pos="2343150" algn="l"/>
              </a:tabLst>
              <a:defRPr/>
            </a:pPr>
            <a:r>
              <a:rPr lang="zh-CN" altLang="en-US" sz="3200" dirty="0" smtClean="0"/>
              <a:t>若想得到 “命题”</a:t>
            </a:r>
            <a:r>
              <a:rPr lang="en-US" altLang="zh-CN" sz="3200" dirty="0" smtClean="0"/>
              <a:t>P</a:t>
            </a:r>
            <a:r>
              <a:rPr lang="zh-CN" altLang="en-US" sz="3200" dirty="0" smtClean="0"/>
              <a:t>的否定 “命题”，应该就是“命题”</a:t>
            </a:r>
            <a:r>
              <a:rPr lang="zh-CN" altLang="en-US" sz="3200" dirty="0" smtClean="0">
                <a:sym typeface="Symbol" pitchFamily="18" charset="2"/>
              </a:rPr>
              <a:t></a:t>
            </a:r>
            <a:r>
              <a:rPr lang="en-US" altLang="zh-CN" sz="3200" dirty="0" smtClean="0"/>
              <a:t>P</a:t>
            </a:r>
            <a:r>
              <a:rPr lang="zh-CN" altLang="en-US" sz="3200" dirty="0" smtClean="0"/>
              <a:t>。但是，	</a:t>
            </a:r>
            <a:r>
              <a:rPr lang="zh-CN" altLang="en-US" sz="3200" dirty="0" smtClean="0">
                <a:sym typeface="Symbol" pitchFamily="18" charset="2"/>
              </a:rPr>
              <a:t></a:t>
            </a:r>
            <a:r>
              <a:rPr lang="en-US" altLang="zh-CN" sz="3200" dirty="0" smtClean="0"/>
              <a:t>P=</a:t>
            </a:r>
            <a:r>
              <a:rPr lang="en-US" altLang="zh-CN" sz="3200" dirty="0" smtClean="0">
                <a:sym typeface="Symbol" pitchFamily="18" charset="2"/>
              </a:rPr>
              <a:t></a:t>
            </a:r>
            <a:r>
              <a:rPr lang="en-US" altLang="zh-CN" sz="3200" dirty="0" smtClean="0"/>
              <a:t>(H(x)</a:t>
            </a:r>
            <a:r>
              <a:rPr lang="en-US" altLang="zh-CN" sz="3200" dirty="0" smtClean="0">
                <a:sym typeface="Symbol" pitchFamily="18" charset="2"/>
              </a:rPr>
              <a:t></a:t>
            </a:r>
            <a:r>
              <a:rPr lang="en-US" altLang="zh-CN" sz="3200" dirty="0" smtClean="0"/>
              <a:t>M(x))</a:t>
            </a:r>
            <a:br>
              <a:rPr lang="en-US" altLang="zh-CN" sz="3200" dirty="0" smtClean="0"/>
            </a:br>
            <a:r>
              <a:rPr lang="en-US" altLang="zh-CN" sz="3200" dirty="0" smtClean="0"/>
              <a:t>		=</a:t>
            </a:r>
            <a:r>
              <a:rPr lang="en-US" altLang="zh-CN" sz="3200" dirty="0" smtClean="0">
                <a:sym typeface="Symbol" pitchFamily="18" charset="2"/>
              </a:rPr>
              <a:t></a:t>
            </a:r>
            <a:r>
              <a:rPr lang="en-US" altLang="zh-CN" sz="3200" dirty="0" smtClean="0"/>
              <a:t>(</a:t>
            </a:r>
            <a:r>
              <a:rPr lang="en-US" altLang="zh-CN" sz="3200" dirty="0" smtClean="0">
                <a:sym typeface="Symbol" pitchFamily="18" charset="2"/>
              </a:rPr>
              <a:t></a:t>
            </a:r>
            <a:r>
              <a:rPr lang="en-US" altLang="zh-CN" sz="3200" dirty="0" smtClean="0"/>
              <a:t>H(x)</a:t>
            </a:r>
            <a:r>
              <a:rPr lang="en-US" altLang="zh-CN" sz="3200" dirty="0" smtClean="0">
                <a:sym typeface="Symbol" pitchFamily="18" charset="2"/>
              </a:rPr>
              <a:t></a:t>
            </a:r>
            <a:r>
              <a:rPr lang="en-US" altLang="zh-CN" sz="3200" dirty="0" smtClean="0"/>
              <a:t>M(x))</a:t>
            </a:r>
            <a:br>
              <a:rPr lang="en-US" altLang="zh-CN" sz="3200" dirty="0" smtClean="0"/>
            </a:br>
            <a:r>
              <a:rPr lang="en-US" altLang="zh-CN" sz="3200" dirty="0" smtClean="0"/>
              <a:t>		=H(x)</a:t>
            </a:r>
            <a:r>
              <a:rPr lang="en-US" altLang="zh-CN" sz="3200" dirty="0" smtClean="0">
                <a:sym typeface="Symbol" pitchFamily="18" charset="2"/>
              </a:rPr>
              <a:t></a:t>
            </a:r>
            <a:r>
              <a:rPr lang="en-US" altLang="zh-CN" sz="3200" dirty="0" smtClean="0"/>
              <a:t>M(x)</a:t>
            </a:r>
          </a:p>
          <a:p>
            <a:pPr eaLnBrk="1" hangingPunct="1"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  <a:buNone/>
              <a:tabLst>
                <a:tab pos="1716088" algn="l"/>
                <a:tab pos="2343150" algn="l"/>
              </a:tabLst>
              <a:defRPr/>
            </a:pPr>
            <a:r>
              <a:rPr lang="zh-CN" altLang="en-US" sz="3200" dirty="0" smtClean="0"/>
              <a:t>　亦即，“命题”</a:t>
            </a:r>
            <a:r>
              <a:rPr lang="en-US" altLang="zh-CN" sz="3200" dirty="0" smtClean="0"/>
              <a:t>P</a:t>
            </a:r>
            <a:r>
              <a:rPr lang="zh-CN" altLang="en-US" sz="3200" dirty="0" smtClean="0"/>
              <a:t>的否定 “命题”是 “</a:t>
            </a:r>
            <a:r>
              <a:rPr lang="zh-CN" altLang="en-US" sz="3200" u="sng" dirty="0" smtClean="0">
                <a:solidFill>
                  <a:srgbClr val="FFCC00"/>
                </a:solidFill>
              </a:rPr>
              <a:t>所有人都不死</a:t>
            </a:r>
            <a:r>
              <a:rPr lang="zh-CN" altLang="en-US" sz="3200" dirty="0" smtClean="0"/>
              <a:t>”。这和人们日常对命题 “所有人都必死”的否定的理解，相差得实在太远</a:t>
            </a:r>
            <a:r>
              <a:rPr lang="zh-CN" altLang="en-US" sz="3200" b="1" dirty="0" smtClean="0">
                <a:latin typeface="Times New Roman" pitchFamily="18" charset="0"/>
              </a:rPr>
              <a:t>。</a:t>
            </a:r>
            <a:endParaRPr lang="en-US" altLang="zh-CN" sz="3200" dirty="0" smtClean="0">
              <a:latin typeface="Times New Roman" pitchFamily="18" charset="0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D257E75-6621-4702-B84D-66C34F378424}" type="slidenum">
              <a:rPr lang="en-US" altLang="zh-CN" smtClean="0"/>
              <a:pPr>
                <a:defRPr/>
              </a:pPr>
              <a:t>13</a:t>
            </a:fld>
            <a:endParaRPr lang="en-US" altLang="zh-CN"/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>
              <a:defRPr/>
            </a:pPr>
            <a:r>
              <a:rPr lang="en-US" altLang="zh-CN" sz="3600" dirty="0" smtClean="0"/>
              <a:t>2 </a:t>
            </a:r>
            <a:r>
              <a:rPr lang="zh-CN" altLang="en-US" sz="3600" dirty="0" smtClean="0"/>
              <a:t>量词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143000"/>
            <a:ext cx="8352928" cy="5029200"/>
          </a:xfrm>
        </p:spPr>
        <p:txBody>
          <a:bodyPr/>
          <a:lstStyle/>
          <a:p>
            <a:pPr eaLnBrk="1" hangingPunct="1">
              <a:lnSpc>
                <a:spcPct val="125000"/>
              </a:lnSpc>
              <a:tabLst>
                <a:tab pos="1716088" algn="l"/>
                <a:tab pos="2343150" algn="l"/>
              </a:tabLst>
              <a:defRPr/>
            </a:pPr>
            <a:r>
              <a:rPr lang="zh-CN" altLang="en-US" sz="3200" dirty="0" smtClean="0"/>
              <a:t>原因－－命题</a:t>
            </a:r>
            <a:r>
              <a:rPr lang="en-US" altLang="zh-CN" sz="3200" dirty="0" smtClean="0"/>
              <a:t>P</a:t>
            </a:r>
            <a:r>
              <a:rPr lang="zh-CN" altLang="en-US" sz="3200" dirty="0" smtClean="0"/>
              <a:t>的确切意思应该是： “</a:t>
            </a:r>
            <a:r>
              <a:rPr lang="zh-CN" altLang="en-US" sz="3200" dirty="0" smtClean="0">
                <a:solidFill>
                  <a:srgbClr val="FFCC00"/>
                </a:solidFill>
              </a:rPr>
              <a:t>对任意</a:t>
            </a:r>
            <a:r>
              <a:rPr lang="en-US" altLang="zh-CN" sz="3200" dirty="0" smtClean="0">
                <a:solidFill>
                  <a:srgbClr val="FFCC00"/>
                </a:solidFill>
              </a:rPr>
              <a:t>x</a:t>
            </a:r>
            <a:r>
              <a:rPr lang="zh-CN" altLang="en-US" sz="3200" dirty="0" smtClean="0"/>
              <a:t>，如果</a:t>
            </a:r>
            <a:r>
              <a:rPr lang="en-US" altLang="zh-CN" sz="3200" dirty="0" smtClean="0"/>
              <a:t>x</a:t>
            </a:r>
            <a:r>
              <a:rPr lang="zh-CN" altLang="en-US" sz="3200" dirty="0" smtClean="0"/>
              <a:t>是人，则</a:t>
            </a:r>
            <a:r>
              <a:rPr lang="en-US" altLang="zh-CN" sz="3200" dirty="0" smtClean="0"/>
              <a:t>x</a:t>
            </a:r>
            <a:r>
              <a:rPr lang="zh-CN" altLang="en-US" sz="3200" dirty="0" smtClean="0"/>
              <a:t>必死”。 但是</a:t>
            </a:r>
            <a:br>
              <a:rPr lang="zh-CN" altLang="en-US" sz="3200" dirty="0" smtClean="0"/>
            </a:br>
            <a:r>
              <a:rPr lang="zh-CN" altLang="en-US" sz="3200" dirty="0" smtClean="0"/>
              <a:t>	</a:t>
            </a:r>
            <a:r>
              <a:rPr lang="en-US" altLang="zh-CN" sz="3200" dirty="0" smtClean="0"/>
              <a:t>H(x)</a:t>
            </a:r>
            <a:r>
              <a:rPr lang="en-US" altLang="zh-CN" sz="3200" dirty="0" smtClean="0">
                <a:sym typeface="Symbol" pitchFamily="18" charset="2"/>
              </a:rPr>
              <a:t></a:t>
            </a:r>
            <a:r>
              <a:rPr lang="en-US" altLang="zh-CN" sz="3200" dirty="0" smtClean="0"/>
              <a:t>M(x)</a:t>
            </a:r>
            <a:br>
              <a:rPr lang="en-US" altLang="zh-CN" sz="3200" dirty="0" smtClean="0"/>
            </a:br>
            <a:r>
              <a:rPr lang="zh-CN" altLang="en-US" sz="3200" dirty="0" smtClean="0"/>
              <a:t>中并没有确切的表示出 “对任意</a:t>
            </a:r>
            <a:r>
              <a:rPr lang="en-US" altLang="zh-CN" sz="3200" dirty="0" smtClean="0"/>
              <a:t>x”</a:t>
            </a:r>
            <a:r>
              <a:rPr lang="zh-CN" altLang="en-US" sz="3200" dirty="0" smtClean="0"/>
              <a:t>这个意思，亦即</a:t>
            </a:r>
            <a:r>
              <a:rPr lang="en-US" altLang="zh-CN" sz="3200" dirty="0" smtClean="0"/>
              <a:t>H(x)</a:t>
            </a:r>
            <a:r>
              <a:rPr lang="en-US" altLang="zh-CN" sz="3200" dirty="0" smtClean="0">
                <a:sym typeface="Symbol" pitchFamily="18" charset="2"/>
              </a:rPr>
              <a:t></a:t>
            </a:r>
            <a:r>
              <a:rPr lang="en-US" altLang="zh-CN" sz="3200" dirty="0" smtClean="0"/>
              <a:t>M(x)</a:t>
            </a:r>
            <a:r>
              <a:rPr lang="zh-CN" altLang="en-US" sz="3200" dirty="0" smtClean="0"/>
              <a:t>不是一个命题。 因此，在谓词逻辑中除引进谓词外，还需要引进 “</a:t>
            </a:r>
            <a:r>
              <a:rPr lang="zh-CN" altLang="en-US" sz="3200" dirty="0" smtClean="0">
                <a:solidFill>
                  <a:srgbClr val="FFCC00"/>
                </a:solidFill>
              </a:rPr>
              <a:t>对任意</a:t>
            </a:r>
            <a:r>
              <a:rPr lang="en-US" altLang="zh-CN" sz="3200" dirty="0" smtClean="0">
                <a:solidFill>
                  <a:srgbClr val="FFCC00"/>
                </a:solidFill>
              </a:rPr>
              <a:t>x</a:t>
            </a:r>
            <a:r>
              <a:rPr lang="en-US" altLang="zh-CN" sz="3200" dirty="0" smtClean="0"/>
              <a:t>”</a:t>
            </a:r>
            <a:r>
              <a:rPr lang="zh-CN" altLang="en-US" sz="3200" dirty="0" smtClean="0"/>
              <a:t>这个语句，及其对偶的语句 “</a:t>
            </a:r>
            <a:r>
              <a:rPr lang="zh-CN" altLang="en-US" sz="3200" dirty="0" smtClean="0">
                <a:solidFill>
                  <a:srgbClr val="FFCC00"/>
                </a:solidFill>
              </a:rPr>
              <a:t>存在一个</a:t>
            </a:r>
            <a:r>
              <a:rPr lang="en-US" altLang="zh-CN" sz="3200" dirty="0" smtClean="0">
                <a:solidFill>
                  <a:srgbClr val="FFCC00"/>
                </a:solidFill>
              </a:rPr>
              <a:t>x</a:t>
            </a:r>
            <a:r>
              <a:rPr lang="en-US" altLang="zh-CN" sz="3200" dirty="0" smtClean="0"/>
              <a:t>”</a:t>
            </a:r>
            <a:r>
              <a:rPr lang="zh-CN" altLang="en-US" sz="3200" dirty="0" smtClean="0"/>
              <a:t>。 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0752DE9-9880-49E1-A721-2ED90ECF7FB9}" type="slidenum">
              <a:rPr lang="en-US" altLang="zh-CN" smtClean="0"/>
              <a:pPr>
                <a:defRPr/>
              </a:pPr>
              <a:t>14</a:t>
            </a:fld>
            <a:endParaRPr lang="en-US" altLang="zh-CN"/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>
              <a:defRPr/>
            </a:pPr>
            <a:r>
              <a:rPr lang="en-US" altLang="zh-CN" sz="3600" dirty="0" smtClean="0"/>
              <a:t>2 </a:t>
            </a:r>
            <a:r>
              <a:rPr lang="zh-CN" altLang="en-US" sz="3600" dirty="0" smtClean="0"/>
              <a:t>量词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941388"/>
            <a:ext cx="8352928" cy="5611812"/>
          </a:xfrm>
        </p:spPr>
        <p:txBody>
          <a:bodyPr/>
          <a:lstStyle/>
          <a:p>
            <a:pPr eaLnBrk="1" hangingPunct="1">
              <a:lnSpc>
                <a:spcPct val="120000"/>
              </a:lnSpc>
              <a:spcBef>
                <a:spcPts val="0"/>
              </a:spcBef>
              <a:tabLst>
                <a:tab pos="1716088" algn="l"/>
                <a:tab pos="2343150" algn="l"/>
              </a:tabLst>
              <a:defRPr/>
            </a:pPr>
            <a:r>
              <a:rPr lang="zh-CN" altLang="en-US" sz="3000" dirty="0" smtClean="0">
                <a:solidFill>
                  <a:srgbClr val="FFCC00"/>
                </a:solidFill>
                <a:latin typeface="Times New Roman" pitchFamily="18" charset="0"/>
              </a:rPr>
              <a:t>定义</a:t>
            </a:r>
            <a:r>
              <a:rPr lang="en-US" altLang="zh-CN" sz="3000" dirty="0" smtClean="0">
                <a:solidFill>
                  <a:srgbClr val="FFCC00"/>
                </a:solidFill>
              </a:rPr>
              <a:t>3.2.3</a:t>
            </a:r>
            <a:r>
              <a:rPr lang="en-US" altLang="zh-CN" sz="3000" dirty="0" smtClean="0"/>
              <a:t>  </a:t>
            </a:r>
            <a:r>
              <a:rPr lang="zh-CN" altLang="en-US" sz="3000" dirty="0" smtClean="0"/>
              <a:t>语句 “对任意</a:t>
            </a:r>
            <a:r>
              <a:rPr lang="en-US" altLang="zh-CN" sz="3000" dirty="0" smtClean="0"/>
              <a:t>x”</a:t>
            </a:r>
            <a:r>
              <a:rPr lang="zh-CN" altLang="en-US" sz="3000" dirty="0" smtClean="0"/>
              <a:t>称为</a:t>
            </a:r>
            <a:r>
              <a:rPr lang="zh-CN" altLang="en-US" sz="3000" dirty="0" smtClean="0">
                <a:solidFill>
                  <a:srgbClr val="FFCC00"/>
                </a:solidFill>
              </a:rPr>
              <a:t>全称量词</a:t>
            </a:r>
            <a:r>
              <a:rPr lang="zh-CN" altLang="en-US" sz="3000" dirty="0" smtClean="0"/>
              <a:t>，记以</a:t>
            </a:r>
            <a:r>
              <a:rPr lang="zh-CN" altLang="en-US" sz="3000" dirty="0" smtClean="0">
                <a:solidFill>
                  <a:srgbClr val="FFCC00"/>
                </a:solidFill>
                <a:sym typeface="Symbol" pitchFamily="18" charset="2"/>
              </a:rPr>
              <a:t></a:t>
            </a:r>
            <a:r>
              <a:rPr lang="en-US" altLang="zh-CN" sz="3000" dirty="0" smtClean="0">
                <a:solidFill>
                  <a:srgbClr val="FFCC00"/>
                </a:solidFill>
              </a:rPr>
              <a:t>x</a:t>
            </a:r>
            <a:r>
              <a:rPr lang="zh-CN" altLang="en-US" sz="3000" dirty="0" smtClean="0"/>
              <a:t>； 语句 “存在一个</a:t>
            </a:r>
            <a:r>
              <a:rPr lang="en-US" altLang="zh-CN" sz="3000" dirty="0" smtClean="0"/>
              <a:t>x”</a:t>
            </a:r>
            <a:r>
              <a:rPr lang="zh-CN" altLang="en-US" sz="3000" dirty="0" smtClean="0"/>
              <a:t>称为</a:t>
            </a:r>
            <a:r>
              <a:rPr lang="zh-CN" altLang="en-US" sz="3000" dirty="0" smtClean="0">
                <a:solidFill>
                  <a:srgbClr val="FFCC00"/>
                </a:solidFill>
              </a:rPr>
              <a:t>存在量词</a:t>
            </a:r>
            <a:r>
              <a:rPr lang="zh-CN" altLang="en-US" sz="3000" dirty="0" smtClean="0"/>
              <a:t>，记以</a:t>
            </a:r>
            <a:r>
              <a:rPr lang="zh-CN" altLang="en-US" sz="3000" dirty="0" smtClean="0">
                <a:solidFill>
                  <a:srgbClr val="FFCC00"/>
                </a:solidFill>
                <a:sym typeface="Symbol" pitchFamily="18" charset="2"/>
              </a:rPr>
              <a:t></a:t>
            </a:r>
            <a:r>
              <a:rPr lang="en-US" altLang="zh-CN" sz="3000" dirty="0" smtClean="0">
                <a:solidFill>
                  <a:srgbClr val="FFCC00"/>
                </a:solidFill>
              </a:rPr>
              <a:t>x</a:t>
            </a:r>
            <a:r>
              <a:rPr lang="zh-CN" altLang="en-US" sz="3000" dirty="0" smtClean="0">
                <a:latin typeface="Times New Roman" pitchFamily="18" charset="0"/>
              </a:rPr>
              <a:t>。</a:t>
            </a:r>
          </a:p>
          <a:p>
            <a:pPr eaLnBrk="1" hangingPunct="1">
              <a:lnSpc>
                <a:spcPct val="120000"/>
              </a:lnSpc>
              <a:spcBef>
                <a:spcPts val="0"/>
              </a:spcBef>
              <a:tabLst>
                <a:tab pos="1716088" algn="l"/>
                <a:tab pos="2343150" algn="l"/>
              </a:tabLst>
              <a:defRPr/>
            </a:pPr>
            <a:r>
              <a:rPr lang="zh-CN" altLang="en-US" sz="3000" dirty="0" smtClean="0">
                <a:latin typeface="Times New Roman" pitchFamily="18" charset="0"/>
              </a:rPr>
              <a:t>这时，命题</a:t>
            </a:r>
            <a:r>
              <a:rPr lang="en-US" altLang="zh-CN" sz="3000" dirty="0" smtClean="0">
                <a:latin typeface="Times New Roman" pitchFamily="18" charset="0"/>
              </a:rPr>
              <a:t>P</a:t>
            </a:r>
            <a:r>
              <a:rPr lang="zh-CN" altLang="en-US" sz="3000" dirty="0" smtClean="0">
                <a:latin typeface="Times New Roman" pitchFamily="18" charset="0"/>
              </a:rPr>
              <a:t>就可确切地符号化如下：	</a:t>
            </a:r>
            <a:r>
              <a:rPr lang="zh-CN" altLang="en-US" sz="3000" dirty="0" smtClean="0">
                <a:latin typeface="Times New Roman" pitchFamily="18" charset="0"/>
                <a:sym typeface="Symbol" pitchFamily="18" charset="2"/>
              </a:rPr>
              <a:t></a:t>
            </a:r>
            <a:r>
              <a:rPr lang="en-US" altLang="zh-CN" sz="3000" dirty="0" smtClean="0">
                <a:latin typeface="Times New Roman" pitchFamily="18" charset="0"/>
              </a:rPr>
              <a:t>x(H(x)</a:t>
            </a:r>
            <a:r>
              <a:rPr lang="en-US" altLang="zh-CN" sz="3000" dirty="0" smtClean="0">
                <a:latin typeface="Times New Roman" pitchFamily="18" charset="0"/>
                <a:sym typeface="Symbol" pitchFamily="18" charset="2"/>
              </a:rPr>
              <a:t></a:t>
            </a:r>
            <a:r>
              <a:rPr lang="en-US" altLang="zh-CN" sz="3000" dirty="0" smtClean="0">
                <a:latin typeface="Times New Roman" pitchFamily="18" charset="0"/>
              </a:rPr>
              <a:t>M(x))</a:t>
            </a:r>
          </a:p>
          <a:p>
            <a:pPr eaLnBrk="1" hangingPunct="1">
              <a:lnSpc>
                <a:spcPct val="120000"/>
              </a:lnSpc>
              <a:spcBef>
                <a:spcPts val="0"/>
              </a:spcBef>
              <a:tabLst>
                <a:tab pos="1716088" algn="l"/>
                <a:tab pos="2343150" algn="l"/>
              </a:tabLst>
              <a:defRPr/>
            </a:pPr>
            <a:r>
              <a:rPr lang="zh-CN" altLang="en-US" sz="3000" dirty="0" smtClean="0">
                <a:latin typeface="Times New Roman" pitchFamily="18" charset="0"/>
              </a:rPr>
              <a:t>命题</a:t>
            </a:r>
            <a:r>
              <a:rPr lang="en-US" altLang="zh-CN" sz="3000" dirty="0" smtClean="0">
                <a:latin typeface="Times New Roman" pitchFamily="18" charset="0"/>
              </a:rPr>
              <a:t>P</a:t>
            </a:r>
            <a:r>
              <a:rPr lang="zh-CN" altLang="en-US" sz="3000" dirty="0" smtClean="0">
                <a:latin typeface="Times New Roman" pitchFamily="18" charset="0"/>
              </a:rPr>
              <a:t>的否定命题为：</a:t>
            </a:r>
            <a:r>
              <a:rPr lang="zh-CN" altLang="en-US" sz="3000" dirty="0" smtClean="0">
                <a:latin typeface="Times New Roman" pitchFamily="18" charset="0"/>
                <a:sym typeface="Symbol" pitchFamily="18" charset="2"/>
              </a:rPr>
              <a:t></a:t>
            </a:r>
            <a:r>
              <a:rPr lang="en-US" altLang="zh-CN" sz="3000" dirty="0" smtClean="0">
                <a:latin typeface="Times New Roman" pitchFamily="18" charset="0"/>
              </a:rPr>
              <a:t>P=</a:t>
            </a:r>
            <a:r>
              <a:rPr lang="en-US" altLang="zh-CN" sz="3000" dirty="0" smtClean="0">
                <a:latin typeface="Times New Roman" pitchFamily="18" charset="0"/>
                <a:sym typeface="Symbol" pitchFamily="18" charset="2"/>
              </a:rPr>
              <a:t></a:t>
            </a:r>
            <a:r>
              <a:rPr lang="en-US" altLang="zh-CN" sz="3000" dirty="0" smtClean="0">
                <a:latin typeface="Times New Roman" pitchFamily="18" charset="0"/>
              </a:rPr>
              <a:t>(</a:t>
            </a:r>
            <a:r>
              <a:rPr lang="en-US" altLang="zh-CN" sz="3000" dirty="0" smtClean="0">
                <a:latin typeface="Times New Roman" pitchFamily="18" charset="0"/>
                <a:sym typeface="Symbol" pitchFamily="18" charset="2"/>
              </a:rPr>
              <a:t></a:t>
            </a:r>
            <a:r>
              <a:rPr lang="en-US" altLang="zh-CN" sz="3000" dirty="0" smtClean="0">
                <a:latin typeface="Times New Roman" pitchFamily="18" charset="0"/>
              </a:rPr>
              <a:t>x(H(x)</a:t>
            </a:r>
            <a:r>
              <a:rPr lang="en-US" altLang="zh-CN" sz="3000" dirty="0" smtClean="0">
                <a:latin typeface="Times New Roman" pitchFamily="18" charset="0"/>
                <a:sym typeface="Symbol" pitchFamily="18" charset="2"/>
              </a:rPr>
              <a:t></a:t>
            </a:r>
            <a:r>
              <a:rPr lang="en-US" altLang="zh-CN" sz="3000" dirty="0" smtClean="0">
                <a:latin typeface="Times New Roman" pitchFamily="18" charset="0"/>
              </a:rPr>
              <a:t>M(x)))</a:t>
            </a:r>
          </a:p>
          <a:p>
            <a:pPr eaLnBrk="1" hangingPunct="1"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None/>
              <a:tabLst>
                <a:tab pos="1716088" algn="l"/>
                <a:tab pos="2343150" algn="l"/>
              </a:tabLst>
              <a:defRPr/>
            </a:pPr>
            <a:r>
              <a:rPr lang="en-US" altLang="zh-CN" sz="3000" dirty="0" smtClean="0">
                <a:latin typeface="Times New Roman" pitchFamily="18" charset="0"/>
              </a:rPr>
              <a:t>                    =</a:t>
            </a:r>
            <a:r>
              <a:rPr lang="en-US" altLang="zh-CN" sz="3000" dirty="0" smtClean="0">
                <a:latin typeface="Times New Roman" pitchFamily="18" charset="0"/>
                <a:sym typeface="Symbol" pitchFamily="18" charset="2"/>
              </a:rPr>
              <a:t></a:t>
            </a:r>
            <a:r>
              <a:rPr lang="en-US" altLang="zh-CN" sz="3000" dirty="0" smtClean="0">
                <a:latin typeface="Times New Roman" pitchFamily="18" charset="0"/>
              </a:rPr>
              <a:t>(</a:t>
            </a:r>
            <a:r>
              <a:rPr lang="en-US" altLang="zh-CN" sz="3000" dirty="0" smtClean="0">
                <a:latin typeface="Times New Roman" pitchFamily="18" charset="0"/>
                <a:sym typeface="Symbol" pitchFamily="18" charset="2"/>
              </a:rPr>
              <a:t></a:t>
            </a:r>
            <a:r>
              <a:rPr lang="en-US" altLang="zh-CN" sz="3000" dirty="0" smtClean="0">
                <a:latin typeface="Times New Roman" pitchFamily="18" charset="0"/>
              </a:rPr>
              <a:t>x(</a:t>
            </a:r>
            <a:r>
              <a:rPr lang="en-US" altLang="zh-CN" sz="3000" dirty="0" smtClean="0">
                <a:latin typeface="Times New Roman" pitchFamily="18" charset="0"/>
                <a:sym typeface="Symbol" pitchFamily="18" charset="2"/>
              </a:rPr>
              <a:t></a:t>
            </a:r>
            <a:r>
              <a:rPr lang="en-US" altLang="zh-CN" sz="3000" dirty="0" smtClean="0">
                <a:latin typeface="Times New Roman" pitchFamily="18" charset="0"/>
              </a:rPr>
              <a:t>H(x)</a:t>
            </a:r>
            <a:r>
              <a:rPr lang="en-US" altLang="zh-CN" sz="3000" dirty="0" smtClean="0">
                <a:latin typeface="Times New Roman" pitchFamily="18" charset="0"/>
                <a:sym typeface="Symbol" pitchFamily="18" charset="2"/>
              </a:rPr>
              <a:t>  </a:t>
            </a:r>
            <a:r>
              <a:rPr lang="en-US" altLang="zh-CN" sz="3000" dirty="0" smtClean="0">
                <a:latin typeface="Times New Roman" pitchFamily="18" charset="0"/>
              </a:rPr>
              <a:t>M(x) ))</a:t>
            </a:r>
            <a:br>
              <a:rPr lang="en-US" altLang="zh-CN" sz="3000" dirty="0" smtClean="0">
                <a:latin typeface="Times New Roman" pitchFamily="18" charset="0"/>
              </a:rPr>
            </a:br>
            <a:r>
              <a:rPr lang="en-US" altLang="zh-CN" sz="3000" dirty="0" smtClean="0">
                <a:latin typeface="Times New Roman" pitchFamily="18" charset="0"/>
              </a:rPr>
              <a:t>	  =</a:t>
            </a:r>
            <a:r>
              <a:rPr lang="en-US" altLang="zh-CN" sz="3000" dirty="0" smtClean="0">
                <a:latin typeface="Times New Roman" pitchFamily="18" charset="0"/>
                <a:sym typeface="Symbol" pitchFamily="18" charset="2"/>
              </a:rPr>
              <a:t></a:t>
            </a:r>
            <a:r>
              <a:rPr lang="en-US" altLang="zh-CN" sz="3000" dirty="0" smtClean="0">
                <a:latin typeface="Times New Roman" pitchFamily="18" charset="0"/>
              </a:rPr>
              <a:t>x(H(x)</a:t>
            </a:r>
            <a:r>
              <a:rPr lang="en-US" altLang="zh-CN" sz="3000" dirty="0" smtClean="0">
                <a:latin typeface="Times New Roman" pitchFamily="18" charset="0"/>
                <a:sym typeface="Symbol" pitchFamily="18" charset="2"/>
              </a:rPr>
              <a:t></a:t>
            </a:r>
            <a:r>
              <a:rPr lang="en-US" altLang="zh-CN" sz="3000" dirty="0" smtClean="0">
                <a:latin typeface="Times New Roman" pitchFamily="18" charset="0"/>
              </a:rPr>
              <a:t>M(x))</a:t>
            </a:r>
            <a:br>
              <a:rPr lang="en-US" altLang="zh-CN" sz="3000" dirty="0" smtClean="0">
                <a:latin typeface="Times New Roman" pitchFamily="18" charset="0"/>
              </a:rPr>
            </a:br>
            <a:r>
              <a:rPr lang="zh-CN" altLang="en-US" sz="3000" dirty="0" smtClean="0">
                <a:latin typeface="Times New Roman" pitchFamily="18" charset="0"/>
              </a:rPr>
              <a:t>亦即 “有一个人是不死的”。这个命题确实是 “所有人都要死”的否定。 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56A9D7B-4368-4736-8756-AECF917485B1}" type="slidenum">
              <a:rPr lang="en-US" altLang="zh-CN" smtClean="0"/>
              <a:pPr>
                <a:defRPr/>
              </a:pPr>
              <a:t>15</a:t>
            </a:fld>
            <a:endParaRPr lang="en-US" altLang="zh-CN"/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96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96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96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96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96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96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>
              <a:defRPr/>
            </a:pPr>
            <a:r>
              <a:rPr lang="zh-CN" altLang="en-US" sz="3600" dirty="0" smtClean="0"/>
              <a:t>量词的例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1372475"/>
            <a:ext cx="8352928" cy="4502109"/>
          </a:xfrm>
        </p:spPr>
        <p:txBody>
          <a:bodyPr/>
          <a:lstStyle/>
          <a:p>
            <a:pPr eaLnBrk="1" hangingPunct="1">
              <a:lnSpc>
                <a:spcPct val="125000"/>
              </a:lnSpc>
              <a:tabLst>
                <a:tab pos="1716088" algn="l"/>
                <a:tab pos="2343150" algn="l"/>
              </a:tabLst>
              <a:defRPr/>
            </a:pPr>
            <a:r>
              <a:rPr lang="zh-CN" altLang="en-US" sz="3200" dirty="0" smtClean="0"/>
              <a:t>三段论的三个命题，在谓词逻辑中是如下这样表示的：</a:t>
            </a:r>
            <a:br>
              <a:rPr lang="zh-CN" altLang="en-US" sz="3200" dirty="0" smtClean="0"/>
            </a:br>
            <a:r>
              <a:rPr lang="zh-CN" altLang="en-US" sz="3200" dirty="0" smtClean="0"/>
              <a:t>	</a:t>
            </a:r>
            <a:r>
              <a:rPr lang="en-US" altLang="zh-CN" sz="3200" dirty="0" smtClean="0"/>
              <a:t>P</a:t>
            </a:r>
            <a:r>
              <a:rPr lang="zh-CN" altLang="en-US" sz="3200" dirty="0" smtClean="0"/>
              <a:t>：</a:t>
            </a:r>
            <a:r>
              <a:rPr lang="zh-CN" altLang="en-US" sz="3200" dirty="0" smtClean="0">
                <a:sym typeface="Symbol" pitchFamily="18" charset="2"/>
              </a:rPr>
              <a:t></a:t>
            </a:r>
            <a:r>
              <a:rPr lang="en-US" altLang="zh-CN" sz="3200" dirty="0" smtClean="0"/>
              <a:t>x(H(x)</a:t>
            </a:r>
            <a:r>
              <a:rPr lang="en-US" altLang="zh-CN" sz="3200" dirty="0" smtClean="0">
                <a:sym typeface="Symbol" pitchFamily="18" charset="2"/>
              </a:rPr>
              <a:t></a:t>
            </a:r>
            <a:r>
              <a:rPr lang="en-US" altLang="zh-CN" sz="3200" dirty="0" smtClean="0"/>
              <a:t>M(x))</a:t>
            </a:r>
            <a:br>
              <a:rPr lang="en-US" altLang="zh-CN" sz="3200" dirty="0" smtClean="0"/>
            </a:br>
            <a:r>
              <a:rPr lang="en-US" altLang="zh-CN" sz="3200" dirty="0" smtClean="0"/>
              <a:t>	Q</a:t>
            </a:r>
            <a:r>
              <a:rPr lang="zh-CN" altLang="en-US" sz="3200" dirty="0" smtClean="0"/>
              <a:t>：</a:t>
            </a:r>
            <a:r>
              <a:rPr lang="en-US" altLang="zh-CN" sz="3200" dirty="0" smtClean="0"/>
              <a:t>H(</a:t>
            </a:r>
            <a:r>
              <a:rPr lang="zh-CN" altLang="en-US" sz="3200" dirty="0" smtClean="0"/>
              <a:t>张三</a:t>
            </a:r>
            <a:r>
              <a:rPr lang="en-US" altLang="zh-CN" sz="3200" dirty="0" smtClean="0"/>
              <a:t>)</a:t>
            </a:r>
            <a:br>
              <a:rPr lang="en-US" altLang="zh-CN" sz="3200" dirty="0" smtClean="0"/>
            </a:br>
            <a:r>
              <a:rPr lang="en-US" altLang="zh-CN" sz="3200" dirty="0" smtClean="0"/>
              <a:t>	R</a:t>
            </a:r>
            <a:r>
              <a:rPr lang="zh-CN" altLang="en-US" sz="3200" dirty="0" smtClean="0"/>
              <a:t>：</a:t>
            </a:r>
            <a:r>
              <a:rPr lang="en-US" altLang="zh-CN" sz="3200" dirty="0" smtClean="0"/>
              <a:t>M(</a:t>
            </a:r>
            <a:r>
              <a:rPr lang="zh-CN" altLang="en-US" sz="3200" dirty="0" smtClean="0"/>
              <a:t>张三</a:t>
            </a:r>
            <a:r>
              <a:rPr lang="en-US" altLang="zh-CN" sz="3200" dirty="0" smtClean="0"/>
              <a:t>)</a:t>
            </a:r>
          </a:p>
          <a:p>
            <a:pPr eaLnBrk="1" hangingPunct="1">
              <a:lnSpc>
                <a:spcPct val="125000"/>
              </a:lnSpc>
              <a:tabLst>
                <a:tab pos="1716088" algn="l"/>
                <a:tab pos="2343150" algn="l"/>
              </a:tabLst>
              <a:defRPr/>
            </a:pPr>
            <a:r>
              <a:rPr lang="zh-CN" altLang="en-US" sz="3200" dirty="0" smtClean="0">
                <a:solidFill>
                  <a:srgbClr val="FFFF00"/>
                </a:solidFill>
              </a:rPr>
              <a:t>以后</a:t>
            </a:r>
            <a:r>
              <a:rPr lang="zh-CN" altLang="en-US" sz="3200" dirty="0" smtClean="0"/>
              <a:t>可以证明：在谓词逻辑中，</a:t>
            </a:r>
            <a:r>
              <a:rPr lang="en-US" altLang="zh-CN" sz="3200" dirty="0" smtClean="0"/>
              <a:t>R</a:t>
            </a:r>
            <a:r>
              <a:rPr lang="zh-CN" altLang="en-US" sz="3200" dirty="0" smtClean="0"/>
              <a:t>是</a:t>
            </a:r>
            <a:r>
              <a:rPr lang="en-US" altLang="zh-CN" sz="3200" dirty="0" smtClean="0"/>
              <a:t>P</a:t>
            </a:r>
            <a:r>
              <a:rPr lang="zh-CN" altLang="en-US" sz="3200" dirty="0" smtClean="0"/>
              <a:t>和</a:t>
            </a:r>
            <a:r>
              <a:rPr lang="en-US" altLang="zh-CN" sz="3200" dirty="0" smtClean="0"/>
              <a:t>Q</a:t>
            </a:r>
            <a:r>
              <a:rPr lang="zh-CN" altLang="en-US" sz="3200" dirty="0" smtClean="0"/>
              <a:t>的逻辑结果。 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1D8516F-ACAC-4D1A-A17A-28CD060E28FD}" type="slidenum">
              <a:rPr lang="en-US" altLang="zh-CN" smtClean="0"/>
              <a:pPr>
                <a:defRPr/>
              </a:pPr>
              <a:t>16</a:t>
            </a:fld>
            <a:endParaRPr lang="en-US" altLang="zh-CN"/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659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143000"/>
            <a:ext cx="8352928" cy="5170488"/>
          </a:xfrm>
        </p:spPr>
        <p:txBody>
          <a:bodyPr/>
          <a:lstStyle/>
          <a:p>
            <a:pPr eaLnBrk="1" hangingPunct="1">
              <a:spcBef>
                <a:spcPts val="0"/>
              </a:spcBef>
              <a:defRPr/>
            </a:pPr>
            <a:r>
              <a:rPr lang="zh-CN" altLang="en-US" sz="3200" dirty="0" smtClean="0"/>
              <a:t>将下列命题符号化：</a:t>
            </a:r>
          </a:p>
          <a:p>
            <a:pPr eaLnBrk="1" hangingPunct="1"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3200" dirty="0" smtClean="0"/>
              <a:t>１</a:t>
            </a:r>
            <a:r>
              <a:rPr lang="en-US" altLang="zh-CN" sz="3200" dirty="0" smtClean="0"/>
              <a:t>)</a:t>
            </a:r>
            <a:r>
              <a:rPr lang="zh-CN" altLang="en-US" sz="3200" dirty="0" smtClean="0"/>
              <a:t>一切事物都是发展变化的　</a:t>
            </a:r>
            <a:endParaRPr lang="en-US" altLang="zh-CN" sz="3200" dirty="0" smtClean="0"/>
          </a:p>
          <a:p>
            <a:pPr eaLnBrk="1" hangingPunct="1"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3200" dirty="0" smtClean="0"/>
              <a:t>其中</a:t>
            </a:r>
            <a:r>
              <a:rPr lang="en-US" altLang="zh-CN" sz="3200" dirty="0" smtClean="0"/>
              <a:t>F(x)</a:t>
            </a:r>
            <a:r>
              <a:rPr lang="zh-CN" altLang="en-US" sz="3200" dirty="0" smtClean="0"/>
              <a:t>：</a:t>
            </a:r>
            <a:r>
              <a:rPr lang="en-US" altLang="zh-CN" sz="3200" dirty="0" smtClean="0"/>
              <a:t>x</a:t>
            </a:r>
            <a:r>
              <a:rPr lang="zh-CN" altLang="en-US" sz="3200" dirty="0" smtClean="0"/>
              <a:t>是发展变化的</a:t>
            </a:r>
            <a:endParaRPr lang="en-US" altLang="zh-CN" sz="3200" dirty="0" smtClean="0"/>
          </a:p>
          <a:p>
            <a:pPr eaLnBrk="1" hangingPunct="1"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3200" dirty="0"/>
              <a:t> </a:t>
            </a:r>
            <a:r>
              <a:rPr lang="zh-CN" altLang="en-US" sz="3200" dirty="0">
                <a:sym typeface="Symbol" pitchFamily="18" charset="2"/>
              </a:rPr>
              <a:t></a:t>
            </a:r>
            <a:r>
              <a:rPr lang="en-US" altLang="zh-CN" sz="3200" dirty="0"/>
              <a:t>x F(x)</a:t>
            </a:r>
          </a:p>
          <a:p>
            <a:pPr eaLnBrk="1" hangingPunct="1"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3200" dirty="0" smtClean="0"/>
              <a:t>２</a:t>
            </a:r>
            <a:r>
              <a:rPr lang="en-US" altLang="zh-CN" sz="3200" dirty="0" smtClean="0"/>
              <a:t>)</a:t>
            </a:r>
            <a:r>
              <a:rPr lang="zh-CN" altLang="en-US" sz="3200" dirty="0" smtClean="0"/>
              <a:t>存在着会说话的机器人 </a:t>
            </a:r>
            <a:endParaRPr lang="en-US" altLang="zh-CN" sz="3200" dirty="0" smtClean="0"/>
          </a:p>
          <a:p>
            <a:pPr eaLnBrk="1" hangingPunct="1"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3200" dirty="0" smtClean="0"/>
              <a:t>其中</a:t>
            </a:r>
            <a:r>
              <a:rPr lang="en-US" altLang="zh-CN" sz="3200" dirty="0" smtClean="0"/>
              <a:t>F(x)</a:t>
            </a:r>
            <a:r>
              <a:rPr lang="zh-CN" altLang="en-US" sz="3200" dirty="0" smtClean="0"/>
              <a:t>：</a:t>
            </a:r>
            <a:r>
              <a:rPr lang="en-US" altLang="zh-CN" sz="3200" dirty="0" smtClean="0"/>
              <a:t>x</a:t>
            </a:r>
            <a:r>
              <a:rPr lang="zh-CN" altLang="en-US" sz="3200" dirty="0" smtClean="0"/>
              <a:t>会说话</a:t>
            </a:r>
          </a:p>
          <a:p>
            <a:pPr eaLnBrk="1" hangingPunct="1"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3200" dirty="0" smtClean="0">
                <a:sym typeface="Symbol" pitchFamily="18" charset="2"/>
              </a:rPr>
              <a:t>        </a:t>
            </a:r>
            <a:r>
              <a:rPr lang="en-US" altLang="zh-CN" sz="3200" dirty="0" smtClean="0">
                <a:sym typeface="Symbol" pitchFamily="18" charset="2"/>
              </a:rPr>
              <a:t>G</a:t>
            </a:r>
            <a:r>
              <a:rPr lang="en-US" altLang="zh-CN" sz="3200" dirty="0" smtClean="0"/>
              <a:t>(x):   x</a:t>
            </a:r>
            <a:r>
              <a:rPr lang="zh-CN" altLang="en-US" sz="3200" dirty="0" smtClean="0"/>
              <a:t>是机器人</a:t>
            </a:r>
            <a:endParaRPr lang="en-US" altLang="zh-CN" sz="3200" dirty="0" smtClean="0"/>
          </a:p>
          <a:p>
            <a:pPr eaLnBrk="1" hangingPunct="1"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3200" dirty="0">
                <a:sym typeface="Symbol" pitchFamily="18" charset="2"/>
              </a:rPr>
              <a:t></a:t>
            </a:r>
            <a:r>
              <a:rPr lang="en-US" altLang="zh-CN" sz="3200" dirty="0"/>
              <a:t>x(F(x)</a:t>
            </a:r>
            <a:r>
              <a:rPr lang="en-US" altLang="zh-CN" sz="3200" dirty="0">
                <a:sym typeface="Symbol" pitchFamily="18" charset="2"/>
              </a:rPr>
              <a:t>G</a:t>
            </a:r>
            <a:r>
              <a:rPr lang="en-US" altLang="zh-CN" sz="3200" dirty="0"/>
              <a:t>(x))</a:t>
            </a:r>
          </a:p>
          <a:p>
            <a:pPr eaLnBrk="1" hangingPunct="1"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3200" dirty="0" smtClean="0"/>
              <a:t>如果没有明确给出个体域，则认为个体域</a:t>
            </a:r>
          </a:p>
          <a:p>
            <a:pPr eaLnBrk="1" hangingPunct="1"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3200" dirty="0" smtClean="0"/>
              <a:t>为一切事物</a:t>
            </a:r>
            <a:r>
              <a:rPr lang="zh-CN" altLang="en-US" sz="3200" b="1" dirty="0" smtClean="0">
                <a:latin typeface="Times New Roman" pitchFamily="18" charset="0"/>
              </a:rPr>
              <a:t>。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88501FB-2473-4C14-814F-51273447892E}" type="slidenum">
              <a:rPr lang="en-US" altLang="zh-CN" smtClean="0">
                <a:solidFill>
                  <a:srgbClr val="FFFFFF"/>
                </a:solidFill>
              </a:rPr>
              <a:pPr>
                <a:defRPr/>
              </a:pPr>
              <a:t>17</a:t>
            </a:fld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166638" y="295057"/>
            <a:ext cx="7772400" cy="646331"/>
          </a:xfrm>
        </p:spPr>
        <p:txBody>
          <a:bodyPr/>
          <a:lstStyle/>
          <a:p>
            <a:pPr algn="l" eaLnBrk="1" hangingPunct="1">
              <a:defRPr/>
            </a:pPr>
            <a:r>
              <a:rPr lang="zh-CN" altLang="en-US" sz="3600" dirty="0" smtClean="0"/>
              <a:t>量词的例</a:t>
            </a:r>
          </a:p>
        </p:txBody>
      </p:sp>
    </p:spTree>
    <p:extLst>
      <p:ext uri="{BB962C8B-B14F-4D97-AF65-F5344CB8AC3E}">
        <p14:creationId xmlns:p14="http://schemas.microsoft.com/office/powerpoint/2010/main" val="2528921385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86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86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986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986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986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986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986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986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986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986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986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986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986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986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5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9865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9865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683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143000"/>
            <a:ext cx="8352928" cy="5410200"/>
          </a:xfrm>
        </p:spPr>
        <p:txBody>
          <a:bodyPr/>
          <a:lstStyle/>
          <a:p>
            <a:pPr eaLnBrk="1" hangingPunct="1"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3200" dirty="0" smtClean="0">
                <a:latin typeface="Times New Roman" pitchFamily="18" charset="0"/>
              </a:rPr>
              <a:t>3) </a:t>
            </a:r>
            <a:r>
              <a:rPr lang="zh-CN" altLang="en-US" sz="3200" dirty="0" smtClean="0">
                <a:latin typeface="Times New Roman" pitchFamily="18" charset="0"/>
              </a:rPr>
              <a:t>每个</a:t>
            </a:r>
            <a:r>
              <a:rPr lang="zh-CN" altLang="en-US" sz="3200" dirty="0">
                <a:latin typeface="Times New Roman" pitchFamily="18" charset="0"/>
              </a:rPr>
              <a:t>软件</a:t>
            </a:r>
            <a:r>
              <a:rPr lang="zh-CN" altLang="en-US" sz="3200" dirty="0" smtClean="0">
                <a:latin typeface="Times New Roman" pitchFamily="18" charset="0"/>
              </a:rPr>
              <a:t>学院的学生都学离散数学。</a:t>
            </a:r>
          </a:p>
          <a:p>
            <a:pPr eaLnBrk="1" hangingPunct="1"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3200" dirty="0" smtClean="0">
                <a:latin typeface="Times New Roman" pitchFamily="18" charset="0"/>
              </a:rPr>
              <a:t>D</a:t>
            </a:r>
            <a:r>
              <a:rPr lang="zh-CN" altLang="en-US" sz="3200" dirty="0" smtClean="0">
                <a:latin typeface="Times New Roman" pitchFamily="18" charset="0"/>
              </a:rPr>
              <a:t>：全校学生集合</a:t>
            </a:r>
          </a:p>
          <a:p>
            <a:pPr eaLnBrk="1" hangingPunct="1"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3200" dirty="0" smtClean="0">
                <a:latin typeface="Times New Roman" pitchFamily="18" charset="0"/>
              </a:rPr>
              <a:t>P(x)</a:t>
            </a:r>
            <a:r>
              <a:rPr lang="zh-CN" altLang="en-US" sz="3200" dirty="0" smtClean="0">
                <a:latin typeface="Times New Roman" pitchFamily="18" charset="0"/>
              </a:rPr>
              <a:t>：</a:t>
            </a:r>
            <a:r>
              <a:rPr lang="en-US" altLang="zh-CN" sz="3200" dirty="0" smtClean="0">
                <a:latin typeface="Times New Roman" pitchFamily="18" charset="0"/>
              </a:rPr>
              <a:t>x</a:t>
            </a:r>
            <a:r>
              <a:rPr lang="zh-CN" altLang="en-US" sz="3200" dirty="0" smtClean="0">
                <a:latin typeface="Times New Roman" pitchFamily="18" charset="0"/>
              </a:rPr>
              <a:t>是软件学院的学生</a:t>
            </a:r>
          </a:p>
          <a:p>
            <a:pPr eaLnBrk="1" hangingPunct="1"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3200" dirty="0" smtClean="0">
                <a:latin typeface="Times New Roman" pitchFamily="18" charset="0"/>
              </a:rPr>
              <a:t>R(x):  x</a:t>
            </a:r>
            <a:r>
              <a:rPr lang="zh-CN" altLang="en-US" sz="3200" dirty="0" smtClean="0">
                <a:latin typeface="Times New Roman" pitchFamily="18" charset="0"/>
              </a:rPr>
              <a:t>学离散数学</a:t>
            </a:r>
          </a:p>
          <a:p>
            <a:pPr algn="ctr" eaLnBrk="1" hangingPunct="1"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3200" dirty="0" smtClean="0">
                <a:solidFill>
                  <a:srgbClr val="FFC000"/>
                </a:solidFill>
                <a:latin typeface="Times New Roman" pitchFamily="18" charset="0"/>
                <a:sym typeface="Symbol" pitchFamily="18" charset="2"/>
              </a:rPr>
              <a:t></a:t>
            </a:r>
            <a:r>
              <a:rPr lang="en-US" altLang="zh-CN" sz="3200" dirty="0" smtClean="0">
                <a:solidFill>
                  <a:srgbClr val="FFC000"/>
                </a:solidFill>
                <a:latin typeface="Times New Roman" pitchFamily="18" charset="0"/>
              </a:rPr>
              <a:t>x</a:t>
            </a:r>
            <a:r>
              <a:rPr lang="en-US" altLang="zh-CN" sz="3200" dirty="0" smtClean="0">
                <a:latin typeface="Times New Roman" pitchFamily="18" charset="0"/>
              </a:rPr>
              <a:t>(P(x) </a:t>
            </a:r>
            <a:r>
              <a:rPr lang="en-US" altLang="zh-CN" sz="3200" dirty="0" smtClean="0">
                <a:solidFill>
                  <a:srgbClr val="FFC000"/>
                </a:solidFill>
                <a:latin typeface="Times New Roman" pitchFamily="18" charset="0"/>
              </a:rPr>
              <a:t>→</a:t>
            </a:r>
            <a:r>
              <a:rPr lang="en-US" altLang="zh-CN" sz="3200" dirty="0" smtClean="0">
                <a:latin typeface="Times New Roman" pitchFamily="18" charset="0"/>
              </a:rPr>
              <a:t>R(x))</a:t>
            </a:r>
          </a:p>
          <a:p>
            <a:pPr eaLnBrk="1" hangingPunct="1"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3200" dirty="0" smtClean="0">
                <a:latin typeface="Times New Roman" pitchFamily="18" charset="0"/>
              </a:rPr>
              <a:t>4</a:t>
            </a:r>
            <a:r>
              <a:rPr lang="zh-CN" altLang="en-US" sz="3200" dirty="0" smtClean="0">
                <a:latin typeface="Times New Roman" pitchFamily="18" charset="0"/>
              </a:rPr>
              <a:t>）存在着偶素数</a:t>
            </a:r>
          </a:p>
          <a:p>
            <a:pPr eaLnBrk="1" hangingPunct="1"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3200" dirty="0" smtClean="0">
                <a:latin typeface="Times New Roman" pitchFamily="18" charset="0"/>
              </a:rPr>
              <a:t>D</a:t>
            </a:r>
            <a:r>
              <a:rPr lang="zh-CN" altLang="en-US" sz="3200" dirty="0" smtClean="0">
                <a:latin typeface="Times New Roman" pitchFamily="18" charset="0"/>
              </a:rPr>
              <a:t>：正整数集合</a:t>
            </a:r>
          </a:p>
          <a:p>
            <a:pPr eaLnBrk="1" hangingPunct="1"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3200" dirty="0" smtClean="0">
                <a:latin typeface="Times New Roman" pitchFamily="18" charset="0"/>
              </a:rPr>
              <a:t>E(x)</a:t>
            </a:r>
            <a:r>
              <a:rPr lang="zh-CN" altLang="en-US" sz="3200" dirty="0" smtClean="0">
                <a:latin typeface="Times New Roman" pitchFamily="18" charset="0"/>
              </a:rPr>
              <a:t>：</a:t>
            </a:r>
            <a:r>
              <a:rPr lang="en-US" altLang="zh-CN" sz="3200" dirty="0" smtClean="0">
                <a:latin typeface="Times New Roman" pitchFamily="18" charset="0"/>
              </a:rPr>
              <a:t>x</a:t>
            </a:r>
            <a:r>
              <a:rPr lang="zh-CN" altLang="en-US" sz="3200" dirty="0" smtClean="0">
                <a:latin typeface="Times New Roman" pitchFamily="18" charset="0"/>
              </a:rPr>
              <a:t>是偶数</a:t>
            </a:r>
          </a:p>
          <a:p>
            <a:pPr eaLnBrk="1" hangingPunct="1"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3200" dirty="0" smtClean="0">
                <a:latin typeface="Times New Roman" pitchFamily="18" charset="0"/>
              </a:rPr>
              <a:t>P(x)</a:t>
            </a:r>
            <a:r>
              <a:rPr lang="zh-CN" altLang="en-US" sz="3200" dirty="0" smtClean="0">
                <a:latin typeface="Times New Roman" pitchFamily="18" charset="0"/>
              </a:rPr>
              <a:t>：</a:t>
            </a:r>
            <a:r>
              <a:rPr lang="en-US" altLang="zh-CN" sz="3200" dirty="0" smtClean="0">
                <a:latin typeface="Times New Roman" pitchFamily="18" charset="0"/>
              </a:rPr>
              <a:t>x</a:t>
            </a:r>
            <a:r>
              <a:rPr lang="zh-CN" altLang="en-US" sz="3200" dirty="0" smtClean="0">
                <a:latin typeface="Times New Roman" pitchFamily="18" charset="0"/>
              </a:rPr>
              <a:t>是素数</a:t>
            </a:r>
          </a:p>
          <a:p>
            <a:pPr algn="ctr" eaLnBrk="1" hangingPunct="1"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3200" dirty="0" smtClean="0">
                <a:solidFill>
                  <a:srgbClr val="FFC000"/>
                </a:solidFill>
                <a:latin typeface="Times New Roman" pitchFamily="18" charset="0"/>
                <a:sym typeface="Symbol" pitchFamily="18" charset="2"/>
              </a:rPr>
              <a:t></a:t>
            </a:r>
            <a:r>
              <a:rPr lang="en-US" altLang="zh-CN" sz="3200" dirty="0" smtClean="0">
                <a:solidFill>
                  <a:srgbClr val="FFC000"/>
                </a:solidFill>
                <a:latin typeface="Times New Roman" pitchFamily="18" charset="0"/>
              </a:rPr>
              <a:t>x</a:t>
            </a:r>
            <a:r>
              <a:rPr lang="en-US" altLang="zh-CN" sz="3200" dirty="0" smtClean="0">
                <a:latin typeface="Times New Roman" pitchFamily="18" charset="0"/>
              </a:rPr>
              <a:t>(E(x)</a:t>
            </a:r>
            <a:r>
              <a:rPr lang="en-US" altLang="zh-CN" sz="3200" dirty="0" smtClean="0">
                <a:solidFill>
                  <a:srgbClr val="FFC000"/>
                </a:solidFill>
                <a:latin typeface="Times New Roman" pitchFamily="18" charset="0"/>
                <a:sym typeface="Symbol" pitchFamily="18" charset="2"/>
              </a:rPr>
              <a:t></a:t>
            </a:r>
            <a:r>
              <a:rPr lang="en-US" altLang="zh-CN" sz="3200" dirty="0" smtClean="0">
                <a:latin typeface="Times New Roman" pitchFamily="18" charset="0"/>
                <a:sym typeface="Symbol" pitchFamily="18" charset="2"/>
              </a:rPr>
              <a:t>P</a:t>
            </a:r>
            <a:r>
              <a:rPr lang="en-US" altLang="zh-CN" sz="3200" dirty="0" smtClean="0">
                <a:latin typeface="Times New Roman" pitchFamily="18" charset="0"/>
              </a:rPr>
              <a:t>(x))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010BC79-9F3C-4C14-83FA-BBF5854C91EB}" type="slidenum">
              <a:rPr lang="en-US" altLang="zh-CN" smtClean="0">
                <a:solidFill>
                  <a:srgbClr val="FFFFFF"/>
                </a:solidFill>
              </a:rPr>
              <a:pPr>
                <a:defRPr/>
              </a:pPr>
              <a:t>18</a:t>
            </a:fld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166638" y="295057"/>
            <a:ext cx="7772400" cy="646331"/>
          </a:xfrm>
        </p:spPr>
        <p:txBody>
          <a:bodyPr/>
          <a:lstStyle/>
          <a:p>
            <a:pPr algn="l" eaLnBrk="1" hangingPunct="1">
              <a:defRPr/>
            </a:pPr>
            <a:r>
              <a:rPr lang="zh-CN" altLang="en-US" sz="3600" dirty="0" smtClean="0"/>
              <a:t>量词的例</a:t>
            </a:r>
          </a:p>
        </p:txBody>
      </p:sp>
    </p:spTree>
    <p:extLst>
      <p:ext uri="{BB962C8B-B14F-4D97-AF65-F5344CB8AC3E}">
        <p14:creationId xmlns:p14="http://schemas.microsoft.com/office/powerpoint/2010/main" val="291160637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96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96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996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996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996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996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996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996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996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996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996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996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996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996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996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996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996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996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>
              <a:defRPr/>
            </a:pPr>
            <a:r>
              <a:rPr lang="en-US" altLang="zh-CN" sz="3600" dirty="0" smtClean="0"/>
              <a:t>3 </a:t>
            </a:r>
            <a:r>
              <a:rPr lang="zh-CN" altLang="en-US" sz="3600" dirty="0" smtClean="0"/>
              <a:t>量词的语义规定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143000"/>
            <a:ext cx="8352928" cy="4114800"/>
          </a:xfrm>
        </p:spPr>
        <p:txBody>
          <a:bodyPr/>
          <a:lstStyle/>
          <a:p>
            <a:pPr eaLnBrk="1" hangingPunct="1">
              <a:lnSpc>
                <a:spcPct val="114000"/>
              </a:lnSpc>
              <a:tabLst>
                <a:tab pos="1716088" algn="l"/>
                <a:tab pos="2343150" algn="l"/>
              </a:tabLst>
              <a:defRPr/>
            </a:pPr>
            <a:r>
              <a:rPr lang="zh-CN" altLang="en-US" sz="3200" dirty="0" smtClean="0">
                <a:latin typeface="Times New Roman" pitchFamily="18" charset="0"/>
              </a:rPr>
              <a:t>设</a:t>
            </a:r>
            <a:r>
              <a:rPr lang="en-US" altLang="zh-CN" sz="3200" dirty="0" smtClean="0">
                <a:latin typeface="Times New Roman" pitchFamily="18" charset="0"/>
              </a:rPr>
              <a:t>G(x)</a:t>
            </a:r>
            <a:r>
              <a:rPr lang="zh-CN" altLang="en-US" sz="3200" dirty="0" smtClean="0">
                <a:latin typeface="Times New Roman" pitchFamily="18" charset="0"/>
              </a:rPr>
              <a:t>是一元谓词，任取</a:t>
            </a:r>
            <a:r>
              <a:rPr lang="en-US" altLang="zh-CN" sz="3200" dirty="0" smtClean="0">
                <a:latin typeface="Times New Roman" pitchFamily="18" charset="0"/>
              </a:rPr>
              <a:t>x</a:t>
            </a:r>
            <a:r>
              <a:rPr lang="en-US" altLang="zh-CN" sz="3200" baseline="-25000" dirty="0" smtClean="0">
                <a:latin typeface="Times New Roman" pitchFamily="18" charset="0"/>
              </a:rPr>
              <a:t>0</a:t>
            </a:r>
            <a:r>
              <a:rPr lang="en-US" altLang="zh-CN" sz="3200" dirty="0" smtClean="0">
                <a:latin typeface="Times New Roman" pitchFamily="18" charset="0"/>
                <a:sym typeface="Symbol" pitchFamily="18" charset="2"/>
              </a:rPr>
              <a:t></a:t>
            </a:r>
            <a:r>
              <a:rPr lang="en-US" altLang="zh-CN" sz="3200" dirty="0" smtClean="0">
                <a:latin typeface="Times New Roman" pitchFamily="18" charset="0"/>
              </a:rPr>
              <a:t>D</a:t>
            </a:r>
            <a:r>
              <a:rPr lang="zh-CN" altLang="en-US" sz="3200" dirty="0" smtClean="0">
                <a:latin typeface="Times New Roman" pitchFamily="18" charset="0"/>
              </a:rPr>
              <a:t>，则</a:t>
            </a:r>
            <a:r>
              <a:rPr lang="en-US" altLang="zh-CN" sz="3200" dirty="0" smtClean="0">
                <a:latin typeface="Times New Roman" pitchFamily="18" charset="0"/>
              </a:rPr>
              <a:t>G(x</a:t>
            </a:r>
            <a:r>
              <a:rPr lang="en-US" altLang="zh-CN" sz="3200" baseline="-25000" dirty="0" smtClean="0">
                <a:latin typeface="Times New Roman" pitchFamily="18" charset="0"/>
              </a:rPr>
              <a:t>0</a:t>
            </a:r>
            <a:r>
              <a:rPr lang="en-US" altLang="zh-CN" sz="3200" dirty="0" smtClean="0">
                <a:latin typeface="Times New Roman" pitchFamily="18" charset="0"/>
              </a:rPr>
              <a:t>)</a:t>
            </a:r>
            <a:r>
              <a:rPr lang="zh-CN" altLang="en-US" sz="3200" dirty="0" smtClean="0">
                <a:latin typeface="Times New Roman" pitchFamily="18" charset="0"/>
              </a:rPr>
              <a:t>是一个命题。于是</a:t>
            </a:r>
            <a:r>
              <a:rPr lang="zh-CN" altLang="en-US" sz="3200" dirty="0" smtClean="0">
                <a:latin typeface="Times New Roman" pitchFamily="18" charset="0"/>
                <a:sym typeface="Symbol" pitchFamily="18" charset="2"/>
              </a:rPr>
              <a:t></a:t>
            </a:r>
            <a:r>
              <a:rPr lang="en-US" altLang="zh-CN" sz="3200" dirty="0" err="1" smtClean="0">
                <a:latin typeface="Times New Roman" pitchFamily="18" charset="0"/>
              </a:rPr>
              <a:t>xG</a:t>
            </a:r>
            <a:r>
              <a:rPr lang="en-US" altLang="zh-CN" sz="3200" dirty="0" smtClean="0">
                <a:latin typeface="Times New Roman" pitchFamily="18" charset="0"/>
              </a:rPr>
              <a:t>(x)</a:t>
            </a:r>
            <a:r>
              <a:rPr lang="zh-CN" altLang="en-US" sz="3200" dirty="0" smtClean="0">
                <a:latin typeface="Times New Roman" pitchFamily="18" charset="0"/>
              </a:rPr>
              <a:t>是这样一个命题 “对任意</a:t>
            </a:r>
            <a:r>
              <a:rPr lang="en-US" altLang="zh-CN" sz="3200" dirty="0" err="1" smtClean="0">
                <a:latin typeface="Times New Roman" pitchFamily="18" charset="0"/>
              </a:rPr>
              <a:t>x</a:t>
            </a:r>
            <a:r>
              <a:rPr lang="en-US" altLang="zh-CN" sz="3200" dirty="0" err="1" smtClean="0">
                <a:latin typeface="Times New Roman" pitchFamily="18" charset="0"/>
                <a:sym typeface="Symbol" pitchFamily="18" charset="2"/>
              </a:rPr>
              <a:t></a:t>
            </a:r>
            <a:r>
              <a:rPr lang="en-US" altLang="zh-CN" sz="3200" dirty="0" err="1" smtClean="0">
                <a:latin typeface="Times New Roman" pitchFamily="18" charset="0"/>
              </a:rPr>
              <a:t>D</a:t>
            </a:r>
            <a:r>
              <a:rPr lang="zh-CN" altLang="en-US" sz="3200" dirty="0" smtClean="0">
                <a:latin typeface="Times New Roman" pitchFamily="18" charset="0"/>
              </a:rPr>
              <a:t>，都有</a:t>
            </a:r>
            <a:r>
              <a:rPr lang="en-US" altLang="zh-CN" sz="3200" dirty="0" smtClean="0">
                <a:latin typeface="Times New Roman" pitchFamily="18" charset="0"/>
              </a:rPr>
              <a:t>G(x)”</a:t>
            </a:r>
            <a:r>
              <a:rPr lang="zh-CN" altLang="en-US" sz="3200" dirty="0" smtClean="0">
                <a:latin typeface="Times New Roman" pitchFamily="18" charset="0"/>
              </a:rPr>
              <a:t>。故对命题</a:t>
            </a:r>
            <a:r>
              <a:rPr lang="zh-CN" altLang="en-US" sz="3200" dirty="0" smtClean="0">
                <a:latin typeface="Times New Roman" pitchFamily="18" charset="0"/>
                <a:sym typeface="Symbol" pitchFamily="18" charset="2"/>
              </a:rPr>
              <a:t></a:t>
            </a:r>
            <a:r>
              <a:rPr lang="en-US" altLang="zh-CN" sz="3200" dirty="0" err="1" smtClean="0">
                <a:latin typeface="Times New Roman" pitchFamily="18" charset="0"/>
              </a:rPr>
              <a:t>xG</a:t>
            </a:r>
            <a:r>
              <a:rPr lang="en-US" altLang="zh-CN" sz="3200" dirty="0" smtClean="0">
                <a:latin typeface="Times New Roman" pitchFamily="18" charset="0"/>
              </a:rPr>
              <a:t>(x)</a:t>
            </a:r>
            <a:r>
              <a:rPr lang="zh-CN" altLang="en-US" sz="3200" dirty="0" smtClean="0">
                <a:latin typeface="Times New Roman" pitchFamily="18" charset="0"/>
              </a:rPr>
              <a:t>的真值做如下规定：</a:t>
            </a:r>
          </a:p>
          <a:p>
            <a:pPr eaLnBrk="1" hangingPunct="1">
              <a:lnSpc>
                <a:spcPct val="114000"/>
              </a:lnSpc>
              <a:tabLst>
                <a:tab pos="1716088" algn="l"/>
                <a:tab pos="2343150" algn="l"/>
              </a:tabLst>
              <a:defRPr/>
            </a:pPr>
            <a:r>
              <a:rPr lang="zh-CN" altLang="en-US" sz="3200" dirty="0" smtClean="0">
                <a:latin typeface="Times New Roman" pitchFamily="18" charset="0"/>
                <a:sym typeface="Symbol" pitchFamily="18" charset="2"/>
              </a:rPr>
              <a:t></a:t>
            </a:r>
            <a:r>
              <a:rPr lang="en-US" altLang="zh-CN" sz="3200" dirty="0" err="1" smtClean="0">
                <a:latin typeface="Times New Roman" pitchFamily="18" charset="0"/>
              </a:rPr>
              <a:t>xG</a:t>
            </a:r>
            <a:r>
              <a:rPr lang="en-US" altLang="zh-CN" sz="3200" dirty="0" smtClean="0">
                <a:latin typeface="Times New Roman" pitchFamily="18" charset="0"/>
              </a:rPr>
              <a:t>(x)</a:t>
            </a:r>
            <a:r>
              <a:rPr lang="zh-CN" altLang="en-US" sz="3200" dirty="0" smtClean="0">
                <a:latin typeface="Times New Roman" pitchFamily="18" charset="0"/>
              </a:rPr>
              <a:t>取</a:t>
            </a:r>
            <a:r>
              <a:rPr lang="en-US" altLang="zh-CN" sz="3200" dirty="0" smtClean="0">
                <a:latin typeface="Times New Roman" pitchFamily="18" charset="0"/>
              </a:rPr>
              <a:t>1</a:t>
            </a:r>
            <a:r>
              <a:rPr lang="zh-CN" altLang="en-US" sz="3200" dirty="0" smtClean="0">
                <a:latin typeface="Times New Roman" pitchFamily="18" charset="0"/>
              </a:rPr>
              <a:t>值</a:t>
            </a:r>
            <a:r>
              <a:rPr lang="zh-CN" altLang="en-US" sz="3200" dirty="0" smtClean="0">
                <a:latin typeface="Times New Roman" pitchFamily="18" charset="0"/>
                <a:sym typeface="Symbol" pitchFamily="18" charset="2"/>
              </a:rPr>
              <a:t></a:t>
            </a:r>
            <a:r>
              <a:rPr lang="zh-CN" altLang="en-US" sz="3200" dirty="0" smtClean="0">
                <a:latin typeface="Times New Roman" pitchFamily="18" charset="0"/>
              </a:rPr>
              <a:t>对任意</a:t>
            </a:r>
            <a:r>
              <a:rPr lang="en-US" altLang="zh-CN" sz="3200" dirty="0" err="1" smtClean="0">
                <a:latin typeface="Times New Roman" pitchFamily="18" charset="0"/>
              </a:rPr>
              <a:t>x</a:t>
            </a:r>
            <a:r>
              <a:rPr lang="en-US" altLang="zh-CN" sz="3200" dirty="0" err="1" smtClean="0">
                <a:latin typeface="Times New Roman" pitchFamily="18" charset="0"/>
                <a:sym typeface="Symbol" pitchFamily="18" charset="2"/>
              </a:rPr>
              <a:t></a:t>
            </a:r>
            <a:r>
              <a:rPr lang="en-US" altLang="zh-CN" sz="3200" dirty="0" err="1" smtClean="0">
                <a:latin typeface="Times New Roman" pitchFamily="18" charset="0"/>
              </a:rPr>
              <a:t>D</a:t>
            </a:r>
            <a:r>
              <a:rPr lang="zh-CN" altLang="en-US" sz="3200" dirty="0" smtClean="0">
                <a:latin typeface="Times New Roman" pitchFamily="18" charset="0"/>
              </a:rPr>
              <a:t>，</a:t>
            </a:r>
            <a:r>
              <a:rPr lang="en-US" altLang="zh-CN" sz="3200" dirty="0" smtClean="0">
                <a:latin typeface="Times New Roman" pitchFamily="18" charset="0"/>
              </a:rPr>
              <a:t>G(x)</a:t>
            </a:r>
            <a:r>
              <a:rPr lang="zh-CN" altLang="en-US" sz="3200" dirty="0" smtClean="0">
                <a:latin typeface="Times New Roman" pitchFamily="18" charset="0"/>
              </a:rPr>
              <a:t>都取</a:t>
            </a:r>
            <a:r>
              <a:rPr lang="en-US" altLang="zh-CN" sz="3200" dirty="0" smtClean="0">
                <a:latin typeface="Times New Roman" pitchFamily="18" charset="0"/>
              </a:rPr>
              <a:t>1</a:t>
            </a:r>
            <a:r>
              <a:rPr lang="zh-CN" altLang="en-US" sz="3200" dirty="0" smtClean="0">
                <a:latin typeface="Times New Roman" pitchFamily="18" charset="0"/>
              </a:rPr>
              <a:t>值；</a:t>
            </a:r>
            <a:br>
              <a:rPr lang="zh-CN" altLang="en-US" sz="3200" dirty="0" smtClean="0">
                <a:latin typeface="Times New Roman" pitchFamily="18" charset="0"/>
              </a:rPr>
            </a:br>
            <a:r>
              <a:rPr lang="zh-CN" altLang="en-US" sz="3200" dirty="0" smtClean="0">
                <a:latin typeface="Times New Roman" pitchFamily="18" charset="0"/>
                <a:sym typeface="Symbol" pitchFamily="18" charset="2"/>
              </a:rPr>
              <a:t></a:t>
            </a:r>
            <a:r>
              <a:rPr lang="en-US" altLang="zh-CN" sz="3200" dirty="0" err="1" smtClean="0">
                <a:latin typeface="Times New Roman" pitchFamily="18" charset="0"/>
              </a:rPr>
              <a:t>xG</a:t>
            </a:r>
            <a:r>
              <a:rPr lang="en-US" altLang="zh-CN" sz="3200" dirty="0" smtClean="0">
                <a:latin typeface="Times New Roman" pitchFamily="18" charset="0"/>
              </a:rPr>
              <a:t>(x)</a:t>
            </a:r>
            <a:r>
              <a:rPr lang="zh-CN" altLang="en-US" sz="3200" dirty="0" smtClean="0">
                <a:latin typeface="Times New Roman" pitchFamily="18" charset="0"/>
              </a:rPr>
              <a:t>取</a:t>
            </a:r>
            <a:r>
              <a:rPr lang="en-US" altLang="zh-CN" sz="3200" dirty="0" smtClean="0">
                <a:latin typeface="Times New Roman" pitchFamily="18" charset="0"/>
              </a:rPr>
              <a:t>0</a:t>
            </a:r>
            <a:r>
              <a:rPr lang="zh-CN" altLang="en-US" sz="3200" dirty="0" smtClean="0">
                <a:latin typeface="Times New Roman" pitchFamily="18" charset="0"/>
              </a:rPr>
              <a:t>值</a:t>
            </a:r>
            <a:r>
              <a:rPr lang="zh-CN" altLang="en-US" sz="3200" dirty="0" smtClean="0">
                <a:latin typeface="Times New Roman" pitchFamily="18" charset="0"/>
                <a:sym typeface="Symbol" pitchFamily="18" charset="2"/>
              </a:rPr>
              <a:t>至少</a:t>
            </a:r>
            <a:r>
              <a:rPr lang="zh-CN" altLang="en-US" sz="3200" dirty="0" smtClean="0">
                <a:latin typeface="Times New Roman" pitchFamily="18" charset="0"/>
              </a:rPr>
              <a:t>有一个</a:t>
            </a:r>
            <a:r>
              <a:rPr lang="en-US" altLang="zh-CN" sz="3200" dirty="0" smtClean="0">
                <a:latin typeface="Times New Roman" pitchFamily="18" charset="0"/>
              </a:rPr>
              <a:t>x</a:t>
            </a:r>
            <a:r>
              <a:rPr lang="en-US" altLang="zh-CN" sz="3200" baseline="-25000" dirty="0" smtClean="0">
                <a:latin typeface="Times New Roman" pitchFamily="18" charset="0"/>
              </a:rPr>
              <a:t>0</a:t>
            </a:r>
            <a:r>
              <a:rPr lang="en-US" altLang="zh-CN" sz="3200" dirty="0" smtClean="0">
                <a:latin typeface="Times New Roman" pitchFamily="18" charset="0"/>
                <a:sym typeface="Symbol" pitchFamily="18" charset="2"/>
              </a:rPr>
              <a:t></a:t>
            </a:r>
            <a:r>
              <a:rPr lang="en-US" altLang="zh-CN" sz="3200" dirty="0" smtClean="0">
                <a:latin typeface="Times New Roman" pitchFamily="18" charset="0"/>
              </a:rPr>
              <a:t>D</a:t>
            </a:r>
            <a:r>
              <a:rPr lang="zh-CN" altLang="en-US" sz="3200" dirty="0" smtClean="0">
                <a:latin typeface="Times New Roman" pitchFamily="18" charset="0"/>
              </a:rPr>
              <a:t>，使</a:t>
            </a:r>
            <a:r>
              <a:rPr lang="en-US" altLang="zh-CN" sz="3200" dirty="0" smtClean="0">
                <a:latin typeface="Times New Roman" pitchFamily="18" charset="0"/>
              </a:rPr>
              <a:t>G(x</a:t>
            </a:r>
            <a:r>
              <a:rPr lang="en-US" altLang="zh-CN" sz="3200" baseline="-25000" dirty="0" smtClean="0">
                <a:latin typeface="Times New Roman" pitchFamily="18" charset="0"/>
              </a:rPr>
              <a:t>0</a:t>
            </a:r>
            <a:r>
              <a:rPr lang="en-US" altLang="zh-CN" sz="3200" dirty="0" smtClean="0">
                <a:latin typeface="Times New Roman" pitchFamily="18" charset="0"/>
              </a:rPr>
              <a:t>)</a:t>
            </a:r>
            <a:r>
              <a:rPr lang="zh-CN" altLang="en-US" sz="3200" dirty="0" smtClean="0">
                <a:latin typeface="Times New Roman" pitchFamily="18" charset="0"/>
              </a:rPr>
              <a:t>取</a:t>
            </a:r>
            <a:r>
              <a:rPr lang="en-US" altLang="zh-CN" sz="3200" dirty="0" smtClean="0">
                <a:latin typeface="Times New Roman" pitchFamily="18" charset="0"/>
              </a:rPr>
              <a:t>0</a:t>
            </a:r>
            <a:r>
              <a:rPr lang="zh-CN" altLang="en-US" sz="3200" dirty="0" smtClean="0">
                <a:latin typeface="Times New Roman" pitchFamily="18" charset="0"/>
              </a:rPr>
              <a:t>值。</a:t>
            </a:r>
            <a:endParaRPr lang="en-US" altLang="zh-CN" sz="3200" dirty="0" smtClean="0">
              <a:latin typeface="Times New Roman" pitchFamily="18" charset="0"/>
            </a:endParaRPr>
          </a:p>
          <a:p>
            <a:pPr eaLnBrk="1" hangingPunct="1">
              <a:lnSpc>
                <a:spcPct val="114000"/>
              </a:lnSpc>
              <a:tabLst>
                <a:tab pos="1716088" algn="l"/>
                <a:tab pos="2343150" algn="l"/>
              </a:tabLst>
              <a:defRPr/>
            </a:pPr>
            <a:r>
              <a:rPr lang="zh-CN" altLang="en-US" sz="3200" dirty="0" smtClean="0">
                <a:latin typeface="Times New Roman" pitchFamily="18" charset="0"/>
              </a:rPr>
              <a:t>例：</a:t>
            </a:r>
            <a:r>
              <a:rPr lang="zh-CN" altLang="en-US" sz="3200" b="1" dirty="0" smtClean="0">
                <a:latin typeface="Times New Roman" pitchFamily="18" charset="0"/>
              </a:rPr>
              <a:t>                              </a:t>
            </a:r>
            <a:r>
              <a:rPr lang="zh-CN" altLang="en-US" b="1" dirty="0" smtClean="0">
                <a:latin typeface="Times New Roman" pitchFamily="18" charset="0"/>
              </a:rPr>
              <a:t>                                                       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AF83EA1-D84A-4D98-9995-63377B373C54}" type="slidenum">
              <a:rPr lang="en-US" altLang="zh-CN" smtClean="0"/>
              <a:pPr>
                <a:defRPr/>
              </a:pPr>
              <a:t>19</a:t>
            </a:fld>
            <a:endParaRPr lang="en-US" altLang="zh-CN"/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1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1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17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17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>
              <a:defRPr/>
            </a:pPr>
            <a:r>
              <a:rPr lang="en-US" altLang="zh-CN" sz="3600" dirty="0" smtClean="0"/>
              <a:t>3 </a:t>
            </a:r>
            <a:r>
              <a:rPr lang="zh-CN" altLang="en-US" sz="3600" dirty="0" smtClean="0"/>
              <a:t>量词的语义规定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125000"/>
              </a:lnSpc>
              <a:tabLst>
                <a:tab pos="1716088" algn="l"/>
                <a:tab pos="2343150" algn="l"/>
              </a:tabLst>
              <a:defRPr/>
            </a:pPr>
            <a:r>
              <a:rPr lang="en-US" altLang="zh-CN" sz="3200" dirty="0" smtClean="0">
                <a:latin typeface="Times New Roman" pitchFamily="18" charset="0"/>
                <a:sym typeface="Symbol" pitchFamily="18" charset="2"/>
              </a:rPr>
              <a:t></a:t>
            </a:r>
            <a:r>
              <a:rPr lang="en-US" altLang="zh-CN" sz="3200" dirty="0" err="1" smtClean="0">
                <a:latin typeface="Times New Roman" pitchFamily="18" charset="0"/>
              </a:rPr>
              <a:t>xG</a:t>
            </a:r>
            <a:r>
              <a:rPr lang="en-US" altLang="zh-CN" sz="3200" dirty="0" smtClean="0">
                <a:latin typeface="Times New Roman" pitchFamily="18" charset="0"/>
              </a:rPr>
              <a:t>(x)</a:t>
            </a:r>
            <a:r>
              <a:rPr lang="zh-CN" altLang="en-US" sz="3200" dirty="0" smtClean="0">
                <a:latin typeface="Times New Roman" pitchFamily="18" charset="0"/>
              </a:rPr>
              <a:t>是命题 “存在一个</a:t>
            </a:r>
            <a:r>
              <a:rPr lang="en-US" altLang="zh-CN" sz="3200" dirty="0" smtClean="0">
                <a:latin typeface="Times New Roman" pitchFamily="18" charset="0"/>
              </a:rPr>
              <a:t>x</a:t>
            </a:r>
            <a:r>
              <a:rPr lang="en-US" altLang="zh-CN" sz="3200" baseline="-25000" dirty="0" smtClean="0">
                <a:latin typeface="Times New Roman" pitchFamily="18" charset="0"/>
              </a:rPr>
              <a:t>0</a:t>
            </a:r>
            <a:r>
              <a:rPr lang="en-US" altLang="zh-CN" sz="3200" dirty="0" smtClean="0">
                <a:latin typeface="Times New Roman" pitchFamily="18" charset="0"/>
                <a:sym typeface="Symbol" pitchFamily="18" charset="2"/>
              </a:rPr>
              <a:t></a:t>
            </a:r>
            <a:r>
              <a:rPr lang="en-US" altLang="zh-CN" sz="3200" dirty="0" smtClean="0">
                <a:latin typeface="Times New Roman" pitchFamily="18" charset="0"/>
              </a:rPr>
              <a:t>D</a:t>
            </a:r>
            <a:r>
              <a:rPr lang="zh-CN" altLang="en-US" sz="3200" dirty="0" smtClean="0">
                <a:latin typeface="Times New Roman" pitchFamily="18" charset="0"/>
              </a:rPr>
              <a:t>，使得</a:t>
            </a:r>
            <a:r>
              <a:rPr lang="en-US" altLang="zh-CN" sz="3200" dirty="0" smtClean="0">
                <a:latin typeface="Times New Roman" pitchFamily="18" charset="0"/>
              </a:rPr>
              <a:t>G(x</a:t>
            </a:r>
            <a:r>
              <a:rPr lang="en-US" altLang="zh-CN" sz="3200" baseline="-25000" dirty="0" smtClean="0">
                <a:latin typeface="Times New Roman" pitchFamily="18" charset="0"/>
              </a:rPr>
              <a:t>0</a:t>
            </a:r>
            <a:r>
              <a:rPr lang="en-US" altLang="zh-CN" sz="3200" dirty="0" smtClean="0">
                <a:latin typeface="Times New Roman" pitchFamily="18" charset="0"/>
              </a:rPr>
              <a:t>)</a:t>
            </a:r>
            <a:r>
              <a:rPr lang="zh-CN" altLang="en-US" sz="3200" dirty="0" smtClean="0">
                <a:latin typeface="Times New Roman" pitchFamily="18" charset="0"/>
              </a:rPr>
              <a:t>成立”。对命题</a:t>
            </a:r>
            <a:r>
              <a:rPr lang="zh-CN" altLang="en-US" sz="3200" dirty="0" smtClean="0">
                <a:latin typeface="Times New Roman" pitchFamily="18" charset="0"/>
                <a:sym typeface="Symbol" pitchFamily="18" charset="2"/>
              </a:rPr>
              <a:t></a:t>
            </a:r>
            <a:r>
              <a:rPr lang="en-US" altLang="zh-CN" sz="3200" dirty="0" err="1" smtClean="0">
                <a:latin typeface="Times New Roman" pitchFamily="18" charset="0"/>
              </a:rPr>
              <a:t>xG</a:t>
            </a:r>
            <a:r>
              <a:rPr lang="en-US" altLang="zh-CN" sz="3200" dirty="0" smtClean="0">
                <a:latin typeface="Times New Roman" pitchFamily="18" charset="0"/>
              </a:rPr>
              <a:t>(x)</a:t>
            </a:r>
            <a:r>
              <a:rPr lang="zh-CN" altLang="en-US" sz="3200" dirty="0" smtClean="0">
                <a:latin typeface="Times New Roman" pitchFamily="18" charset="0"/>
              </a:rPr>
              <a:t>的真值规定如下：</a:t>
            </a:r>
            <a:br>
              <a:rPr lang="zh-CN" altLang="en-US" sz="3200" dirty="0" smtClean="0">
                <a:latin typeface="Times New Roman" pitchFamily="18" charset="0"/>
              </a:rPr>
            </a:br>
            <a:endParaRPr lang="zh-CN" altLang="en-US" sz="3200" dirty="0" smtClean="0">
              <a:latin typeface="Times New Roman" pitchFamily="18" charset="0"/>
            </a:endParaRPr>
          </a:p>
          <a:p>
            <a:pPr eaLnBrk="1" hangingPunct="1">
              <a:lnSpc>
                <a:spcPct val="125000"/>
              </a:lnSpc>
              <a:tabLst>
                <a:tab pos="1716088" algn="l"/>
                <a:tab pos="2343150" algn="l"/>
              </a:tabLst>
              <a:defRPr/>
            </a:pPr>
            <a:r>
              <a:rPr lang="zh-CN" altLang="en-US" sz="3200" dirty="0" smtClean="0">
                <a:latin typeface="Times New Roman" pitchFamily="18" charset="0"/>
                <a:sym typeface="Symbol" pitchFamily="18" charset="2"/>
              </a:rPr>
              <a:t></a:t>
            </a:r>
            <a:r>
              <a:rPr lang="en-US" altLang="zh-CN" sz="3200" dirty="0" err="1" smtClean="0">
                <a:latin typeface="Times New Roman" pitchFamily="18" charset="0"/>
              </a:rPr>
              <a:t>xG</a:t>
            </a:r>
            <a:r>
              <a:rPr lang="en-US" altLang="zh-CN" sz="3200" dirty="0" smtClean="0">
                <a:latin typeface="Times New Roman" pitchFamily="18" charset="0"/>
              </a:rPr>
              <a:t>(x)</a:t>
            </a:r>
            <a:r>
              <a:rPr lang="zh-CN" altLang="en-US" sz="3200" dirty="0" smtClean="0">
                <a:latin typeface="Times New Roman" pitchFamily="18" charset="0"/>
              </a:rPr>
              <a:t>取</a:t>
            </a:r>
            <a:r>
              <a:rPr lang="en-US" altLang="zh-CN" sz="3200" dirty="0" smtClean="0">
                <a:latin typeface="Times New Roman" pitchFamily="18" charset="0"/>
              </a:rPr>
              <a:t>1</a:t>
            </a:r>
            <a:r>
              <a:rPr lang="zh-CN" altLang="en-US" sz="3200" dirty="0" smtClean="0">
                <a:latin typeface="Times New Roman" pitchFamily="18" charset="0"/>
              </a:rPr>
              <a:t>值</a:t>
            </a:r>
            <a:r>
              <a:rPr lang="zh-CN" altLang="en-US" sz="3200" dirty="0" smtClean="0">
                <a:latin typeface="Times New Roman" pitchFamily="18" charset="0"/>
                <a:sym typeface="Symbol" pitchFamily="18" charset="2"/>
              </a:rPr>
              <a:t>至少</a:t>
            </a:r>
            <a:r>
              <a:rPr lang="zh-CN" altLang="en-US" sz="3200" dirty="0" smtClean="0">
                <a:latin typeface="Times New Roman" pitchFamily="18" charset="0"/>
              </a:rPr>
              <a:t>有一个</a:t>
            </a:r>
            <a:r>
              <a:rPr lang="en-US" altLang="zh-CN" sz="3200" dirty="0" smtClean="0">
                <a:latin typeface="Times New Roman" pitchFamily="18" charset="0"/>
              </a:rPr>
              <a:t>x</a:t>
            </a:r>
            <a:r>
              <a:rPr lang="en-US" altLang="zh-CN" sz="3200" baseline="-25000" dirty="0" smtClean="0">
                <a:latin typeface="Times New Roman" pitchFamily="18" charset="0"/>
              </a:rPr>
              <a:t>0</a:t>
            </a:r>
            <a:r>
              <a:rPr lang="en-US" altLang="zh-CN" sz="3200" dirty="0" smtClean="0">
                <a:latin typeface="Times New Roman" pitchFamily="18" charset="0"/>
                <a:sym typeface="Symbol" pitchFamily="18" charset="2"/>
              </a:rPr>
              <a:t></a:t>
            </a:r>
            <a:r>
              <a:rPr lang="en-US" altLang="zh-CN" sz="3200" dirty="0" smtClean="0">
                <a:latin typeface="Times New Roman" pitchFamily="18" charset="0"/>
              </a:rPr>
              <a:t>D</a:t>
            </a:r>
            <a:r>
              <a:rPr lang="zh-CN" altLang="en-US" sz="3200" dirty="0" smtClean="0">
                <a:latin typeface="Times New Roman" pitchFamily="18" charset="0"/>
              </a:rPr>
              <a:t>，使</a:t>
            </a:r>
            <a:r>
              <a:rPr lang="en-US" altLang="zh-CN" sz="3200" dirty="0" smtClean="0">
                <a:latin typeface="Times New Roman" pitchFamily="18" charset="0"/>
              </a:rPr>
              <a:t>G(x</a:t>
            </a:r>
            <a:r>
              <a:rPr lang="en-US" altLang="zh-CN" sz="3200" baseline="-25000" dirty="0" smtClean="0">
                <a:latin typeface="Times New Roman" pitchFamily="18" charset="0"/>
              </a:rPr>
              <a:t>0</a:t>
            </a:r>
            <a:r>
              <a:rPr lang="en-US" altLang="zh-CN" sz="3200" dirty="0" smtClean="0">
                <a:latin typeface="Times New Roman" pitchFamily="18" charset="0"/>
              </a:rPr>
              <a:t>)</a:t>
            </a:r>
            <a:r>
              <a:rPr lang="zh-CN" altLang="en-US" sz="3200" dirty="0" smtClean="0">
                <a:latin typeface="Times New Roman" pitchFamily="18" charset="0"/>
              </a:rPr>
              <a:t>取</a:t>
            </a:r>
            <a:r>
              <a:rPr lang="en-US" altLang="zh-CN" sz="3200" dirty="0" smtClean="0">
                <a:latin typeface="Times New Roman" pitchFamily="18" charset="0"/>
              </a:rPr>
              <a:t>1</a:t>
            </a:r>
            <a:r>
              <a:rPr lang="zh-CN" altLang="en-US" sz="3200" dirty="0" smtClean="0">
                <a:latin typeface="Times New Roman" pitchFamily="18" charset="0"/>
              </a:rPr>
              <a:t>值；</a:t>
            </a:r>
            <a:br>
              <a:rPr lang="zh-CN" altLang="en-US" sz="3200" dirty="0" smtClean="0">
                <a:latin typeface="Times New Roman" pitchFamily="18" charset="0"/>
              </a:rPr>
            </a:br>
            <a:r>
              <a:rPr lang="zh-CN" altLang="en-US" sz="3200" dirty="0" smtClean="0">
                <a:latin typeface="Times New Roman" pitchFamily="18" charset="0"/>
                <a:sym typeface="Symbol" pitchFamily="18" charset="2"/>
              </a:rPr>
              <a:t></a:t>
            </a:r>
            <a:r>
              <a:rPr lang="en-US" altLang="zh-CN" sz="3200" dirty="0" err="1" smtClean="0">
                <a:latin typeface="Times New Roman" pitchFamily="18" charset="0"/>
              </a:rPr>
              <a:t>xG</a:t>
            </a:r>
            <a:r>
              <a:rPr lang="en-US" altLang="zh-CN" sz="3200" dirty="0" smtClean="0">
                <a:latin typeface="Times New Roman" pitchFamily="18" charset="0"/>
              </a:rPr>
              <a:t>(x)</a:t>
            </a:r>
            <a:r>
              <a:rPr lang="zh-CN" altLang="en-US" sz="3200" dirty="0" smtClean="0">
                <a:latin typeface="Times New Roman" pitchFamily="18" charset="0"/>
              </a:rPr>
              <a:t>取</a:t>
            </a:r>
            <a:r>
              <a:rPr lang="en-US" altLang="zh-CN" sz="3200" dirty="0" smtClean="0">
                <a:latin typeface="Times New Roman" pitchFamily="18" charset="0"/>
              </a:rPr>
              <a:t>0</a:t>
            </a:r>
            <a:r>
              <a:rPr lang="zh-CN" altLang="en-US" sz="3200" dirty="0" smtClean="0">
                <a:latin typeface="Times New Roman" pitchFamily="18" charset="0"/>
              </a:rPr>
              <a:t>值</a:t>
            </a:r>
            <a:r>
              <a:rPr lang="zh-CN" altLang="en-US" sz="3200" dirty="0" smtClean="0">
                <a:latin typeface="Times New Roman" pitchFamily="18" charset="0"/>
                <a:sym typeface="Symbol" pitchFamily="18" charset="2"/>
              </a:rPr>
              <a:t></a:t>
            </a:r>
            <a:r>
              <a:rPr lang="zh-CN" altLang="en-US" sz="3200" dirty="0" smtClean="0">
                <a:latin typeface="Times New Roman" pitchFamily="18" charset="0"/>
              </a:rPr>
              <a:t>对所有</a:t>
            </a:r>
            <a:r>
              <a:rPr lang="en-US" altLang="zh-CN" sz="3200" dirty="0" err="1" smtClean="0">
                <a:latin typeface="Times New Roman" pitchFamily="18" charset="0"/>
              </a:rPr>
              <a:t>x</a:t>
            </a:r>
            <a:r>
              <a:rPr lang="en-US" altLang="zh-CN" sz="3200" dirty="0" err="1" smtClean="0">
                <a:latin typeface="Times New Roman" pitchFamily="18" charset="0"/>
                <a:sym typeface="Symbol" pitchFamily="18" charset="2"/>
              </a:rPr>
              <a:t></a:t>
            </a:r>
            <a:r>
              <a:rPr lang="en-US" altLang="zh-CN" sz="3200" dirty="0" err="1" smtClean="0">
                <a:latin typeface="Times New Roman" pitchFamily="18" charset="0"/>
              </a:rPr>
              <a:t>D</a:t>
            </a:r>
            <a:r>
              <a:rPr lang="zh-CN" altLang="en-US" sz="3200" dirty="0" smtClean="0">
                <a:latin typeface="Times New Roman" pitchFamily="18" charset="0"/>
              </a:rPr>
              <a:t>，</a:t>
            </a:r>
            <a:r>
              <a:rPr lang="en-US" altLang="zh-CN" sz="3200" dirty="0" smtClean="0">
                <a:latin typeface="Times New Roman" pitchFamily="18" charset="0"/>
              </a:rPr>
              <a:t>G(x)</a:t>
            </a:r>
            <a:r>
              <a:rPr lang="zh-CN" altLang="en-US" sz="3200" dirty="0" smtClean="0">
                <a:latin typeface="Times New Roman" pitchFamily="18" charset="0"/>
              </a:rPr>
              <a:t>都取</a:t>
            </a:r>
            <a:r>
              <a:rPr lang="en-US" altLang="zh-CN" sz="3200" dirty="0" smtClean="0">
                <a:latin typeface="Times New Roman" pitchFamily="18" charset="0"/>
              </a:rPr>
              <a:t>0</a:t>
            </a:r>
            <a:r>
              <a:rPr lang="zh-CN" altLang="en-US" sz="3200" dirty="0" smtClean="0">
                <a:latin typeface="Times New Roman" pitchFamily="18" charset="0"/>
              </a:rPr>
              <a:t>值。</a:t>
            </a:r>
            <a:endParaRPr lang="en-US" altLang="zh-CN" sz="3200" dirty="0" smtClean="0">
              <a:latin typeface="Times New Roman" pitchFamily="18" charset="0"/>
            </a:endParaRPr>
          </a:p>
          <a:p>
            <a:pPr eaLnBrk="1" hangingPunct="1">
              <a:lnSpc>
                <a:spcPct val="125000"/>
              </a:lnSpc>
              <a:tabLst>
                <a:tab pos="1716088" algn="l"/>
                <a:tab pos="2343150" algn="l"/>
              </a:tabLst>
              <a:defRPr/>
            </a:pPr>
            <a:r>
              <a:rPr lang="zh-CN" altLang="en-US" sz="3200" dirty="0">
                <a:latin typeface="Times New Roman" pitchFamily="18" charset="0"/>
              </a:rPr>
              <a:t>例</a:t>
            </a:r>
            <a:r>
              <a:rPr lang="zh-CN" altLang="en-US" sz="3200" dirty="0" smtClean="0">
                <a:latin typeface="Times New Roman" pitchFamily="18" charset="0"/>
              </a:rPr>
              <a:t>                                                 </a:t>
            </a:r>
            <a:endParaRPr lang="zh-CN" altLang="en-US" sz="2000" dirty="0" smtClean="0">
              <a:solidFill>
                <a:srgbClr val="FFFF00"/>
              </a:solidFill>
              <a:latin typeface="Times New Roman" pitchFamily="18" charset="0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0F0E58F-46B5-40F6-95CD-E2A085421557}" type="slidenum">
              <a:rPr lang="en-US" altLang="zh-CN" smtClean="0"/>
              <a:pPr>
                <a:defRPr/>
              </a:pPr>
              <a:t>20</a:t>
            </a:fld>
            <a:endParaRPr lang="en-US" altLang="zh-CN"/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27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27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27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27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>
              <a:defRPr/>
            </a:pPr>
            <a:r>
              <a:rPr lang="en-US" altLang="zh-CN" sz="3600" dirty="0" smtClean="0"/>
              <a:t>3 </a:t>
            </a:r>
            <a:r>
              <a:rPr lang="zh-CN" altLang="en-US" sz="3600" dirty="0" smtClean="0"/>
              <a:t>量词的语义规定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125000"/>
              </a:lnSpc>
              <a:tabLst>
                <a:tab pos="1146175" algn="l"/>
              </a:tabLst>
              <a:defRPr/>
            </a:pPr>
            <a:r>
              <a:rPr lang="zh-CN" altLang="en-US" sz="3200" dirty="0" smtClean="0">
                <a:latin typeface="Times New Roman" pitchFamily="18" charset="0"/>
              </a:rPr>
              <a:t>语义上，当</a:t>
            </a:r>
            <a:r>
              <a:rPr lang="en-US" altLang="zh-CN" sz="3200" dirty="0" smtClean="0">
                <a:latin typeface="Times New Roman" pitchFamily="18" charset="0"/>
              </a:rPr>
              <a:t>D={x</a:t>
            </a:r>
            <a:r>
              <a:rPr lang="en-US" altLang="zh-CN" sz="3200" baseline="-30000" dirty="0" smtClean="0">
                <a:latin typeface="Times New Roman" pitchFamily="18" charset="0"/>
              </a:rPr>
              <a:t>0</a:t>
            </a:r>
            <a:r>
              <a:rPr lang="en-US" altLang="zh-CN" sz="3200" dirty="0" smtClean="0">
                <a:latin typeface="Times New Roman" pitchFamily="18" charset="0"/>
              </a:rPr>
              <a:t>,x</a:t>
            </a:r>
            <a:r>
              <a:rPr lang="en-US" altLang="zh-CN" sz="3200" baseline="-30000" dirty="0" smtClean="0">
                <a:latin typeface="Times New Roman" pitchFamily="18" charset="0"/>
              </a:rPr>
              <a:t>1</a:t>
            </a:r>
            <a:r>
              <a:rPr lang="en-US" altLang="zh-CN" sz="3200" dirty="0" smtClean="0">
                <a:latin typeface="Times New Roman" pitchFamily="18" charset="0"/>
              </a:rPr>
              <a:t>,…}</a:t>
            </a:r>
            <a:r>
              <a:rPr lang="zh-CN" altLang="en-US" sz="3200" dirty="0" smtClean="0">
                <a:latin typeface="Times New Roman" pitchFamily="18" charset="0"/>
              </a:rPr>
              <a:t>是可数集合时，	</a:t>
            </a:r>
            <a:br>
              <a:rPr lang="zh-CN" altLang="en-US" sz="3200" dirty="0" smtClean="0">
                <a:latin typeface="Times New Roman" pitchFamily="18" charset="0"/>
              </a:rPr>
            </a:br>
            <a:r>
              <a:rPr lang="zh-CN" altLang="en-US" sz="3200" dirty="0" smtClean="0">
                <a:latin typeface="Times New Roman" pitchFamily="18" charset="0"/>
              </a:rPr>
              <a:t/>
            </a:r>
            <a:br>
              <a:rPr lang="zh-CN" altLang="en-US" sz="3200" dirty="0" smtClean="0">
                <a:latin typeface="Times New Roman" pitchFamily="18" charset="0"/>
              </a:rPr>
            </a:br>
            <a:r>
              <a:rPr lang="zh-CN" altLang="en-US" sz="3200" dirty="0" smtClean="0">
                <a:latin typeface="Times New Roman" pitchFamily="18" charset="0"/>
              </a:rPr>
              <a:t>	</a:t>
            </a:r>
            <a:r>
              <a:rPr lang="zh-CN" altLang="en-US" sz="3200" dirty="0" smtClean="0">
                <a:latin typeface="Times New Roman" pitchFamily="18" charset="0"/>
                <a:sym typeface="Symbol" pitchFamily="18" charset="2"/>
              </a:rPr>
              <a:t></a:t>
            </a:r>
            <a:r>
              <a:rPr lang="en-US" altLang="zh-CN" sz="3200" dirty="0" err="1" smtClean="0">
                <a:latin typeface="Times New Roman" pitchFamily="18" charset="0"/>
              </a:rPr>
              <a:t>xG</a:t>
            </a:r>
            <a:r>
              <a:rPr lang="en-US" altLang="zh-CN" sz="3200" dirty="0" smtClean="0">
                <a:latin typeface="Times New Roman" pitchFamily="18" charset="0"/>
              </a:rPr>
              <a:t>(x)</a:t>
            </a:r>
            <a:r>
              <a:rPr lang="zh-CN" altLang="en-US" sz="3200" dirty="0" smtClean="0">
                <a:solidFill>
                  <a:srgbClr val="FFC000"/>
                </a:solidFill>
                <a:latin typeface="Times New Roman" pitchFamily="18" charset="0"/>
              </a:rPr>
              <a:t>等价于</a:t>
            </a:r>
            <a:r>
              <a:rPr lang="en-US" altLang="zh-CN" sz="3200" dirty="0" smtClean="0">
                <a:latin typeface="Times New Roman" pitchFamily="18" charset="0"/>
              </a:rPr>
              <a:t>G(x</a:t>
            </a:r>
            <a:r>
              <a:rPr lang="en-US" altLang="zh-CN" sz="3200" baseline="-30000" dirty="0" smtClean="0">
                <a:latin typeface="Times New Roman" pitchFamily="18" charset="0"/>
              </a:rPr>
              <a:t>0</a:t>
            </a:r>
            <a:r>
              <a:rPr lang="en-US" altLang="zh-CN" sz="3200" dirty="0" smtClean="0">
                <a:latin typeface="Times New Roman" pitchFamily="18" charset="0"/>
              </a:rPr>
              <a:t>)</a:t>
            </a:r>
            <a:r>
              <a:rPr lang="en-US" altLang="zh-CN" sz="3200" dirty="0" smtClean="0">
                <a:solidFill>
                  <a:srgbClr val="FFC000"/>
                </a:solidFill>
                <a:latin typeface="Times New Roman" pitchFamily="18" charset="0"/>
                <a:sym typeface="Symbol" pitchFamily="18" charset="2"/>
              </a:rPr>
              <a:t></a:t>
            </a:r>
            <a:r>
              <a:rPr lang="en-US" altLang="zh-CN" sz="3200" dirty="0" smtClean="0">
                <a:latin typeface="Times New Roman" pitchFamily="18" charset="0"/>
              </a:rPr>
              <a:t>G(x</a:t>
            </a:r>
            <a:r>
              <a:rPr lang="en-US" altLang="zh-CN" sz="3200" baseline="-30000" dirty="0" smtClean="0">
                <a:latin typeface="Times New Roman" pitchFamily="18" charset="0"/>
              </a:rPr>
              <a:t>1</a:t>
            </a:r>
            <a:r>
              <a:rPr lang="en-US" altLang="zh-CN" sz="3200" dirty="0" smtClean="0">
                <a:latin typeface="Times New Roman" pitchFamily="18" charset="0"/>
              </a:rPr>
              <a:t>)</a:t>
            </a:r>
            <a:r>
              <a:rPr lang="en-US" altLang="zh-CN" sz="3200" dirty="0" smtClean="0">
                <a:solidFill>
                  <a:srgbClr val="FFC000"/>
                </a:solidFill>
                <a:latin typeface="Times New Roman" pitchFamily="18" charset="0"/>
                <a:sym typeface="Symbol" pitchFamily="18" charset="2"/>
              </a:rPr>
              <a:t></a:t>
            </a:r>
            <a:r>
              <a:rPr lang="en-US" altLang="zh-CN" sz="3200" dirty="0" smtClean="0">
                <a:latin typeface="Times New Roman" pitchFamily="18" charset="0"/>
              </a:rPr>
              <a:t>…</a:t>
            </a:r>
            <a:br>
              <a:rPr lang="en-US" altLang="zh-CN" sz="3200" dirty="0" smtClean="0">
                <a:latin typeface="Times New Roman" pitchFamily="18" charset="0"/>
              </a:rPr>
            </a:br>
            <a:r>
              <a:rPr lang="en-US" altLang="zh-CN" sz="3200" dirty="0" smtClean="0">
                <a:latin typeface="Times New Roman" pitchFamily="18" charset="0"/>
              </a:rPr>
              <a:t>	 </a:t>
            </a:r>
            <a:br>
              <a:rPr lang="en-US" altLang="zh-CN" sz="3200" dirty="0" smtClean="0">
                <a:latin typeface="Times New Roman" pitchFamily="18" charset="0"/>
              </a:rPr>
            </a:br>
            <a:r>
              <a:rPr lang="en-US" altLang="zh-CN" sz="3200" dirty="0" smtClean="0">
                <a:latin typeface="Times New Roman" pitchFamily="18" charset="0"/>
              </a:rPr>
              <a:t>	</a:t>
            </a:r>
            <a:r>
              <a:rPr lang="en-US" altLang="zh-CN" sz="3200" dirty="0" smtClean="0">
                <a:latin typeface="Times New Roman" pitchFamily="18" charset="0"/>
                <a:sym typeface="Symbol" pitchFamily="18" charset="2"/>
              </a:rPr>
              <a:t></a:t>
            </a:r>
            <a:r>
              <a:rPr lang="en-US" altLang="zh-CN" sz="3200" dirty="0" err="1" smtClean="0">
                <a:latin typeface="Times New Roman" pitchFamily="18" charset="0"/>
              </a:rPr>
              <a:t>xG</a:t>
            </a:r>
            <a:r>
              <a:rPr lang="en-US" altLang="zh-CN" sz="3200" dirty="0" smtClean="0">
                <a:latin typeface="Times New Roman" pitchFamily="18" charset="0"/>
              </a:rPr>
              <a:t>(x)</a:t>
            </a:r>
            <a:r>
              <a:rPr lang="zh-CN" altLang="en-US" sz="3200" dirty="0" smtClean="0">
                <a:solidFill>
                  <a:srgbClr val="FFC000"/>
                </a:solidFill>
                <a:latin typeface="Times New Roman" pitchFamily="18" charset="0"/>
              </a:rPr>
              <a:t>等价于</a:t>
            </a:r>
            <a:r>
              <a:rPr lang="en-US" altLang="zh-CN" sz="3200" dirty="0" smtClean="0">
                <a:latin typeface="Times New Roman" pitchFamily="18" charset="0"/>
              </a:rPr>
              <a:t>G(x</a:t>
            </a:r>
            <a:r>
              <a:rPr lang="en-US" altLang="zh-CN" sz="3200" baseline="-30000" dirty="0" smtClean="0">
                <a:latin typeface="Times New Roman" pitchFamily="18" charset="0"/>
              </a:rPr>
              <a:t>0</a:t>
            </a:r>
            <a:r>
              <a:rPr lang="en-US" altLang="zh-CN" sz="3200" dirty="0" smtClean="0">
                <a:latin typeface="Times New Roman" pitchFamily="18" charset="0"/>
              </a:rPr>
              <a:t>)</a:t>
            </a:r>
            <a:r>
              <a:rPr lang="en-US" altLang="zh-CN" sz="3200" dirty="0" smtClean="0">
                <a:solidFill>
                  <a:srgbClr val="FFC000"/>
                </a:solidFill>
                <a:latin typeface="Times New Roman" pitchFamily="18" charset="0"/>
                <a:sym typeface="Symbol" pitchFamily="18" charset="2"/>
              </a:rPr>
              <a:t></a:t>
            </a:r>
            <a:r>
              <a:rPr lang="en-US" altLang="zh-CN" sz="3200" dirty="0" smtClean="0">
                <a:latin typeface="Times New Roman" pitchFamily="18" charset="0"/>
              </a:rPr>
              <a:t>G(x</a:t>
            </a:r>
            <a:r>
              <a:rPr lang="en-US" altLang="zh-CN" sz="3200" baseline="-30000" dirty="0" smtClean="0">
                <a:latin typeface="Times New Roman" pitchFamily="18" charset="0"/>
              </a:rPr>
              <a:t>1</a:t>
            </a:r>
            <a:r>
              <a:rPr lang="en-US" altLang="zh-CN" sz="3200" dirty="0" smtClean="0">
                <a:latin typeface="Times New Roman" pitchFamily="18" charset="0"/>
              </a:rPr>
              <a:t>)</a:t>
            </a:r>
            <a:r>
              <a:rPr lang="en-US" altLang="zh-CN" sz="3200" dirty="0" smtClean="0">
                <a:solidFill>
                  <a:srgbClr val="FFC000"/>
                </a:solidFill>
                <a:latin typeface="Times New Roman" pitchFamily="18" charset="0"/>
                <a:sym typeface="Symbol" pitchFamily="18" charset="2"/>
              </a:rPr>
              <a:t></a:t>
            </a:r>
            <a:r>
              <a:rPr lang="en-US" altLang="zh-CN" sz="3200" dirty="0" smtClean="0">
                <a:latin typeface="Times New Roman" pitchFamily="18" charset="0"/>
              </a:rPr>
              <a:t>… </a:t>
            </a:r>
          </a:p>
          <a:p>
            <a:pPr algn="r" eaLnBrk="1" hangingPunct="1">
              <a:lnSpc>
                <a:spcPct val="125000"/>
              </a:lnSpc>
              <a:buFont typeface="Wingdings" panose="05000000000000000000" pitchFamily="2" charset="2"/>
              <a:buNone/>
              <a:tabLst>
                <a:tab pos="1146175" algn="l"/>
              </a:tabLst>
              <a:defRPr/>
            </a:pPr>
            <a:endParaRPr lang="en-US" altLang="zh-CN" sz="3200" b="1" dirty="0" smtClean="0">
              <a:solidFill>
                <a:srgbClr val="FFFF00"/>
              </a:solidFill>
              <a:latin typeface="Times New Roman" pitchFamily="18" charset="0"/>
            </a:endParaRPr>
          </a:p>
          <a:p>
            <a:pPr algn="r" eaLnBrk="1" hangingPunct="1">
              <a:lnSpc>
                <a:spcPct val="125000"/>
              </a:lnSpc>
              <a:buFont typeface="Wingdings" panose="05000000000000000000" pitchFamily="2" charset="2"/>
              <a:buNone/>
              <a:tabLst>
                <a:tab pos="1146175" algn="l"/>
              </a:tabLst>
              <a:defRPr/>
            </a:pPr>
            <a:endParaRPr lang="en-US" altLang="zh-CN" sz="3200" b="1" dirty="0" smtClean="0">
              <a:solidFill>
                <a:srgbClr val="FFFF00"/>
              </a:solidFill>
              <a:latin typeface="Times New Roman" pitchFamily="18" charset="0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6823E64-0D37-4168-A993-ABAA7B53481E}" type="slidenum">
              <a:rPr lang="en-US" altLang="zh-CN" smtClean="0"/>
              <a:pPr>
                <a:defRPr/>
              </a:pPr>
              <a:t>21</a:t>
            </a:fld>
            <a:endParaRPr lang="en-US" altLang="zh-CN"/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>
              <a:defRPr/>
            </a:pPr>
            <a:r>
              <a:rPr lang="en-US" altLang="zh-CN" sz="3600" dirty="0" smtClean="0"/>
              <a:t>3 </a:t>
            </a:r>
            <a:r>
              <a:rPr lang="zh-CN" altLang="en-US" sz="3600" dirty="0" smtClean="0"/>
              <a:t>量词的语义规定</a:t>
            </a:r>
          </a:p>
        </p:txBody>
      </p:sp>
      <p:sp>
        <p:nvSpPr>
          <p:cNvPr id="201731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143000"/>
            <a:ext cx="8352928" cy="5029200"/>
          </a:xfrm>
        </p:spPr>
        <p:txBody>
          <a:bodyPr/>
          <a:lstStyle/>
          <a:p>
            <a:pPr eaLnBrk="1" hangingPunct="1">
              <a:lnSpc>
                <a:spcPct val="125000"/>
              </a:lnSpc>
              <a:defRPr/>
            </a:pPr>
            <a:r>
              <a:rPr lang="zh-CN" altLang="en-US" sz="3200" dirty="0" smtClean="0">
                <a:solidFill>
                  <a:srgbClr val="FFCC00"/>
                </a:solidFill>
                <a:latin typeface="Times New Roman" pitchFamily="18" charset="0"/>
              </a:rPr>
              <a:t>例</a:t>
            </a:r>
            <a:r>
              <a:rPr lang="en-US" altLang="zh-CN" sz="3200" dirty="0" smtClean="0">
                <a:solidFill>
                  <a:srgbClr val="FFCC00"/>
                </a:solidFill>
                <a:latin typeface="Times New Roman" pitchFamily="18" charset="0"/>
              </a:rPr>
              <a:t>.</a:t>
            </a:r>
            <a:r>
              <a:rPr lang="en-US" altLang="zh-CN" sz="3200" dirty="0" smtClean="0">
                <a:latin typeface="Times New Roman" pitchFamily="18" charset="0"/>
              </a:rPr>
              <a:t>D={2</a:t>
            </a:r>
            <a:r>
              <a:rPr lang="zh-CN" altLang="en-US" sz="3200" dirty="0" smtClean="0">
                <a:latin typeface="Times New Roman" pitchFamily="18" charset="0"/>
              </a:rPr>
              <a:t>，</a:t>
            </a:r>
            <a:r>
              <a:rPr lang="en-US" altLang="zh-CN" sz="3200" dirty="0" smtClean="0">
                <a:latin typeface="Times New Roman" pitchFamily="18" charset="0"/>
              </a:rPr>
              <a:t>3</a:t>
            </a:r>
            <a:r>
              <a:rPr lang="zh-CN" altLang="en-US" sz="3200" dirty="0" smtClean="0">
                <a:latin typeface="Times New Roman" pitchFamily="18" charset="0"/>
              </a:rPr>
              <a:t>，</a:t>
            </a:r>
            <a:r>
              <a:rPr lang="en-US" altLang="zh-CN" sz="3200" dirty="0" smtClean="0">
                <a:latin typeface="Times New Roman" pitchFamily="18" charset="0"/>
              </a:rPr>
              <a:t>4}</a:t>
            </a:r>
            <a:r>
              <a:rPr lang="zh-CN" altLang="en-US" sz="3200" dirty="0" smtClean="0">
                <a:latin typeface="Times New Roman" pitchFamily="18" charset="0"/>
              </a:rPr>
              <a:t>，</a:t>
            </a:r>
            <a:r>
              <a:rPr lang="en-US" altLang="zh-CN" sz="3200" dirty="0" smtClean="0">
                <a:latin typeface="Times New Roman" pitchFamily="18" charset="0"/>
              </a:rPr>
              <a:t>P(x)</a:t>
            </a:r>
            <a:r>
              <a:rPr lang="zh-CN" altLang="en-US" sz="3200" dirty="0" smtClean="0">
                <a:latin typeface="Times New Roman" pitchFamily="18" charset="0"/>
              </a:rPr>
              <a:t>：</a:t>
            </a:r>
            <a:r>
              <a:rPr lang="en-US" altLang="zh-CN" sz="3200" dirty="0" smtClean="0">
                <a:latin typeface="Times New Roman" pitchFamily="18" charset="0"/>
              </a:rPr>
              <a:t>x&gt;3</a:t>
            </a:r>
          </a:p>
          <a:p>
            <a:pPr eaLnBrk="1" hangingPunct="1">
              <a:lnSpc>
                <a:spcPct val="125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3200" dirty="0" smtClean="0">
                <a:latin typeface="Times New Roman" pitchFamily="18" charset="0"/>
              </a:rPr>
              <a:t>   </a:t>
            </a:r>
            <a:r>
              <a:rPr lang="zh-CN" altLang="en-US" sz="3200" dirty="0" smtClean="0">
                <a:latin typeface="Times New Roman" pitchFamily="18" charset="0"/>
              </a:rPr>
              <a:t>则</a:t>
            </a:r>
            <a:r>
              <a:rPr lang="zh-CN" altLang="en-US" sz="3200" dirty="0" smtClean="0">
                <a:solidFill>
                  <a:srgbClr val="FFFF00"/>
                </a:solidFill>
                <a:latin typeface="Times New Roman" pitchFamily="18" charset="0"/>
              </a:rPr>
              <a:t>	</a:t>
            </a:r>
            <a:r>
              <a:rPr lang="zh-CN" altLang="en-US" sz="3200" dirty="0" smtClean="0">
                <a:solidFill>
                  <a:srgbClr val="FFFF00"/>
                </a:solidFill>
                <a:latin typeface="Times New Roman" pitchFamily="18" charset="0"/>
                <a:sym typeface="Symbol" pitchFamily="18" charset="2"/>
              </a:rPr>
              <a:t></a:t>
            </a:r>
            <a:r>
              <a:rPr lang="en-US" altLang="zh-CN" sz="3200" dirty="0" smtClean="0">
                <a:solidFill>
                  <a:srgbClr val="FFFF00"/>
                </a:solidFill>
                <a:latin typeface="Times New Roman" pitchFamily="18" charset="0"/>
              </a:rPr>
              <a:t>x</a:t>
            </a:r>
            <a:r>
              <a:rPr lang="en-US" altLang="zh-CN" sz="3200" dirty="0" smtClean="0">
                <a:latin typeface="Times New Roman" pitchFamily="18" charset="0"/>
              </a:rPr>
              <a:t> P(x)</a:t>
            </a:r>
            <a:r>
              <a:rPr lang="zh-CN" altLang="en-US" sz="3200" dirty="0" smtClean="0">
                <a:latin typeface="Times New Roman" pitchFamily="18" charset="0"/>
              </a:rPr>
              <a:t>等价于 </a:t>
            </a:r>
          </a:p>
          <a:p>
            <a:pPr eaLnBrk="1" hangingPunct="1">
              <a:lnSpc>
                <a:spcPct val="125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3200" dirty="0" smtClean="0">
                <a:latin typeface="Times New Roman" pitchFamily="18" charset="0"/>
              </a:rPr>
              <a:t>        </a:t>
            </a:r>
            <a:r>
              <a:rPr lang="en-US" altLang="zh-CN" sz="3200" dirty="0" smtClean="0">
                <a:latin typeface="Times New Roman" pitchFamily="18" charset="0"/>
              </a:rPr>
              <a:t>P(2) </a:t>
            </a:r>
            <a:r>
              <a:rPr lang="en-US" altLang="zh-CN" sz="3200" dirty="0" smtClean="0">
                <a:latin typeface="Times New Roman" pitchFamily="18" charset="0"/>
                <a:sym typeface="Symbol" pitchFamily="18" charset="2"/>
              </a:rPr>
              <a:t> </a:t>
            </a:r>
            <a:r>
              <a:rPr lang="en-US" altLang="zh-CN" sz="3200" dirty="0" smtClean="0">
                <a:latin typeface="Times New Roman" pitchFamily="18" charset="0"/>
              </a:rPr>
              <a:t>P(3) </a:t>
            </a:r>
            <a:r>
              <a:rPr lang="en-US" altLang="zh-CN" sz="3200" dirty="0" smtClean="0">
                <a:latin typeface="Times New Roman" pitchFamily="18" charset="0"/>
                <a:sym typeface="Symbol" pitchFamily="18" charset="2"/>
              </a:rPr>
              <a:t> </a:t>
            </a:r>
            <a:r>
              <a:rPr lang="en-US" altLang="zh-CN" sz="3200" dirty="0" smtClean="0">
                <a:latin typeface="Times New Roman" pitchFamily="18" charset="0"/>
              </a:rPr>
              <a:t>P(4) </a:t>
            </a:r>
          </a:p>
          <a:p>
            <a:pPr eaLnBrk="1" hangingPunct="1">
              <a:lnSpc>
                <a:spcPct val="125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3200" dirty="0" smtClean="0">
                <a:latin typeface="Times New Roman" pitchFamily="18" charset="0"/>
              </a:rPr>
              <a:t>　　所以真值为 ０</a:t>
            </a:r>
            <a:r>
              <a:rPr lang="zh-CN" altLang="en-US" sz="3200" dirty="0" smtClean="0">
                <a:latin typeface="Times New Roman" pitchFamily="18" charset="0"/>
                <a:sym typeface="Symbol" pitchFamily="18" charset="2"/>
              </a:rPr>
              <a:t>０ １＝０</a:t>
            </a:r>
          </a:p>
          <a:p>
            <a:pPr eaLnBrk="1" hangingPunct="1">
              <a:lnSpc>
                <a:spcPct val="125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3200" dirty="0" smtClean="0">
                <a:latin typeface="Times New Roman" pitchFamily="18" charset="0"/>
                <a:sym typeface="Symbol" pitchFamily="18" charset="2"/>
              </a:rPr>
              <a:t>　　</a:t>
            </a:r>
            <a:r>
              <a:rPr lang="zh-CN" altLang="en-US" sz="3200" dirty="0" smtClean="0">
                <a:solidFill>
                  <a:srgbClr val="FFFF00"/>
                </a:solidFill>
                <a:latin typeface="Times New Roman" pitchFamily="18" charset="0"/>
                <a:sym typeface="Symbol" pitchFamily="18" charset="2"/>
              </a:rPr>
              <a:t></a:t>
            </a:r>
            <a:r>
              <a:rPr lang="en-US" altLang="zh-CN" sz="3200" dirty="0" smtClean="0">
                <a:solidFill>
                  <a:srgbClr val="FFFF00"/>
                </a:solidFill>
                <a:latin typeface="Times New Roman" pitchFamily="18" charset="0"/>
              </a:rPr>
              <a:t>x</a:t>
            </a:r>
            <a:r>
              <a:rPr lang="en-US" altLang="zh-CN" sz="3200" dirty="0" smtClean="0">
                <a:latin typeface="Times New Roman" pitchFamily="18" charset="0"/>
              </a:rPr>
              <a:t> P(x)</a:t>
            </a:r>
            <a:r>
              <a:rPr lang="zh-CN" altLang="en-US" sz="3200" dirty="0" smtClean="0">
                <a:latin typeface="Times New Roman" pitchFamily="18" charset="0"/>
              </a:rPr>
              <a:t>等价于 </a:t>
            </a:r>
            <a:r>
              <a:rPr lang="en-US" altLang="zh-CN" sz="3200" dirty="0" smtClean="0">
                <a:latin typeface="Times New Roman" pitchFamily="18" charset="0"/>
              </a:rPr>
              <a:t>P(2) </a:t>
            </a:r>
            <a:r>
              <a:rPr lang="en-US" altLang="zh-CN" sz="3200" dirty="0" smtClean="0">
                <a:latin typeface="Times New Roman" pitchFamily="18" charset="0"/>
                <a:sym typeface="Symbol" pitchFamily="18" charset="2"/>
              </a:rPr>
              <a:t> </a:t>
            </a:r>
            <a:r>
              <a:rPr lang="en-US" altLang="zh-CN" sz="3200" dirty="0" smtClean="0">
                <a:latin typeface="Times New Roman" pitchFamily="18" charset="0"/>
              </a:rPr>
              <a:t>P(3) </a:t>
            </a:r>
            <a:r>
              <a:rPr lang="en-US" altLang="zh-CN" sz="3200" dirty="0" smtClean="0">
                <a:latin typeface="Times New Roman" pitchFamily="18" charset="0"/>
                <a:sym typeface="Symbol" pitchFamily="18" charset="2"/>
              </a:rPr>
              <a:t> </a:t>
            </a:r>
            <a:r>
              <a:rPr lang="en-US" altLang="zh-CN" sz="3200" dirty="0" smtClean="0">
                <a:latin typeface="Times New Roman" pitchFamily="18" charset="0"/>
              </a:rPr>
              <a:t>P(4) </a:t>
            </a:r>
          </a:p>
          <a:p>
            <a:pPr eaLnBrk="1" hangingPunct="1">
              <a:lnSpc>
                <a:spcPct val="125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3200" dirty="0" smtClean="0">
                <a:latin typeface="Times New Roman" pitchFamily="18" charset="0"/>
              </a:rPr>
              <a:t>　　所以真值为 ０ </a:t>
            </a:r>
            <a:r>
              <a:rPr lang="zh-CN" altLang="en-US" sz="3200" dirty="0" smtClean="0">
                <a:latin typeface="Times New Roman" pitchFamily="18" charset="0"/>
                <a:sym typeface="Symbol" pitchFamily="18" charset="2"/>
              </a:rPr>
              <a:t> ０  １＝１</a:t>
            </a:r>
            <a:endParaRPr lang="en-US" altLang="zh-CN" sz="3200" dirty="0" smtClean="0">
              <a:latin typeface="Times New Roman" pitchFamily="18" charset="0"/>
              <a:sym typeface="Symbol" pitchFamily="18" charset="2"/>
            </a:endParaRPr>
          </a:p>
          <a:p>
            <a:pPr eaLnBrk="1" hangingPunct="1">
              <a:lnSpc>
                <a:spcPct val="125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3200" dirty="0" smtClean="0">
                <a:latin typeface="Times New Roman" pitchFamily="18" charset="0"/>
                <a:sym typeface="Symbol" pitchFamily="18" charset="2"/>
              </a:rPr>
              <a:t>Note</a:t>
            </a:r>
            <a:r>
              <a:rPr lang="zh-CN" altLang="en-US" sz="3200" dirty="0" smtClean="0">
                <a:latin typeface="Times New Roman" pitchFamily="18" charset="0"/>
                <a:sym typeface="Symbol" pitchFamily="18" charset="2"/>
              </a:rPr>
              <a:t>：</a:t>
            </a:r>
            <a:r>
              <a:rPr lang="en-US" altLang="zh-CN" sz="3200" dirty="0" smtClean="0">
                <a:latin typeface="Times New Roman" pitchFamily="18" charset="0"/>
                <a:sym typeface="Symbol" pitchFamily="18" charset="2"/>
              </a:rPr>
              <a:t>P(x)</a:t>
            </a:r>
            <a:r>
              <a:rPr lang="zh-CN" altLang="en-US" sz="3200" dirty="0" smtClean="0">
                <a:latin typeface="Times New Roman" pitchFamily="18" charset="0"/>
                <a:sym typeface="Symbol" pitchFamily="18" charset="2"/>
              </a:rPr>
              <a:t>和</a:t>
            </a:r>
            <a:r>
              <a:rPr lang="en-US" altLang="zh-CN" sz="3200" dirty="0" err="1" smtClean="0">
                <a:latin typeface="Times New Roman" pitchFamily="18" charset="0"/>
              </a:rPr>
              <a:t>xG</a:t>
            </a:r>
            <a:r>
              <a:rPr lang="en-US" altLang="zh-CN" sz="3200" dirty="0" smtClean="0">
                <a:latin typeface="Times New Roman" pitchFamily="18" charset="0"/>
              </a:rPr>
              <a:t>(x)</a:t>
            </a:r>
            <a:r>
              <a:rPr lang="zh-CN" altLang="en-US" sz="3200" dirty="0" smtClean="0">
                <a:latin typeface="Times New Roman" pitchFamily="18" charset="0"/>
              </a:rPr>
              <a:t>、</a:t>
            </a:r>
            <a:r>
              <a:rPr lang="en-US" altLang="zh-CN" sz="3200" dirty="0">
                <a:latin typeface="Times New Roman" pitchFamily="18" charset="0"/>
                <a:sym typeface="Symbol" pitchFamily="18" charset="2"/>
              </a:rPr>
              <a:t> </a:t>
            </a:r>
            <a:r>
              <a:rPr lang="en-US" altLang="zh-CN" sz="3200" dirty="0" err="1">
                <a:latin typeface="Times New Roman" pitchFamily="18" charset="0"/>
              </a:rPr>
              <a:t>xG</a:t>
            </a:r>
            <a:r>
              <a:rPr lang="en-US" altLang="zh-CN" sz="3200" dirty="0">
                <a:latin typeface="Times New Roman" pitchFamily="18" charset="0"/>
              </a:rPr>
              <a:t>(x)</a:t>
            </a:r>
            <a:endParaRPr lang="zh-CN" altLang="en-US" sz="3200" dirty="0" smtClean="0">
              <a:latin typeface="Times New Roman" pitchFamily="18" charset="0"/>
              <a:sym typeface="Symbol" pitchFamily="18" charset="2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B472154-BAE7-4E49-A560-D09136175CD0}" type="slidenum">
              <a:rPr lang="en-US" altLang="zh-CN" smtClean="0"/>
              <a:pPr>
                <a:defRPr/>
              </a:pPr>
              <a:t>22</a:t>
            </a:fld>
            <a:endParaRPr lang="en-US" altLang="zh-CN"/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17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17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>
              <a:defRPr/>
            </a:pPr>
            <a:r>
              <a:rPr lang="zh-CN" altLang="en-US" sz="3600" dirty="0" smtClean="0"/>
              <a:t>练习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1000" y="1066800"/>
            <a:ext cx="8352928" cy="4114800"/>
          </a:xfrm>
        </p:spPr>
        <p:txBody>
          <a:bodyPr/>
          <a:lstStyle/>
          <a:p>
            <a:pPr marL="0" indent="0">
              <a:lnSpc>
                <a:spcPct val="110000"/>
              </a:lnSpc>
              <a:buClr>
                <a:srgbClr val="FFCC00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1" lang="zh-CN" altLang="zh-CN" dirty="0" smtClean="0">
                <a:solidFill>
                  <a:srgbClr val="FFFFFF"/>
                </a:solidFill>
                <a:effectLst/>
              </a:rPr>
              <a:t>设</a:t>
            </a:r>
            <a:r>
              <a:rPr kumimoji="1" lang="zh-CN" altLang="zh-CN" dirty="0">
                <a:solidFill>
                  <a:srgbClr val="FFFFFF"/>
                </a:solidFill>
                <a:effectLst/>
              </a:rPr>
              <a:t>个体域</a:t>
            </a:r>
            <a:r>
              <a:rPr kumimoji="1" lang="en-US" altLang="zh-CN" dirty="0">
                <a:solidFill>
                  <a:srgbClr val="FFFFFF"/>
                </a:solidFill>
                <a:effectLst/>
              </a:rPr>
              <a:t>D={-2,3,6</a:t>
            </a:r>
            <a:r>
              <a:rPr kumimoji="1" lang="en-US" altLang="zh-CN" dirty="0" smtClean="0">
                <a:solidFill>
                  <a:srgbClr val="FFFFFF"/>
                </a:solidFill>
                <a:effectLst/>
              </a:rPr>
              <a:t>},</a:t>
            </a:r>
            <a:r>
              <a:rPr kumimoji="1" lang="zh-CN" altLang="zh-CN" dirty="0" smtClean="0">
                <a:solidFill>
                  <a:srgbClr val="FFFFFF"/>
                </a:solidFill>
                <a:effectLst/>
              </a:rPr>
              <a:t>谓词</a:t>
            </a:r>
            <a:r>
              <a:rPr kumimoji="1" lang="en-US" altLang="zh-CN" dirty="0">
                <a:solidFill>
                  <a:srgbClr val="FFFFFF"/>
                </a:solidFill>
                <a:effectLst/>
              </a:rPr>
              <a:t>P(x):x≤</a:t>
            </a:r>
            <a:r>
              <a:rPr kumimoji="1" lang="en-US" altLang="zh-CN" dirty="0" smtClean="0">
                <a:solidFill>
                  <a:srgbClr val="FFFFFF"/>
                </a:solidFill>
                <a:effectLst/>
              </a:rPr>
              <a:t>3, Q(x</a:t>
            </a:r>
            <a:r>
              <a:rPr kumimoji="1" lang="en-US" altLang="zh-CN" dirty="0">
                <a:solidFill>
                  <a:srgbClr val="FFFFFF"/>
                </a:solidFill>
                <a:effectLst/>
              </a:rPr>
              <a:t>):x&gt;5</a:t>
            </a:r>
            <a:r>
              <a:rPr kumimoji="1" lang="zh-CN" altLang="zh-CN" dirty="0">
                <a:solidFill>
                  <a:srgbClr val="FFFFFF"/>
                </a:solidFill>
                <a:effectLst/>
              </a:rPr>
              <a:t>，</a:t>
            </a:r>
            <a:r>
              <a:rPr kumimoji="1" lang="en-US" altLang="zh-CN" dirty="0">
                <a:solidFill>
                  <a:srgbClr val="FFFFFF"/>
                </a:solidFill>
                <a:effectLst/>
              </a:rPr>
              <a:t>R(x):x≤7</a:t>
            </a:r>
            <a:r>
              <a:rPr kumimoji="1" lang="zh-CN" altLang="zh-CN" dirty="0">
                <a:solidFill>
                  <a:srgbClr val="FFFFFF"/>
                </a:solidFill>
                <a:effectLst/>
              </a:rPr>
              <a:t>。试判断下列</a:t>
            </a:r>
            <a:r>
              <a:rPr kumimoji="1" lang="zh-CN" altLang="zh-CN" dirty="0" smtClean="0">
                <a:solidFill>
                  <a:srgbClr val="FFFFFF"/>
                </a:solidFill>
                <a:effectLst/>
              </a:rPr>
              <a:t>公式</a:t>
            </a:r>
            <a:r>
              <a:rPr kumimoji="1" lang="zh-CN" altLang="en-US" dirty="0" smtClean="0">
                <a:solidFill>
                  <a:srgbClr val="FFFFFF"/>
                </a:solidFill>
              </a:rPr>
              <a:t>的真值。</a:t>
            </a:r>
            <a:r>
              <a:rPr kumimoji="1" lang="en-US" altLang="zh-CN" dirty="0" smtClean="0">
                <a:solidFill>
                  <a:srgbClr val="FFFFFF"/>
                </a:solidFill>
                <a:effectLst/>
              </a:rPr>
              <a:t> </a:t>
            </a:r>
          </a:p>
          <a:p>
            <a:pPr marL="0" indent="0">
              <a:buClr>
                <a:srgbClr val="FFCC00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1" lang="en-US" altLang="zh-CN" dirty="0" smtClean="0">
                <a:solidFill>
                  <a:srgbClr val="FFFFFF"/>
                </a:solidFill>
                <a:effectLst/>
              </a:rPr>
              <a:t> </a:t>
            </a:r>
            <a:r>
              <a:rPr kumimoji="1" lang="en-US" altLang="zh-CN" dirty="0">
                <a:solidFill>
                  <a:srgbClr val="FFFFFF"/>
                </a:solidFill>
              </a:rPr>
              <a:t>(1) </a:t>
            </a:r>
            <a:r>
              <a:rPr kumimoji="1" lang="en-US" altLang="zh-CN" dirty="0">
                <a:solidFill>
                  <a:srgbClr val="FFFFFF"/>
                </a:solidFill>
                <a:sym typeface="Symbol"/>
              </a:rPr>
              <a:t></a:t>
            </a:r>
            <a:r>
              <a:rPr kumimoji="1" lang="en-US" altLang="zh-CN" dirty="0">
                <a:solidFill>
                  <a:srgbClr val="FFFFFF"/>
                </a:solidFill>
              </a:rPr>
              <a:t>x(P(x) </a:t>
            </a:r>
            <a:r>
              <a:rPr kumimoji="1" lang="en-US" altLang="zh-CN" dirty="0">
                <a:solidFill>
                  <a:srgbClr val="FFFFFF"/>
                </a:solidFill>
                <a:sym typeface="Symbol"/>
              </a:rPr>
              <a:t></a:t>
            </a:r>
            <a:r>
              <a:rPr kumimoji="1" lang="en-US" altLang="zh-CN" dirty="0">
                <a:solidFill>
                  <a:srgbClr val="FFFFFF"/>
                </a:solidFill>
              </a:rPr>
              <a:t>Q(x)) </a:t>
            </a:r>
          </a:p>
          <a:p>
            <a:pPr marL="0" indent="0">
              <a:buClr>
                <a:srgbClr val="FFCC00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1" lang="zh-CN" altLang="en-US" dirty="0">
                <a:solidFill>
                  <a:srgbClr val="FFFFFF"/>
                </a:solidFill>
              </a:rPr>
              <a:t>等价于 </a:t>
            </a:r>
            <a:endParaRPr kumimoji="1" lang="en-US" altLang="zh-CN" dirty="0">
              <a:solidFill>
                <a:srgbClr val="FFFFFF"/>
              </a:solidFill>
            </a:endParaRPr>
          </a:p>
          <a:p>
            <a:pPr marL="0" indent="0">
              <a:buClr>
                <a:srgbClr val="FFCC00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1" lang="en-US" altLang="zh-CN" dirty="0">
                <a:solidFill>
                  <a:srgbClr val="FFFFFF"/>
                </a:solidFill>
              </a:rPr>
              <a:t>(P(-2) </a:t>
            </a:r>
            <a:r>
              <a:rPr kumimoji="1" lang="en-US" altLang="zh-CN" dirty="0">
                <a:solidFill>
                  <a:srgbClr val="FFFFFF"/>
                </a:solidFill>
                <a:sym typeface="Symbol"/>
              </a:rPr>
              <a:t></a:t>
            </a:r>
            <a:r>
              <a:rPr kumimoji="1" lang="en-US" altLang="zh-CN" dirty="0">
                <a:solidFill>
                  <a:srgbClr val="FFFFFF"/>
                </a:solidFill>
              </a:rPr>
              <a:t>Q(-2))</a:t>
            </a:r>
            <a:r>
              <a:rPr kumimoji="1" lang="en-US" altLang="zh-CN" dirty="0">
                <a:solidFill>
                  <a:srgbClr val="FFFFFF"/>
                </a:solidFill>
                <a:sym typeface="Symbol"/>
              </a:rPr>
              <a:t> </a:t>
            </a:r>
            <a:r>
              <a:rPr kumimoji="1" lang="en-US" altLang="zh-CN" dirty="0">
                <a:solidFill>
                  <a:srgbClr val="FFFFFF"/>
                </a:solidFill>
              </a:rPr>
              <a:t> (P(3) </a:t>
            </a:r>
            <a:r>
              <a:rPr kumimoji="1" lang="en-US" altLang="zh-CN" dirty="0">
                <a:solidFill>
                  <a:srgbClr val="FFFFFF"/>
                </a:solidFill>
                <a:sym typeface="Symbol"/>
              </a:rPr>
              <a:t></a:t>
            </a:r>
            <a:r>
              <a:rPr kumimoji="1" lang="en-US" altLang="zh-CN" dirty="0">
                <a:solidFill>
                  <a:srgbClr val="FFFFFF"/>
                </a:solidFill>
              </a:rPr>
              <a:t>Q(3))</a:t>
            </a:r>
            <a:r>
              <a:rPr kumimoji="1" lang="en-US" altLang="zh-CN" dirty="0">
                <a:solidFill>
                  <a:srgbClr val="FFFFFF"/>
                </a:solidFill>
                <a:sym typeface="Symbol"/>
              </a:rPr>
              <a:t> ( </a:t>
            </a:r>
            <a:r>
              <a:rPr kumimoji="1" lang="en-US" altLang="zh-CN" dirty="0">
                <a:solidFill>
                  <a:srgbClr val="FFFFFF"/>
                </a:solidFill>
              </a:rPr>
              <a:t>P(6) </a:t>
            </a:r>
            <a:r>
              <a:rPr kumimoji="1" lang="en-US" altLang="zh-CN" dirty="0">
                <a:solidFill>
                  <a:srgbClr val="FFFFFF"/>
                </a:solidFill>
                <a:sym typeface="Symbol"/>
              </a:rPr>
              <a:t></a:t>
            </a:r>
            <a:r>
              <a:rPr kumimoji="1" lang="en-US" altLang="zh-CN" dirty="0">
                <a:solidFill>
                  <a:srgbClr val="FFFFFF"/>
                </a:solidFill>
              </a:rPr>
              <a:t>Q(6))</a:t>
            </a:r>
            <a:r>
              <a:rPr kumimoji="1" lang="en-US" altLang="zh-CN" dirty="0">
                <a:solidFill>
                  <a:srgbClr val="FFFFFF"/>
                </a:solidFill>
                <a:sym typeface="Symbol"/>
              </a:rPr>
              <a:t> </a:t>
            </a:r>
            <a:endParaRPr kumimoji="1" lang="en-US" altLang="zh-CN" dirty="0">
              <a:solidFill>
                <a:srgbClr val="FFFFFF"/>
              </a:solidFill>
            </a:endParaRPr>
          </a:p>
          <a:p>
            <a:pPr marL="0" indent="0">
              <a:buClr>
                <a:srgbClr val="FFCC00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1" lang="en-US" altLang="zh-CN" sz="3600" dirty="0">
                <a:solidFill>
                  <a:srgbClr val="FFFFFF"/>
                </a:solidFill>
              </a:rPr>
              <a:t> </a:t>
            </a:r>
            <a:r>
              <a:rPr kumimoji="1" lang="zh-CN" altLang="en-US" sz="3600" dirty="0">
                <a:solidFill>
                  <a:srgbClr val="FFFFFF"/>
                </a:solidFill>
              </a:rPr>
              <a:t>真值为</a:t>
            </a:r>
            <a:r>
              <a:rPr kumimoji="1" lang="en-US" altLang="zh-CN" sz="3600" dirty="0">
                <a:solidFill>
                  <a:srgbClr val="FFFFFF"/>
                </a:solidFill>
              </a:rPr>
              <a:t>(1</a:t>
            </a:r>
            <a:r>
              <a:rPr kumimoji="1" lang="en-US" altLang="zh-CN" sz="3600" dirty="0">
                <a:solidFill>
                  <a:srgbClr val="FFFFFF"/>
                </a:solidFill>
                <a:sym typeface="Symbol"/>
              </a:rPr>
              <a:t> 0)</a:t>
            </a:r>
            <a:r>
              <a:rPr kumimoji="1" lang="en-US" altLang="zh-CN" sz="3600" dirty="0">
                <a:solidFill>
                  <a:srgbClr val="FFFFFF"/>
                </a:solidFill>
              </a:rPr>
              <a:t> </a:t>
            </a:r>
            <a:r>
              <a:rPr kumimoji="1" lang="en-US" altLang="zh-CN" sz="3600" dirty="0">
                <a:solidFill>
                  <a:srgbClr val="FFFFFF"/>
                </a:solidFill>
                <a:sym typeface="Symbol"/>
              </a:rPr>
              <a:t>(10) (01</a:t>
            </a:r>
            <a:r>
              <a:rPr kumimoji="1" lang="en-US" altLang="zh-CN" sz="3600" dirty="0" smtClean="0">
                <a:solidFill>
                  <a:srgbClr val="FFFFFF"/>
                </a:solidFill>
                <a:sym typeface="Symbol"/>
              </a:rPr>
              <a:t>)</a:t>
            </a:r>
          </a:p>
          <a:p>
            <a:pPr marL="0" indent="0">
              <a:buClr>
                <a:srgbClr val="FFCC00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1" lang="en-US" altLang="zh-CN" sz="3600" dirty="0">
                <a:solidFill>
                  <a:srgbClr val="FFFFFF"/>
                </a:solidFill>
                <a:sym typeface="Symbol"/>
              </a:rPr>
              <a:t> </a:t>
            </a:r>
            <a:r>
              <a:rPr kumimoji="1" lang="en-US" altLang="zh-CN" sz="3600" dirty="0" smtClean="0">
                <a:solidFill>
                  <a:srgbClr val="FFFFFF"/>
                </a:solidFill>
                <a:sym typeface="Symbol"/>
              </a:rPr>
              <a:t>          =1</a:t>
            </a:r>
          </a:p>
          <a:p>
            <a:pPr marL="0" indent="0">
              <a:buClr>
                <a:srgbClr val="FFCC00"/>
              </a:buClr>
              <a:buSzTx/>
              <a:buFont typeface="Wingdings" panose="05000000000000000000" pitchFamily="2" charset="2"/>
              <a:buNone/>
              <a:defRPr/>
            </a:pPr>
            <a:endParaRPr kumimoji="1" lang="en-US" altLang="zh-CN" sz="3300" dirty="0">
              <a:solidFill>
                <a:srgbClr val="FFFFFF"/>
              </a:solidFill>
              <a:effectLst/>
            </a:endParaRPr>
          </a:p>
          <a:p>
            <a:pPr>
              <a:defRPr/>
            </a:pP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02E2BB2-5A0D-46D3-B7BC-84B391B98D4E}" type="slidenum">
              <a:rPr lang="en-US" altLang="zh-CN" smtClean="0"/>
              <a:pPr>
                <a:defRPr/>
              </a:pPr>
              <a:t>23</a:t>
            </a:fld>
            <a:endParaRPr lang="en-US" altLang="zh-CN"/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>
              <a:defRPr/>
            </a:pPr>
            <a:r>
              <a:rPr lang="zh-CN" altLang="en-US" sz="3600" dirty="0" smtClean="0"/>
              <a:t>练习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0" y="1066800"/>
            <a:ext cx="9144000" cy="4876800"/>
          </a:xfrm>
        </p:spPr>
        <p:txBody>
          <a:bodyPr/>
          <a:lstStyle/>
          <a:p>
            <a:pPr marL="0" indent="0">
              <a:lnSpc>
                <a:spcPct val="110000"/>
              </a:lnSpc>
              <a:buClr>
                <a:srgbClr val="FFCC00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1" lang="zh-CN" altLang="zh-CN" sz="3000" dirty="0" smtClean="0">
                <a:solidFill>
                  <a:srgbClr val="FFFFFF"/>
                </a:solidFill>
                <a:effectLst/>
              </a:rPr>
              <a:t>设</a:t>
            </a:r>
            <a:r>
              <a:rPr kumimoji="1" lang="zh-CN" altLang="zh-CN" sz="3000" dirty="0">
                <a:solidFill>
                  <a:srgbClr val="FFFFFF"/>
                </a:solidFill>
                <a:effectLst/>
              </a:rPr>
              <a:t>个体域</a:t>
            </a:r>
            <a:r>
              <a:rPr kumimoji="1" lang="en-US" altLang="zh-CN" sz="3000" dirty="0">
                <a:solidFill>
                  <a:srgbClr val="FFFFFF"/>
                </a:solidFill>
                <a:effectLst/>
              </a:rPr>
              <a:t>D={-2,3,6</a:t>
            </a:r>
            <a:r>
              <a:rPr kumimoji="1" lang="en-US" altLang="zh-CN" sz="3000" dirty="0" smtClean="0">
                <a:solidFill>
                  <a:srgbClr val="FFFFFF"/>
                </a:solidFill>
                <a:effectLst/>
              </a:rPr>
              <a:t>},</a:t>
            </a:r>
            <a:r>
              <a:rPr kumimoji="1" lang="zh-CN" altLang="zh-CN" sz="3000" dirty="0" smtClean="0">
                <a:solidFill>
                  <a:srgbClr val="FFFFFF"/>
                </a:solidFill>
                <a:effectLst/>
              </a:rPr>
              <a:t>谓词</a:t>
            </a:r>
            <a:r>
              <a:rPr kumimoji="1" lang="en-US" altLang="zh-CN" sz="3000" dirty="0">
                <a:solidFill>
                  <a:srgbClr val="FFFFFF"/>
                </a:solidFill>
                <a:effectLst/>
              </a:rPr>
              <a:t>P(x):x≤</a:t>
            </a:r>
            <a:r>
              <a:rPr kumimoji="1" lang="en-US" altLang="zh-CN" sz="3000" dirty="0" smtClean="0">
                <a:solidFill>
                  <a:srgbClr val="FFFFFF"/>
                </a:solidFill>
                <a:effectLst/>
              </a:rPr>
              <a:t>3, Q(x</a:t>
            </a:r>
            <a:r>
              <a:rPr kumimoji="1" lang="en-US" altLang="zh-CN" sz="3000" dirty="0">
                <a:solidFill>
                  <a:srgbClr val="FFFFFF"/>
                </a:solidFill>
                <a:effectLst/>
              </a:rPr>
              <a:t>):x&gt;5</a:t>
            </a:r>
            <a:r>
              <a:rPr kumimoji="1" lang="zh-CN" altLang="zh-CN" sz="3000" dirty="0">
                <a:solidFill>
                  <a:srgbClr val="FFFFFF"/>
                </a:solidFill>
                <a:effectLst/>
              </a:rPr>
              <a:t>，</a:t>
            </a:r>
            <a:r>
              <a:rPr kumimoji="1" lang="en-US" altLang="zh-CN" sz="3000" dirty="0">
                <a:solidFill>
                  <a:srgbClr val="FFFFFF"/>
                </a:solidFill>
                <a:effectLst/>
              </a:rPr>
              <a:t>R(x):x≤7</a:t>
            </a:r>
            <a:r>
              <a:rPr kumimoji="1" lang="zh-CN" altLang="zh-CN" sz="3000" dirty="0">
                <a:solidFill>
                  <a:srgbClr val="FFFFFF"/>
                </a:solidFill>
                <a:effectLst/>
              </a:rPr>
              <a:t>。试判断下列</a:t>
            </a:r>
            <a:r>
              <a:rPr kumimoji="1" lang="zh-CN" altLang="zh-CN" sz="3000" dirty="0" smtClean="0">
                <a:solidFill>
                  <a:srgbClr val="FFFFFF"/>
                </a:solidFill>
                <a:effectLst/>
              </a:rPr>
              <a:t>公式</a:t>
            </a:r>
            <a:r>
              <a:rPr kumimoji="1" lang="zh-CN" altLang="en-US" sz="3000" dirty="0" smtClean="0">
                <a:solidFill>
                  <a:srgbClr val="FFFFFF"/>
                </a:solidFill>
              </a:rPr>
              <a:t>的真值。</a:t>
            </a:r>
            <a:endParaRPr kumimoji="1" lang="en-US" altLang="zh-CN" sz="3000" dirty="0" smtClean="0">
              <a:solidFill>
                <a:srgbClr val="FFFFFF"/>
              </a:solidFill>
            </a:endParaRPr>
          </a:p>
          <a:p>
            <a:pPr marL="0" indent="0">
              <a:lnSpc>
                <a:spcPct val="110000"/>
              </a:lnSpc>
              <a:buClr>
                <a:srgbClr val="FFCC00"/>
              </a:buClr>
              <a:buSzTx/>
              <a:buNone/>
              <a:defRPr/>
            </a:pPr>
            <a:r>
              <a:rPr kumimoji="1" lang="en-US" altLang="zh-CN" sz="3000" dirty="0">
                <a:solidFill>
                  <a:srgbClr val="FFFFFF"/>
                </a:solidFill>
              </a:rPr>
              <a:t>(2) </a:t>
            </a:r>
            <a:r>
              <a:rPr kumimoji="1" lang="en-US" altLang="zh-CN" sz="3000" dirty="0">
                <a:solidFill>
                  <a:srgbClr val="FFFFFF"/>
                </a:solidFill>
                <a:sym typeface="Symbol"/>
              </a:rPr>
              <a:t></a:t>
            </a:r>
            <a:r>
              <a:rPr kumimoji="1" lang="en-US" altLang="zh-CN" sz="3000" dirty="0">
                <a:solidFill>
                  <a:srgbClr val="FFFFFF"/>
                </a:solidFill>
              </a:rPr>
              <a:t>x(R(x) →P(x)) </a:t>
            </a:r>
            <a:r>
              <a:rPr kumimoji="1" lang="en-US" altLang="zh-CN" sz="3000" dirty="0">
                <a:solidFill>
                  <a:srgbClr val="FFFFFF"/>
                </a:solidFill>
                <a:sym typeface="Symbol"/>
              </a:rPr>
              <a:t></a:t>
            </a:r>
            <a:r>
              <a:rPr kumimoji="1" lang="en-US" altLang="zh-CN" sz="3000" dirty="0">
                <a:solidFill>
                  <a:srgbClr val="FFFFFF"/>
                </a:solidFill>
              </a:rPr>
              <a:t>Q(3</a:t>
            </a:r>
            <a:r>
              <a:rPr kumimoji="1" lang="en-US" altLang="zh-CN" sz="3000" dirty="0" smtClean="0">
                <a:solidFill>
                  <a:srgbClr val="FFFFFF"/>
                </a:solidFill>
              </a:rPr>
              <a:t>)</a:t>
            </a:r>
          </a:p>
          <a:p>
            <a:pPr marL="0" indent="0">
              <a:lnSpc>
                <a:spcPct val="110000"/>
              </a:lnSpc>
              <a:buClr>
                <a:srgbClr val="FFCC00"/>
              </a:buClr>
              <a:buSzTx/>
              <a:buNone/>
              <a:defRPr/>
            </a:pPr>
            <a:r>
              <a:rPr kumimoji="1" lang="zh-CN" altLang="en-US" sz="3000" dirty="0" smtClean="0">
                <a:solidFill>
                  <a:srgbClr val="FFFFFF"/>
                </a:solidFill>
              </a:rPr>
              <a:t>等价于</a:t>
            </a:r>
            <a:endParaRPr kumimoji="1" lang="en-US" altLang="zh-CN" sz="3000" dirty="0" smtClean="0">
              <a:solidFill>
                <a:srgbClr val="FFFFFF"/>
              </a:solidFill>
            </a:endParaRPr>
          </a:p>
          <a:p>
            <a:pPr marL="0" indent="0">
              <a:lnSpc>
                <a:spcPct val="110000"/>
              </a:lnSpc>
              <a:buClr>
                <a:srgbClr val="FFCC00"/>
              </a:buClr>
              <a:buSzTx/>
              <a:buNone/>
              <a:defRPr/>
            </a:pPr>
            <a:r>
              <a:rPr kumimoji="1" lang="en-US" altLang="zh-CN" sz="2900" dirty="0" smtClean="0">
                <a:solidFill>
                  <a:srgbClr val="FFFFFF"/>
                </a:solidFill>
              </a:rPr>
              <a:t>((R(-2) </a:t>
            </a:r>
            <a:r>
              <a:rPr kumimoji="1" lang="en-US" altLang="zh-CN" sz="2900" dirty="0">
                <a:solidFill>
                  <a:srgbClr val="FFFFFF"/>
                </a:solidFill>
              </a:rPr>
              <a:t>→P</a:t>
            </a:r>
            <a:r>
              <a:rPr kumimoji="1" lang="en-US" altLang="zh-CN" sz="2900" dirty="0" smtClean="0">
                <a:solidFill>
                  <a:srgbClr val="FFFFFF"/>
                </a:solidFill>
              </a:rPr>
              <a:t>(-2))</a:t>
            </a:r>
            <a:r>
              <a:rPr lang="en-US" altLang="zh-CN" sz="2900" dirty="0">
                <a:latin typeface="Times New Roman" pitchFamily="18" charset="0"/>
                <a:sym typeface="Symbol" pitchFamily="18" charset="2"/>
              </a:rPr>
              <a:t> </a:t>
            </a:r>
            <a:r>
              <a:rPr lang="en-US" altLang="zh-CN" sz="2900" dirty="0" smtClean="0">
                <a:latin typeface="Times New Roman" pitchFamily="18" charset="0"/>
              </a:rPr>
              <a:t> </a:t>
            </a:r>
            <a:r>
              <a:rPr kumimoji="1" lang="en-US" altLang="zh-CN" sz="2900" dirty="0">
                <a:solidFill>
                  <a:srgbClr val="FFFFFF"/>
                </a:solidFill>
              </a:rPr>
              <a:t>(</a:t>
            </a:r>
            <a:r>
              <a:rPr kumimoji="1" lang="en-US" altLang="zh-CN" sz="2900" dirty="0" smtClean="0">
                <a:solidFill>
                  <a:srgbClr val="FFFFFF"/>
                </a:solidFill>
              </a:rPr>
              <a:t>R(3) </a:t>
            </a:r>
            <a:r>
              <a:rPr kumimoji="1" lang="en-US" altLang="zh-CN" sz="2900" dirty="0">
                <a:solidFill>
                  <a:srgbClr val="FFFFFF"/>
                </a:solidFill>
              </a:rPr>
              <a:t>→</a:t>
            </a:r>
            <a:r>
              <a:rPr kumimoji="1" lang="en-US" altLang="zh-CN" sz="2900" dirty="0" smtClean="0">
                <a:solidFill>
                  <a:srgbClr val="FFFFFF"/>
                </a:solidFill>
              </a:rPr>
              <a:t>P(3))</a:t>
            </a:r>
            <a:r>
              <a:rPr lang="en-US" altLang="zh-CN" sz="2900" dirty="0">
                <a:latin typeface="Times New Roman" pitchFamily="18" charset="0"/>
                <a:sym typeface="Symbol" pitchFamily="18" charset="2"/>
              </a:rPr>
              <a:t> </a:t>
            </a:r>
            <a:r>
              <a:rPr kumimoji="1" lang="en-US" altLang="zh-CN" sz="2900" dirty="0" smtClean="0">
                <a:solidFill>
                  <a:srgbClr val="FFFFFF"/>
                </a:solidFill>
              </a:rPr>
              <a:t> R(6) </a:t>
            </a:r>
            <a:r>
              <a:rPr kumimoji="1" lang="en-US" altLang="zh-CN" sz="2900" dirty="0">
                <a:solidFill>
                  <a:srgbClr val="FFFFFF"/>
                </a:solidFill>
              </a:rPr>
              <a:t>→</a:t>
            </a:r>
            <a:r>
              <a:rPr kumimoji="1" lang="en-US" altLang="zh-CN" sz="2900" dirty="0" smtClean="0">
                <a:solidFill>
                  <a:srgbClr val="FFFFFF"/>
                </a:solidFill>
              </a:rPr>
              <a:t>P(6)))</a:t>
            </a:r>
            <a:r>
              <a:rPr kumimoji="1" lang="en-US" altLang="zh-CN" sz="2900" dirty="0" smtClean="0">
                <a:solidFill>
                  <a:srgbClr val="FFFFFF"/>
                </a:solidFill>
                <a:sym typeface="Symbol"/>
              </a:rPr>
              <a:t> </a:t>
            </a:r>
            <a:r>
              <a:rPr kumimoji="1" lang="en-US" altLang="zh-CN" sz="2900" dirty="0">
                <a:solidFill>
                  <a:srgbClr val="FFFFFF"/>
                </a:solidFill>
                <a:sym typeface="Symbol"/>
              </a:rPr>
              <a:t></a:t>
            </a:r>
            <a:r>
              <a:rPr lang="en-US" altLang="zh-CN" sz="2900" dirty="0" smtClean="0">
                <a:latin typeface="Times New Roman" pitchFamily="18" charset="0"/>
                <a:sym typeface="Symbol" pitchFamily="18" charset="2"/>
              </a:rPr>
              <a:t> </a:t>
            </a:r>
            <a:r>
              <a:rPr kumimoji="1" lang="en-US" altLang="zh-CN" sz="2900" dirty="0">
                <a:solidFill>
                  <a:srgbClr val="FFFFFF"/>
                </a:solidFill>
              </a:rPr>
              <a:t>Q(3)</a:t>
            </a:r>
          </a:p>
          <a:p>
            <a:pPr marL="0" indent="0">
              <a:lnSpc>
                <a:spcPct val="110000"/>
              </a:lnSpc>
              <a:buClr>
                <a:srgbClr val="FFCC00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1" lang="en-US" altLang="zh-CN" sz="3000" dirty="0" smtClean="0">
                <a:solidFill>
                  <a:srgbClr val="FFFFFF"/>
                </a:solidFill>
                <a:effectLst/>
              </a:rPr>
              <a:t> </a:t>
            </a:r>
            <a:r>
              <a:rPr kumimoji="1" lang="zh-CN" altLang="en-US" sz="3000" dirty="0" smtClean="0">
                <a:solidFill>
                  <a:srgbClr val="FFFFFF"/>
                </a:solidFill>
                <a:effectLst/>
              </a:rPr>
              <a:t>真值为 </a:t>
            </a:r>
            <a:r>
              <a:rPr kumimoji="1" lang="en-US" altLang="zh-CN" sz="3000" dirty="0" smtClean="0">
                <a:solidFill>
                  <a:srgbClr val="FFFFFF"/>
                </a:solidFill>
                <a:effectLst/>
              </a:rPr>
              <a:t>((1</a:t>
            </a:r>
            <a:r>
              <a:rPr kumimoji="1" lang="en-US" altLang="zh-CN" sz="2800" dirty="0" smtClean="0">
                <a:solidFill>
                  <a:srgbClr val="FFFFFF"/>
                </a:solidFill>
              </a:rPr>
              <a:t>→1)</a:t>
            </a:r>
            <a:r>
              <a:rPr lang="en-US" altLang="zh-CN" sz="2800" dirty="0">
                <a:latin typeface="Times New Roman" pitchFamily="18" charset="0"/>
                <a:sym typeface="Symbol" pitchFamily="18" charset="2"/>
              </a:rPr>
              <a:t> </a:t>
            </a:r>
            <a:r>
              <a:rPr lang="en-US" altLang="zh-CN" sz="2800" dirty="0" smtClean="0">
                <a:latin typeface="Times New Roman" pitchFamily="18" charset="0"/>
                <a:sym typeface="Symbol" pitchFamily="18" charset="2"/>
              </a:rPr>
              <a:t>(1</a:t>
            </a:r>
            <a:r>
              <a:rPr kumimoji="1" lang="en-US" altLang="zh-CN" sz="2800" dirty="0" smtClean="0">
                <a:solidFill>
                  <a:srgbClr val="FFFFFF"/>
                </a:solidFill>
              </a:rPr>
              <a:t> →1)</a:t>
            </a:r>
            <a:r>
              <a:rPr lang="en-US" altLang="zh-CN" sz="2800" dirty="0">
                <a:latin typeface="Times New Roman" pitchFamily="18" charset="0"/>
                <a:sym typeface="Symbol" pitchFamily="18" charset="2"/>
              </a:rPr>
              <a:t> </a:t>
            </a:r>
            <a:r>
              <a:rPr lang="en-US" altLang="zh-CN" sz="2800" dirty="0" smtClean="0">
                <a:latin typeface="Times New Roman" pitchFamily="18" charset="0"/>
                <a:sym typeface="Symbol" pitchFamily="18" charset="2"/>
              </a:rPr>
              <a:t>(1</a:t>
            </a:r>
            <a:r>
              <a:rPr kumimoji="1" lang="en-US" altLang="zh-CN" sz="2800" dirty="0" smtClean="0">
                <a:solidFill>
                  <a:srgbClr val="FFFFFF"/>
                </a:solidFill>
              </a:rPr>
              <a:t>→0))</a:t>
            </a:r>
            <a:r>
              <a:rPr kumimoji="1" lang="en-US" altLang="zh-CN" sz="2800" dirty="0">
                <a:solidFill>
                  <a:srgbClr val="FFFFFF"/>
                </a:solidFill>
                <a:sym typeface="Symbol"/>
              </a:rPr>
              <a:t> </a:t>
            </a:r>
            <a:r>
              <a:rPr kumimoji="1" lang="en-US" altLang="zh-CN" sz="2800" dirty="0" smtClean="0">
                <a:solidFill>
                  <a:srgbClr val="FFFFFF"/>
                </a:solidFill>
                <a:sym typeface="Symbol"/>
              </a:rPr>
              <a:t>0</a:t>
            </a:r>
          </a:p>
          <a:p>
            <a:pPr marL="0" indent="0">
              <a:lnSpc>
                <a:spcPct val="110000"/>
              </a:lnSpc>
              <a:buClr>
                <a:srgbClr val="FFCC00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1" lang="en-US" altLang="zh-CN" sz="2800" dirty="0">
                <a:solidFill>
                  <a:srgbClr val="FFFFFF"/>
                </a:solidFill>
                <a:effectLst/>
                <a:sym typeface="Symbol"/>
              </a:rPr>
              <a:t> </a:t>
            </a:r>
            <a:r>
              <a:rPr kumimoji="1" lang="en-US" altLang="zh-CN" sz="2800" dirty="0" smtClean="0">
                <a:solidFill>
                  <a:srgbClr val="FFFFFF"/>
                </a:solidFill>
                <a:effectLst/>
                <a:sym typeface="Symbol"/>
              </a:rPr>
              <a:t>           =0</a:t>
            </a:r>
            <a:endParaRPr kumimoji="1" lang="en-US" altLang="zh-CN" sz="3000" dirty="0" smtClean="0">
              <a:solidFill>
                <a:srgbClr val="FFFFFF"/>
              </a:solidFill>
              <a:effectLst/>
            </a:endParaRPr>
          </a:p>
          <a:p>
            <a:pPr marL="0" indent="0">
              <a:buNone/>
              <a:defRPr/>
            </a:pP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02E2BB2-5A0D-46D3-B7BC-84B391B98D4E}" type="slidenum">
              <a:rPr lang="en-US" altLang="zh-CN" smtClean="0">
                <a:solidFill>
                  <a:srgbClr val="FFFFFF"/>
                </a:solidFill>
              </a:rPr>
              <a:pPr>
                <a:defRPr/>
              </a:pPr>
              <a:t>24</a:t>
            </a:fld>
            <a:endParaRPr lang="en-US" altLang="zh-CN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5135115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>
              <a:defRPr/>
            </a:pPr>
            <a:r>
              <a:rPr lang="en-US" altLang="zh-CN" sz="3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4 </a:t>
            </a:r>
            <a:r>
              <a:rPr lang="zh-CN" altLang="en-US" sz="3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量词的约束范围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125000"/>
              </a:lnSpc>
              <a:tabLst>
                <a:tab pos="1146175" algn="l"/>
              </a:tabLst>
              <a:defRPr/>
            </a:pPr>
            <a:r>
              <a:rPr lang="zh-CN" altLang="en-US" sz="3200" dirty="0" smtClean="0">
                <a:solidFill>
                  <a:srgbClr val="FFCC00"/>
                </a:solidFill>
                <a:latin typeface="Times New Roman" pitchFamily="18" charset="0"/>
              </a:rPr>
              <a:t>定义</a:t>
            </a:r>
            <a:r>
              <a:rPr lang="en-US" altLang="zh-CN" sz="3200" dirty="0" smtClean="0">
                <a:solidFill>
                  <a:srgbClr val="FFCC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3.2.4</a:t>
            </a:r>
            <a:r>
              <a:rPr lang="en-US" altLang="zh-CN" sz="3200" dirty="0" smtClean="0">
                <a:latin typeface="Times New Roman" pitchFamily="18" charset="0"/>
                <a:ea typeface="黑体" pitchFamily="2" charset="-122"/>
              </a:rPr>
              <a:t> </a:t>
            </a:r>
            <a:r>
              <a:rPr lang="en-US" altLang="zh-CN" sz="3200" dirty="0" smtClean="0">
                <a:latin typeface="Times New Roman" pitchFamily="18" charset="0"/>
              </a:rPr>
              <a:t> </a:t>
            </a:r>
            <a:r>
              <a:rPr lang="zh-CN" altLang="en-US" sz="3200" dirty="0" smtClean="0">
                <a:latin typeface="Times New Roman" pitchFamily="18" charset="0"/>
              </a:rPr>
              <a:t>在一个由谓词，量词，逻辑联结词，括号组成的有意义的符号串</a:t>
            </a:r>
            <a:r>
              <a:rPr lang="en-US" altLang="zh-CN" sz="3200" dirty="0" smtClean="0">
                <a:latin typeface="Times New Roman" pitchFamily="18" charset="0"/>
              </a:rPr>
              <a:t>(</a:t>
            </a:r>
            <a:r>
              <a:rPr lang="zh-CN" altLang="en-US" sz="3200" dirty="0" smtClean="0">
                <a:latin typeface="Times New Roman" pitchFamily="18" charset="0"/>
              </a:rPr>
              <a:t>实际是指下一节将严格定义的公式</a:t>
            </a:r>
            <a:r>
              <a:rPr lang="en-US" altLang="zh-CN" sz="3200" dirty="0" smtClean="0">
                <a:latin typeface="Times New Roman" pitchFamily="18" charset="0"/>
              </a:rPr>
              <a:t>)</a:t>
            </a:r>
            <a:r>
              <a:rPr lang="zh-CN" altLang="en-US" sz="3200" dirty="0" smtClean="0">
                <a:latin typeface="Times New Roman" pitchFamily="18" charset="0"/>
              </a:rPr>
              <a:t>中，称</a:t>
            </a:r>
            <a:r>
              <a:rPr lang="zh-CN" altLang="en-US" sz="3200" dirty="0" smtClean="0">
                <a:solidFill>
                  <a:srgbClr val="FFCC00"/>
                </a:solidFill>
                <a:latin typeface="Times New Roman" pitchFamily="18" charset="0"/>
              </a:rPr>
              <a:t>变量的出现</a:t>
            </a:r>
            <a:r>
              <a:rPr lang="zh-CN" altLang="en-US" sz="3200" dirty="0" smtClean="0">
                <a:latin typeface="Times New Roman" pitchFamily="18" charset="0"/>
              </a:rPr>
              <a:t>是</a:t>
            </a:r>
            <a:r>
              <a:rPr lang="zh-CN" altLang="en-US" sz="3200" u="sng" dirty="0" smtClean="0">
                <a:solidFill>
                  <a:srgbClr val="FFCC00"/>
                </a:solidFill>
                <a:latin typeface="Times New Roman" pitchFamily="18" charset="0"/>
              </a:rPr>
              <a:t>约束的</a:t>
            </a:r>
            <a:r>
              <a:rPr lang="zh-CN" altLang="en-US" sz="3200" dirty="0" smtClean="0">
                <a:latin typeface="Times New Roman" pitchFamily="18" charset="0"/>
              </a:rPr>
              <a:t>，当且仅当它出现在</a:t>
            </a:r>
            <a:r>
              <a:rPr lang="zh-CN" altLang="en-US" sz="3200" dirty="0" smtClean="0">
                <a:solidFill>
                  <a:srgbClr val="FFCC00"/>
                </a:solidFill>
                <a:latin typeface="Times New Roman" pitchFamily="18" charset="0"/>
              </a:rPr>
              <a:t>使用这个变量的量词范围之内</a:t>
            </a:r>
            <a:r>
              <a:rPr lang="zh-CN" altLang="en-US" sz="3200" dirty="0" smtClean="0">
                <a:latin typeface="Times New Roman" pitchFamily="18" charset="0"/>
              </a:rPr>
              <a:t>；称</a:t>
            </a:r>
            <a:r>
              <a:rPr lang="zh-CN" altLang="en-US" sz="3200" dirty="0" smtClean="0">
                <a:solidFill>
                  <a:srgbClr val="FFCC00"/>
                </a:solidFill>
                <a:latin typeface="Times New Roman" pitchFamily="18" charset="0"/>
              </a:rPr>
              <a:t>变量的出现</a:t>
            </a:r>
            <a:r>
              <a:rPr lang="zh-CN" altLang="en-US" sz="3200" dirty="0" smtClean="0">
                <a:latin typeface="Times New Roman" pitchFamily="18" charset="0"/>
              </a:rPr>
              <a:t>是</a:t>
            </a:r>
            <a:r>
              <a:rPr lang="zh-CN" altLang="en-US" sz="3200" u="sng" dirty="0" smtClean="0">
                <a:solidFill>
                  <a:srgbClr val="FFCC00"/>
                </a:solidFill>
                <a:latin typeface="Times New Roman" pitchFamily="18" charset="0"/>
              </a:rPr>
              <a:t>自由的</a:t>
            </a:r>
            <a:r>
              <a:rPr lang="zh-CN" altLang="en-US" sz="3200" dirty="0" smtClean="0">
                <a:latin typeface="Times New Roman" pitchFamily="18" charset="0"/>
              </a:rPr>
              <a:t>，当且仅当这个出现不是约束的。 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BA8877D-8D4D-4DD1-8EEC-1F03F51B0935}" type="slidenum">
              <a:rPr lang="en-US" altLang="zh-CN" smtClean="0"/>
              <a:pPr>
                <a:defRPr/>
              </a:pPr>
              <a:t>25</a:t>
            </a:fld>
            <a:endParaRPr lang="en-US" altLang="zh-CN"/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>
              <a:defRPr/>
            </a:pPr>
            <a:r>
              <a:rPr lang="zh-CN" altLang="en-US" sz="3600" dirty="0" smtClean="0"/>
              <a:t>例</a:t>
            </a:r>
          </a:p>
        </p:txBody>
      </p:sp>
      <p:sp>
        <p:nvSpPr>
          <p:cNvPr id="15053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125000"/>
              </a:lnSpc>
              <a:buFont typeface="Wingdings" panose="05000000000000000000" pitchFamily="2" charset="2"/>
              <a:buNone/>
              <a:tabLst>
                <a:tab pos="1146175" algn="l"/>
              </a:tabLst>
              <a:defRPr/>
            </a:pPr>
            <a:r>
              <a:rPr lang="zh-CN" altLang="en-US" sz="3300" dirty="0" smtClean="0">
                <a:sym typeface="Symbol" pitchFamily="18" charset="2"/>
              </a:rPr>
              <a:t>		</a:t>
            </a:r>
            <a:r>
              <a:rPr lang="en-US" altLang="zh-CN" sz="3300" dirty="0" smtClean="0"/>
              <a:t>x(P(x</a:t>
            </a:r>
            <a:r>
              <a:rPr lang="zh-CN" altLang="en-US" sz="3300" dirty="0" smtClean="0"/>
              <a:t>，</a:t>
            </a:r>
            <a:r>
              <a:rPr lang="en-US" altLang="zh-CN" sz="3300" dirty="0" smtClean="0"/>
              <a:t>y)</a:t>
            </a:r>
            <a:r>
              <a:rPr lang="en-US" altLang="zh-CN" sz="3300" dirty="0" smtClean="0">
                <a:sym typeface="Symbol" pitchFamily="18" charset="2"/>
              </a:rPr>
              <a:t></a:t>
            </a:r>
            <a:r>
              <a:rPr lang="en-US" altLang="zh-CN" sz="3300" dirty="0" smtClean="0"/>
              <a:t>Q(x</a:t>
            </a:r>
            <a:r>
              <a:rPr lang="zh-CN" altLang="en-US" sz="3300" dirty="0" smtClean="0"/>
              <a:t>，</a:t>
            </a:r>
            <a:r>
              <a:rPr lang="en-US" altLang="zh-CN" sz="3300" dirty="0" smtClean="0"/>
              <a:t>z))</a:t>
            </a:r>
            <a:r>
              <a:rPr lang="en-US" altLang="zh-CN" sz="3300" dirty="0" smtClean="0">
                <a:sym typeface="Symbol" pitchFamily="18" charset="2"/>
              </a:rPr>
              <a:t></a:t>
            </a:r>
            <a:r>
              <a:rPr lang="en-US" altLang="zh-CN" sz="3300" dirty="0" smtClean="0"/>
              <a:t>R(x)</a:t>
            </a:r>
          </a:p>
          <a:p>
            <a:pPr eaLnBrk="1" hangingPunct="1">
              <a:lnSpc>
                <a:spcPct val="125000"/>
              </a:lnSpc>
              <a:buFont typeface="Wingdings" panose="05000000000000000000" pitchFamily="2" charset="2"/>
              <a:buNone/>
              <a:tabLst>
                <a:tab pos="1146175" algn="l"/>
              </a:tabLst>
              <a:defRPr/>
            </a:pPr>
            <a:r>
              <a:rPr lang="en-US" altLang="zh-CN" sz="3300" dirty="0" smtClean="0">
                <a:latin typeface="宋体" pitchFamily="2" charset="-122"/>
              </a:rPr>
              <a:t>	</a:t>
            </a:r>
            <a:r>
              <a:rPr lang="zh-CN" altLang="en-US" sz="3300" dirty="0" smtClean="0">
                <a:latin typeface="宋体" pitchFamily="2" charset="-122"/>
              </a:rPr>
              <a:t>从左向右算起，变量</a:t>
            </a:r>
            <a:r>
              <a:rPr lang="en-US" altLang="zh-CN" sz="3300" dirty="0" smtClean="0">
                <a:latin typeface="Times New Roman" pitchFamily="18" charset="0"/>
              </a:rPr>
              <a:t>x</a:t>
            </a:r>
            <a:r>
              <a:rPr lang="zh-CN" altLang="en-US" sz="3300" dirty="0" smtClean="0">
                <a:latin typeface="宋体" pitchFamily="2" charset="-122"/>
              </a:rPr>
              <a:t>的第一，第二次出现是约束的，第三次出现是自由的；变量</a:t>
            </a:r>
            <a:r>
              <a:rPr lang="en-US" altLang="zh-CN" sz="3300" dirty="0" smtClean="0">
                <a:latin typeface="Times New Roman" pitchFamily="18" charset="0"/>
              </a:rPr>
              <a:t>y</a:t>
            </a:r>
            <a:r>
              <a:rPr lang="zh-CN" altLang="en-US" sz="3300" dirty="0" smtClean="0">
                <a:latin typeface="宋体" pitchFamily="2" charset="-122"/>
              </a:rPr>
              <a:t>，</a:t>
            </a:r>
            <a:r>
              <a:rPr lang="en-US" altLang="zh-CN" sz="3300" dirty="0" smtClean="0">
                <a:latin typeface="Times New Roman" pitchFamily="18" charset="0"/>
              </a:rPr>
              <a:t>z</a:t>
            </a:r>
            <a:r>
              <a:rPr lang="zh-CN" altLang="en-US" sz="3300" dirty="0" smtClean="0">
                <a:latin typeface="宋体" pitchFamily="2" charset="-122"/>
              </a:rPr>
              <a:t>的出现是自由的</a:t>
            </a:r>
            <a:r>
              <a:rPr lang="zh-CN" altLang="en-US" sz="4000" dirty="0" smtClean="0">
                <a:latin typeface="宋体" pitchFamily="2" charset="-122"/>
              </a:rPr>
              <a:t>。</a:t>
            </a:r>
            <a:r>
              <a:rPr lang="zh-CN" altLang="en-US" dirty="0" smtClean="0">
                <a:latin typeface="Times New Roman" pitchFamily="18" charset="0"/>
              </a:rPr>
              <a:t> 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9C51A6B-0283-4219-9AA4-486FF897CBF5}" type="slidenum">
              <a:rPr lang="en-US" altLang="zh-CN" smtClean="0"/>
              <a:pPr>
                <a:defRPr/>
              </a:pPr>
              <a:t>26</a:t>
            </a:fld>
            <a:endParaRPr lang="en-US" altLang="zh-CN"/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>
              <a:defRPr/>
            </a:pPr>
            <a:r>
              <a:rPr lang="zh-CN" altLang="en-US" sz="3600" dirty="0" smtClean="0"/>
              <a:t>约束变量、自由变量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219200"/>
            <a:ext cx="8352928" cy="4724400"/>
          </a:xfrm>
        </p:spPr>
        <p:txBody>
          <a:bodyPr/>
          <a:lstStyle/>
          <a:p>
            <a:pPr eaLnBrk="1" hangingPunct="1">
              <a:lnSpc>
                <a:spcPct val="125000"/>
              </a:lnSpc>
              <a:tabLst>
                <a:tab pos="1146175" algn="l"/>
              </a:tabLst>
              <a:defRPr/>
            </a:pPr>
            <a:r>
              <a:rPr lang="zh-CN" altLang="en-US" sz="3200" dirty="0" smtClean="0">
                <a:solidFill>
                  <a:srgbClr val="FFCC00"/>
                </a:solidFill>
                <a:latin typeface="Times New Roman" pitchFamily="18" charset="0"/>
              </a:rPr>
              <a:t>定义</a:t>
            </a:r>
            <a:r>
              <a:rPr lang="en-US" altLang="zh-CN" sz="3200" dirty="0" smtClean="0">
                <a:solidFill>
                  <a:srgbClr val="FFCC00"/>
                </a:solidFill>
                <a:latin typeface="Times New Roman" pitchFamily="18" charset="0"/>
              </a:rPr>
              <a:t>3.2.5</a:t>
            </a:r>
            <a:r>
              <a:rPr lang="en-US" altLang="zh-CN" sz="3200" dirty="0" smtClean="0">
                <a:latin typeface="Times New Roman" pitchFamily="18" charset="0"/>
              </a:rPr>
              <a:t>  </a:t>
            </a:r>
            <a:r>
              <a:rPr lang="zh-CN" altLang="en-US" sz="3200" dirty="0" smtClean="0">
                <a:latin typeface="Times New Roman" pitchFamily="18" charset="0"/>
              </a:rPr>
              <a:t>称</a:t>
            </a:r>
            <a:r>
              <a:rPr lang="zh-CN" altLang="en-US" sz="3200" dirty="0" smtClean="0">
                <a:solidFill>
                  <a:srgbClr val="FFCC00"/>
                </a:solidFill>
                <a:latin typeface="Times New Roman" pitchFamily="18" charset="0"/>
              </a:rPr>
              <a:t>变量是约束的</a:t>
            </a:r>
            <a:r>
              <a:rPr lang="zh-CN" altLang="en-US" sz="3200" dirty="0" smtClean="0">
                <a:latin typeface="Times New Roman" pitchFamily="18" charset="0"/>
              </a:rPr>
              <a:t>，如果至少有一个它的出现是约束的；称变量是自由的，如果至少有一个它的出现是自由的。</a:t>
            </a:r>
          </a:p>
          <a:p>
            <a:pPr eaLnBrk="1" hangingPunct="1">
              <a:lnSpc>
                <a:spcPct val="125000"/>
              </a:lnSpc>
              <a:tabLst>
                <a:tab pos="1146175" algn="l"/>
              </a:tabLst>
              <a:defRPr/>
            </a:pPr>
            <a:r>
              <a:rPr lang="zh-CN" altLang="en-US" sz="3200" dirty="0" smtClean="0">
                <a:latin typeface="Times New Roman" pitchFamily="18" charset="0"/>
              </a:rPr>
              <a:t>由定义可以看出一个变量可以既是约束变量又是自由变量。</a:t>
            </a:r>
          </a:p>
          <a:p>
            <a:pPr eaLnBrk="1" hangingPunct="1">
              <a:lnSpc>
                <a:spcPct val="125000"/>
              </a:lnSpc>
              <a:tabLst>
                <a:tab pos="1146175" algn="l"/>
              </a:tabLst>
              <a:defRPr/>
            </a:pPr>
            <a:r>
              <a:rPr lang="zh-CN" altLang="en-US" sz="3200" dirty="0" smtClean="0">
                <a:solidFill>
                  <a:srgbClr val="FFCC00"/>
                </a:solidFill>
                <a:latin typeface="Times New Roman" pitchFamily="18" charset="0"/>
              </a:rPr>
              <a:t>例</a:t>
            </a:r>
            <a:r>
              <a:rPr lang="en-US" altLang="zh-CN" sz="3200" dirty="0" smtClean="0">
                <a:solidFill>
                  <a:srgbClr val="FFCC00"/>
                </a:solidFill>
                <a:latin typeface="Times New Roman" pitchFamily="18" charset="0"/>
              </a:rPr>
              <a:t>.</a:t>
            </a:r>
            <a:r>
              <a:rPr lang="en-US" altLang="zh-CN" sz="3200" dirty="0" smtClean="0">
                <a:latin typeface="Times New Roman" pitchFamily="18" charset="0"/>
              </a:rPr>
              <a:t> </a:t>
            </a:r>
            <a:r>
              <a:rPr lang="en-US" altLang="zh-CN" sz="3200" dirty="0" smtClean="0">
                <a:latin typeface="Times New Roman" pitchFamily="18" charset="0"/>
                <a:sym typeface="Symbol" pitchFamily="18" charset="2"/>
              </a:rPr>
              <a:t></a:t>
            </a:r>
            <a:r>
              <a:rPr lang="en-US" altLang="zh-CN" sz="3200" dirty="0" smtClean="0">
                <a:latin typeface="Times New Roman" pitchFamily="18" charset="0"/>
              </a:rPr>
              <a:t>x(P(x</a:t>
            </a:r>
            <a:r>
              <a:rPr lang="zh-CN" altLang="en-US" sz="3200" dirty="0" smtClean="0">
                <a:latin typeface="Times New Roman" pitchFamily="18" charset="0"/>
              </a:rPr>
              <a:t>，</a:t>
            </a:r>
            <a:r>
              <a:rPr lang="en-US" altLang="zh-CN" sz="3200" dirty="0" smtClean="0">
                <a:latin typeface="Times New Roman" pitchFamily="18" charset="0"/>
              </a:rPr>
              <a:t>y)</a:t>
            </a:r>
            <a:r>
              <a:rPr lang="en-US" altLang="zh-CN" sz="3200" dirty="0" smtClean="0">
                <a:latin typeface="Times New Roman" pitchFamily="18" charset="0"/>
                <a:sym typeface="Symbol" pitchFamily="18" charset="2"/>
              </a:rPr>
              <a:t></a:t>
            </a:r>
            <a:r>
              <a:rPr lang="en-US" altLang="zh-CN" sz="3200" dirty="0" smtClean="0">
                <a:latin typeface="Times New Roman" pitchFamily="18" charset="0"/>
              </a:rPr>
              <a:t>Q(x</a:t>
            </a:r>
            <a:r>
              <a:rPr lang="zh-CN" altLang="en-US" sz="3200" dirty="0" smtClean="0">
                <a:latin typeface="Times New Roman" pitchFamily="18" charset="0"/>
              </a:rPr>
              <a:t>，</a:t>
            </a:r>
            <a:r>
              <a:rPr lang="en-US" altLang="zh-CN" sz="3200" dirty="0" smtClean="0">
                <a:latin typeface="Times New Roman" pitchFamily="18" charset="0"/>
              </a:rPr>
              <a:t>z))</a:t>
            </a:r>
            <a:r>
              <a:rPr lang="en-US" altLang="zh-CN" sz="3200" dirty="0" smtClean="0">
                <a:latin typeface="Times New Roman" pitchFamily="18" charset="0"/>
                <a:sym typeface="Symbol" pitchFamily="18" charset="2"/>
              </a:rPr>
              <a:t></a:t>
            </a:r>
            <a:r>
              <a:rPr lang="en-US" altLang="zh-CN" sz="3200" dirty="0" smtClean="0">
                <a:latin typeface="Times New Roman" pitchFamily="18" charset="0"/>
              </a:rPr>
              <a:t>R(x) </a:t>
            </a:r>
            <a:r>
              <a:rPr lang="zh-CN" altLang="en-US" sz="3200" dirty="0" smtClean="0">
                <a:latin typeface="Times New Roman" pitchFamily="18" charset="0"/>
              </a:rPr>
              <a:t>中的</a:t>
            </a:r>
            <a:r>
              <a:rPr lang="en-US" altLang="zh-CN" sz="3200" dirty="0" smtClean="0">
                <a:latin typeface="Times New Roman" pitchFamily="18" charset="0"/>
              </a:rPr>
              <a:t>x</a:t>
            </a:r>
            <a:r>
              <a:rPr lang="zh-CN" altLang="en-US" sz="3200" dirty="0" smtClean="0">
                <a:latin typeface="Times New Roman" pitchFamily="18" charset="0"/>
              </a:rPr>
              <a:t>既是约束变量，又是自由变量；</a:t>
            </a:r>
            <a:r>
              <a:rPr lang="en-US" altLang="zh-CN" sz="3200" dirty="0" smtClean="0">
                <a:latin typeface="Times New Roman" pitchFamily="18" charset="0"/>
              </a:rPr>
              <a:t>y</a:t>
            </a:r>
            <a:r>
              <a:rPr lang="zh-CN" altLang="en-US" sz="3200" dirty="0" smtClean="0">
                <a:latin typeface="Times New Roman" pitchFamily="18" charset="0"/>
              </a:rPr>
              <a:t>，</a:t>
            </a:r>
            <a:r>
              <a:rPr lang="en-US" altLang="zh-CN" sz="3200" dirty="0" smtClean="0">
                <a:latin typeface="Times New Roman" pitchFamily="18" charset="0"/>
              </a:rPr>
              <a:t>z</a:t>
            </a:r>
            <a:r>
              <a:rPr lang="zh-CN" altLang="en-US" sz="3200" dirty="0" smtClean="0">
                <a:latin typeface="Times New Roman" pitchFamily="18" charset="0"/>
              </a:rPr>
              <a:t>只是自由变量。 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122FDAE-98DB-4036-959E-62280C5BC25A}" type="slidenum">
              <a:rPr lang="en-US" altLang="zh-CN" smtClean="0"/>
              <a:pPr>
                <a:defRPr/>
              </a:pPr>
              <a:t>27</a:t>
            </a:fld>
            <a:endParaRPr lang="en-US" altLang="zh-CN"/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68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68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68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68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>
              <a:defRPr/>
            </a:pPr>
            <a:r>
              <a:rPr lang="en-US" altLang="zh-CN" sz="3600" dirty="0" smtClean="0"/>
              <a:t>5 </a:t>
            </a:r>
            <a:r>
              <a:rPr lang="zh-CN" altLang="en-US" sz="3600" dirty="0" smtClean="0"/>
              <a:t>约束变量的改名规则</a:t>
            </a:r>
          </a:p>
        </p:txBody>
      </p:sp>
      <p:sp>
        <p:nvSpPr>
          <p:cNvPr id="3789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105000"/>
              </a:lnSpc>
              <a:buFont typeface="Wingdings" panose="05000000000000000000" pitchFamily="2" charset="2"/>
              <a:buNone/>
              <a:tabLst>
                <a:tab pos="1146175" algn="l"/>
              </a:tabLst>
              <a:defRPr/>
            </a:pPr>
            <a:r>
              <a:rPr lang="zh-CN" altLang="en-US" sz="3200" dirty="0" smtClean="0">
                <a:solidFill>
                  <a:srgbClr val="FFCC00"/>
                </a:solidFill>
                <a:latin typeface="Times New Roman" pitchFamily="18" charset="0"/>
              </a:rPr>
              <a:t>改名规则的理论依据</a:t>
            </a:r>
          </a:p>
          <a:p>
            <a:pPr eaLnBrk="1" hangingPunct="1">
              <a:lnSpc>
                <a:spcPct val="125000"/>
              </a:lnSpc>
              <a:tabLst>
                <a:tab pos="1146175" algn="l"/>
              </a:tabLst>
              <a:defRPr/>
            </a:pPr>
            <a:r>
              <a:rPr lang="zh-CN" altLang="en-US" sz="3000" dirty="0" smtClean="0">
                <a:latin typeface="Times New Roman" pitchFamily="18" charset="0"/>
                <a:sym typeface="Symbol" pitchFamily="18" charset="2"/>
              </a:rPr>
              <a:t></a:t>
            </a:r>
            <a:r>
              <a:rPr lang="en-US" altLang="zh-CN" sz="3000" dirty="0" err="1" smtClean="0">
                <a:latin typeface="Times New Roman" pitchFamily="18" charset="0"/>
              </a:rPr>
              <a:t>xP</a:t>
            </a:r>
            <a:r>
              <a:rPr lang="en-US" altLang="zh-CN" sz="3000" dirty="0" smtClean="0">
                <a:latin typeface="Times New Roman" pitchFamily="18" charset="0"/>
              </a:rPr>
              <a:t>(x)</a:t>
            </a:r>
            <a:r>
              <a:rPr lang="zh-CN" altLang="en-US" sz="3000" dirty="0" smtClean="0">
                <a:latin typeface="Times New Roman" pitchFamily="18" charset="0"/>
              </a:rPr>
              <a:t>与</a:t>
            </a:r>
            <a:r>
              <a:rPr lang="zh-CN" altLang="en-US" sz="3000" dirty="0" smtClean="0">
                <a:latin typeface="Times New Roman" pitchFamily="18" charset="0"/>
                <a:sym typeface="Symbol" pitchFamily="18" charset="2"/>
              </a:rPr>
              <a:t></a:t>
            </a:r>
            <a:r>
              <a:rPr lang="en-US" altLang="zh-CN" sz="3000" dirty="0" err="1" smtClean="0">
                <a:latin typeface="Times New Roman" pitchFamily="18" charset="0"/>
              </a:rPr>
              <a:t>yP</a:t>
            </a:r>
            <a:r>
              <a:rPr lang="en-US" altLang="zh-CN" sz="3000" dirty="0" smtClean="0">
                <a:latin typeface="Times New Roman" pitchFamily="18" charset="0"/>
              </a:rPr>
              <a:t>(y)</a:t>
            </a:r>
            <a:r>
              <a:rPr lang="zh-CN" altLang="en-US" sz="3000" dirty="0" smtClean="0">
                <a:latin typeface="Times New Roman" pitchFamily="18" charset="0"/>
              </a:rPr>
              <a:t>都是表示个体域</a:t>
            </a:r>
            <a:r>
              <a:rPr lang="en-US" altLang="zh-CN" sz="3000" dirty="0" smtClean="0">
                <a:latin typeface="Times New Roman" pitchFamily="18" charset="0"/>
              </a:rPr>
              <a:t>D</a:t>
            </a:r>
            <a:r>
              <a:rPr lang="zh-CN" altLang="en-US" sz="3000" dirty="0" smtClean="0">
                <a:latin typeface="Times New Roman" pitchFamily="18" charset="0"/>
              </a:rPr>
              <a:t>中的“每个个体都具有性质</a:t>
            </a:r>
            <a:r>
              <a:rPr lang="en-US" altLang="zh-CN" sz="3000" dirty="0" smtClean="0">
                <a:latin typeface="Times New Roman" pitchFamily="18" charset="0"/>
              </a:rPr>
              <a:t>P”</a:t>
            </a:r>
            <a:r>
              <a:rPr lang="zh-CN" altLang="en-US" sz="3000" dirty="0" smtClean="0">
                <a:latin typeface="Times New Roman" pitchFamily="18" charset="0"/>
              </a:rPr>
              <a:t>，所以可以把</a:t>
            </a:r>
            <a:r>
              <a:rPr lang="en-US" altLang="zh-CN" sz="3000" dirty="0" smtClean="0">
                <a:latin typeface="Times New Roman" pitchFamily="18" charset="0"/>
              </a:rPr>
              <a:t>x</a:t>
            </a:r>
            <a:r>
              <a:rPr lang="zh-CN" altLang="en-US" sz="3000" dirty="0" smtClean="0">
                <a:latin typeface="Times New Roman" pitchFamily="18" charset="0"/>
              </a:rPr>
              <a:t>改名为</a:t>
            </a:r>
            <a:r>
              <a:rPr lang="en-US" altLang="zh-CN" sz="3000" dirty="0" smtClean="0">
                <a:latin typeface="Times New Roman" pitchFamily="18" charset="0"/>
              </a:rPr>
              <a:t>y</a:t>
            </a:r>
            <a:r>
              <a:rPr lang="zh-CN" altLang="en-US" sz="3000" dirty="0" smtClean="0">
                <a:latin typeface="Times New Roman" pitchFamily="18" charset="0"/>
              </a:rPr>
              <a:t>，即把</a:t>
            </a:r>
            <a:r>
              <a:rPr lang="zh-CN" altLang="en-US" sz="3000" dirty="0" smtClean="0">
                <a:latin typeface="Times New Roman" pitchFamily="18" charset="0"/>
                <a:sym typeface="Symbol" pitchFamily="18" charset="2"/>
              </a:rPr>
              <a:t></a:t>
            </a:r>
            <a:r>
              <a:rPr lang="en-US" altLang="zh-CN" sz="3000" dirty="0" err="1" smtClean="0">
                <a:latin typeface="Times New Roman" pitchFamily="18" charset="0"/>
              </a:rPr>
              <a:t>xP</a:t>
            </a:r>
            <a:r>
              <a:rPr lang="en-US" altLang="zh-CN" sz="3000" dirty="0" smtClean="0">
                <a:latin typeface="Times New Roman" pitchFamily="18" charset="0"/>
              </a:rPr>
              <a:t>(x)</a:t>
            </a:r>
            <a:r>
              <a:rPr lang="zh-CN" altLang="en-US" sz="3000" dirty="0" smtClean="0">
                <a:latin typeface="Times New Roman" pitchFamily="18" charset="0"/>
              </a:rPr>
              <a:t>改成为</a:t>
            </a:r>
            <a:r>
              <a:rPr lang="zh-CN" altLang="en-US" sz="3000" dirty="0" smtClean="0">
                <a:latin typeface="Times New Roman" pitchFamily="18" charset="0"/>
                <a:sym typeface="Symbol" pitchFamily="18" charset="2"/>
              </a:rPr>
              <a:t></a:t>
            </a:r>
            <a:r>
              <a:rPr lang="en-US" altLang="zh-CN" sz="3000" dirty="0" err="1" smtClean="0">
                <a:latin typeface="Times New Roman" pitchFamily="18" charset="0"/>
              </a:rPr>
              <a:t>yP</a:t>
            </a:r>
            <a:r>
              <a:rPr lang="en-US" altLang="zh-CN" sz="3000" dirty="0" smtClean="0">
                <a:latin typeface="Times New Roman" pitchFamily="18" charset="0"/>
              </a:rPr>
              <a:t>(y)</a:t>
            </a:r>
            <a:r>
              <a:rPr lang="zh-CN" altLang="en-US" sz="3000" dirty="0" smtClean="0">
                <a:latin typeface="Times New Roman" pitchFamily="18" charset="0"/>
              </a:rPr>
              <a:t>。</a:t>
            </a:r>
          </a:p>
          <a:p>
            <a:pPr eaLnBrk="1" hangingPunct="1">
              <a:lnSpc>
                <a:spcPct val="125000"/>
              </a:lnSpc>
              <a:tabLst>
                <a:tab pos="1146175" algn="l"/>
              </a:tabLst>
              <a:defRPr/>
            </a:pPr>
            <a:r>
              <a:rPr lang="zh-CN" altLang="en-US" sz="3000" dirty="0" smtClean="0">
                <a:latin typeface="Times New Roman" pitchFamily="18" charset="0"/>
                <a:sym typeface="Symbol" pitchFamily="18" charset="2"/>
              </a:rPr>
              <a:t></a:t>
            </a:r>
            <a:r>
              <a:rPr lang="en-US" altLang="zh-CN" sz="3000" dirty="0" err="1" smtClean="0">
                <a:latin typeface="Times New Roman" pitchFamily="18" charset="0"/>
              </a:rPr>
              <a:t>xP</a:t>
            </a:r>
            <a:r>
              <a:rPr lang="en-US" altLang="zh-CN" sz="3000" dirty="0" smtClean="0">
                <a:latin typeface="Times New Roman" pitchFamily="18" charset="0"/>
              </a:rPr>
              <a:t>(x)</a:t>
            </a:r>
            <a:r>
              <a:rPr lang="zh-CN" altLang="en-US" sz="3000" dirty="0" smtClean="0">
                <a:latin typeface="Times New Roman" pitchFamily="18" charset="0"/>
              </a:rPr>
              <a:t>与</a:t>
            </a:r>
            <a:r>
              <a:rPr lang="zh-CN" altLang="en-US" sz="3000" dirty="0" smtClean="0">
                <a:latin typeface="Times New Roman" pitchFamily="18" charset="0"/>
                <a:sym typeface="Symbol" pitchFamily="18" charset="2"/>
              </a:rPr>
              <a:t></a:t>
            </a:r>
            <a:r>
              <a:rPr lang="en-US" altLang="zh-CN" sz="3000" dirty="0" err="1" smtClean="0">
                <a:latin typeface="Times New Roman" pitchFamily="18" charset="0"/>
              </a:rPr>
              <a:t>yP</a:t>
            </a:r>
            <a:r>
              <a:rPr lang="en-US" altLang="zh-CN" sz="3000" dirty="0" smtClean="0">
                <a:latin typeface="Times New Roman" pitchFamily="18" charset="0"/>
              </a:rPr>
              <a:t>(y)</a:t>
            </a:r>
            <a:r>
              <a:rPr lang="zh-CN" altLang="en-US" sz="3000" dirty="0" smtClean="0">
                <a:latin typeface="Times New Roman" pitchFamily="18" charset="0"/>
              </a:rPr>
              <a:t>都是表示个体域</a:t>
            </a:r>
            <a:r>
              <a:rPr lang="en-US" altLang="zh-CN" sz="3000" dirty="0" smtClean="0">
                <a:latin typeface="Times New Roman" pitchFamily="18" charset="0"/>
              </a:rPr>
              <a:t>D</a:t>
            </a:r>
            <a:r>
              <a:rPr lang="zh-CN" altLang="en-US" sz="3000" dirty="0" smtClean="0">
                <a:latin typeface="Times New Roman" pitchFamily="18" charset="0"/>
              </a:rPr>
              <a:t>中的“某个个体具有性质</a:t>
            </a:r>
            <a:r>
              <a:rPr lang="en-US" altLang="zh-CN" sz="3000" dirty="0" smtClean="0">
                <a:latin typeface="Times New Roman" pitchFamily="18" charset="0"/>
              </a:rPr>
              <a:t>P” </a:t>
            </a:r>
            <a:r>
              <a:rPr lang="zh-CN" altLang="en-US" sz="3000" dirty="0" smtClean="0">
                <a:latin typeface="Times New Roman" pitchFamily="18" charset="0"/>
              </a:rPr>
              <a:t>，所以也可以把</a:t>
            </a:r>
            <a:r>
              <a:rPr lang="en-US" altLang="zh-CN" sz="3000" dirty="0" smtClean="0">
                <a:latin typeface="Times New Roman" pitchFamily="18" charset="0"/>
              </a:rPr>
              <a:t>x</a:t>
            </a:r>
            <a:r>
              <a:rPr lang="zh-CN" altLang="en-US" sz="3000" dirty="0" smtClean="0">
                <a:latin typeface="Times New Roman" pitchFamily="18" charset="0"/>
              </a:rPr>
              <a:t>改名为</a:t>
            </a:r>
            <a:r>
              <a:rPr lang="en-US" altLang="zh-CN" sz="3000" dirty="0" smtClean="0">
                <a:latin typeface="Times New Roman" pitchFamily="18" charset="0"/>
              </a:rPr>
              <a:t>y</a:t>
            </a:r>
            <a:r>
              <a:rPr lang="zh-CN" altLang="en-US" sz="3000" dirty="0" smtClean="0">
                <a:latin typeface="Times New Roman" pitchFamily="18" charset="0"/>
              </a:rPr>
              <a:t>，即把</a:t>
            </a:r>
            <a:r>
              <a:rPr lang="zh-CN" altLang="en-US" sz="3000" dirty="0" smtClean="0">
                <a:latin typeface="Times New Roman" pitchFamily="18" charset="0"/>
                <a:sym typeface="Symbol" pitchFamily="18" charset="2"/>
              </a:rPr>
              <a:t></a:t>
            </a:r>
            <a:r>
              <a:rPr lang="en-US" altLang="zh-CN" sz="3000" dirty="0" err="1" smtClean="0">
                <a:latin typeface="Times New Roman" pitchFamily="18" charset="0"/>
              </a:rPr>
              <a:t>xP</a:t>
            </a:r>
            <a:r>
              <a:rPr lang="en-US" altLang="zh-CN" sz="3000" dirty="0" smtClean="0">
                <a:latin typeface="Times New Roman" pitchFamily="18" charset="0"/>
              </a:rPr>
              <a:t>(x)</a:t>
            </a:r>
            <a:r>
              <a:rPr lang="zh-CN" altLang="en-US" sz="3000" dirty="0" smtClean="0">
                <a:latin typeface="Times New Roman" pitchFamily="18" charset="0"/>
              </a:rPr>
              <a:t>改成为</a:t>
            </a:r>
            <a:r>
              <a:rPr lang="zh-CN" altLang="en-US" sz="3000" dirty="0" smtClean="0">
                <a:latin typeface="Times New Roman" pitchFamily="18" charset="0"/>
                <a:sym typeface="Symbol" pitchFamily="18" charset="2"/>
              </a:rPr>
              <a:t></a:t>
            </a:r>
            <a:r>
              <a:rPr lang="en-US" altLang="zh-CN" sz="3000" dirty="0" err="1" smtClean="0">
                <a:latin typeface="Times New Roman" pitchFamily="18" charset="0"/>
              </a:rPr>
              <a:t>yP</a:t>
            </a:r>
            <a:r>
              <a:rPr lang="en-US" altLang="zh-CN" sz="3000" dirty="0" smtClean="0">
                <a:latin typeface="Times New Roman" pitchFamily="18" charset="0"/>
              </a:rPr>
              <a:t>(y)</a:t>
            </a:r>
            <a:r>
              <a:rPr lang="zh-CN" altLang="en-US" sz="3000" dirty="0" smtClean="0">
                <a:latin typeface="Times New Roman" pitchFamily="18" charset="0"/>
              </a:rPr>
              <a:t>。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6D0F60-C445-4391-9B3A-AE9E3676CAF1}" type="slidenum">
              <a:rPr lang="en-US" altLang="zh-CN" smtClean="0"/>
              <a:pPr>
                <a:defRPr/>
              </a:pPr>
              <a:t>28</a:t>
            </a:fld>
            <a:endParaRPr lang="en-US" altLang="zh-CN"/>
          </a:p>
        </p:txBody>
      </p:sp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914400" y="2590800"/>
            <a:ext cx="7086600" cy="2216150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tabLst>
                <a:tab pos="1146175" algn="l"/>
              </a:tabLst>
              <a:defRPr sz="3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1146175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tabLst>
                <a:tab pos="114617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1146175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tabLst>
                <a:tab pos="1146175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tabLst>
                <a:tab pos="1146175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tabLst>
                <a:tab pos="1146175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tabLst>
                <a:tab pos="1146175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tabLst>
                <a:tab pos="1146175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亦即，谓词逻辑中命题的真值，与命题中的约束变量的记法无关。这就引出了谓词逻辑中的改名规则</a:t>
            </a:r>
            <a:r>
              <a:rPr lang="zh-CN" altLang="en-US" sz="32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。</a:t>
            </a:r>
            <a:r>
              <a:rPr lang="zh-CN" altLang="en-US" sz="18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 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dirty="0"/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78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78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>
          <a:xfrm>
            <a:off x="166638" y="264280"/>
            <a:ext cx="7772400" cy="707886"/>
          </a:xfrm>
        </p:spPr>
        <p:txBody>
          <a:bodyPr/>
          <a:lstStyle/>
          <a:p>
            <a:pPr algn="l" eaLnBrk="1" hangingPunct="1">
              <a:defRPr/>
            </a:pPr>
            <a:r>
              <a:rPr lang="en-US" altLang="zh-CN" sz="4000" dirty="0" smtClean="0"/>
              <a:t>5  </a:t>
            </a:r>
            <a:r>
              <a:rPr lang="zh-CN" altLang="en-US" sz="4000" dirty="0" smtClean="0"/>
              <a:t>约束变量的改名规则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 eaLnBrk="1" hangingPunct="1">
              <a:lnSpc>
                <a:spcPct val="120000"/>
              </a:lnSpc>
              <a:tabLst>
                <a:tab pos="1146175" algn="l"/>
              </a:tabLst>
              <a:defRPr/>
            </a:pPr>
            <a:r>
              <a:rPr lang="zh-CN" altLang="en-US" sz="3200" dirty="0" smtClean="0">
                <a:latin typeface="宋体" pitchFamily="2" charset="-122"/>
              </a:rPr>
              <a:t>在由谓词，量词，逻辑联结词，括号组成的有意义的符号串</a:t>
            </a:r>
            <a:r>
              <a:rPr lang="en-US" altLang="zh-CN" sz="3200" dirty="0" smtClean="0">
                <a:latin typeface="Times New Roman" pitchFamily="18" charset="0"/>
              </a:rPr>
              <a:t>(</a:t>
            </a:r>
            <a:r>
              <a:rPr lang="zh-CN" altLang="en-US" sz="3200" dirty="0" smtClean="0">
                <a:latin typeface="宋体" pitchFamily="2" charset="-122"/>
              </a:rPr>
              <a:t>实际是下节定义的公式</a:t>
            </a:r>
            <a:r>
              <a:rPr lang="en-US" altLang="zh-CN" sz="3200" dirty="0" smtClean="0">
                <a:latin typeface="Times New Roman" pitchFamily="18" charset="0"/>
              </a:rPr>
              <a:t>)</a:t>
            </a:r>
            <a:r>
              <a:rPr lang="zh-CN" altLang="en-US" sz="3200" dirty="0" smtClean="0">
                <a:latin typeface="宋体" pitchFamily="2" charset="-122"/>
              </a:rPr>
              <a:t>中，可将其中出现的约束变量改为另一个约束变量，这种改名必须在</a:t>
            </a:r>
            <a:r>
              <a:rPr lang="zh-CN" altLang="en-US" sz="3200" dirty="0" smtClean="0">
                <a:solidFill>
                  <a:srgbClr val="FFCC00"/>
                </a:solidFill>
                <a:latin typeface="宋体" pitchFamily="2" charset="-122"/>
              </a:rPr>
              <a:t>量词</a:t>
            </a:r>
            <a:r>
              <a:rPr lang="zh-CN" altLang="en-US" sz="3200" u="sng" dirty="0" smtClean="0">
                <a:solidFill>
                  <a:srgbClr val="FFCC00"/>
                </a:solidFill>
                <a:latin typeface="宋体" pitchFamily="2" charset="-122"/>
              </a:rPr>
              <a:t>作用区域内</a:t>
            </a:r>
            <a:r>
              <a:rPr lang="zh-CN" altLang="en-US" sz="3200" dirty="0" smtClean="0">
                <a:solidFill>
                  <a:srgbClr val="FFCC00"/>
                </a:solidFill>
                <a:latin typeface="宋体" pitchFamily="2" charset="-122"/>
              </a:rPr>
              <a:t>各处</a:t>
            </a:r>
            <a:r>
              <a:rPr lang="zh-CN" altLang="en-US" sz="3200" dirty="0" smtClean="0">
                <a:latin typeface="宋体" pitchFamily="2" charset="-122"/>
              </a:rPr>
              <a:t>以及</a:t>
            </a:r>
            <a:r>
              <a:rPr lang="zh-CN" altLang="en-US" sz="3200" dirty="0" smtClean="0">
                <a:solidFill>
                  <a:srgbClr val="FFCC00"/>
                </a:solidFill>
                <a:latin typeface="宋体" pitchFamily="2" charset="-122"/>
              </a:rPr>
              <a:t>该量词符号中</a:t>
            </a:r>
            <a:r>
              <a:rPr lang="zh-CN" altLang="en-US" sz="3200" dirty="0" smtClean="0">
                <a:latin typeface="宋体" pitchFamily="2" charset="-122"/>
              </a:rPr>
              <a:t>实行，并且改成的新约束变量要</a:t>
            </a:r>
            <a:r>
              <a:rPr lang="zh-CN" altLang="en-US" sz="3200" dirty="0" smtClean="0">
                <a:solidFill>
                  <a:srgbClr val="FFCC00"/>
                </a:solidFill>
                <a:latin typeface="宋体" pitchFamily="2" charset="-122"/>
              </a:rPr>
              <a:t>有别于</a:t>
            </a:r>
            <a:r>
              <a:rPr lang="zh-CN" altLang="en-US" sz="3200" dirty="0" smtClean="0">
                <a:latin typeface="宋体" pitchFamily="2" charset="-122"/>
              </a:rPr>
              <a:t>改名区域中的所有其它变量。</a:t>
            </a:r>
          </a:p>
          <a:p>
            <a:pPr marL="0" indent="0" eaLnBrk="1" hangingPunct="1">
              <a:lnSpc>
                <a:spcPct val="120000"/>
              </a:lnSpc>
              <a:tabLst>
                <a:tab pos="1146175" algn="l"/>
              </a:tabLst>
              <a:defRPr/>
            </a:pPr>
            <a:r>
              <a:rPr lang="zh-CN" altLang="en-US" sz="3200" dirty="0" smtClean="0">
                <a:latin typeface="宋体" pitchFamily="2" charset="-122"/>
              </a:rPr>
              <a:t>显然改名规则不改变原符号串的真值</a:t>
            </a:r>
            <a:r>
              <a:rPr lang="zh-CN" altLang="en-US" dirty="0" smtClean="0">
                <a:latin typeface="宋体" pitchFamily="2" charset="-122"/>
              </a:rPr>
              <a:t>。</a:t>
            </a:r>
            <a:r>
              <a:rPr lang="zh-CN" altLang="en-US" dirty="0" smtClean="0">
                <a:latin typeface="Times New Roman" pitchFamily="18" charset="0"/>
              </a:rPr>
              <a:t> 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CC4DBA5-80B4-471E-A85A-91E346E6851A}" type="slidenum">
              <a:rPr lang="en-US" altLang="zh-CN" smtClean="0"/>
              <a:pPr>
                <a:defRPr/>
              </a:pPr>
              <a:t>29</a:t>
            </a:fld>
            <a:endParaRPr lang="en-US" altLang="zh-CN"/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>
              <a:defRPr/>
            </a:pPr>
            <a:r>
              <a:rPr lang="zh-CN" altLang="en-US" sz="3600" dirty="0" smtClean="0"/>
              <a:t>例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066800"/>
            <a:ext cx="8352928" cy="4953000"/>
          </a:xfrm>
        </p:spPr>
        <p:txBody>
          <a:bodyPr/>
          <a:lstStyle/>
          <a:p>
            <a:pPr marL="0" indent="0" eaLnBrk="1" hangingPunct="1">
              <a:lnSpc>
                <a:spcPct val="105000"/>
              </a:lnSpc>
              <a:tabLst>
                <a:tab pos="1146175" algn="l"/>
              </a:tabLst>
              <a:defRPr/>
            </a:pPr>
            <a:r>
              <a:rPr lang="zh-CN" altLang="en-US" sz="3200" dirty="0" smtClean="0">
                <a:latin typeface="Times New Roman" pitchFamily="18" charset="0"/>
              </a:rPr>
              <a:t>对于</a:t>
            </a:r>
            <a:r>
              <a:rPr lang="zh-CN" altLang="en-US" sz="3200" dirty="0" smtClean="0">
                <a:solidFill>
                  <a:srgbClr val="FFC000"/>
                </a:solidFill>
                <a:latin typeface="Times New Roman" pitchFamily="18" charset="0"/>
                <a:sym typeface="Symbol" pitchFamily="18" charset="2"/>
              </a:rPr>
              <a:t></a:t>
            </a:r>
            <a:r>
              <a:rPr lang="en-US" altLang="zh-CN" sz="3200" dirty="0" smtClean="0">
                <a:solidFill>
                  <a:srgbClr val="FFC000"/>
                </a:solidFill>
                <a:latin typeface="Times New Roman" pitchFamily="18" charset="0"/>
              </a:rPr>
              <a:t>x(P(x</a:t>
            </a:r>
            <a:r>
              <a:rPr lang="zh-CN" altLang="en-US" sz="3200" dirty="0" smtClean="0">
                <a:solidFill>
                  <a:srgbClr val="FFC000"/>
                </a:solidFill>
                <a:latin typeface="Times New Roman" pitchFamily="18" charset="0"/>
              </a:rPr>
              <a:t>，</a:t>
            </a:r>
            <a:r>
              <a:rPr lang="en-US" altLang="zh-CN" sz="3200" dirty="0" smtClean="0">
                <a:solidFill>
                  <a:srgbClr val="FFC000"/>
                </a:solidFill>
                <a:latin typeface="Times New Roman" pitchFamily="18" charset="0"/>
              </a:rPr>
              <a:t>y)</a:t>
            </a:r>
            <a:r>
              <a:rPr lang="en-US" altLang="zh-CN" sz="3200" dirty="0" smtClean="0">
                <a:solidFill>
                  <a:srgbClr val="FFC000"/>
                </a:solidFill>
                <a:latin typeface="Times New Roman" pitchFamily="18" charset="0"/>
                <a:sym typeface="Symbol" pitchFamily="18" charset="2"/>
              </a:rPr>
              <a:t></a:t>
            </a:r>
            <a:r>
              <a:rPr lang="en-US" altLang="zh-CN" sz="3200" dirty="0" smtClean="0">
                <a:solidFill>
                  <a:srgbClr val="FFC000"/>
                </a:solidFill>
                <a:latin typeface="Times New Roman" pitchFamily="18" charset="0"/>
              </a:rPr>
              <a:t>Q(x</a:t>
            </a:r>
            <a:r>
              <a:rPr lang="zh-CN" altLang="en-US" sz="3200" dirty="0" smtClean="0">
                <a:solidFill>
                  <a:srgbClr val="FFC000"/>
                </a:solidFill>
                <a:latin typeface="Times New Roman" pitchFamily="18" charset="0"/>
              </a:rPr>
              <a:t>，</a:t>
            </a:r>
            <a:r>
              <a:rPr lang="en-US" altLang="zh-CN" sz="3200" dirty="0" smtClean="0">
                <a:solidFill>
                  <a:srgbClr val="FFC000"/>
                </a:solidFill>
                <a:latin typeface="Times New Roman" pitchFamily="18" charset="0"/>
              </a:rPr>
              <a:t>z)) </a:t>
            </a:r>
            <a:r>
              <a:rPr lang="en-US" altLang="zh-CN" sz="3200" dirty="0" smtClean="0">
                <a:solidFill>
                  <a:srgbClr val="FFC000"/>
                </a:solidFill>
                <a:latin typeface="Times New Roman" pitchFamily="18" charset="0"/>
                <a:sym typeface="Symbol" pitchFamily="18" charset="2"/>
              </a:rPr>
              <a:t></a:t>
            </a:r>
            <a:r>
              <a:rPr lang="en-US" altLang="zh-CN" sz="3200" dirty="0" smtClean="0">
                <a:solidFill>
                  <a:srgbClr val="FFC000"/>
                </a:solidFill>
                <a:latin typeface="Times New Roman" pitchFamily="18" charset="0"/>
              </a:rPr>
              <a:t> R(x, v)</a:t>
            </a:r>
            <a:r>
              <a:rPr lang="zh-CN" altLang="en-US" sz="3200" dirty="0" smtClean="0">
                <a:solidFill>
                  <a:srgbClr val="FFC000"/>
                </a:solidFill>
                <a:latin typeface="Times New Roman" pitchFamily="18" charset="0"/>
              </a:rPr>
              <a:t>，</a:t>
            </a:r>
          </a:p>
          <a:p>
            <a:pPr marL="0" indent="0" eaLnBrk="1" hangingPunct="1">
              <a:lnSpc>
                <a:spcPct val="105000"/>
              </a:lnSpc>
              <a:buNone/>
              <a:tabLst>
                <a:tab pos="1146175" algn="l"/>
              </a:tabLst>
              <a:defRPr/>
            </a:pPr>
            <a:r>
              <a:rPr lang="zh-CN" altLang="en-US" sz="3200" dirty="0" smtClean="0">
                <a:latin typeface="Times New Roman" pitchFamily="18" charset="0"/>
              </a:rPr>
              <a:t>可改名为</a:t>
            </a:r>
            <a:r>
              <a:rPr lang="zh-CN" altLang="en-US" sz="3200" dirty="0" smtClean="0">
                <a:latin typeface="Times New Roman" pitchFamily="18" charset="0"/>
                <a:sym typeface="Symbol" pitchFamily="18" charset="2"/>
              </a:rPr>
              <a:t></a:t>
            </a:r>
            <a:r>
              <a:rPr lang="en-US" altLang="zh-CN" sz="3200" dirty="0" smtClean="0">
                <a:latin typeface="Times New Roman" pitchFamily="18" charset="0"/>
              </a:rPr>
              <a:t>u(P(u</a:t>
            </a:r>
            <a:r>
              <a:rPr lang="zh-CN" altLang="en-US" sz="3200" dirty="0" smtClean="0">
                <a:latin typeface="Times New Roman" pitchFamily="18" charset="0"/>
              </a:rPr>
              <a:t>，</a:t>
            </a:r>
            <a:r>
              <a:rPr lang="en-US" altLang="zh-CN" sz="3200" dirty="0" smtClean="0">
                <a:latin typeface="Times New Roman" pitchFamily="18" charset="0"/>
              </a:rPr>
              <a:t>y)</a:t>
            </a:r>
            <a:r>
              <a:rPr lang="en-US" altLang="zh-CN" sz="3200" dirty="0" smtClean="0">
                <a:latin typeface="Times New Roman" pitchFamily="18" charset="0"/>
                <a:sym typeface="Symbol" pitchFamily="18" charset="2"/>
              </a:rPr>
              <a:t></a:t>
            </a:r>
            <a:r>
              <a:rPr lang="en-US" altLang="zh-CN" sz="3200" dirty="0" smtClean="0">
                <a:latin typeface="Times New Roman" pitchFamily="18" charset="0"/>
              </a:rPr>
              <a:t>Q(u</a:t>
            </a:r>
            <a:r>
              <a:rPr lang="zh-CN" altLang="en-US" sz="3200" dirty="0" smtClean="0">
                <a:latin typeface="Times New Roman" pitchFamily="18" charset="0"/>
              </a:rPr>
              <a:t>，</a:t>
            </a:r>
            <a:r>
              <a:rPr lang="en-US" altLang="zh-CN" sz="3200" dirty="0" smtClean="0">
                <a:latin typeface="Times New Roman" pitchFamily="18" charset="0"/>
              </a:rPr>
              <a:t>z)) </a:t>
            </a:r>
            <a:r>
              <a:rPr lang="en-US" altLang="zh-CN" sz="3200" dirty="0" smtClean="0">
                <a:latin typeface="Times New Roman" pitchFamily="18" charset="0"/>
                <a:sym typeface="Symbol" pitchFamily="18" charset="2"/>
              </a:rPr>
              <a:t></a:t>
            </a:r>
            <a:r>
              <a:rPr lang="en-US" altLang="zh-CN" sz="3200" dirty="0" smtClean="0">
                <a:latin typeface="Times New Roman" pitchFamily="18" charset="0"/>
              </a:rPr>
              <a:t> R(x, v) </a:t>
            </a:r>
            <a:r>
              <a:rPr lang="zh-CN" altLang="en-US" sz="3200" dirty="0" smtClean="0">
                <a:latin typeface="Times New Roman" pitchFamily="18" charset="0"/>
              </a:rPr>
              <a:t>。</a:t>
            </a:r>
          </a:p>
          <a:p>
            <a:pPr marL="0" indent="0" eaLnBrk="1" hangingPunct="1">
              <a:lnSpc>
                <a:spcPct val="105000"/>
              </a:lnSpc>
              <a:buNone/>
              <a:tabLst>
                <a:tab pos="1146175" algn="l"/>
              </a:tabLst>
              <a:defRPr/>
            </a:pPr>
            <a:r>
              <a:rPr lang="zh-CN" altLang="en-US" sz="3200" dirty="0" smtClean="0">
                <a:latin typeface="Times New Roman" pitchFamily="18" charset="0"/>
              </a:rPr>
              <a:t>但下面的改名都是不对的：</a:t>
            </a:r>
          </a:p>
          <a:p>
            <a:pPr marL="0" indent="0" eaLnBrk="1" hangingPunct="1">
              <a:lnSpc>
                <a:spcPct val="105000"/>
              </a:lnSpc>
              <a:buFont typeface="Wingdings" panose="05000000000000000000" pitchFamily="2" charset="2"/>
              <a:buNone/>
              <a:tabLst>
                <a:tab pos="1146175" algn="l"/>
              </a:tabLst>
              <a:defRPr/>
            </a:pPr>
            <a:r>
              <a:rPr lang="zh-CN" altLang="en-US" sz="3200" dirty="0" smtClean="0">
                <a:latin typeface="Times New Roman" pitchFamily="18" charset="0"/>
              </a:rPr>
              <a:t>        </a:t>
            </a:r>
            <a:r>
              <a:rPr lang="en-US" altLang="zh-CN" sz="3200" dirty="0" smtClean="0">
                <a:solidFill>
                  <a:srgbClr val="FFCC00"/>
                </a:solidFill>
                <a:latin typeface="Times New Roman" pitchFamily="18" charset="0"/>
              </a:rPr>
              <a:t>a.</a:t>
            </a:r>
            <a:r>
              <a:rPr lang="en-US" altLang="zh-CN" sz="3200" dirty="0" smtClean="0">
                <a:latin typeface="Times New Roman" pitchFamily="18" charset="0"/>
              </a:rPr>
              <a:t> </a:t>
            </a:r>
            <a:r>
              <a:rPr lang="en-US" altLang="zh-CN" sz="3200" dirty="0" smtClean="0">
                <a:latin typeface="Times New Roman" pitchFamily="18" charset="0"/>
                <a:sym typeface="Symbol" pitchFamily="18" charset="2"/>
              </a:rPr>
              <a:t></a:t>
            </a:r>
            <a:r>
              <a:rPr lang="en-US" altLang="zh-CN" sz="3200" dirty="0" smtClean="0">
                <a:latin typeface="Times New Roman" pitchFamily="18" charset="0"/>
              </a:rPr>
              <a:t>u(P(u</a:t>
            </a:r>
            <a:r>
              <a:rPr lang="zh-CN" altLang="en-US" sz="3200" dirty="0" smtClean="0">
                <a:latin typeface="Times New Roman" pitchFamily="18" charset="0"/>
              </a:rPr>
              <a:t>，</a:t>
            </a:r>
            <a:r>
              <a:rPr lang="en-US" altLang="zh-CN" sz="3200" dirty="0" smtClean="0">
                <a:latin typeface="Times New Roman" pitchFamily="18" charset="0"/>
              </a:rPr>
              <a:t>y)</a:t>
            </a:r>
            <a:r>
              <a:rPr lang="en-US" altLang="zh-CN" sz="3200" dirty="0" smtClean="0">
                <a:latin typeface="Times New Roman" pitchFamily="18" charset="0"/>
                <a:sym typeface="Symbol" pitchFamily="18" charset="2"/>
              </a:rPr>
              <a:t></a:t>
            </a:r>
            <a:r>
              <a:rPr lang="en-US" altLang="zh-CN" sz="3200" dirty="0" smtClean="0">
                <a:latin typeface="Times New Roman" pitchFamily="18" charset="0"/>
              </a:rPr>
              <a:t>Q(</a:t>
            </a:r>
            <a:r>
              <a:rPr lang="en-US" altLang="zh-CN" sz="3200" dirty="0" smtClean="0">
                <a:solidFill>
                  <a:srgbClr val="FFCC00"/>
                </a:solidFill>
                <a:latin typeface="Times New Roman" pitchFamily="18" charset="0"/>
              </a:rPr>
              <a:t>x</a:t>
            </a:r>
            <a:r>
              <a:rPr lang="zh-CN" altLang="en-US" sz="3200" dirty="0" smtClean="0">
                <a:latin typeface="Times New Roman" pitchFamily="18" charset="0"/>
              </a:rPr>
              <a:t>，</a:t>
            </a:r>
            <a:r>
              <a:rPr lang="en-US" altLang="zh-CN" sz="3200" dirty="0" smtClean="0">
                <a:latin typeface="Times New Roman" pitchFamily="18" charset="0"/>
              </a:rPr>
              <a:t>z)) </a:t>
            </a:r>
            <a:r>
              <a:rPr lang="en-US" altLang="zh-CN" sz="3200" dirty="0" smtClean="0">
                <a:latin typeface="Times New Roman" pitchFamily="18" charset="0"/>
                <a:sym typeface="Symbol" pitchFamily="18" charset="2"/>
              </a:rPr>
              <a:t></a:t>
            </a:r>
            <a:r>
              <a:rPr lang="en-US" altLang="zh-CN" sz="3200" dirty="0" smtClean="0">
                <a:latin typeface="Times New Roman" pitchFamily="18" charset="0"/>
              </a:rPr>
              <a:t> R(x, v)</a:t>
            </a:r>
          </a:p>
          <a:p>
            <a:pPr marL="0" indent="0" eaLnBrk="1" hangingPunct="1">
              <a:lnSpc>
                <a:spcPct val="105000"/>
              </a:lnSpc>
              <a:buFont typeface="Wingdings" panose="05000000000000000000" pitchFamily="2" charset="2"/>
              <a:buNone/>
              <a:tabLst>
                <a:tab pos="1146175" algn="l"/>
              </a:tabLst>
              <a:defRPr/>
            </a:pPr>
            <a:r>
              <a:rPr lang="en-US" altLang="zh-CN" sz="3200" dirty="0" smtClean="0">
                <a:latin typeface="Times New Roman" pitchFamily="18" charset="0"/>
              </a:rPr>
              <a:t>        </a:t>
            </a:r>
            <a:r>
              <a:rPr lang="en-US" altLang="zh-CN" sz="3200" dirty="0" smtClean="0">
                <a:solidFill>
                  <a:srgbClr val="FFCC00"/>
                </a:solidFill>
                <a:latin typeface="Times New Roman" pitchFamily="18" charset="0"/>
              </a:rPr>
              <a:t>b.</a:t>
            </a:r>
            <a:r>
              <a:rPr lang="en-US" altLang="zh-CN" sz="3200" dirty="0" smtClean="0">
                <a:latin typeface="Times New Roman" pitchFamily="18" charset="0"/>
              </a:rPr>
              <a:t> </a:t>
            </a:r>
            <a:r>
              <a:rPr lang="en-US" altLang="zh-CN" sz="3200" dirty="0" smtClean="0">
                <a:latin typeface="Times New Roman" pitchFamily="18" charset="0"/>
                <a:sym typeface="Symbol" pitchFamily="18" charset="2"/>
              </a:rPr>
              <a:t></a:t>
            </a:r>
            <a:r>
              <a:rPr lang="en-US" altLang="zh-CN" sz="3200" dirty="0" smtClean="0">
                <a:solidFill>
                  <a:srgbClr val="FFCC00"/>
                </a:solidFill>
                <a:latin typeface="Times New Roman" pitchFamily="18" charset="0"/>
              </a:rPr>
              <a:t>x</a:t>
            </a:r>
            <a:r>
              <a:rPr lang="en-US" altLang="zh-CN" sz="3200" dirty="0" smtClean="0">
                <a:latin typeface="Times New Roman" pitchFamily="18" charset="0"/>
              </a:rPr>
              <a:t>(P(u</a:t>
            </a:r>
            <a:r>
              <a:rPr lang="zh-CN" altLang="en-US" sz="3200" dirty="0" smtClean="0">
                <a:latin typeface="Times New Roman" pitchFamily="18" charset="0"/>
              </a:rPr>
              <a:t>，</a:t>
            </a:r>
            <a:r>
              <a:rPr lang="en-US" altLang="zh-CN" sz="3200" dirty="0" smtClean="0">
                <a:latin typeface="Times New Roman" pitchFamily="18" charset="0"/>
              </a:rPr>
              <a:t>y)</a:t>
            </a:r>
            <a:r>
              <a:rPr lang="en-US" altLang="zh-CN" sz="3200" dirty="0" smtClean="0">
                <a:latin typeface="Times New Roman" pitchFamily="18" charset="0"/>
                <a:sym typeface="Symbol" pitchFamily="18" charset="2"/>
              </a:rPr>
              <a:t></a:t>
            </a:r>
            <a:r>
              <a:rPr lang="en-US" altLang="zh-CN" sz="3200" dirty="0" smtClean="0">
                <a:latin typeface="Times New Roman" pitchFamily="18" charset="0"/>
              </a:rPr>
              <a:t>Q(u</a:t>
            </a:r>
            <a:r>
              <a:rPr lang="zh-CN" altLang="en-US" sz="3200" dirty="0" smtClean="0">
                <a:latin typeface="Times New Roman" pitchFamily="18" charset="0"/>
              </a:rPr>
              <a:t>，</a:t>
            </a:r>
            <a:r>
              <a:rPr lang="en-US" altLang="zh-CN" sz="3200" dirty="0" smtClean="0">
                <a:latin typeface="Times New Roman" pitchFamily="18" charset="0"/>
              </a:rPr>
              <a:t>z)) </a:t>
            </a:r>
            <a:r>
              <a:rPr lang="en-US" altLang="zh-CN" sz="3200" dirty="0" smtClean="0">
                <a:latin typeface="Times New Roman" pitchFamily="18" charset="0"/>
                <a:sym typeface="Symbol" pitchFamily="18" charset="2"/>
              </a:rPr>
              <a:t></a:t>
            </a:r>
            <a:r>
              <a:rPr lang="en-US" altLang="zh-CN" sz="3200" dirty="0" smtClean="0">
                <a:latin typeface="Times New Roman" pitchFamily="18" charset="0"/>
              </a:rPr>
              <a:t> R(x, v)</a:t>
            </a:r>
          </a:p>
          <a:p>
            <a:pPr marL="0" indent="0" eaLnBrk="1" hangingPunct="1">
              <a:lnSpc>
                <a:spcPct val="105000"/>
              </a:lnSpc>
              <a:buFont typeface="Wingdings" panose="05000000000000000000" pitchFamily="2" charset="2"/>
              <a:buNone/>
              <a:tabLst>
                <a:tab pos="1146175" algn="l"/>
              </a:tabLst>
              <a:defRPr/>
            </a:pPr>
            <a:r>
              <a:rPr lang="en-US" altLang="zh-CN" sz="3200" dirty="0" smtClean="0">
                <a:latin typeface="Times New Roman" pitchFamily="18" charset="0"/>
              </a:rPr>
              <a:t>        </a:t>
            </a:r>
            <a:r>
              <a:rPr lang="en-US" altLang="zh-CN" sz="3200" dirty="0" smtClean="0">
                <a:solidFill>
                  <a:srgbClr val="FFCC00"/>
                </a:solidFill>
                <a:latin typeface="Times New Roman" pitchFamily="18" charset="0"/>
              </a:rPr>
              <a:t>c.</a:t>
            </a:r>
            <a:r>
              <a:rPr lang="en-US" altLang="zh-CN" sz="3200" dirty="0" smtClean="0">
                <a:latin typeface="Times New Roman" pitchFamily="18" charset="0"/>
              </a:rPr>
              <a:t> </a:t>
            </a:r>
            <a:r>
              <a:rPr lang="en-US" altLang="zh-CN" sz="3200" dirty="0" smtClean="0">
                <a:latin typeface="Times New Roman" pitchFamily="18" charset="0"/>
                <a:sym typeface="Symbol" pitchFamily="18" charset="2"/>
              </a:rPr>
              <a:t></a:t>
            </a:r>
            <a:r>
              <a:rPr lang="en-US" altLang="zh-CN" sz="3200" dirty="0" smtClean="0">
                <a:latin typeface="Times New Roman" pitchFamily="18" charset="0"/>
              </a:rPr>
              <a:t>u(P(</a:t>
            </a:r>
            <a:r>
              <a:rPr lang="en-US" altLang="zh-CN" sz="3200" dirty="0" smtClean="0">
                <a:solidFill>
                  <a:srgbClr val="FFCC00"/>
                </a:solidFill>
                <a:latin typeface="Times New Roman" pitchFamily="18" charset="0"/>
              </a:rPr>
              <a:t>x</a:t>
            </a:r>
            <a:r>
              <a:rPr lang="zh-CN" altLang="en-US" sz="3200" dirty="0" smtClean="0">
                <a:latin typeface="Times New Roman" pitchFamily="18" charset="0"/>
              </a:rPr>
              <a:t>，</a:t>
            </a:r>
            <a:r>
              <a:rPr lang="en-US" altLang="zh-CN" sz="3200" dirty="0" smtClean="0">
                <a:latin typeface="Times New Roman" pitchFamily="18" charset="0"/>
              </a:rPr>
              <a:t>y)</a:t>
            </a:r>
            <a:r>
              <a:rPr lang="en-US" altLang="zh-CN" sz="3200" dirty="0" smtClean="0">
                <a:latin typeface="Times New Roman" pitchFamily="18" charset="0"/>
                <a:sym typeface="Symbol" pitchFamily="18" charset="2"/>
              </a:rPr>
              <a:t></a:t>
            </a:r>
            <a:r>
              <a:rPr lang="en-US" altLang="zh-CN" sz="3200" dirty="0" smtClean="0">
                <a:latin typeface="Times New Roman" pitchFamily="18" charset="0"/>
              </a:rPr>
              <a:t>Q(</a:t>
            </a:r>
            <a:r>
              <a:rPr lang="en-US" altLang="zh-CN" sz="3200" dirty="0" smtClean="0">
                <a:solidFill>
                  <a:srgbClr val="FFCC00"/>
                </a:solidFill>
                <a:latin typeface="Times New Roman" pitchFamily="18" charset="0"/>
              </a:rPr>
              <a:t>x</a:t>
            </a:r>
            <a:r>
              <a:rPr lang="zh-CN" altLang="en-US" sz="3200" dirty="0" smtClean="0">
                <a:latin typeface="Times New Roman" pitchFamily="18" charset="0"/>
              </a:rPr>
              <a:t>，</a:t>
            </a:r>
            <a:r>
              <a:rPr lang="en-US" altLang="zh-CN" sz="3200" dirty="0" smtClean="0">
                <a:latin typeface="Times New Roman" pitchFamily="18" charset="0"/>
              </a:rPr>
              <a:t>z)) </a:t>
            </a:r>
            <a:r>
              <a:rPr lang="en-US" altLang="zh-CN" sz="3200" dirty="0" smtClean="0">
                <a:latin typeface="Times New Roman" pitchFamily="18" charset="0"/>
                <a:sym typeface="Symbol" pitchFamily="18" charset="2"/>
              </a:rPr>
              <a:t></a:t>
            </a:r>
            <a:r>
              <a:rPr lang="en-US" altLang="zh-CN" sz="3200" dirty="0" smtClean="0">
                <a:latin typeface="Times New Roman" pitchFamily="18" charset="0"/>
              </a:rPr>
              <a:t> R(x, v)</a:t>
            </a:r>
          </a:p>
          <a:p>
            <a:pPr marL="0" indent="0" eaLnBrk="1" hangingPunct="1">
              <a:lnSpc>
                <a:spcPct val="105000"/>
              </a:lnSpc>
              <a:buFont typeface="Wingdings" panose="05000000000000000000" pitchFamily="2" charset="2"/>
              <a:buNone/>
              <a:tabLst>
                <a:tab pos="1146175" algn="l"/>
              </a:tabLst>
              <a:defRPr/>
            </a:pPr>
            <a:r>
              <a:rPr lang="en-US" altLang="zh-CN" sz="3200" dirty="0" smtClean="0">
                <a:latin typeface="Times New Roman" pitchFamily="18" charset="0"/>
              </a:rPr>
              <a:t>        </a:t>
            </a:r>
            <a:r>
              <a:rPr lang="en-US" altLang="zh-CN" sz="3200" dirty="0" smtClean="0">
                <a:solidFill>
                  <a:srgbClr val="FFCC00"/>
                </a:solidFill>
                <a:latin typeface="Times New Roman" pitchFamily="18" charset="0"/>
              </a:rPr>
              <a:t>d.</a:t>
            </a:r>
            <a:r>
              <a:rPr lang="en-US" altLang="zh-CN" sz="3200" dirty="0" smtClean="0">
                <a:latin typeface="Times New Roman" pitchFamily="18" charset="0"/>
              </a:rPr>
              <a:t> </a:t>
            </a:r>
            <a:r>
              <a:rPr lang="en-US" altLang="zh-CN" sz="3200" dirty="0" smtClean="0">
                <a:latin typeface="Times New Roman" pitchFamily="18" charset="0"/>
                <a:sym typeface="Symbol" pitchFamily="18" charset="2"/>
              </a:rPr>
              <a:t></a:t>
            </a:r>
            <a:r>
              <a:rPr lang="en-US" altLang="zh-CN" sz="3200" dirty="0" smtClean="0">
                <a:latin typeface="Times New Roman" pitchFamily="18" charset="0"/>
              </a:rPr>
              <a:t>y(P(</a:t>
            </a:r>
            <a:r>
              <a:rPr lang="en-US" altLang="zh-CN" sz="3200" dirty="0" smtClean="0">
                <a:solidFill>
                  <a:srgbClr val="FFCC00"/>
                </a:solidFill>
                <a:latin typeface="Times New Roman" pitchFamily="18" charset="0"/>
              </a:rPr>
              <a:t>y</a:t>
            </a:r>
            <a:r>
              <a:rPr lang="zh-CN" altLang="en-US" sz="3200" dirty="0" smtClean="0">
                <a:latin typeface="Times New Roman" pitchFamily="18" charset="0"/>
              </a:rPr>
              <a:t>，</a:t>
            </a:r>
            <a:r>
              <a:rPr lang="en-US" altLang="zh-CN" sz="3200" dirty="0" smtClean="0">
                <a:solidFill>
                  <a:srgbClr val="FFCC00"/>
                </a:solidFill>
                <a:latin typeface="Times New Roman" pitchFamily="18" charset="0"/>
              </a:rPr>
              <a:t>y</a:t>
            </a:r>
            <a:r>
              <a:rPr lang="en-US" altLang="zh-CN" sz="3200" dirty="0" smtClean="0">
                <a:latin typeface="Times New Roman" pitchFamily="18" charset="0"/>
              </a:rPr>
              <a:t>)</a:t>
            </a:r>
            <a:r>
              <a:rPr lang="en-US" altLang="zh-CN" sz="3200" dirty="0" smtClean="0">
                <a:latin typeface="Times New Roman" pitchFamily="18" charset="0"/>
                <a:sym typeface="Symbol" pitchFamily="18" charset="2"/>
              </a:rPr>
              <a:t></a:t>
            </a:r>
            <a:r>
              <a:rPr lang="en-US" altLang="zh-CN" sz="3200" dirty="0" smtClean="0">
                <a:latin typeface="Times New Roman" pitchFamily="18" charset="0"/>
              </a:rPr>
              <a:t>Q(y</a:t>
            </a:r>
            <a:r>
              <a:rPr lang="zh-CN" altLang="en-US" sz="3200" dirty="0" smtClean="0">
                <a:latin typeface="Times New Roman" pitchFamily="18" charset="0"/>
              </a:rPr>
              <a:t>，</a:t>
            </a:r>
            <a:r>
              <a:rPr lang="en-US" altLang="zh-CN" sz="3200" dirty="0" smtClean="0">
                <a:latin typeface="Times New Roman" pitchFamily="18" charset="0"/>
              </a:rPr>
              <a:t>z)) </a:t>
            </a:r>
            <a:r>
              <a:rPr lang="en-US" altLang="zh-CN" sz="3200" dirty="0" smtClean="0">
                <a:latin typeface="Times New Roman" pitchFamily="18" charset="0"/>
                <a:sym typeface="Symbol" pitchFamily="18" charset="2"/>
              </a:rPr>
              <a:t></a:t>
            </a:r>
            <a:r>
              <a:rPr lang="en-US" altLang="zh-CN" sz="3200" dirty="0" smtClean="0">
                <a:latin typeface="Times New Roman" pitchFamily="18" charset="0"/>
              </a:rPr>
              <a:t> R(x, v)</a:t>
            </a:r>
          </a:p>
          <a:p>
            <a:pPr marL="0" indent="0" eaLnBrk="1" hangingPunct="1">
              <a:lnSpc>
                <a:spcPct val="105000"/>
              </a:lnSpc>
              <a:buFont typeface="Wingdings" panose="05000000000000000000" pitchFamily="2" charset="2"/>
              <a:buNone/>
              <a:tabLst>
                <a:tab pos="1146175" algn="l"/>
              </a:tabLst>
              <a:defRPr/>
            </a:pPr>
            <a:r>
              <a:rPr lang="en-US" altLang="zh-CN" sz="3200" dirty="0" smtClean="0">
                <a:latin typeface="Times New Roman" pitchFamily="18" charset="0"/>
              </a:rPr>
              <a:t>        </a:t>
            </a:r>
            <a:r>
              <a:rPr lang="en-US" altLang="zh-CN" sz="3200" dirty="0" smtClean="0">
                <a:solidFill>
                  <a:srgbClr val="FFCC00"/>
                </a:solidFill>
                <a:latin typeface="Times New Roman" pitchFamily="18" charset="0"/>
              </a:rPr>
              <a:t>e.</a:t>
            </a:r>
            <a:r>
              <a:rPr lang="en-US" altLang="zh-CN" sz="3200" dirty="0" smtClean="0">
                <a:latin typeface="Times New Roman" pitchFamily="18" charset="0"/>
              </a:rPr>
              <a:t> </a:t>
            </a:r>
            <a:r>
              <a:rPr lang="en-US" altLang="zh-CN" sz="3200" dirty="0" smtClean="0">
                <a:latin typeface="Times New Roman" pitchFamily="18" charset="0"/>
                <a:sym typeface="Symbol" pitchFamily="18" charset="2"/>
              </a:rPr>
              <a:t></a:t>
            </a:r>
            <a:r>
              <a:rPr lang="en-US" altLang="zh-CN" sz="3200" dirty="0" smtClean="0">
                <a:latin typeface="Times New Roman" pitchFamily="18" charset="0"/>
              </a:rPr>
              <a:t>z(P(z</a:t>
            </a:r>
            <a:r>
              <a:rPr lang="zh-CN" altLang="en-US" sz="3200" dirty="0" smtClean="0">
                <a:latin typeface="Times New Roman" pitchFamily="18" charset="0"/>
              </a:rPr>
              <a:t>，</a:t>
            </a:r>
            <a:r>
              <a:rPr lang="en-US" altLang="zh-CN" sz="3200" dirty="0" smtClean="0">
                <a:latin typeface="Times New Roman" pitchFamily="18" charset="0"/>
              </a:rPr>
              <a:t>y)</a:t>
            </a:r>
            <a:r>
              <a:rPr lang="en-US" altLang="zh-CN" sz="3200" dirty="0" smtClean="0">
                <a:latin typeface="Times New Roman" pitchFamily="18" charset="0"/>
                <a:sym typeface="Symbol" pitchFamily="18" charset="2"/>
              </a:rPr>
              <a:t></a:t>
            </a:r>
            <a:r>
              <a:rPr lang="en-US" altLang="zh-CN" sz="3200" dirty="0" smtClean="0">
                <a:latin typeface="Times New Roman" pitchFamily="18" charset="0"/>
              </a:rPr>
              <a:t>Q(</a:t>
            </a:r>
            <a:r>
              <a:rPr lang="en-US" altLang="zh-CN" sz="3200" dirty="0" smtClean="0">
                <a:solidFill>
                  <a:srgbClr val="FFCC00"/>
                </a:solidFill>
                <a:latin typeface="Times New Roman" pitchFamily="18" charset="0"/>
              </a:rPr>
              <a:t>z</a:t>
            </a:r>
            <a:r>
              <a:rPr lang="zh-CN" altLang="en-US" sz="3200" dirty="0" smtClean="0">
                <a:latin typeface="Times New Roman" pitchFamily="18" charset="0"/>
              </a:rPr>
              <a:t>，</a:t>
            </a:r>
            <a:r>
              <a:rPr lang="en-US" altLang="zh-CN" sz="3200" dirty="0" smtClean="0">
                <a:solidFill>
                  <a:srgbClr val="FFCC00"/>
                </a:solidFill>
                <a:latin typeface="Times New Roman" pitchFamily="18" charset="0"/>
              </a:rPr>
              <a:t>z</a:t>
            </a:r>
            <a:r>
              <a:rPr lang="en-US" altLang="zh-CN" sz="3200" dirty="0" smtClean="0">
                <a:latin typeface="Times New Roman" pitchFamily="18" charset="0"/>
              </a:rPr>
              <a:t>)) </a:t>
            </a:r>
            <a:r>
              <a:rPr lang="en-US" altLang="zh-CN" sz="3200" dirty="0" smtClean="0">
                <a:latin typeface="Times New Roman" pitchFamily="18" charset="0"/>
                <a:sym typeface="Symbol" pitchFamily="18" charset="2"/>
              </a:rPr>
              <a:t></a:t>
            </a:r>
            <a:r>
              <a:rPr lang="en-US" altLang="zh-CN" sz="3200" dirty="0" smtClean="0">
                <a:latin typeface="Times New Roman" pitchFamily="18" charset="0"/>
              </a:rPr>
              <a:t> R(x, v)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2A12516-8BDC-4A88-99ED-928D22C737A7}" type="slidenum">
              <a:rPr lang="en-US" altLang="zh-CN" smtClean="0"/>
              <a:pPr>
                <a:defRPr/>
              </a:pPr>
              <a:t>30</a:t>
            </a:fld>
            <a:endParaRPr lang="en-US" altLang="zh-CN"/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99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99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99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99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99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99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99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99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99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99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99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99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>
              <a:defRPr/>
            </a:pPr>
            <a:r>
              <a:rPr lang="zh-CN" altLang="en-US" sz="3600" dirty="0" smtClean="0"/>
              <a:t>例</a:t>
            </a:r>
          </a:p>
        </p:txBody>
      </p:sp>
      <p:sp>
        <p:nvSpPr>
          <p:cNvPr id="247811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953111"/>
            <a:ext cx="8352928" cy="5111709"/>
          </a:xfrm>
        </p:spPr>
        <p:txBody>
          <a:bodyPr/>
          <a:lstStyle/>
          <a:p>
            <a:pPr marL="0" eaLnBrk="1" hangingPunct="1">
              <a:lnSpc>
                <a:spcPct val="125000"/>
              </a:lnSpc>
              <a:buFont typeface="Wingdings" panose="05000000000000000000" pitchFamily="2" charset="2"/>
              <a:buNone/>
              <a:defRPr/>
            </a:pPr>
            <a:r>
              <a:rPr lang="zh-CN" altLang="zh-CN" sz="3200" dirty="0" smtClean="0"/>
              <a:t>指出下列表达式中的自由变量和约束变量，并指明量词的作用域：</a:t>
            </a:r>
            <a:endParaRPr lang="en-US" altLang="zh-CN" sz="3200" dirty="0" smtClean="0"/>
          </a:p>
          <a:p>
            <a:pPr marL="514350" indent="-514350" eaLnBrk="1" hangingPunct="1">
              <a:lnSpc>
                <a:spcPct val="125000"/>
              </a:lnSpc>
              <a:buFont typeface="Wingdings" panose="05000000000000000000" pitchFamily="2" charset="2"/>
              <a:buAutoNum type="arabicParenBoth"/>
              <a:defRPr/>
            </a:pPr>
            <a:r>
              <a:rPr lang="en-US" altLang="zh-CN" sz="3200" dirty="0" smtClean="0"/>
              <a:t>(</a:t>
            </a:r>
            <a:r>
              <a:rPr lang="en-US" altLang="zh-CN" sz="3200" dirty="0" smtClean="0">
                <a:sym typeface="Symbol"/>
              </a:rPr>
              <a:t></a:t>
            </a:r>
            <a:r>
              <a:rPr lang="en-US" altLang="zh-CN" sz="3200" dirty="0" err="1" smtClean="0"/>
              <a:t>xP</a:t>
            </a:r>
            <a:r>
              <a:rPr lang="en-US" altLang="zh-CN" sz="3200" dirty="0" smtClean="0"/>
              <a:t>(x)</a:t>
            </a:r>
            <a:r>
              <a:rPr lang="en-US" altLang="zh-CN" sz="3200" dirty="0" smtClean="0">
                <a:sym typeface="Symbol"/>
              </a:rPr>
              <a:t></a:t>
            </a:r>
            <a:r>
              <a:rPr lang="en-US" altLang="zh-CN" sz="3200" dirty="0" err="1" smtClean="0"/>
              <a:t>xQ</a:t>
            </a:r>
            <a:r>
              <a:rPr lang="en-US" altLang="zh-CN" sz="3200" dirty="0" smtClean="0"/>
              <a:t>(x))</a:t>
            </a:r>
            <a:r>
              <a:rPr lang="en-US" altLang="zh-CN" sz="3200" dirty="0" smtClean="0">
                <a:sym typeface="Symbol"/>
              </a:rPr>
              <a:t></a:t>
            </a:r>
            <a:r>
              <a:rPr lang="en-US" altLang="zh-CN" sz="3200" dirty="0" smtClean="0"/>
              <a:t>(</a:t>
            </a:r>
            <a:r>
              <a:rPr lang="en-US" altLang="zh-CN" sz="3200" dirty="0" smtClean="0">
                <a:sym typeface="Symbol"/>
              </a:rPr>
              <a:t></a:t>
            </a:r>
            <a:r>
              <a:rPr lang="en-US" altLang="zh-CN" sz="3200" dirty="0" err="1" smtClean="0"/>
              <a:t>xP</a:t>
            </a:r>
            <a:r>
              <a:rPr lang="en-US" altLang="zh-CN" sz="3200" dirty="0" smtClean="0"/>
              <a:t>(x)</a:t>
            </a:r>
            <a:r>
              <a:rPr lang="en-US" altLang="zh-CN" sz="3200" dirty="0" smtClean="0">
                <a:sym typeface="Symbol"/>
              </a:rPr>
              <a:t></a:t>
            </a:r>
            <a:r>
              <a:rPr lang="en-US" altLang="zh-CN" sz="3200" dirty="0" smtClean="0"/>
              <a:t>Q(y))</a:t>
            </a:r>
          </a:p>
          <a:p>
            <a:pPr marL="0" indent="0" eaLnBrk="1" hangingPunct="1">
              <a:lnSpc>
                <a:spcPct val="125000"/>
              </a:lnSpc>
              <a:buNone/>
              <a:defRPr/>
            </a:pPr>
            <a:r>
              <a:rPr lang="zh-CN" altLang="zh-CN" dirty="0"/>
              <a:t>解： </a:t>
            </a:r>
            <a:r>
              <a:rPr lang="zh-CN" altLang="en-US" dirty="0"/>
              <a:t>此式</a:t>
            </a:r>
            <a:r>
              <a:rPr lang="zh-CN" altLang="zh-CN" dirty="0"/>
              <a:t>中的自由变量是</a:t>
            </a:r>
            <a:r>
              <a:rPr lang="en-US" altLang="zh-CN" dirty="0"/>
              <a:t>Q(y)</a:t>
            </a:r>
            <a:r>
              <a:rPr lang="zh-CN" altLang="zh-CN" dirty="0"/>
              <a:t>中的</a:t>
            </a:r>
            <a:r>
              <a:rPr lang="en-US" altLang="zh-CN" dirty="0"/>
              <a:t>y</a:t>
            </a:r>
            <a:r>
              <a:rPr lang="zh-CN" altLang="zh-CN" dirty="0"/>
              <a:t>，约束变量是</a:t>
            </a:r>
            <a:r>
              <a:rPr lang="en-US" altLang="zh-CN" dirty="0"/>
              <a:t>P(x)</a:t>
            </a:r>
            <a:r>
              <a:rPr lang="zh-CN" altLang="zh-CN" dirty="0"/>
              <a:t>、</a:t>
            </a:r>
            <a:r>
              <a:rPr lang="en-US" altLang="zh-CN" dirty="0"/>
              <a:t>Q(x)</a:t>
            </a:r>
            <a:r>
              <a:rPr lang="zh-CN" altLang="zh-CN" dirty="0"/>
              <a:t>和</a:t>
            </a:r>
            <a:r>
              <a:rPr lang="en-US" altLang="zh-CN" dirty="0"/>
              <a:t>P(x)</a:t>
            </a:r>
            <a:r>
              <a:rPr lang="zh-CN" altLang="zh-CN" dirty="0"/>
              <a:t>中的</a:t>
            </a:r>
            <a:r>
              <a:rPr lang="en-US" altLang="zh-CN" dirty="0"/>
              <a:t>x</a:t>
            </a:r>
            <a:r>
              <a:rPr lang="zh-CN" altLang="zh-CN" dirty="0"/>
              <a:t>，第一个量词</a:t>
            </a:r>
            <a:r>
              <a:rPr lang="en-US" altLang="zh-CN" dirty="0">
                <a:sym typeface="Symbol"/>
              </a:rPr>
              <a:t></a:t>
            </a:r>
            <a:r>
              <a:rPr lang="en-US" altLang="zh-CN" dirty="0"/>
              <a:t>x</a:t>
            </a:r>
            <a:r>
              <a:rPr lang="zh-CN" altLang="zh-CN" dirty="0"/>
              <a:t>的作用域是</a:t>
            </a:r>
            <a:r>
              <a:rPr lang="en-US" altLang="zh-CN" dirty="0"/>
              <a:t>P(x)</a:t>
            </a:r>
            <a:r>
              <a:rPr lang="zh-CN" altLang="zh-CN" dirty="0"/>
              <a:t>，第</a:t>
            </a:r>
            <a:r>
              <a:rPr lang="en-US" altLang="zh-CN" dirty="0"/>
              <a:t>2</a:t>
            </a:r>
            <a:r>
              <a:rPr lang="zh-CN" altLang="zh-CN" dirty="0"/>
              <a:t>个量词</a:t>
            </a:r>
            <a:r>
              <a:rPr lang="en-US" altLang="zh-CN" dirty="0">
                <a:sym typeface="Symbol"/>
              </a:rPr>
              <a:t></a:t>
            </a:r>
            <a:r>
              <a:rPr lang="en-US" altLang="zh-CN" dirty="0"/>
              <a:t>x</a:t>
            </a:r>
            <a:r>
              <a:rPr lang="zh-CN" altLang="zh-CN" dirty="0"/>
              <a:t>的作用域是</a:t>
            </a:r>
            <a:r>
              <a:rPr lang="en-US" altLang="zh-CN" dirty="0"/>
              <a:t>Q(x)</a:t>
            </a:r>
            <a:r>
              <a:rPr lang="zh-CN" altLang="zh-CN" dirty="0"/>
              <a:t>，第三个量词</a:t>
            </a:r>
            <a:r>
              <a:rPr lang="en-US" altLang="zh-CN" dirty="0">
                <a:sym typeface="Symbol"/>
              </a:rPr>
              <a:t></a:t>
            </a:r>
            <a:r>
              <a:rPr lang="en-US" altLang="zh-CN" dirty="0"/>
              <a:t>x</a:t>
            </a:r>
            <a:r>
              <a:rPr lang="zh-CN" altLang="zh-CN" dirty="0"/>
              <a:t>的作用域是</a:t>
            </a:r>
            <a:r>
              <a:rPr lang="en-US" altLang="zh-CN" dirty="0"/>
              <a:t>P(x)</a:t>
            </a:r>
            <a:r>
              <a:rPr lang="zh-CN" altLang="zh-CN" dirty="0"/>
              <a:t>。</a:t>
            </a:r>
          </a:p>
          <a:p>
            <a:pPr marL="514350" indent="-514350" eaLnBrk="1" hangingPunct="1">
              <a:lnSpc>
                <a:spcPct val="125000"/>
              </a:lnSpc>
              <a:buFont typeface="Wingdings" panose="05000000000000000000" pitchFamily="2" charset="2"/>
              <a:buAutoNum type="arabicParenBoth"/>
              <a:defRPr/>
            </a:pPr>
            <a:endParaRPr lang="en-US" altLang="zh-CN" sz="3200" dirty="0" smtClean="0"/>
          </a:p>
          <a:p>
            <a:pPr eaLnBrk="1" hangingPunct="1">
              <a:lnSpc>
                <a:spcPct val="115000"/>
              </a:lnSpc>
              <a:buFont typeface="Wingdings" panose="05000000000000000000" pitchFamily="2" charset="2"/>
              <a:buNone/>
              <a:defRPr/>
            </a:pPr>
            <a:endParaRPr lang="zh-CN" altLang="zh-CN" sz="3200" dirty="0" smtClean="0"/>
          </a:p>
          <a:p>
            <a:pPr eaLnBrk="1" hangingPunct="1">
              <a:lnSpc>
                <a:spcPct val="115000"/>
              </a:lnSpc>
              <a:buFont typeface="Wingdings" panose="05000000000000000000" pitchFamily="2" charset="2"/>
              <a:buNone/>
              <a:defRPr/>
            </a:pPr>
            <a:endParaRPr lang="zh-CN" altLang="zh-CN" sz="3200" dirty="0" smtClean="0"/>
          </a:p>
          <a:p>
            <a:pPr eaLnBrk="1" hangingPunct="1">
              <a:lnSpc>
                <a:spcPct val="115000"/>
              </a:lnSpc>
              <a:buFont typeface="Wingdings" panose="05000000000000000000" pitchFamily="2" charset="2"/>
              <a:buNone/>
              <a:defRPr/>
            </a:pPr>
            <a:endParaRPr lang="en-US" altLang="zh-CN" sz="3200" b="1" dirty="0" smtClean="0">
              <a:latin typeface="Times New Roman" pitchFamily="18" charset="0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8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78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78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2833E2-79B5-408E-9023-D06693F3ED07}" type="slidenum">
              <a:rPr lang="en-US" altLang="zh-CN" smtClean="0"/>
              <a:pPr>
                <a:defRPr/>
              </a:pPr>
              <a:t>32</a:t>
            </a:fld>
            <a:endParaRPr lang="en-US" altLang="zh-CN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3010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0" y="2122185"/>
            <a:ext cx="8229600" cy="78483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4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§</a:t>
            </a:r>
            <a:r>
              <a:rPr lang="en-US" altLang="zh-CN" sz="45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3.2.2  </a:t>
            </a:r>
            <a:r>
              <a:rPr lang="zh-CN" altLang="en-US" sz="4500" dirty="0" smtClean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谓词</a:t>
            </a:r>
            <a:r>
              <a:rPr lang="zh-CN" altLang="en-US" sz="4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公式 </a:t>
            </a: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>
              <a:defRPr/>
            </a:pPr>
            <a:r>
              <a:rPr lang="en-US" altLang="zh-CN" sz="3600" dirty="0" smtClean="0"/>
              <a:t>1 </a:t>
            </a:r>
            <a:r>
              <a:rPr lang="zh-CN" altLang="en-US" sz="3600" dirty="0" smtClean="0"/>
              <a:t>基本符号</a:t>
            </a:r>
          </a:p>
        </p:txBody>
      </p:sp>
      <p:sp>
        <p:nvSpPr>
          <p:cNvPr id="4403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 eaLnBrk="1" hangingPunct="1">
              <a:lnSpc>
                <a:spcPct val="114000"/>
              </a:lnSpc>
              <a:tabLst>
                <a:tab pos="1146175" algn="l"/>
              </a:tabLst>
              <a:defRPr/>
            </a:pPr>
            <a:r>
              <a:rPr lang="zh-CN" altLang="en-US" sz="3200" dirty="0" smtClean="0">
                <a:latin typeface="Times New Roman" pitchFamily="18" charset="0"/>
              </a:rPr>
              <a:t>在形式化中，将使用如下四种符号：</a:t>
            </a:r>
          </a:p>
          <a:p>
            <a:pPr marL="0" indent="0" eaLnBrk="1" hangingPunct="1">
              <a:lnSpc>
                <a:spcPct val="114000"/>
              </a:lnSpc>
              <a:buFont typeface="Wingdings" panose="05000000000000000000" pitchFamily="2" charset="2"/>
              <a:buNone/>
              <a:tabLst>
                <a:tab pos="1146175" algn="l"/>
              </a:tabLst>
              <a:defRPr/>
            </a:pPr>
            <a:r>
              <a:rPr lang="en-US" altLang="zh-CN" sz="3200" dirty="0" smtClean="0">
                <a:solidFill>
                  <a:srgbClr val="FFCC00"/>
                </a:solidFill>
                <a:latin typeface="Times New Roman" pitchFamily="18" charset="0"/>
              </a:rPr>
              <a:t>1) </a:t>
            </a:r>
            <a:r>
              <a:rPr lang="zh-CN" altLang="en-US" sz="3200" dirty="0" smtClean="0">
                <a:solidFill>
                  <a:srgbClr val="FFCC00"/>
                </a:solidFill>
                <a:latin typeface="Times New Roman" pitchFamily="18" charset="0"/>
              </a:rPr>
              <a:t>常量符号</a:t>
            </a:r>
            <a:r>
              <a:rPr lang="zh-CN" altLang="en-US" sz="3200" dirty="0" smtClean="0">
                <a:latin typeface="Times New Roman" pitchFamily="18" charset="0"/>
              </a:rPr>
              <a:t>：用小写英文字母</a:t>
            </a:r>
            <a:r>
              <a:rPr lang="en-US" altLang="zh-CN" sz="3200" dirty="0" smtClean="0">
                <a:latin typeface="Times New Roman" pitchFamily="18" charset="0"/>
              </a:rPr>
              <a:t>a</a:t>
            </a:r>
            <a:r>
              <a:rPr lang="zh-CN" altLang="en-US" sz="3200" dirty="0" smtClean="0">
                <a:latin typeface="Times New Roman" pitchFamily="18" charset="0"/>
              </a:rPr>
              <a:t>，</a:t>
            </a:r>
            <a:r>
              <a:rPr lang="en-US" altLang="zh-CN" sz="3200" dirty="0" smtClean="0">
                <a:latin typeface="Times New Roman" pitchFamily="18" charset="0"/>
              </a:rPr>
              <a:t>b</a:t>
            </a:r>
            <a:r>
              <a:rPr lang="zh-CN" altLang="en-US" sz="3200" dirty="0" smtClean="0">
                <a:latin typeface="Times New Roman" pitchFamily="18" charset="0"/>
              </a:rPr>
              <a:t>，</a:t>
            </a:r>
            <a:r>
              <a:rPr lang="en-US" altLang="zh-CN" sz="3200" dirty="0" smtClean="0">
                <a:latin typeface="Times New Roman" pitchFamily="18" charset="0"/>
              </a:rPr>
              <a:t>c</a:t>
            </a:r>
            <a:r>
              <a:rPr lang="zh-CN" altLang="en-US" sz="3200" dirty="0" smtClean="0">
                <a:latin typeface="Times New Roman" pitchFamily="18" charset="0"/>
              </a:rPr>
              <a:t>，</a:t>
            </a:r>
            <a:r>
              <a:rPr lang="en-US" altLang="zh-CN" sz="3200" dirty="0" smtClean="0">
                <a:latin typeface="Times New Roman" pitchFamily="18" charset="0"/>
              </a:rPr>
              <a:t>…</a:t>
            </a:r>
            <a:r>
              <a:rPr lang="zh-CN" altLang="en-US" sz="3200" dirty="0" smtClean="0">
                <a:latin typeface="Times New Roman" pitchFamily="18" charset="0"/>
              </a:rPr>
              <a:t>表示，当个体名称集合</a:t>
            </a:r>
            <a:r>
              <a:rPr lang="en-US" altLang="zh-CN" sz="3200" dirty="0" smtClean="0">
                <a:latin typeface="Times New Roman" pitchFamily="18" charset="0"/>
              </a:rPr>
              <a:t>D</a:t>
            </a:r>
            <a:r>
              <a:rPr lang="zh-CN" altLang="en-US" sz="3200" dirty="0" smtClean="0">
                <a:latin typeface="Times New Roman" pitchFamily="18" charset="0"/>
              </a:rPr>
              <a:t>给出时，它可以是</a:t>
            </a:r>
            <a:r>
              <a:rPr lang="en-US" altLang="zh-CN" sz="3200" dirty="0" smtClean="0">
                <a:latin typeface="Times New Roman" pitchFamily="18" charset="0"/>
              </a:rPr>
              <a:t>D</a:t>
            </a:r>
            <a:r>
              <a:rPr lang="zh-CN" altLang="en-US" sz="3200" dirty="0" smtClean="0">
                <a:latin typeface="Times New Roman" pitchFamily="18" charset="0"/>
              </a:rPr>
              <a:t>中某个元素。</a:t>
            </a:r>
          </a:p>
          <a:p>
            <a:pPr marL="0" indent="0" eaLnBrk="1" hangingPunct="1">
              <a:lnSpc>
                <a:spcPct val="114000"/>
              </a:lnSpc>
              <a:buFont typeface="Wingdings" panose="05000000000000000000" pitchFamily="2" charset="2"/>
              <a:buNone/>
              <a:tabLst>
                <a:tab pos="1146175" algn="l"/>
              </a:tabLst>
              <a:defRPr/>
            </a:pPr>
            <a:r>
              <a:rPr lang="en-US" altLang="zh-CN" sz="3200" dirty="0" smtClean="0">
                <a:solidFill>
                  <a:srgbClr val="FFCC00"/>
                </a:solidFill>
                <a:latin typeface="Times New Roman" pitchFamily="18" charset="0"/>
              </a:rPr>
              <a:t>2) </a:t>
            </a:r>
            <a:r>
              <a:rPr lang="zh-CN" altLang="en-US" sz="3200" dirty="0" smtClean="0">
                <a:solidFill>
                  <a:srgbClr val="FFCC00"/>
                </a:solidFill>
                <a:latin typeface="Times New Roman" pitchFamily="18" charset="0"/>
              </a:rPr>
              <a:t>变量符号</a:t>
            </a:r>
            <a:r>
              <a:rPr lang="zh-CN" altLang="en-US" sz="3200" dirty="0" smtClean="0">
                <a:latin typeface="Times New Roman" pitchFamily="18" charset="0"/>
              </a:rPr>
              <a:t>：用小写英文字母</a:t>
            </a:r>
            <a:r>
              <a:rPr lang="en-US" altLang="zh-CN" sz="3200" dirty="0" smtClean="0">
                <a:latin typeface="Times New Roman" pitchFamily="18" charset="0"/>
              </a:rPr>
              <a:t>x</a:t>
            </a:r>
            <a:r>
              <a:rPr lang="zh-CN" altLang="en-US" sz="3200" dirty="0" smtClean="0">
                <a:latin typeface="Times New Roman" pitchFamily="18" charset="0"/>
              </a:rPr>
              <a:t>，</a:t>
            </a:r>
            <a:r>
              <a:rPr lang="en-US" altLang="zh-CN" sz="3200" dirty="0" smtClean="0">
                <a:latin typeface="Times New Roman" pitchFamily="18" charset="0"/>
              </a:rPr>
              <a:t>y</a:t>
            </a:r>
            <a:r>
              <a:rPr lang="zh-CN" altLang="en-US" sz="3200" dirty="0" smtClean="0">
                <a:latin typeface="Times New Roman" pitchFamily="18" charset="0"/>
              </a:rPr>
              <a:t>，</a:t>
            </a:r>
            <a:r>
              <a:rPr lang="en-US" altLang="zh-CN" sz="3200" dirty="0" smtClean="0">
                <a:latin typeface="Times New Roman" pitchFamily="18" charset="0"/>
              </a:rPr>
              <a:t>z</a:t>
            </a:r>
            <a:r>
              <a:rPr lang="zh-CN" altLang="en-US" sz="3200" dirty="0" smtClean="0">
                <a:latin typeface="Times New Roman" pitchFamily="18" charset="0"/>
              </a:rPr>
              <a:t>，</a:t>
            </a:r>
            <a:r>
              <a:rPr lang="en-US" altLang="zh-CN" sz="3200" dirty="0" smtClean="0">
                <a:latin typeface="Times New Roman" pitchFamily="18" charset="0"/>
              </a:rPr>
              <a:t>…</a:t>
            </a:r>
            <a:r>
              <a:rPr lang="zh-CN" altLang="en-US" sz="3200" dirty="0" smtClean="0">
                <a:latin typeface="Times New Roman" pitchFamily="18" charset="0"/>
              </a:rPr>
              <a:t>表示，当个体名称集合</a:t>
            </a:r>
            <a:r>
              <a:rPr lang="en-US" altLang="zh-CN" sz="3200" dirty="0" smtClean="0">
                <a:latin typeface="Times New Roman" pitchFamily="18" charset="0"/>
              </a:rPr>
              <a:t>D</a:t>
            </a:r>
            <a:r>
              <a:rPr lang="zh-CN" altLang="en-US" sz="3200" dirty="0" smtClean="0">
                <a:latin typeface="Times New Roman" pitchFamily="18" charset="0"/>
              </a:rPr>
              <a:t>给出时，</a:t>
            </a:r>
            <a:r>
              <a:rPr lang="en-US" altLang="zh-CN" sz="3200" dirty="0" smtClean="0">
                <a:latin typeface="Times New Roman" pitchFamily="18" charset="0"/>
              </a:rPr>
              <a:t>D</a:t>
            </a:r>
            <a:r>
              <a:rPr lang="zh-CN" altLang="en-US" sz="3200" dirty="0" smtClean="0">
                <a:latin typeface="Times New Roman" pitchFamily="18" charset="0"/>
              </a:rPr>
              <a:t>中</a:t>
            </a:r>
            <a:r>
              <a:rPr lang="zh-CN" altLang="en-US" sz="3200" dirty="0" smtClean="0">
                <a:solidFill>
                  <a:srgbClr val="FFCC00"/>
                </a:solidFill>
                <a:latin typeface="Times New Roman" pitchFamily="18" charset="0"/>
              </a:rPr>
              <a:t>任意元素</a:t>
            </a:r>
            <a:r>
              <a:rPr lang="zh-CN" altLang="en-US" sz="3200" dirty="0" smtClean="0">
                <a:latin typeface="Times New Roman" pitchFamily="18" charset="0"/>
              </a:rPr>
              <a:t>可代入变量符号。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02214E4-DB82-4378-829F-98839E0409A7}" type="slidenum">
              <a:rPr lang="en-US" altLang="zh-CN" smtClean="0"/>
              <a:pPr>
                <a:defRPr/>
              </a:pPr>
              <a:t>33</a:t>
            </a:fld>
            <a:endParaRPr lang="en-US" altLang="zh-CN"/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40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40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>
              <a:defRPr/>
            </a:pPr>
            <a:r>
              <a:rPr lang="en-US" altLang="zh-CN" sz="3600" dirty="0" smtClean="0"/>
              <a:t>1 </a:t>
            </a:r>
            <a:r>
              <a:rPr lang="zh-CN" altLang="en-US" sz="3600" dirty="0" smtClean="0"/>
              <a:t>基本符号</a:t>
            </a:r>
          </a:p>
        </p:txBody>
      </p:sp>
      <p:sp>
        <p:nvSpPr>
          <p:cNvPr id="4505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 eaLnBrk="1" hangingPunct="1">
              <a:lnSpc>
                <a:spcPct val="125000"/>
              </a:lnSpc>
              <a:buFont typeface="Wingdings" panose="05000000000000000000" pitchFamily="2" charset="2"/>
              <a:buNone/>
              <a:tabLst>
                <a:tab pos="1146175" algn="l"/>
              </a:tabLst>
              <a:defRPr/>
            </a:pPr>
            <a:r>
              <a:rPr lang="en-US" altLang="zh-CN" sz="3200" dirty="0" smtClean="0">
                <a:solidFill>
                  <a:srgbClr val="FFCC00"/>
                </a:solidFill>
                <a:latin typeface="Times New Roman" pitchFamily="18" charset="0"/>
              </a:rPr>
              <a:t>3) </a:t>
            </a:r>
            <a:r>
              <a:rPr lang="zh-CN" altLang="en-US" sz="3200" dirty="0" smtClean="0">
                <a:solidFill>
                  <a:srgbClr val="FFCC00"/>
                </a:solidFill>
                <a:latin typeface="Times New Roman" pitchFamily="18" charset="0"/>
              </a:rPr>
              <a:t>函数符号</a:t>
            </a:r>
            <a:r>
              <a:rPr lang="zh-CN" altLang="en-US" sz="3200" dirty="0" smtClean="0">
                <a:latin typeface="Times New Roman" pitchFamily="18" charset="0"/>
              </a:rPr>
              <a:t>：用小写英文字母</a:t>
            </a:r>
            <a:r>
              <a:rPr lang="en-US" altLang="zh-CN" sz="3200" dirty="0" smtClean="0">
                <a:latin typeface="Times New Roman" pitchFamily="18" charset="0"/>
              </a:rPr>
              <a:t>f</a:t>
            </a:r>
            <a:r>
              <a:rPr lang="zh-CN" altLang="en-US" sz="3200" dirty="0" smtClean="0">
                <a:latin typeface="Times New Roman" pitchFamily="18" charset="0"/>
              </a:rPr>
              <a:t>，</a:t>
            </a:r>
            <a:r>
              <a:rPr lang="en-US" altLang="zh-CN" sz="3200" dirty="0" smtClean="0">
                <a:latin typeface="Times New Roman" pitchFamily="18" charset="0"/>
              </a:rPr>
              <a:t>g</a:t>
            </a:r>
            <a:r>
              <a:rPr lang="zh-CN" altLang="en-US" sz="3200" dirty="0" smtClean="0">
                <a:latin typeface="Times New Roman" pitchFamily="18" charset="0"/>
              </a:rPr>
              <a:t>，</a:t>
            </a:r>
            <a:r>
              <a:rPr lang="en-US" altLang="zh-CN" sz="3200" dirty="0" smtClean="0">
                <a:latin typeface="Times New Roman" pitchFamily="18" charset="0"/>
              </a:rPr>
              <a:t>…</a:t>
            </a:r>
            <a:r>
              <a:rPr lang="zh-CN" altLang="en-US" sz="3200" dirty="0" smtClean="0">
                <a:latin typeface="Times New Roman" pitchFamily="18" charset="0"/>
              </a:rPr>
              <a:t>表示，当个体名称集合</a:t>
            </a:r>
            <a:r>
              <a:rPr lang="en-US" altLang="zh-CN" sz="3200" dirty="0" smtClean="0">
                <a:latin typeface="Times New Roman" pitchFamily="18" charset="0"/>
              </a:rPr>
              <a:t>D</a:t>
            </a:r>
            <a:r>
              <a:rPr lang="zh-CN" altLang="en-US" sz="3200" dirty="0" smtClean="0">
                <a:latin typeface="Times New Roman" pitchFamily="18" charset="0"/>
              </a:rPr>
              <a:t>给出时，</a:t>
            </a:r>
            <a:r>
              <a:rPr lang="en-US" altLang="zh-CN" sz="3200" dirty="0" smtClean="0">
                <a:latin typeface="Times New Roman" pitchFamily="18" charset="0"/>
              </a:rPr>
              <a:t>n</a:t>
            </a:r>
            <a:r>
              <a:rPr lang="zh-CN" altLang="en-US" sz="3200" dirty="0" smtClean="0">
                <a:latin typeface="Times New Roman" pitchFamily="18" charset="0"/>
              </a:rPr>
              <a:t>元函数符号</a:t>
            </a:r>
            <a:r>
              <a:rPr lang="en-US" altLang="zh-CN" sz="3200" dirty="0" smtClean="0">
                <a:latin typeface="Times New Roman" pitchFamily="18" charset="0"/>
              </a:rPr>
              <a:t>f(x</a:t>
            </a:r>
            <a:r>
              <a:rPr lang="en-US" altLang="zh-CN" sz="3200" baseline="-30000" dirty="0" smtClean="0">
                <a:latin typeface="Times New Roman" pitchFamily="18" charset="0"/>
              </a:rPr>
              <a:t>1</a:t>
            </a:r>
            <a:r>
              <a:rPr lang="zh-CN" altLang="en-US" sz="3200" dirty="0" smtClean="0">
                <a:latin typeface="Times New Roman" pitchFamily="18" charset="0"/>
              </a:rPr>
              <a:t>，</a:t>
            </a:r>
            <a:r>
              <a:rPr lang="en-US" altLang="zh-CN" sz="3200" dirty="0" smtClean="0">
                <a:latin typeface="Times New Roman" pitchFamily="18" charset="0"/>
              </a:rPr>
              <a:t>…</a:t>
            </a:r>
            <a:r>
              <a:rPr lang="zh-CN" altLang="en-US" sz="3200" dirty="0" smtClean="0">
                <a:latin typeface="Times New Roman" pitchFamily="18" charset="0"/>
              </a:rPr>
              <a:t>，</a:t>
            </a:r>
            <a:r>
              <a:rPr lang="en-US" altLang="zh-CN" sz="3200" dirty="0" err="1" smtClean="0">
                <a:latin typeface="Times New Roman" pitchFamily="18" charset="0"/>
              </a:rPr>
              <a:t>x</a:t>
            </a:r>
            <a:r>
              <a:rPr lang="en-US" altLang="zh-CN" sz="3200" baseline="-30000" dirty="0" err="1" smtClean="0">
                <a:latin typeface="Times New Roman" pitchFamily="18" charset="0"/>
              </a:rPr>
              <a:t>n</a:t>
            </a:r>
            <a:r>
              <a:rPr lang="en-US" altLang="zh-CN" sz="3200" dirty="0" smtClean="0">
                <a:latin typeface="Times New Roman" pitchFamily="18" charset="0"/>
              </a:rPr>
              <a:t>)</a:t>
            </a:r>
            <a:r>
              <a:rPr lang="zh-CN" altLang="en-US" sz="3200" dirty="0" smtClean="0">
                <a:latin typeface="Times New Roman" pitchFamily="18" charset="0"/>
              </a:rPr>
              <a:t>可以是</a:t>
            </a:r>
            <a:r>
              <a:rPr lang="en-US" altLang="zh-CN" sz="3200" dirty="0" smtClean="0">
                <a:latin typeface="Times New Roman" pitchFamily="18" charset="0"/>
              </a:rPr>
              <a:t>D</a:t>
            </a:r>
            <a:r>
              <a:rPr lang="en-US" altLang="zh-CN" sz="3200" baseline="30000" dirty="0" smtClean="0">
                <a:latin typeface="Times New Roman" pitchFamily="18" charset="0"/>
              </a:rPr>
              <a:t>n</a:t>
            </a:r>
            <a:r>
              <a:rPr lang="zh-CN" altLang="en-US" sz="3200" dirty="0" smtClean="0">
                <a:latin typeface="Times New Roman" pitchFamily="18" charset="0"/>
              </a:rPr>
              <a:t>到</a:t>
            </a:r>
            <a:r>
              <a:rPr lang="en-US" altLang="zh-CN" sz="3200" dirty="0" smtClean="0">
                <a:solidFill>
                  <a:srgbClr val="FFCC00"/>
                </a:solidFill>
                <a:latin typeface="Times New Roman" pitchFamily="18" charset="0"/>
              </a:rPr>
              <a:t>D</a:t>
            </a:r>
            <a:r>
              <a:rPr lang="zh-CN" altLang="en-US" sz="3200" dirty="0" smtClean="0">
                <a:latin typeface="Times New Roman" pitchFamily="18" charset="0"/>
              </a:rPr>
              <a:t>的任意一个映射。</a:t>
            </a:r>
          </a:p>
          <a:p>
            <a:pPr marL="0" indent="0" eaLnBrk="1" hangingPunct="1">
              <a:lnSpc>
                <a:spcPct val="125000"/>
              </a:lnSpc>
              <a:buFont typeface="Wingdings" panose="05000000000000000000" pitchFamily="2" charset="2"/>
              <a:buNone/>
              <a:tabLst>
                <a:tab pos="1146175" algn="l"/>
              </a:tabLst>
              <a:defRPr/>
            </a:pPr>
            <a:r>
              <a:rPr lang="en-US" altLang="zh-CN" sz="3200" dirty="0" smtClean="0">
                <a:solidFill>
                  <a:srgbClr val="FFCC00"/>
                </a:solidFill>
                <a:latin typeface="Times New Roman" pitchFamily="18" charset="0"/>
              </a:rPr>
              <a:t>4)</a:t>
            </a:r>
            <a:r>
              <a:rPr lang="en-US" altLang="zh-CN" sz="3200" dirty="0" smtClean="0">
                <a:latin typeface="Times New Roman" pitchFamily="18" charset="0"/>
              </a:rPr>
              <a:t> </a:t>
            </a:r>
            <a:r>
              <a:rPr lang="zh-CN" altLang="en-US" sz="3200" dirty="0" smtClean="0">
                <a:solidFill>
                  <a:srgbClr val="FFCC00"/>
                </a:solidFill>
                <a:latin typeface="宋体" pitchFamily="2" charset="-122"/>
              </a:rPr>
              <a:t>谓词符号</a:t>
            </a:r>
            <a:r>
              <a:rPr lang="zh-CN" altLang="en-US" sz="3200" dirty="0" smtClean="0">
                <a:latin typeface="宋体" pitchFamily="2" charset="-122"/>
              </a:rPr>
              <a:t>：用大写英文字母</a:t>
            </a:r>
            <a:r>
              <a:rPr lang="en-US" altLang="zh-CN" sz="3200" dirty="0" smtClean="0">
                <a:latin typeface="Times New Roman" pitchFamily="18" charset="0"/>
              </a:rPr>
              <a:t>P</a:t>
            </a:r>
            <a:r>
              <a:rPr lang="zh-CN" altLang="en-US" sz="3200" dirty="0" smtClean="0">
                <a:latin typeface="宋体" pitchFamily="2" charset="-122"/>
              </a:rPr>
              <a:t>，</a:t>
            </a:r>
            <a:r>
              <a:rPr lang="en-US" altLang="zh-CN" sz="3200" dirty="0" smtClean="0">
                <a:latin typeface="Times New Roman" pitchFamily="18" charset="0"/>
              </a:rPr>
              <a:t>Q</a:t>
            </a:r>
            <a:r>
              <a:rPr lang="zh-CN" altLang="en-US" sz="3200" dirty="0" smtClean="0">
                <a:latin typeface="宋体" pitchFamily="2" charset="-122"/>
              </a:rPr>
              <a:t>，</a:t>
            </a:r>
            <a:r>
              <a:rPr lang="en-US" altLang="zh-CN" sz="3200" dirty="0" smtClean="0">
                <a:latin typeface="Times New Roman" pitchFamily="18" charset="0"/>
              </a:rPr>
              <a:t>R</a:t>
            </a:r>
            <a:r>
              <a:rPr lang="zh-CN" altLang="en-US" sz="3200" dirty="0" smtClean="0">
                <a:latin typeface="宋体" pitchFamily="2" charset="-122"/>
              </a:rPr>
              <a:t>，</a:t>
            </a:r>
            <a:r>
              <a:rPr lang="en-US" altLang="zh-CN" sz="3200" dirty="0" smtClean="0">
                <a:latin typeface="Times New Roman"/>
              </a:rPr>
              <a:t>…</a:t>
            </a:r>
            <a:r>
              <a:rPr lang="zh-CN" altLang="en-US" sz="3200" dirty="0" smtClean="0">
                <a:latin typeface="宋体" pitchFamily="2" charset="-122"/>
              </a:rPr>
              <a:t>表示，当个体名称集合</a:t>
            </a:r>
            <a:r>
              <a:rPr lang="en-US" altLang="zh-CN" sz="3200" dirty="0" smtClean="0">
                <a:latin typeface="Times New Roman" pitchFamily="18" charset="0"/>
              </a:rPr>
              <a:t>D</a:t>
            </a:r>
            <a:r>
              <a:rPr lang="zh-CN" altLang="en-US" sz="3200" dirty="0" smtClean="0">
                <a:latin typeface="宋体" pitchFamily="2" charset="-122"/>
              </a:rPr>
              <a:t>给出时，</a:t>
            </a:r>
            <a:r>
              <a:rPr lang="en-US" altLang="zh-CN" sz="3200" dirty="0" smtClean="0">
                <a:latin typeface="Times New Roman" pitchFamily="18" charset="0"/>
              </a:rPr>
              <a:t>n</a:t>
            </a:r>
            <a:r>
              <a:rPr lang="zh-CN" altLang="en-US" sz="3200" dirty="0" smtClean="0">
                <a:latin typeface="宋体" pitchFamily="2" charset="-122"/>
              </a:rPr>
              <a:t>元谓词符号</a:t>
            </a:r>
            <a:r>
              <a:rPr lang="en-US" altLang="zh-CN" sz="3200" dirty="0" smtClean="0">
                <a:latin typeface="Times New Roman" pitchFamily="18" charset="0"/>
              </a:rPr>
              <a:t>P(x</a:t>
            </a:r>
            <a:r>
              <a:rPr lang="en-US" altLang="zh-CN" sz="3200" baseline="-30000" dirty="0" smtClean="0">
                <a:latin typeface="Times New Roman" pitchFamily="18" charset="0"/>
              </a:rPr>
              <a:t>1</a:t>
            </a:r>
            <a:r>
              <a:rPr lang="zh-CN" altLang="en-US" sz="3200" dirty="0" smtClean="0">
                <a:latin typeface="宋体" pitchFamily="2" charset="-122"/>
              </a:rPr>
              <a:t>，</a:t>
            </a:r>
            <a:r>
              <a:rPr lang="en-US" altLang="zh-CN" sz="3200" dirty="0" smtClean="0">
                <a:latin typeface="Times New Roman"/>
              </a:rPr>
              <a:t>…</a:t>
            </a:r>
            <a:r>
              <a:rPr lang="zh-CN" altLang="en-US" sz="3200" dirty="0" smtClean="0">
                <a:latin typeface="宋体" pitchFamily="2" charset="-122"/>
              </a:rPr>
              <a:t>，</a:t>
            </a:r>
            <a:r>
              <a:rPr lang="en-US" altLang="zh-CN" sz="3200" dirty="0" err="1" smtClean="0">
                <a:latin typeface="Times New Roman" pitchFamily="18" charset="0"/>
              </a:rPr>
              <a:t>x</a:t>
            </a:r>
            <a:r>
              <a:rPr lang="en-US" altLang="zh-CN" sz="3200" baseline="-30000" dirty="0" err="1" smtClean="0">
                <a:latin typeface="Times New Roman" pitchFamily="18" charset="0"/>
              </a:rPr>
              <a:t>n</a:t>
            </a:r>
            <a:r>
              <a:rPr lang="en-US" altLang="zh-CN" sz="3200" dirty="0" smtClean="0">
                <a:latin typeface="Times New Roman" pitchFamily="18" charset="0"/>
              </a:rPr>
              <a:t>)</a:t>
            </a:r>
            <a:r>
              <a:rPr lang="zh-CN" altLang="en-US" sz="3200" dirty="0" smtClean="0">
                <a:latin typeface="宋体" pitchFamily="2" charset="-122"/>
              </a:rPr>
              <a:t>可以是</a:t>
            </a:r>
            <a:r>
              <a:rPr lang="en-US" altLang="zh-CN" sz="3200" dirty="0" smtClean="0">
                <a:latin typeface="Times New Roman" pitchFamily="18" charset="0"/>
              </a:rPr>
              <a:t>D</a:t>
            </a:r>
            <a:r>
              <a:rPr lang="en-US" altLang="zh-CN" sz="3200" baseline="30000" dirty="0" smtClean="0">
                <a:latin typeface="Times New Roman" pitchFamily="18" charset="0"/>
              </a:rPr>
              <a:t>n</a:t>
            </a:r>
            <a:r>
              <a:rPr lang="zh-CN" altLang="en-US" sz="3200" dirty="0" smtClean="0">
                <a:latin typeface="宋体" pitchFamily="2" charset="-122"/>
              </a:rPr>
              <a:t>上的任意一个谓词，可以是</a:t>
            </a:r>
            <a:r>
              <a:rPr lang="en-US" altLang="zh-CN" sz="3200" dirty="0">
                <a:latin typeface="Times New Roman" pitchFamily="18" charset="0"/>
              </a:rPr>
              <a:t>D</a:t>
            </a:r>
            <a:r>
              <a:rPr lang="en-US" altLang="zh-CN" sz="3200" baseline="30000" dirty="0">
                <a:latin typeface="Times New Roman" pitchFamily="18" charset="0"/>
              </a:rPr>
              <a:t>n</a:t>
            </a:r>
            <a:r>
              <a:rPr lang="zh-CN" altLang="en-US" sz="3200" dirty="0" smtClean="0">
                <a:latin typeface="Times New Roman" pitchFamily="18" charset="0"/>
              </a:rPr>
              <a:t>到</a:t>
            </a:r>
            <a:r>
              <a:rPr lang="en-US" altLang="zh-CN" sz="3200" dirty="0" smtClean="0">
                <a:latin typeface="Times New Roman" pitchFamily="18" charset="0"/>
              </a:rPr>
              <a:t>{0, 1}</a:t>
            </a:r>
            <a:r>
              <a:rPr lang="zh-CN" altLang="en-US" sz="3200" dirty="0" smtClean="0">
                <a:latin typeface="Times New Roman" pitchFamily="18" charset="0"/>
              </a:rPr>
              <a:t>的</a:t>
            </a:r>
            <a:r>
              <a:rPr lang="zh-CN" altLang="en-US" sz="3200" dirty="0">
                <a:latin typeface="Times New Roman" pitchFamily="18" charset="0"/>
              </a:rPr>
              <a:t>任意一个</a:t>
            </a:r>
            <a:r>
              <a:rPr lang="zh-CN" altLang="en-US" sz="3200" dirty="0" smtClean="0">
                <a:latin typeface="Times New Roman" pitchFamily="18" charset="0"/>
              </a:rPr>
              <a:t>映射</a:t>
            </a:r>
            <a:r>
              <a:rPr lang="en-US" altLang="zh-CN" sz="3200" dirty="0" smtClean="0">
                <a:latin typeface="Times New Roman" pitchFamily="18" charset="0"/>
              </a:rPr>
              <a:t>.</a:t>
            </a:r>
            <a:endParaRPr lang="zh-CN" altLang="en-US" sz="3200" dirty="0" smtClean="0">
              <a:latin typeface="Times New Roman" pitchFamily="18" charset="0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73CB34-6B2C-4810-9B19-4002585B7CDE}" type="slidenum">
              <a:rPr lang="en-US" altLang="zh-CN" smtClean="0"/>
              <a:pPr>
                <a:defRPr/>
              </a:pPr>
              <a:t>34</a:t>
            </a:fld>
            <a:endParaRPr lang="en-US" altLang="zh-CN"/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50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50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>
              <a:defRPr/>
            </a:pPr>
            <a:r>
              <a:rPr lang="en-US" altLang="zh-CN" sz="3600" dirty="0" smtClean="0"/>
              <a:t>2 </a:t>
            </a:r>
            <a:r>
              <a:rPr lang="zh-CN" altLang="en-US" sz="3600" dirty="0" smtClean="0"/>
              <a:t>项</a:t>
            </a:r>
          </a:p>
        </p:txBody>
      </p:sp>
      <p:sp>
        <p:nvSpPr>
          <p:cNvPr id="46083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143000"/>
            <a:ext cx="8352928" cy="4806909"/>
          </a:xfrm>
        </p:spPr>
        <p:txBody>
          <a:bodyPr/>
          <a:lstStyle/>
          <a:p>
            <a:pPr marL="0" indent="0" eaLnBrk="1" hangingPunct="1">
              <a:lnSpc>
                <a:spcPct val="105000"/>
              </a:lnSpc>
              <a:buNone/>
              <a:tabLst>
                <a:tab pos="568325" algn="l"/>
              </a:tabLst>
              <a:defRPr/>
            </a:pPr>
            <a:r>
              <a:rPr lang="zh-CN" altLang="en-US" sz="3200" dirty="0" smtClean="0">
                <a:solidFill>
                  <a:srgbClr val="FFC000"/>
                </a:solidFill>
                <a:latin typeface="Times New Roman" pitchFamily="18" charset="0"/>
              </a:rPr>
              <a:t>定义</a:t>
            </a:r>
            <a:r>
              <a:rPr lang="en-US" altLang="zh-CN" sz="3200" dirty="0" smtClean="0">
                <a:solidFill>
                  <a:srgbClr val="FFC000"/>
                </a:solidFill>
                <a:latin typeface="Times New Roman" pitchFamily="18" charset="0"/>
              </a:rPr>
              <a:t>3.2.6   </a:t>
            </a:r>
            <a:r>
              <a:rPr lang="zh-CN" altLang="en-US" sz="3200" dirty="0" smtClean="0">
                <a:solidFill>
                  <a:srgbClr val="FFC000"/>
                </a:solidFill>
                <a:latin typeface="Times New Roman" pitchFamily="18" charset="0"/>
              </a:rPr>
              <a:t>项</a:t>
            </a:r>
            <a:endParaRPr lang="en-US" altLang="zh-CN" sz="3200" dirty="0" smtClean="0">
              <a:solidFill>
                <a:srgbClr val="FFC000"/>
              </a:solidFill>
              <a:latin typeface="Times New Roman" pitchFamily="18" charset="0"/>
            </a:endParaRPr>
          </a:p>
          <a:p>
            <a:pPr marL="0" indent="0" eaLnBrk="1" hangingPunct="1">
              <a:lnSpc>
                <a:spcPct val="105000"/>
              </a:lnSpc>
              <a:buFont typeface="Wingdings" panose="05000000000000000000" pitchFamily="2" charset="2"/>
              <a:buNone/>
              <a:tabLst>
                <a:tab pos="568325" algn="l"/>
              </a:tabLst>
              <a:defRPr/>
            </a:pPr>
            <a:r>
              <a:rPr lang="zh-CN" altLang="en-US" sz="3200" dirty="0" smtClean="0">
                <a:latin typeface="Times New Roman" pitchFamily="18" charset="0"/>
              </a:rPr>
              <a:t>谓词逻辑中的</a:t>
            </a:r>
            <a:r>
              <a:rPr lang="zh-CN" altLang="en-US" sz="3200" dirty="0" smtClean="0">
                <a:solidFill>
                  <a:srgbClr val="FFCC00"/>
                </a:solidFill>
                <a:latin typeface="Times New Roman" pitchFamily="18" charset="0"/>
              </a:rPr>
              <a:t>项</a:t>
            </a:r>
            <a:r>
              <a:rPr lang="zh-CN" altLang="en-US" sz="3200" dirty="0" smtClean="0">
                <a:latin typeface="Times New Roman" pitchFamily="18" charset="0"/>
              </a:rPr>
              <a:t>，被递归定义为：</a:t>
            </a:r>
          </a:p>
          <a:p>
            <a:pPr marL="0" indent="0" eaLnBrk="1" hangingPunct="1">
              <a:lnSpc>
                <a:spcPct val="105000"/>
              </a:lnSpc>
              <a:buFont typeface="Wingdings" panose="05000000000000000000" pitchFamily="2" charset="2"/>
              <a:buNone/>
              <a:tabLst>
                <a:tab pos="568325" algn="l"/>
              </a:tabLst>
              <a:defRPr/>
            </a:pPr>
            <a:r>
              <a:rPr lang="en-US" altLang="zh-CN" sz="3200" dirty="0" smtClean="0">
                <a:solidFill>
                  <a:srgbClr val="FFCC00"/>
                </a:solidFill>
                <a:latin typeface="Times New Roman" pitchFamily="18" charset="0"/>
              </a:rPr>
              <a:t>1)</a:t>
            </a:r>
            <a:r>
              <a:rPr lang="en-US" altLang="zh-CN" sz="3200" dirty="0" smtClean="0">
                <a:latin typeface="Times New Roman" pitchFamily="18" charset="0"/>
              </a:rPr>
              <a:t> 	</a:t>
            </a:r>
            <a:r>
              <a:rPr lang="zh-CN" altLang="en-US" sz="3200" dirty="0" smtClean="0">
                <a:latin typeface="Times New Roman" pitchFamily="18" charset="0"/>
              </a:rPr>
              <a:t>常量符号是项；</a:t>
            </a:r>
          </a:p>
          <a:p>
            <a:pPr marL="0" indent="0" eaLnBrk="1" hangingPunct="1">
              <a:lnSpc>
                <a:spcPct val="105000"/>
              </a:lnSpc>
              <a:buFont typeface="Wingdings" panose="05000000000000000000" pitchFamily="2" charset="2"/>
              <a:buNone/>
              <a:tabLst>
                <a:tab pos="568325" algn="l"/>
              </a:tabLst>
              <a:defRPr/>
            </a:pPr>
            <a:r>
              <a:rPr lang="en-US" altLang="zh-CN" sz="3200" dirty="0" smtClean="0">
                <a:solidFill>
                  <a:srgbClr val="FFCC00"/>
                </a:solidFill>
                <a:latin typeface="Times New Roman" pitchFamily="18" charset="0"/>
              </a:rPr>
              <a:t>2)</a:t>
            </a:r>
            <a:r>
              <a:rPr lang="en-US" altLang="zh-CN" sz="3200" dirty="0" smtClean="0">
                <a:latin typeface="Times New Roman" pitchFamily="18" charset="0"/>
              </a:rPr>
              <a:t> 	</a:t>
            </a:r>
            <a:r>
              <a:rPr lang="zh-CN" altLang="en-US" sz="3200" dirty="0" smtClean="0">
                <a:latin typeface="Times New Roman" pitchFamily="18" charset="0"/>
              </a:rPr>
              <a:t>变量符号是项；</a:t>
            </a:r>
          </a:p>
          <a:p>
            <a:pPr marL="0" indent="0" eaLnBrk="1" hangingPunct="1">
              <a:lnSpc>
                <a:spcPct val="105000"/>
              </a:lnSpc>
              <a:buFont typeface="Wingdings" panose="05000000000000000000" pitchFamily="2" charset="2"/>
              <a:buNone/>
              <a:tabLst>
                <a:tab pos="568325" algn="l"/>
              </a:tabLst>
              <a:defRPr/>
            </a:pPr>
            <a:r>
              <a:rPr lang="en-US" altLang="zh-CN" sz="3200" dirty="0" smtClean="0">
                <a:solidFill>
                  <a:srgbClr val="FFCC00"/>
                </a:solidFill>
                <a:latin typeface="Times New Roman" pitchFamily="18" charset="0"/>
              </a:rPr>
              <a:t>3)</a:t>
            </a:r>
            <a:r>
              <a:rPr lang="en-US" altLang="zh-CN" sz="3200" dirty="0" smtClean="0">
                <a:latin typeface="Times New Roman" pitchFamily="18" charset="0"/>
              </a:rPr>
              <a:t> 	</a:t>
            </a:r>
            <a:r>
              <a:rPr lang="zh-CN" altLang="en-US" sz="3200" dirty="0" smtClean="0">
                <a:latin typeface="Times New Roman" pitchFamily="18" charset="0"/>
              </a:rPr>
              <a:t>若</a:t>
            </a:r>
            <a:r>
              <a:rPr lang="en-US" altLang="zh-CN" sz="3200" dirty="0" smtClean="0">
                <a:latin typeface="Times New Roman" pitchFamily="18" charset="0"/>
              </a:rPr>
              <a:t>f(x</a:t>
            </a:r>
            <a:r>
              <a:rPr lang="en-US" altLang="zh-CN" sz="3200" baseline="-30000" dirty="0" smtClean="0">
                <a:latin typeface="Times New Roman" pitchFamily="18" charset="0"/>
              </a:rPr>
              <a:t>1</a:t>
            </a:r>
            <a:r>
              <a:rPr lang="en-US" altLang="zh-CN" sz="3200" dirty="0" smtClean="0">
                <a:latin typeface="Times New Roman" pitchFamily="18" charset="0"/>
              </a:rPr>
              <a:t>, …, </a:t>
            </a:r>
            <a:r>
              <a:rPr lang="en-US" altLang="zh-CN" sz="3200" dirty="0" err="1" smtClean="0">
                <a:latin typeface="Times New Roman" pitchFamily="18" charset="0"/>
              </a:rPr>
              <a:t>x</a:t>
            </a:r>
            <a:r>
              <a:rPr lang="en-US" altLang="zh-CN" sz="3200" baseline="-30000" dirty="0" err="1" smtClean="0">
                <a:latin typeface="Times New Roman" pitchFamily="18" charset="0"/>
              </a:rPr>
              <a:t>n</a:t>
            </a:r>
            <a:r>
              <a:rPr lang="en-US" altLang="zh-CN" sz="3200" dirty="0" smtClean="0">
                <a:latin typeface="Times New Roman" pitchFamily="18" charset="0"/>
              </a:rPr>
              <a:t>)</a:t>
            </a:r>
            <a:r>
              <a:rPr lang="zh-CN" altLang="en-US" sz="3200" dirty="0" smtClean="0">
                <a:latin typeface="Times New Roman" pitchFamily="18" charset="0"/>
              </a:rPr>
              <a:t>是</a:t>
            </a:r>
            <a:r>
              <a:rPr lang="en-US" altLang="zh-CN" sz="3200" dirty="0" smtClean="0">
                <a:latin typeface="Times New Roman" pitchFamily="18" charset="0"/>
              </a:rPr>
              <a:t>n</a:t>
            </a:r>
            <a:r>
              <a:rPr lang="zh-CN" altLang="en-US" sz="3200" dirty="0" smtClean="0">
                <a:latin typeface="Times New Roman" pitchFamily="18" charset="0"/>
              </a:rPr>
              <a:t>元函数符号，</a:t>
            </a:r>
            <a:r>
              <a:rPr lang="en-US" altLang="zh-CN" sz="3200" dirty="0" smtClean="0">
                <a:latin typeface="Times New Roman" pitchFamily="18" charset="0"/>
              </a:rPr>
              <a:t>t</a:t>
            </a:r>
            <a:r>
              <a:rPr lang="en-US" altLang="zh-CN" sz="3200" baseline="-30000" dirty="0" smtClean="0">
                <a:latin typeface="Times New Roman" pitchFamily="18" charset="0"/>
              </a:rPr>
              <a:t>1</a:t>
            </a:r>
            <a:r>
              <a:rPr lang="en-US" altLang="zh-CN" sz="3200" dirty="0" smtClean="0">
                <a:latin typeface="Times New Roman" pitchFamily="18" charset="0"/>
              </a:rPr>
              <a:t>, …, </a:t>
            </a:r>
            <a:r>
              <a:rPr lang="en-US" altLang="zh-CN" sz="3200" dirty="0" err="1" smtClean="0">
                <a:latin typeface="Times New Roman" pitchFamily="18" charset="0"/>
              </a:rPr>
              <a:t>t</a:t>
            </a:r>
            <a:r>
              <a:rPr lang="en-US" altLang="zh-CN" sz="3200" baseline="-30000" dirty="0" err="1" smtClean="0">
                <a:latin typeface="Times New Roman" pitchFamily="18" charset="0"/>
              </a:rPr>
              <a:t>n</a:t>
            </a:r>
            <a:r>
              <a:rPr lang="en-US" altLang="zh-CN" sz="3200" baseline="-30000" dirty="0" smtClean="0">
                <a:latin typeface="Times New Roman" pitchFamily="18" charset="0"/>
              </a:rPr>
              <a:t/>
            </a:r>
            <a:br>
              <a:rPr lang="en-US" altLang="zh-CN" sz="3200" baseline="-30000" dirty="0" smtClean="0">
                <a:latin typeface="Times New Roman" pitchFamily="18" charset="0"/>
              </a:rPr>
            </a:br>
            <a:r>
              <a:rPr lang="en-US" altLang="zh-CN" sz="3200" baseline="-30000" dirty="0" smtClean="0">
                <a:latin typeface="Times New Roman" pitchFamily="18" charset="0"/>
              </a:rPr>
              <a:t>	</a:t>
            </a:r>
            <a:r>
              <a:rPr lang="zh-CN" altLang="en-US" sz="3200" dirty="0" smtClean="0">
                <a:latin typeface="Times New Roman" pitchFamily="18" charset="0"/>
              </a:rPr>
              <a:t>是项，则</a:t>
            </a:r>
            <a:r>
              <a:rPr lang="en-US" altLang="zh-CN" sz="3200" dirty="0" smtClean="0">
                <a:latin typeface="Times New Roman" pitchFamily="18" charset="0"/>
              </a:rPr>
              <a:t>f(t</a:t>
            </a:r>
            <a:r>
              <a:rPr lang="en-US" altLang="zh-CN" sz="3200" baseline="-30000" dirty="0" smtClean="0">
                <a:latin typeface="Times New Roman" pitchFamily="18" charset="0"/>
              </a:rPr>
              <a:t>1</a:t>
            </a:r>
            <a:r>
              <a:rPr lang="en-US" altLang="zh-CN" sz="3200" dirty="0" smtClean="0">
                <a:latin typeface="Times New Roman" pitchFamily="18" charset="0"/>
              </a:rPr>
              <a:t>, …, </a:t>
            </a:r>
            <a:r>
              <a:rPr lang="en-US" altLang="zh-CN" sz="3200" dirty="0" err="1" smtClean="0">
                <a:latin typeface="Times New Roman" pitchFamily="18" charset="0"/>
              </a:rPr>
              <a:t>t</a:t>
            </a:r>
            <a:r>
              <a:rPr lang="en-US" altLang="zh-CN" sz="3200" baseline="-30000" dirty="0" err="1" smtClean="0">
                <a:latin typeface="Times New Roman" pitchFamily="18" charset="0"/>
              </a:rPr>
              <a:t>n</a:t>
            </a:r>
            <a:r>
              <a:rPr lang="en-US" altLang="zh-CN" sz="3200" dirty="0" smtClean="0">
                <a:latin typeface="Times New Roman" pitchFamily="18" charset="0"/>
              </a:rPr>
              <a:t>)</a:t>
            </a:r>
            <a:r>
              <a:rPr lang="zh-CN" altLang="en-US" sz="3200" dirty="0" smtClean="0">
                <a:latin typeface="Times New Roman" pitchFamily="18" charset="0"/>
              </a:rPr>
              <a:t>是项；</a:t>
            </a:r>
          </a:p>
          <a:p>
            <a:pPr marL="0" indent="0" eaLnBrk="1" hangingPunct="1">
              <a:lnSpc>
                <a:spcPct val="105000"/>
              </a:lnSpc>
              <a:buFont typeface="Wingdings" panose="05000000000000000000" pitchFamily="2" charset="2"/>
              <a:buNone/>
              <a:tabLst>
                <a:tab pos="568325" algn="l"/>
              </a:tabLst>
              <a:defRPr/>
            </a:pPr>
            <a:r>
              <a:rPr lang="en-US" altLang="zh-CN" sz="3200" dirty="0" smtClean="0">
                <a:solidFill>
                  <a:srgbClr val="FFCC00"/>
                </a:solidFill>
                <a:latin typeface="Times New Roman" pitchFamily="18" charset="0"/>
              </a:rPr>
              <a:t>4)	</a:t>
            </a:r>
            <a:r>
              <a:rPr lang="zh-CN" altLang="en-US" sz="3200" dirty="0" smtClean="0">
                <a:latin typeface="宋体" pitchFamily="2" charset="-122"/>
              </a:rPr>
              <a:t>所有项都是有限次使用</a:t>
            </a:r>
            <a:r>
              <a:rPr lang="en-US" altLang="zh-CN" sz="3200" dirty="0" smtClean="0">
                <a:latin typeface="Times New Roman" pitchFamily="18" charset="0"/>
              </a:rPr>
              <a:t>1)</a:t>
            </a:r>
            <a:r>
              <a:rPr lang="zh-CN" altLang="en-US" sz="3200" dirty="0" smtClean="0">
                <a:latin typeface="宋体" pitchFamily="2" charset="-122"/>
              </a:rPr>
              <a:t>，</a:t>
            </a:r>
            <a:r>
              <a:rPr lang="en-US" altLang="zh-CN" sz="3200" dirty="0" smtClean="0">
                <a:latin typeface="Times New Roman" pitchFamily="18" charset="0"/>
              </a:rPr>
              <a:t>2)</a:t>
            </a:r>
            <a:r>
              <a:rPr lang="zh-CN" altLang="en-US" sz="3200" dirty="0" smtClean="0">
                <a:latin typeface="宋体" pitchFamily="2" charset="-122"/>
              </a:rPr>
              <a:t>，</a:t>
            </a:r>
            <a:r>
              <a:rPr lang="en-US" altLang="zh-CN" sz="3200" dirty="0" smtClean="0">
                <a:latin typeface="Times New Roman" pitchFamily="18" charset="0"/>
              </a:rPr>
              <a:t>3)</a:t>
            </a:r>
            <a:r>
              <a:rPr lang="zh-CN" altLang="en-US" sz="3200" dirty="0" smtClean="0">
                <a:latin typeface="宋体" pitchFamily="2" charset="-122"/>
              </a:rPr>
              <a:t>生成</a:t>
            </a:r>
            <a:br>
              <a:rPr lang="zh-CN" altLang="en-US" sz="3200" dirty="0" smtClean="0">
                <a:latin typeface="宋体" pitchFamily="2" charset="-122"/>
              </a:rPr>
            </a:br>
            <a:r>
              <a:rPr lang="zh-CN" altLang="en-US" sz="3200" dirty="0" smtClean="0">
                <a:latin typeface="宋体" pitchFamily="2" charset="-122"/>
              </a:rPr>
              <a:t>	的符号串。</a:t>
            </a:r>
            <a:endParaRPr lang="zh-CN" altLang="en-US" sz="3200" dirty="0" smtClean="0">
              <a:solidFill>
                <a:srgbClr val="FFC000"/>
              </a:solidFill>
              <a:latin typeface="Times New Roman" pitchFamily="18" charset="0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2E0AD66-E26A-434D-9315-835A80ACA5B5}" type="slidenum">
              <a:rPr lang="en-US" altLang="zh-CN" smtClean="0"/>
              <a:pPr>
                <a:defRPr/>
              </a:pPr>
              <a:t>35</a:t>
            </a:fld>
            <a:endParaRPr lang="en-US" altLang="zh-CN"/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>
              <a:defRPr/>
            </a:pPr>
            <a:r>
              <a:rPr lang="en-US" altLang="zh-CN" sz="3600" dirty="0" smtClean="0"/>
              <a:t>3 </a:t>
            </a:r>
            <a:r>
              <a:rPr lang="zh-CN" altLang="en-US" sz="3600" dirty="0" smtClean="0"/>
              <a:t>公式</a:t>
            </a:r>
          </a:p>
        </p:txBody>
      </p:sp>
      <p:sp>
        <p:nvSpPr>
          <p:cNvPr id="4710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 eaLnBrk="1" hangingPunct="1">
              <a:lnSpc>
                <a:spcPct val="105000"/>
              </a:lnSpc>
              <a:buFont typeface="Wingdings" panose="05000000000000000000" pitchFamily="2" charset="2"/>
              <a:buNone/>
              <a:tabLst>
                <a:tab pos="1146175" algn="l"/>
              </a:tabLst>
              <a:defRPr/>
            </a:pPr>
            <a:r>
              <a:rPr lang="zh-CN" altLang="en-US" sz="3200" dirty="0" smtClean="0">
                <a:solidFill>
                  <a:srgbClr val="FFC000"/>
                </a:solidFill>
                <a:latin typeface="Times New Roman" pitchFamily="18" charset="0"/>
                <a:cs typeface="Times New Roman" pitchFamily="18" charset="0"/>
              </a:rPr>
              <a:t>定义</a:t>
            </a:r>
            <a:r>
              <a:rPr lang="en-US" altLang="zh-CN" sz="3200" dirty="0" smtClean="0">
                <a:solidFill>
                  <a:srgbClr val="FFC000"/>
                </a:solidFill>
                <a:latin typeface="Times New Roman" pitchFamily="18" charset="0"/>
                <a:cs typeface="Times New Roman" pitchFamily="18" charset="0"/>
              </a:rPr>
              <a:t>3.2.7   </a:t>
            </a:r>
            <a:r>
              <a:rPr lang="zh-CN" altLang="en-US" sz="3200" dirty="0" smtClean="0">
                <a:solidFill>
                  <a:srgbClr val="FFC000"/>
                </a:solidFill>
                <a:latin typeface="Times New Roman" pitchFamily="18" charset="0"/>
                <a:cs typeface="Times New Roman" pitchFamily="18" charset="0"/>
              </a:rPr>
              <a:t>原子</a:t>
            </a:r>
            <a:endParaRPr lang="en-US" altLang="zh-CN" sz="3200" dirty="0" smtClean="0">
              <a:solidFill>
                <a:srgbClr val="FFC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eaLnBrk="1" hangingPunct="1">
              <a:lnSpc>
                <a:spcPct val="125000"/>
              </a:lnSpc>
              <a:buFont typeface="Wingdings" panose="05000000000000000000" pitchFamily="2" charset="2"/>
              <a:buNone/>
              <a:tabLst>
                <a:tab pos="1146175" algn="l"/>
              </a:tabLst>
              <a:defRPr/>
            </a:pPr>
            <a:r>
              <a:rPr lang="zh-CN" altLang="en-US" sz="3300" dirty="0" smtClean="0">
                <a:latin typeface="宋体" pitchFamily="2" charset="-122"/>
              </a:rPr>
              <a:t>若</a:t>
            </a:r>
            <a:r>
              <a:rPr lang="en-US" altLang="zh-CN" sz="3300" dirty="0" smtClean="0">
                <a:latin typeface="Times New Roman" pitchFamily="18" charset="0"/>
              </a:rPr>
              <a:t>P(x</a:t>
            </a:r>
            <a:r>
              <a:rPr lang="en-US" altLang="zh-CN" sz="3300" baseline="-30000" dirty="0" smtClean="0">
                <a:latin typeface="Times New Roman" pitchFamily="18" charset="0"/>
              </a:rPr>
              <a:t>1</a:t>
            </a:r>
            <a:r>
              <a:rPr lang="en-US" altLang="zh-CN" sz="3300" dirty="0" smtClean="0">
                <a:latin typeface="宋体" pitchFamily="2" charset="-122"/>
              </a:rPr>
              <a:t>,</a:t>
            </a:r>
            <a:r>
              <a:rPr lang="en-US" altLang="zh-CN" sz="3300" dirty="0" smtClean="0">
                <a:latin typeface="Times New Roman"/>
              </a:rPr>
              <a:t>…</a:t>
            </a:r>
            <a:r>
              <a:rPr lang="en-US" altLang="zh-CN" sz="3300" dirty="0" smtClean="0">
                <a:latin typeface="宋体" pitchFamily="2" charset="-122"/>
              </a:rPr>
              <a:t>,</a:t>
            </a:r>
            <a:r>
              <a:rPr lang="en-US" altLang="zh-CN" sz="3300" dirty="0" err="1" smtClean="0">
                <a:latin typeface="Times New Roman" pitchFamily="18" charset="0"/>
              </a:rPr>
              <a:t>x</a:t>
            </a:r>
            <a:r>
              <a:rPr lang="en-US" altLang="zh-CN" sz="3300" baseline="-30000" dirty="0" err="1" smtClean="0">
                <a:latin typeface="Times New Roman" pitchFamily="18" charset="0"/>
              </a:rPr>
              <a:t>n</a:t>
            </a:r>
            <a:r>
              <a:rPr lang="en-US" altLang="zh-CN" sz="3300" dirty="0" smtClean="0">
                <a:latin typeface="Times New Roman" pitchFamily="18" charset="0"/>
              </a:rPr>
              <a:t>)</a:t>
            </a:r>
            <a:r>
              <a:rPr lang="zh-CN" altLang="en-US" sz="3300" dirty="0" smtClean="0">
                <a:latin typeface="宋体" pitchFamily="2" charset="-122"/>
              </a:rPr>
              <a:t>是</a:t>
            </a:r>
            <a:r>
              <a:rPr lang="en-US" altLang="zh-CN" sz="3300" dirty="0" smtClean="0">
                <a:latin typeface="Times New Roman" pitchFamily="18" charset="0"/>
              </a:rPr>
              <a:t>n</a:t>
            </a:r>
            <a:r>
              <a:rPr lang="zh-CN" altLang="en-US" sz="3300" dirty="0" smtClean="0">
                <a:latin typeface="宋体" pitchFamily="2" charset="-122"/>
              </a:rPr>
              <a:t>元谓词符号，</a:t>
            </a:r>
            <a:r>
              <a:rPr lang="en-US" altLang="zh-CN" sz="3300" dirty="0" smtClean="0">
                <a:latin typeface="Times New Roman" pitchFamily="18" charset="0"/>
              </a:rPr>
              <a:t>t</a:t>
            </a:r>
            <a:r>
              <a:rPr lang="en-US" altLang="zh-CN" sz="3300" baseline="-30000" dirty="0" smtClean="0">
                <a:latin typeface="Times New Roman" pitchFamily="18" charset="0"/>
              </a:rPr>
              <a:t>1</a:t>
            </a:r>
            <a:r>
              <a:rPr lang="en-US" altLang="zh-CN" sz="3300" dirty="0" smtClean="0">
                <a:latin typeface="宋体" pitchFamily="2" charset="-122"/>
              </a:rPr>
              <a:t>,</a:t>
            </a:r>
            <a:r>
              <a:rPr lang="en-US" altLang="zh-CN" sz="3300" dirty="0" smtClean="0">
                <a:latin typeface="Times New Roman"/>
              </a:rPr>
              <a:t>…</a:t>
            </a:r>
            <a:r>
              <a:rPr lang="en-US" altLang="zh-CN" sz="3300" dirty="0" smtClean="0">
                <a:latin typeface="宋体" pitchFamily="2" charset="-122"/>
              </a:rPr>
              <a:t>,</a:t>
            </a:r>
            <a:r>
              <a:rPr lang="en-US" altLang="zh-CN" sz="3300" dirty="0" err="1" smtClean="0">
                <a:latin typeface="Times New Roman" pitchFamily="18" charset="0"/>
              </a:rPr>
              <a:t>t</a:t>
            </a:r>
            <a:r>
              <a:rPr lang="en-US" altLang="zh-CN" sz="3300" baseline="-30000" dirty="0" err="1" smtClean="0">
                <a:latin typeface="Times New Roman" pitchFamily="18" charset="0"/>
              </a:rPr>
              <a:t>n</a:t>
            </a:r>
            <a:r>
              <a:rPr lang="zh-CN" altLang="en-US" sz="3300" dirty="0" smtClean="0">
                <a:latin typeface="宋体" pitchFamily="2" charset="-122"/>
              </a:rPr>
              <a:t>是项，则</a:t>
            </a:r>
            <a:r>
              <a:rPr lang="en-US" altLang="zh-CN" sz="3300" dirty="0" smtClean="0">
                <a:latin typeface="Times New Roman" pitchFamily="18" charset="0"/>
              </a:rPr>
              <a:t>P(t</a:t>
            </a:r>
            <a:r>
              <a:rPr lang="en-US" altLang="zh-CN" sz="3300" baseline="-30000" dirty="0" smtClean="0">
                <a:latin typeface="Times New Roman" pitchFamily="18" charset="0"/>
              </a:rPr>
              <a:t>1</a:t>
            </a:r>
            <a:r>
              <a:rPr lang="en-US" altLang="zh-CN" sz="3300" dirty="0" smtClean="0">
                <a:latin typeface="宋体" pitchFamily="2" charset="-122"/>
              </a:rPr>
              <a:t>,</a:t>
            </a:r>
            <a:r>
              <a:rPr lang="en-US" altLang="zh-CN" sz="3300" dirty="0" smtClean="0">
                <a:latin typeface="Times New Roman"/>
              </a:rPr>
              <a:t>…</a:t>
            </a:r>
            <a:r>
              <a:rPr lang="en-US" altLang="zh-CN" sz="3300" dirty="0" smtClean="0">
                <a:latin typeface="宋体" pitchFamily="2" charset="-122"/>
              </a:rPr>
              <a:t>,</a:t>
            </a:r>
            <a:r>
              <a:rPr lang="en-US" altLang="zh-CN" sz="3300" dirty="0" err="1" smtClean="0">
                <a:latin typeface="宋体" pitchFamily="2" charset="-122"/>
              </a:rPr>
              <a:t>t</a:t>
            </a:r>
            <a:r>
              <a:rPr lang="en-US" altLang="zh-CN" sz="3300" baseline="-30000" dirty="0" err="1" smtClean="0">
                <a:latin typeface="Times New Roman" pitchFamily="18" charset="0"/>
              </a:rPr>
              <a:t>n</a:t>
            </a:r>
            <a:r>
              <a:rPr lang="en-US" altLang="zh-CN" sz="3300" dirty="0" smtClean="0">
                <a:latin typeface="Times New Roman" pitchFamily="18" charset="0"/>
              </a:rPr>
              <a:t>)</a:t>
            </a:r>
            <a:r>
              <a:rPr lang="zh-CN" altLang="en-US" sz="3300" dirty="0" smtClean="0">
                <a:latin typeface="宋体" pitchFamily="2" charset="-122"/>
              </a:rPr>
              <a:t>是</a:t>
            </a:r>
            <a:r>
              <a:rPr lang="zh-CN" altLang="en-US" sz="3300" dirty="0" smtClean="0">
                <a:solidFill>
                  <a:srgbClr val="FFCC00"/>
                </a:solidFill>
                <a:latin typeface="宋体" pitchFamily="2" charset="-122"/>
              </a:rPr>
              <a:t>原子</a:t>
            </a:r>
            <a:r>
              <a:rPr lang="zh-CN" altLang="en-US" sz="3300" dirty="0" smtClean="0">
                <a:latin typeface="宋体" pitchFamily="2" charset="-122"/>
              </a:rPr>
              <a:t>。</a:t>
            </a:r>
            <a:r>
              <a:rPr lang="zh-CN" altLang="en-US" sz="3300" dirty="0" smtClean="0">
                <a:latin typeface="Times New Roman" pitchFamily="18" charset="0"/>
              </a:rPr>
              <a:t> </a:t>
            </a:r>
            <a:endParaRPr lang="en-US" altLang="zh-CN" sz="3300" dirty="0" smtClean="0">
              <a:latin typeface="Times New Roman" pitchFamily="18" charset="0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047C606-EC8E-47F1-9F16-EBB84476E269}" type="slidenum">
              <a:rPr lang="en-US" altLang="zh-CN" smtClean="0"/>
              <a:pPr>
                <a:defRPr/>
              </a:pPr>
              <a:t>36</a:t>
            </a:fld>
            <a:endParaRPr lang="en-US" altLang="zh-CN"/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sz="half" idx="1"/>
          </p:nvPr>
        </p:nvSpPr>
        <p:spPr>
          <a:xfrm>
            <a:off x="762000" y="1066800"/>
            <a:ext cx="7620000" cy="454768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dirty="0" smtClean="0"/>
              <a:t>恒真公式的主析取范式、主合取范式</a:t>
            </a:r>
            <a:endParaRPr lang="en-US" altLang="zh-CN" dirty="0" smtClean="0"/>
          </a:p>
          <a:p>
            <a:pPr>
              <a:lnSpc>
                <a:spcPct val="120000"/>
              </a:lnSpc>
            </a:pPr>
            <a:r>
              <a:rPr lang="zh-CN" altLang="en-US" dirty="0" smtClean="0"/>
              <a:t>恒假</a:t>
            </a:r>
            <a:r>
              <a:rPr lang="zh-CN" altLang="en-US" dirty="0"/>
              <a:t>公式的主析取范式、主</a:t>
            </a:r>
            <a:r>
              <a:rPr lang="zh-CN" altLang="en-US" dirty="0" smtClean="0"/>
              <a:t>合取范式</a:t>
            </a:r>
            <a:endParaRPr lang="en-US" altLang="zh-CN" dirty="0" smtClean="0"/>
          </a:p>
          <a:p>
            <a:pPr>
              <a:lnSpc>
                <a:spcPct val="120000"/>
              </a:lnSpc>
            </a:pPr>
            <a:r>
              <a:rPr lang="zh-CN" altLang="en-US" dirty="0" smtClean="0">
                <a:latin typeface="Times New Roman" pitchFamily="18" charset="0"/>
                <a:sym typeface="Symbol" pitchFamily="18" charset="2"/>
              </a:rPr>
              <a:t>谓词</a:t>
            </a:r>
            <a:endParaRPr lang="en-US" altLang="zh-CN" dirty="0">
              <a:latin typeface="Times New Roman" pitchFamily="18" charset="0"/>
              <a:sym typeface="Symbol" pitchFamily="18" charset="2"/>
            </a:endParaRPr>
          </a:p>
          <a:p>
            <a:pPr>
              <a:lnSpc>
                <a:spcPct val="120000"/>
              </a:lnSpc>
            </a:pPr>
            <a:r>
              <a:rPr lang="zh-CN" altLang="en-US" dirty="0" smtClean="0">
                <a:latin typeface="Times New Roman" pitchFamily="18" charset="0"/>
                <a:sym typeface="Symbol" pitchFamily="18" charset="2"/>
              </a:rPr>
              <a:t></a:t>
            </a:r>
            <a:r>
              <a:rPr lang="en-US" altLang="zh-CN" dirty="0" err="1">
                <a:latin typeface="Times New Roman" pitchFamily="18" charset="0"/>
              </a:rPr>
              <a:t>xG</a:t>
            </a:r>
            <a:r>
              <a:rPr lang="en-US" altLang="zh-CN" dirty="0">
                <a:latin typeface="Times New Roman" pitchFamily="18" charset="0"/>
              </a:rPr>
              <a:t>(x</a:t>
            </a:r>
            <a:r>
              <a:rPr lang="en-US" altLang="zh-CN" dirty="0" smtClean="0">
                <a:latin typeface="Times New Roman" pitchFamily="18" charset="0"/>
              </a:rPr>
              <a:t>)</a:t>
            </a:r>
            <a:r>
              <a:rPr lang="zh-CN" altLang="en-US" dirty="0" smtClean="0">
                <a:solidFill>
                  <a:srgbClr val="FFC000"/>
                </a:solidFill>
                <a:latin typeface="Times New Roman" pitchFamily="18" charset="0"/>
              </a:rPr>
              <a:t> </a:t>
            </a:r>
            <a:r>
              <a:rPr lang="zh-CN" altLang="en-US" dirty="0" smtClean="0">
                <a:latin typeface="Times New Roman" pitchFamily="18" charset="0"/>
              </a:rPr>
              <a:t>、</a:t>
            </a:r>
            <a:r>
              <a:rPr lang="en-US" altLang="zh-CN" dirty="0" smtClean="0">
                <a:latin typeface="Times New Roman" pitchFamily="18" charset="0"/>
                <a:sym typeface="Symbol" pitchFamily="18" charset="2"/>
              </a:rPr>
              <a:t></a:t>
            </a:r>
            <a:r>
              <a:rPr lang="en-US" altLang="zh-CN" dirty="0" err="1" smtClean="0">
                <a:latin typeface="Times New Roman" pitchFamily="18" charset="0"/>
              </a:rPr>
              <a:t>xG</a:t>
            </a:r>
            <a:r>
              <a:rPr lang="en-US" altLang="zh-CN" dirty="0" smtClean="0">
                <a:latin typeface="Times New Roman" pitchFamily="18" charset="0"/>
              </a:rPr>
              <a:t>(x)</a:t>
            </a:r>
            <a:endParaRPr lang="en-US" altLang="zh-CN" dirty="0" smtClean="0"/>
          </a:p>
          <a:p>
            <a:pPr>
              <a:lnSpc>
                <a:spcPct val="120000"/>
              </a:lnSpc>
            </a:pPr>
            <a:r>
              <a:rPr lang="zh-CN" altLang="en-US" dirty="0" smtClean="0"/>
              <a:t>改名规则依据、改名规则</a:t>
            </a:r>
            <a:endParaRPr lang="en-US" altLang="zh-CN" dirty="0" smtClean="0"/>
          </a:p>
          <a:p>
            <a:pPr>
              <a:lnSpc>
                <a:spcPct val="120000"/>
              </a:lnSpc>
            </a:pPr>
            <a:r>
              <a:rPr lang="en-US" altLang="zh-CN" dirty="0" smtClean="0"/>
              <a:t>4</a:t>
            </a:r>
            <a:r>
              <a:rPr lang="zh-CN" altLang="en-US" dirty="0" smtClean="0"/>
              <a:t>种符号、项、原子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A0DF7F6-A551-4794-8917-2A16EF42BFF5}" type="slidenum">
              <a:rPr lang="zh-CN" altLang="en-US" smtClean="0">
                <a:solidFill>
                  <a:srgbClr val="FFFFFF"/>
                </a:solidFill>
              </a:rPr>
              <a:pPr>
                <a:defRPr/>
              </a:pPr>
              <a:t>37</a:t>
            </a:fld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166638" y="295057"/>
            <a:ext cx="777240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500" kern="120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defRPr/>
            </a:pPr>
            <a:r>
              <a:rPr lang="zh-CN" altLang="en-US" sz="3600" dirty="0" smtClean="0"/>
              <a:t>知识点</a:t>
            </a:r>
          </a:p>
        </p:txBody>
      </p:sp>
    </p:spTree>
    <p:extLst>
      <p:ext uri="{BB962C8B-B14F-4D97-AF65-F5344CB8AC3E}">
        <p14:creationId xmlns:p14="http://schemas.microsoft.com/office/powerpoint/2010/main" val="1791135297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>
              <a:defRPr/>
            </a:pPr>
            <a:r>
              <a:rPr lang="en-US" altLang="zh-CN" sz="36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3 </a:t>
            </a:r>
            <a:r>
              <a:rPr lang="zh-CN" altLang="en-US" sz="36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公式</a:t>
            </a:r>
          </a:p>
        </p:txBody>
      </p:sp>
      <p:sp>
        <p:nvSpPr>
          <p:cNvPr id="48131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143000"/>
            <a:ext cx="8352928" cy="4953000"/>
          </a:xfrm>
        </p:spPr>
        <p:txBody>
          <a:bodyPr/>
          <a:lstStyle/>
          <a:p>
            <a:pPr marL="0" indent="0" eaLnBrk="1" hangingPunct="1">
              <a:lnSpc>
                <a:spcPct val="105000"/>
              </a:lnSpc>
              <a:buNone/>
              <a:tabLst>
                <a:tab pos="568325" algn="l"/>
              </a:tabLst>
              <a:defRPr/>
            </a:pPr>
            <a:r>
              <a:rPr lang="zh-CN" altLang="en-US" sz="3200" dirty="0" smtClean="0">
                <a:solidFill>
                  <a:srgbClr val="FFC000"/>
                </a:solidFill>
                <a:latin typeface="Times New Roman" pitchFamily="18" charset="0"/>
              </a:rPr>
              <a:t>定义</a:t>
            </a:r>
            <a:r>
              <a:rPr lang="en-US" altLang="zh-CN" sz="3200" dirty="0" smtClean="0">
                <a:solidFill>
                  <a:srgbClr val="FFC000"/>
                </a:solidFill>
                <a:latin typeface="Times New Roman" pitchFamily="18" charset="0"/>
              </a:rPr>
              <a:t>3.2.8  </a:t>
            </a:r>
            <a:r>
              <a:rPr lang="zh-CN" altLang="en-US" sz="3200" dirty="0" smtClean="0">
                <a:solidFill>
                  <a:srgbClr val="FFC000"/>
                </a:solidFill>
                <a:latin typeface="Times New Roman" pitchFamily="18" charset="0"/>
              </a:rPr>
              <a:t>公式 </a:t>
            </a:r>
            <a:endParaRPr lang="en-US" altLang="zh-CN" sz="3200" dirty="0" smtClean="0">
              <a:solidFill>
                <a:srgbClr val="FFC000"/>
              </a:solidFill>
              <a:latin typeface="Times New Roman" pitchFamily="18" charset="0"/>
            </a:endParaRPr>
          </a:p>
          <a:p>
            <a:pPr marL="0" indent="0" eaLnBrk="1" hangingPunct="1">
              <a:lnSpc>
                <a:spcPct val="105000"/>
              </a:lnSpc>
              <a:buFont typeface="Wingdings" panose="05000000000000000000" pitchFamily="2" charset="2"/>
              <a:buNone/>
              <a:tabLst>
                <a:tab pos="568325" algn="l"/>
              </a:tabLst>
              <a:defRPr/>
            </a:pPr>
            <a:r>
              <a:rPr lang="zh-CN" altLang="en-US" sz="3000" dirty="0" smtClean="0">
                <a:latin typeface="Times New Roman" pitchFamily="18" charset="0"/>
              </a:rPr>
              <a:t>谓词逻辑中的公式，被递归定义如下：</a:t>
            </a:r>
          </a:p>
          <a:p>
            <a:pPr marL="514350" indent="-514350" eaLnBrk="1" hangingPunct="1">
              <a:lnSpc>
                <a:spcPct val="105000"/>
              </a:lnSpc>
              <a:buFont typeface="Wingdings" panose="05000000000000000000" pitchFamily="2" charset="2"/>
              <a:buNone/>
              <a:tabLst>
                <a:tab pos="568325" algn="l"/>
              </a:tabLst>
              <a:defRPr/>
            </a:pPr>
            <a:r>
              <a:rPr lang="en-US" altLang="zh-CN" sz="3000" dirty="0" smtClean="0">
                <a:solidFill>
                  <a:srgbClr val="FFC000"/>
                </a:solidFill>
                <a:latin typeface="Times New Roman" pitchFamily="18" charset="0"/>
              </a:rPr>
              <a:t>1)  </a:t>
            </a:r>
            <a:r>
              <a:rPr lang="zh-CN" altLang="en-US" sz="3000" dirty="0" smtClean="0">
                <a:latin typeface="Times New Roman" pitchFamily="18" charset="0"/>
              </a:rPr>
              <a:t>原子是公式；</a:t>
            </a:r>
            <a:endParaRPr lang="en-US" altLang="zh-CN" sz="3000" dirty="0" smtClean="0">
              <a:latin typeface="Times New Roman" pitchFamily="18" charset="0"/>
            </a:endParaRPr>
          </a:p>
          <a:p>
            <a:pPr marL="0" indent="0" eaLnBrk="1" hangingPunct="1">
              <a:lnSpc>
                <a:spcPct val="105000"/>
              </a:lnSpc>
              <a:buFont typeface="Wingdings" panose="05000000000000000000" pitchFamily="2" charset="2"/>
              <a:buNone/>
              <a:tabLst>
                <a:tab pos="568325" algn="l"/>
              </a:tabLst>
              <a:defRPr/>
            </a:pPr>
            <a:r>
              <a:rPr lang="en-US" altLang="zh-CN" sz="3000" dirty="0" smtClean="0">
                <a:solidFill>
                  <a:srgbClr val="FFCC00"/>
                </a:solidFill>
                <a:latin typeface="Times New Roman" pitchFamily="18" charset="0"/>
              </a:rPr>
              <a:t>2)</a:t>
            </a:r>
            <a:r>
              <a:rPr lang="en-US" altLang="zh-CN" sz="3000" dirty="0" smtClean="0">
                <a:latin typeface="Times New Roman" pitchFamily="18" charset="0"/>
              </a:rPr>
              <a:t> 	</a:t>
            </a:r>
            <a:r>
              <a:rPr lang="zh-CN" altLang="en-US" sz="3000" dirty="0" smtClean="0">
                <a:latin typeface="Times New Roman" pitchFamily="18" charset="0"/>
              </a:rPr>
              <a:t>若</a:t>
            </a:r>
            <a:r>
              <a:rPr lang="en-US" altLang="zh-CN" sz="3000" dirty="0" smtClean="0">
                <a:latin typeface="Times New Roman" pitchFamily="18" charset="0"/>
              </a:rPr>
              <a:t>G</a:t>
            </a:r>
            <a:r>
              <a:rPr lang="zh-CN" altLang="en-US" sz="3000" dirty="0" smtClean="0">
                <a:latin typeface="Times New Roman" pitchFamily="18" charset="0"/>
              </a:rPr>
              <a:t>，</a:t>
            </a:r>
            <a:r>
              <a:rPr lang="en-US" altLang="zh-CN" sz="3000" dirty="0" smtClean="0">
                <a:latin typeface="Times New Roman" pitchFamily="18" charset="0"/>
              </a:rPr>
              <a:t>H</a:t>
            </a:r>
            <a:r>
              <a:rPr lang="zh-CN" altLang="en-US" sz="3000" dirty="0" smtClean="0">
                <a:latin typeface="Times New Roman" pitchFamily="18" charset="0"/>
              </a:rPr>
              <a:t>是公式，则</a:t>
            </a:r>
            <a:r>
              <a:rPr lang="en-US" altLang="zh-CN" sz="3000" dirty="0" smtClean="0">
                <a:latin typeface="Times New Roman" pitchFamily="18" charset="0"/>
              </a:rPr>
              <a:t>(</a:t>
            </a:r>
            <a:r>
              <a:rPr lang="en-US" altLang="zh-CN" sz="3000" dirty="0" smtClean="0">
                <a:latin typeface="Times New Roman" pitchFamily="18" charset="0"/>
                <a:sym typeface="Symbol" pitchFamily="18" charset="2"/>
              </a:rPr>
              <a:t></a:t>
            </a:r>
            <a:r>
              <a:rPr lang="en-US" altLang="zh-CN" sz="3000" dirty="0" smtClean="0">
                <a:latin typeface="Times New Roman" pitchFamily="18" charset="0"/>
              </a:rPr>
              <a:t>G)</a:t>
            </a:r>
            <a:r>
              <a:rPr lang="zh-CN" altLang="en-US" sz="3000" dirty="0" smtClean="0">
                <a:latin typeface="Times New Roman" pitchFamily="18" charset="0"/>
              </a:rPr>
              <a:t>，</a:t>
            </a:r>
            <a:r>
              <a:rPr lang="en-US" altLang="zh-CN" sz="3000" dirty="0" smtClean="0">
                <a:latin typeface="Times New Roman" pitchFamily="18" charset="0"/>
              </a:rPr>
              <a:t>(G</a:t>
            </a:r>
            <a:r>
              <a:rPr lang="en-US" altLang="zh-CN" sz="3000" dirty="0" smtClean="0">
                <a:latin typeface="Times New Roman" pitchFamily="18" charset="0"/>
                <a:sym typeface="Symbol" pitchFamily="18" charset="2"/>
              </a:rPr>
              <a:t></a:t>
            </a:r>
            <a:r>
              <a:rPr lang="en-US" altLang="zh-CN" sz="3000" dirty="0" smtClean="0">
                <a:latin typeface="Times New Roman" pitchFamily="18" charset="0"/>
              </a:rPr>
              <a:t>H)</a:t>
            </a:r>
            <a:r>
              <a:rPr lang="zh-CN" altLang="en-US" sz="3000" dirty="0" smtClean="0">
                <a:latin typeface="Times New Roman" pitchFamily="18" charset="0"/>
              </a:rPr>
              <a:t>， </a:t>
            </a:r>
          </a:p>
          <a:p>
            <a:pPr marL="0" indent="0" eaLnBrk="1" hangingPunct="1">
              <a:lnSpc>
                <a:spcPct val="105000"/>
              </a:lnSpc>
              <a:buFont typeface="Wingdings" panose="05000000000000000000" pitchFamily="2" charset="2"/>
              <a:buNone/>
              <a:tabLst>
                <a:tab pos="568325" algn="l"/>
              </a:tabLst>
              <a:defRPr/>
            </a:pPr>
            <a:r>
              <a:rPr lang="zh-CN" altLang="en-US" sz="3000" dirty="0" smtClean="0">
                <a:latin typeface="Times New Roman" pitchFamily="18" charset="0"/>
              </a:rPr>
              <a:t>      </a:t>
            </a:r>
            <a:r>
              <a:rPr lang="en-US" altLang="zh-CN" sz="3000" dirty="0" smtClean="0">
                <a:latin typeface="Times New Roman" pitchFamily="18" charset="0"/>
              </a:rPr>
              <a:t>(G</a:t>
            </a:r>
            <a:r>
              <a:rPr lang="en-US" altLang="zh-CN" sz="3000" dirty="0" smtClean="0">
                <a:latin typeface="Times New Roman" pitchFamily="18" charset="0"/>
                <a:sym typeface="Symbol" pitchFamily="18" charset="2"/>
              </a:rPr>
              <a:t></a:t>
            </a:r>
            <a:r>
              <a:rPr lang="en-US" altLang="zh-CN" sz="3000" dirty="0" smtClean="0">
                <a:latin typeface="Times New Roman" pitchFamily="18" charset="0"/>
              </a:rPr>
              <a:t>H)</a:t>
            </a:r>
            <a:r>
              <a:rPr lang="zh-CN" altLang="en-US" sz="3000" dirty="0" smtClean="0">
                <a:latin typeface="Times New Roman" pitchFamily="18" charset="0"/>
              </a:rPr>
              <a:t>， </a:t>
            </a:r>
            <a:r>
              <a:rPr lang="en-US" altLang="zh-CN" sz="3000" dirty="0" smtClean="0">
                <a:latin typeface="Times New Roman" pitchFamily="18" charset="0"/>
              </a:rPr>
              <a:t>(G</a:t>
            </a:r>
            <a:r>
              <a:rPr lang="en-US" altLang="zh-CN" sz="3000" dirty="0" smtClean="0">
                <a:latin typeface="Times New Roman" pitchFamily="18" charset="0"/>
                <a:sym typeface="Symbol" pitchFamily="18" charset="2"/>
              </a:rPr>
              <a:t></a:t>
            </a:r>
            <a:r>
              <a:rPr lang="en-US" altLang="zh-CN" sz="3000" dirty="0" smtClean="0">
                <a:latin typeface="Times New Roman" pitchFamily="18" charset="0"/>
              </a:rPr>
              <a:t>H)</a:t>
            </a:r>
            <a:r>
              <a:rPr lang="zh-CN" altLang="en-US" sz="3000" dirty="0" smtClean="0">
                <a:latin typeface="Times New Roman" pitchFamily="18" charset="0"/>
              </a:rPr>
              <a:t>，</a:t>
            </a:r>
            <a:r>
              <a:rPr lang="en-US" altLang="zh-CN" sz="3000" dirty="0" smtClean="0">
                <a:latin typeface="Times New Roman" pitchFamily="18" charset="0"/>
              </a:rPr>
              <a:t>(G</a:t>
            </a:r>
            <a:r>
              <a:rPr lang="en-US" altLang="zh-CN" sz="3000" dirty="0" smtClean="0">
                <a:latin typeface="Times New Roman" pitchFamily="18" charset="0"/>
                <a:sym typeface="Symbol" pitchFamily="18" charset="2"/>
              </a:rPr>
              <a:t></a:t>
            </a:r>
            <a:r>
              <a:rPr lang="en-US" altLang="zh-CN" sz="3000" dirty="0" smtClean="0">
                <a:latin typeface="Times New Roman" pitchFamily="18" charset="0"/>
              </a:rPr>
              <a:t>H)</a:t>
            </a:r>
            <a:r>
              <a:rPr lang="zh-CN" altLang="en-US" sz="3000" dirty="0" smtClean="0">
                <a:latin typeface="Times New Roman" pitchFamily="18" charset="0"/>
              </a:rPr>
              <a:t>是公式；</a:t>
            </a:r>
          </a:p>
          <a:p>
            <a:pPr marL="0" indent="0" eaLnBrk="1" hangingPunct="1">
              <a:lnSpc>
                <a:spcPct val="105000"/>
              </a:lnSpc>
              <a:buFont typeface="Wingdings" panose="05000000000000000000" pitchFamily="2" charset="2"/>
              <a:buNone/>
              <a:tabLst>
                <a:tab pos="568325" algn="l"/>
              </a:tabLst>
              <a:defRPr/>
            </a:pPr>
            <a:r>
              <a:rPr lang="en-US" altLang="zh-CN" sz="3000" dirty="0" smtClean="0">
                <a:solidFill>
                  <a:srgbClr val="FFCC00"/>
                </a:solidFill>
                <a:latin typeface="Times New Roman" pitchFamily="18" charset="0"/>
              </a:rPr>
              <a:t>3)</a:t>
            </a:r>
            <a:r>
              <a:rPr lang="en-US" altLang="zh-CN" sz="3000" dirty="0" smtClean="0">
                <a:latin typeface="Times New Roman" pitchFamily="18" charset="0"/>
              </a:rPr>
              <a:t> 	</a:t>
            </a:r>
            <a:r>
              <a:rPr lang="zh-CN" altLang="en-US" sz="3000" dirty="0" smtClean="0">
                <a:latin typeface="Times New Roman" pitchFamily="18" charset="0"/>
              </a:rPr>
              <a:t>若</a:t>
            </a:r>
            <a:r>
              <a:rPr lang="en-US" altLang="zh-CN" sz="3000" dirty="0" smtClean="0">
                <a:latin typeface="Times New Roman" pitchFamily="18" charset="0"/>
              </a:rPr>
              <a:t>G</a:t>
            </a:r>
            <a:r>
              <a:rPr lang="zh-CN" altLang="en-US" sz="3000" dirty="0" smtClean="0">
                <a:latin typeface="Times New Roman" pitchFamily="18" charset="0"/>
              </a:rPr>
              <a:t>是公式，</a:t>
            </a:r>
            <a:r>
              <a:rPr lang="en-US" altLang="zh-CN" sz="3000" dirty="0" smtClean="0">
                <a:latin typeface="Times New Roman" pitchFamily="18" charset="0"/>
              </a:rPr>
              <a:t>x</a:t>
            </a:r>
            <a:r>
              <a:rPr lang="zh-CN" altLang="en-US" sz="3000" dirty="0" smtClean="0">
                <a:latin typeface="Times New Roman" pitchFamily="18" charset="0"/>
              </a:rPr>
              <a:t>是</a:t>
            </a:r>
            <a:r>
              <a:rPr lang="en-US" altLang="zh-CN" sz="3000" dirty="0" smtClean="0">
                <a:latin typeface="Times New Roman" pitchFamily="18" charset="0"/>
              </a:rPr>
              <a:t>G</a:t>
            </a:r>
            <a:r>
              <a:rPr lang="zh-CN" altLang="en-US" sz="3000" dirty="0" smtClean="0">
                <a:latin typeface="Times New Roman" pitchFamily="18" charset="0"/>
              </a:rPr>
              <a:t>中的自由变量，则</a:t>
            </a:r>
            <a:r>
              <a:rPr lang="zh-CN" altLang="en-US" sz="3000" dirty="0" smtClean="0">
                <a:latin typeface="Times New Roman" pitchFamily="18" charset="0"/>
                <a:sym typeface="Symbol" pitchFamily="18" charset="2"/>
              </a:rPr>
              <a:t></a:t>
            </a:r>
            <a:r>
              <a:rPr lang="en-US" altLang="zh-CN" sz="3000" dirty="0" err="1" smtClean="0">
                <a:latin typeface="Times New Roman" pitchFamily="18" charset="0"/>
              </a:rPr>
              <a:t>xG</a:t>
            </a:r>
            <a:r>
              <a:rPr lang="zh-CN" altLang="en-US" sz="3000" dirty="0" smtClean="0">
                <a:latin typeface="Times New Roman" pitchFamily="18" charset="0"/>
              </a:rPr>
              <a:t>，</a:t>
            </a:r>
            <a:br>
              <a:rPr lang="zh-CN" altLang="en-US" sz="3000" dirty="0" smtClean="0">
                <a:latin typeface="Times New Roman" pitchFamily="18" charset="0"/>
              </a:rPr>
            </a:br>
            <a:r>
              <a:rPr lang="zh-CN" altLang="en-US" sz="3000" dirty="0" smtClean="0">
                <a:latin typeface="Times New Roman" pitchFamily="18" charset="0"/>
              </a:rPr>
              <a:t>	</a:t>
            </a:r>
            <a:r>
              <a:rPr lang="zh-CN" altLang="en-US" sz="3000" dirty="0" smtClean="0">
                <a:latin typeface="Times New Roman" pitchFamily="18" charset="0"/>
                <a:sym typeface="Symbol" pitchFamily="18" charset="2"/>
              </a:rPr>
              <a:t></a:t>
            </a:r>
            <a:r>
              <a:rPr lang="en-US" altLang="zh-CN" sz="3000" dirty="0" err="1" smtClean="0">
                <a:latin typeface="Times New Roman" pitchFamily="18" charset="0"/>
              </a:rPr>
              <a:t>xG</a:t>
            </a:r>
            <a:r>
              <a:rPr lang="zh-CN" altLang="en-US" sz="3000" dirty="0" smtClean="0">
                <a:latin typeface="Times New Roman" pitchFamily="18" charset="0"/>
              </a:rPr>
              <a:t>是公式；</a:t>
            </a:r>
          </a:p>
          <a:p>
            <a:pPr marL="0" indent="0" eaLnBrk="1" hangingPunct="1">
              <a:lnSpc>
                <a:spcPct val="105000"/>
              </a:lnSpc>
              <a:buFont typeface="Wingdings" panose="05000000000000000000" pitchFamily="2" charset="2"/>
              <a:buNone/>
              <a:tabLst>
                <a:tab pos="568325" algn="l"/>
              </a:tabLst>
              <a:defRPr/>
            </a:pPr>
            <a:r>
              <a:rPr lang="en-US" altLang="zh-CN" sz="3000" dirty="0" smtClean="0">
                <a:solidFill>
                  <a:srgbClr val="FFCC00"/>
                </a:solidFill>
                <a:latin typeface="Times New Roman" pitchFamily="18" charset="0"/>
              </a:rPr>
              <a:t>4)</a:t>
            </a:r>
            <a:r>
              <a:rPr lang="en-US" altLang="zh-CN" sz="3000" dirty="0" smtClean="0">
                <a:latin typeface="Times New Roman" pitchFamily="18" charset="0"/>
              </a:rPr>
              <a:t> 	</a:t>
            </a:r>
            <a:r>
              <a:rPr lang="zh-CN" altLang="en-US" sz="3000" dirty="0" smtClean="0">
                <a:latin typeface="宋体" pitchFamily="2" charset="-122"/>
              </a:rPr>
              <a:t>所有公式都是有限次使用</a:t>
            </a:r>
            <a:r>
              <a:rPr lang="en-US" altLang="zh-CN" sz="3000" dirty="0" smtClean="0">
                <a:latin typeface="Times New Roman" pitchFamily="18" charset="0"/>
              </a:rPr>
              <a:t>1)</a:t>
            </a:r>
            <a:r>
              <a:rPr lang="zh-CN" altLang="en-US" sz="3000" dirty="0" smtClean="0">
                <a:latin typeface="宋体" pitchFamily="2" charset="-122"/>
              </a:rPr>
              <a:t>～</a:t>
            </a:r>
            <a:r>
              <a:rPr lang="en-US" altLang="zh-CN" sz="3000" dirty="0" smtClean="0">
                <a:latin typeface="Times New Roman" pitchFamily="18" charset="0"/>
              </a:rPr>
              <a:t>3)</a:t>
            </a:r>
            <a:r>
              <a:rPr lang="zh-CN" altLang="en-US" sz="3000" dirty="0" smtClean="0">
                <a:latin typeface="宋体" pitchFamily="2" charset="-122"/>
              </a:rPr>
              <a:t>生成的</a:t>
            </a:r>
            <a:r>
              <a:rPr lang="zh-CN" altLang="en-US" sz="3000" dirty="0" smtClean="0">
                <a:solidFill>
                  <a:srgbClr val="FFC000"/>
                </a:solidFill>
                <a:latin typeface="宋体" pitchFamily="2" charset="-122"/>
              </a:rPr>
              <a:t>符号</a:t>
            </a:r>
            <a:br>
              <a:rPr lang="zh-CN" altLang="en-US" sz="3000" dirty="0" smtClean="0">
                <a:solidFill>
                  <a:srgbClr val="FFC000"/>
                </a:solidFill>
                <a:latin typeface="宋体" pitchFamily="2" charset="-122"/>
              </a:rPr>
            </a:br>
            <a:r>
              <a:rPr lang="zh-CN" altLang="en-US" sz="3000" dirty="0" smtClean="0">
                <a:solidFill>
                  <a:srgbClr val="FFC000"/>
                </a:solidFill>
                <a:latin typeface="宋体" pitchFamily="2" charset="-122"/>
              </a:rPr>
              <a:t>	串。</a:t>
            </a:r>
            <a:r>
              <a:rPr lang="zh-CN" altLang="en-US" sz="3000" dirty="0" smtClean="0">
                <a:solidFill>
                  <a:srgbClr val="FFC000"/>
                </a:solidFill>
                <a:latin typeface="Times New Roman" pitchFamily="18" charset="0"/>
              </a:rPr>
              <a:t> 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D2EFED5-4186-437B-91D6-85E496FE7497}" type="slidenum">
              <a:rPr lang="en-US" altLang="zh-CN" smtClean="0"/>
              <a:pPr>
                <a:defRPr/>
              </a:pPr>
              <a:t>38</a:t>
            </a:fld>
            <a:endParaRPr lang="en-US" altLang="zh-CN"/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>
              <a:defRPr/>
            </a:pPr>
            <a:r>
              <a:rPr lang="en-US" altLang="zh-CN" sz="3600" dirty="0" smtClean="0"/>
              <a:t>4 </a:t>
            </a:r>
            <a:r>
              <a:rPr lang="zh-CN" altLang="en-US" sz="3600" dirty="0" smtClean="0"/>
              <a:t>解释</a:t>
            </a:r>
          </a:p>
        </p:txBody>
      </p:sp>
      <p:sp>
        <p:nvSpPr>
          <p:cNvPr id="49155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960926"/>
            <a:ext cx="8352928" cy="5592274"/>
          </a:xfrm>
        </p:spPr>
        <p:txBody>
          <a:bodyPr/>
          <a:lstStyle/>
          <a:p>
            <a:pPr marL="0" indent="0" eaLnBrk="1" hangingPunct="1">
              <a:lnSpc>
                <a:spcPct val="114000"/>
              </a:lnSpc>
              <a:buNone/>
              <a:tabLst>
                <a:tab pos="476250" algn="l"/>
              </a:tabLst>
              <a:defRPr/>
            </a:pPr>
            <a:r>
              <a:rPr lang="zh-CN" altLang="en-US" sz="2900" dirty="0" smtClean="0">
                <a:solidFill>
                  <a:srgbClr val="FFC000"/>
                </a:solidFill>
                <a:latin typeface="Times New Roman" pitchFamily="18" charset="0"/>
              </a:rPr>
              <a:t>定义</a:t>
            </a:r>
            <a:r>
              <a:rPr lang="en-US" altLang="zh-CN" sz="2900" dirty="0" smtClean="0">
                <a:solidFill>
                  <a:srgbClr val="FFC000"/>
                </a:solidFill>
              </a:rPr>
              <a:t>3.2.9</a:t>
            </a:r>
            <a:r>
              <a:rPr lang="en-US" altLang="zh-CN" sz="2900" dirty="0" smtClean="0">
                <a:solidFill>
                  <a:srgbClr val="FFC000"/>
                </a:solidFill>
                <a:latin typeface="Times New Roman" pitchFamily="18" charset="0"/>
              </a:rPr>
              <a:t>  </a:t>
            </a:r>
            <a:r>
              <a:rPr lang="zh-CN" altLang="en-US" sz="2900" dirty="0" smtClean="0">
                <a:solidFill>
                  <a:srgbClr val="FFCC00"/>
                </a:solidFill>
                <a:latin typeface="Times New Roman" pitchFamily="18" charset="0"/>
              </a:rPr>
              <a:t>解释</a:t>
            </a:r>
            <a:endParaRPr lang="en-US" altLang="zh-CN" sz="2900" dirty="0" smtClean="0">
              <a:solidFill>
                <a:srgbClr val="FFCC00"/>
              </a:solidFill>
              <a:latin typeface="Times New Roman" pitchFamily="18" charset="0"/>
            </a:endParaRPr>
          </a:p>
          <a:p>
            <a:pPr marL="0" indent="0" eaLnBrk="1" hangingPunct="1">
              <a:lnSpc>
                <a:spcPct val="114000"/>
              </a:lnSpc>
              <a:buFont typeface="Wingdings" panose="05000000000000000000" pitchFamily="2" charset="2"/>
              <a:buNone/>
              <a:tabLst>
                <a:tab pos="476250" algn="l"/>
              </a:tabLst>
              <a:defRPr/>
            </a:pPr>
            <a:r>
              <a:rPr lang="zh-CN" altLang="en-US" sz="2900" dirty="0" smtClean="0">
                <a:latin typeface="Times New Roman" pitchFamily="18" charset="0"/>
              </a:rPr>
              <a:t>谓词逻辑中公式</a:t>
            </a:r>
            <a:r>
              <a:rPr lang="en-US" altLang="zh-CN" sz="2900" dirty="0" smtClean="0">
                <a:latin typeface="Times New Roman" pitchFamily="18" charset="0"/>
              </a:rPr>
              <a:t>G</a:t>
            </a:r>
            <a:r>
              <a:rPr lang="zh-CN" altLang="en-US" sz="2900" dirty="0" smtClean="0">
                <a:latin typeface="Times New Roman" pitchFamily="18" charset="0"/>
              </a:rPr>
              <a:t>的一个解释</a:t>
            </a:r>
            <a:r>
              <a:rPr lang="en-US" altLang="zh-CN" sz="2900" dirty="0" smtClean="0">
                <a:latin typeface="Times New Roman" pitchFamily="18" charset="0"/>
              </a:rPr>
              <a:t>I</a:t>
            </a:r>
            <a:r>
              <a:rPr lang="zh-CN" altLang="en-US" sz="2900" dirty="0" smtClean="0">
                <a:latin typeface="Times New Roman" pitchFamily="18" charset="0"/>
              </a:rPr>
              <a:t>，是由非空区域</a:t>
            </a:r>
            <a:r>
              <a:rPr lang="en-US" altLang="zh-CN" sz="2900" dirty="0" smtClean="0">
                <a:latin typeface="Times New Roman" pitchFamily="18" charset="0"/>
              </a:rPr>
              <a:t>D</a:t>
            </a:r>
            <a:r>
              <a:rPr lang="zh-CN" altLang="en-US" sz="2900" dirty="0" smtClean="0">
                <a:latin typeface="Times New Roman" pitchFamily="18" charset="0"/>
              </a:rPr>
              <a:t>和对</a:t>
            </a:r>
            <a:r>
              <a:rPr lang="en-US" altLang="zh-CN" sz="2900" dirty="0" smtClean="0">
                <a:latin typeface="Times New Roman" pitchFamily="18" charset="0"/>
              </a:rPr>
              <a:t>G</a:t>
            </a:r>
            <a:r>
              <a:rPr lang="zh-CN" altLang="en-US" sz="2900" dirty="0" smtClean="0">
                <a:latin typeface="Times New Roman" pitchFamily="18" charset="0"/>
              </a:rPr>
              <a:t>中常量符号，函数符号，谓词符号以下列规则进行的一组指定组成：</a:t>
            </a:r>
          </a:p>
          <a:p>
            <a:pPr marL="0" indent="0" eaLnBrk="1" hangingPunct="1">
              <a:lnSpc>
                <a:spcPct val="114000"/>
              </a:lnSpc>
              <a:buFont typeface="Wingdings" panose="05000000000000000000" pitchFamily="2" charset="2"/>
              <a:buNone/>
              <a:tabLst>
                <a:tab pos="476250" algn="l"/>
              </a:tabLst>
              <a:defRPr/>
            </a:pPr>
            <a:r>
              <a:rPr lang="en-US" altLang="zh-CN" sz="2900" dirty="0" smtClean="0">
                <a:solidFill>
                  <a:srgbClr val="FFCC00"/>
                </a:solidFill>
                <a:latin typeface="Times New Roman" pitchFamily="18" charset="0"/>
              </a:rPr>
              <a:t>1.</a:t>
            </a:r>
            <a:r>
              <a:rPr lang="en-US" altLang="zh-CN" sz="2900" dirty="0" smtClean="0">
                <a:latin typeface="Times New Roman" pitchFamily="18" charset="0"/>
              </a:rPr>
              <a:t> 	</a:t>
            </a:r>
            <a:r>
              <a:rPr lang="zh-CN" altLang="en-US" sz="2900" dirty="0" smtClean="0">
                <a:latin typeface="Times New Roman" pitchFamily="18" charset="0"/>
              </a:rPr>
              <a:t>对每个常量符号，指定</a:t>
            </a:r>
            <a:r>
              <a:rPr lang="en-US" altLang="zh-CN" sz="2900" dirty="0" smtClean="0">
                <a:latin typeface="Times New Roman" pitchFamily="18" charset="0"/>
              </a:rPr>
              <a:t>D</a:t>
            </a:r>
            <a:r>
              <a:rPr lang="zh-CN" altLang="en-US" sz="2900" dirty="0" smtClean="0">
                <a:latin typeface="Times New Roman" pitchFamily="18" charset="0"/>
              </a:rPr>
              <a:t>中一个元素；</a:t>
            </a:r>
          </a:p>
          <a:p>
            <a:pPr marL="0" indent="0" eaLnBrk="1" hangingPunct="1">
              <a:lnSpc>
                <a:spcPct val="114000"/>
              </a:lnSpc>
              <a:buFont typeface="Wingdings" panose="05000000000000000000" pitchFamily="2" charset="2"/>
              <a:buNone/>
              <a:tabLst>
                <a:tab pos="476250" algn="l"/>
              </a:tabLst>
              <a:defRPr/>
            </a:pPr>
            <a:r>
              <a:rPr lang="en-US" altLang="zh-CN" sz="2900" dirty="0" smtClean="0">
                <a:solidFill>
                  <a:srgbClr val="FFCC00"/>
                </a:solidFill>
                <a:latin typeface="Times New Roman" pitchFamily="18" charset="0"/>
              </a:rPr>
              <a:t>2.</a:t>
            </a:r>
            <a:r>
              <a:rPr lang="en-US" altLang="zh-CN" sz="2900" dirty="0" smtClean="0">
                <a:latin typeface="Times New Roman" pitchFamily="18" charset="0"/>
              </a:rPr>
              <a:t> 	</a:t>
            </a:r>
            <a:r>
              <a:rPr lang="zh-CN" altLang="en-US" sz="2900" dirty="0" smtClean="0">
                <a:latin typeface="Times New Roman" pitchFamily="18" charset="0"/>
              </a:rPr>
              <a:t>对每个</a:t>
            </a:r>
            <a:r>
              <a:rPr lang="en-US" altLang="zh-CN" sz="2900" dirty="0" smtClean="0">
                <a:latin typeface="Times New Roman" pitchFamily="18" charset="0"/>
              </a:rPr>
              <a:t>n</a:t>
            </a:r>
            <a:r>
              <a:rPr lang="zh-CN" altLang="en-US" sz="2900" dirty="0" smtClean="0">
                <a:latin typeface="Times New Roman" pitchFamily="18" charset="0"/>
              </a:rPr>
              <a:t>元函数符号，指定一个函数，即指</a:t>
            </a:r>
            <a:br>
              <a:rPr lang="zh-CN" altLang="en-US" sz="2900" dirty="0" smtClean="0">
                <a:latin typeface="Times New Roman" pitchFamily="18" charset="0"/>
              </a:rPr>
            </a:br>
            <a:r>
              <a:rPr lang="zh-CN" altLang="en-US" sz="2900" dirty="0" smtClean="0">
                <a:latin typeface="Times New Roman" pitchFamily="18" charset="0"/>
              </a:rPr>
              <a:t>	定</a:t>
            </a:r>
            <a:r>
              <a:rPr lang="en-US" altLang="zh-CN" sz="2900" dirty="0" smtClean="0">
                <a:latin typeface="Times New Roman" pitchFamily="18" charset="0"/>
              </a:rPr>
              <a:t>D</a:t>
            </a:r>
            <a:r>
              <a:rPr lang="en-US" altLang="zh-CN" sz="2900" baseline="30000" dirty="0" smtClean="0">
                <a:latin typeface="Times New Roman" pitchFamily="18" charset="0"/>
              </a:rPr>
              <a:t>n</a:t>
            </a:r>
            <a:r>
              <a:rPr lang="zh-CN" altLang="en-US" sz="2900" dirty="0" smtClean="0">
                <a:latin typeface="Times New Roman" pitchFamily="18" charset="0"/>
              </a:rPr>
              <a:t>到</a:t>
            </a:r>
            <a:r>
              <a:rPr lang="en-US" altLang="zh-CN" sz="2900" dirty="0" smtClean="0">
                <a:latin typeface="Times New Roman" pitchFamily="18" charset="0"/>
              </a:rPr>
              <a:t>D</a:t>
            </a:r>
            <a:r>
              <a:rPr lang="zh-CN" altLang="en-US" sz="2900" dirty="0" smtClean="0">
                <a:latin typeface="Times New Roman" pitchFamily="18" charset="0"/>
              </a:rPr>
              <a:t>的一个映射；</a:t>
            </a:r>
          </a:p>
          <a:p>
            <a:pPr marL="514350" indent="-514350" eaLnBrk="1" hangingPunct="1">
              <a:lnSpc>
                <a:spcPct val="114000"/>
              </a:lnSpc>
              <a:buFont typeface="Wingdings" panose="05000000000000000000" pitchFamily="2" charset="2"/>
              <a:buAutoNum type="arabicPeriod" startAt="3"/>
              <a:tabLst>
                <a:tab pos="476250" algn="l"/>
              </a:tabLst>
              <a:defRPr/>
            </a:pPr>
            <a:r>
              <a:rPr lang="zh-CN" altLang="en-US" sz="2900" dirty="0" smtClean="0">
                <a:latin typeface="Times New Roman" pitchFamily="18" charset="0"/>
              </a:rPr>
              <a:t>对每个</a:t>
            </a:r>
            <a:r>
              <a:rPr lang="en-US" altLang="zh-CN" sz="2900" dirty="0" smtClean="0">
                <a:latin typeface="Times New Roman" pitchFamily="18" charset="0"/>
              </a:rPr>
              <a:t>n</a:t>
            </a:r>
            <a:r>
              <a:rPr lang="zh-CN" altLang="en-US" sz="2900" dirty="0" smtClean="0">
                <a:latin typeface="Times New Roman" pitchFamily="18" charset="0"/>
              </a:rPr>
              <a:t>元谓词符号，指定一个谓词，即指</a:t>
            </a:r>
            <a:br>
              <a:rPr lang="zh-CN" altLang="en-US" sz="2900" dirty="0" smtClean="0">
                <a:latin typeface="Times New Roman" pitchFamily="18" charset="0"/>
              </a:rPr>
            </a:br>
            <a:r>
              <a:rPr lang="zh-CN" altLang="en-US" sz="2900" dirty="0" smtClean="0">
                <a:latin typeface="Times New Roman" pitchFamily="18" charset="0"/>
              </a:rPr>
              <a:t>定</a:t>
            </a:r>
            <a:r>
              <a:rPr lang="en-US" altLang="zh-CN" sz="2900" dirty="0" smtClean="0">
                <a:latin typeface="Times New Roman" pitchFamily="18" charset="0"/>
              </a:rPr>
              <a:t>D</a:t>
            </a:r>
            <a:r>
              <a:rPr lang="en-US" altLang="zh-CN" sz="2900" baseline="30000" dirty="0" smtClean="0">
                <a:latin typeface="Times New Roman" pitchFamily="18" charset="0"/>
              </a:rPr>
              <a:t>n</a:t>
            </a:r>
            <a:r>
              <a:rPr lang="zh-CN" altLang="en-US" sz="2900" dirty="0" smtClean="0">
                <a:latin typeface="Times New Roman" pitchFamily="18" charset="0"/>
              </a:rPr>
              <a:t>到</a:t>
            </a:r>
            <a:r>
              <a:rPr lang="en-US" altLang="zh-CN" sz="2900" dirty="0" smtClean="0">
                <a:latin typeface="Times New Roman" pitchFamily="18" charset="0"/>
              </a:rPr>
              <a:t>{0</a:t>
            </a:r>
            <a:r>
              <a:rPr lang="zh-CN" altLang="en-US" sz="2900" dirty="0" smtClean="0">
                <a:latin typeface="Times New Roman" pitchFamily="18" charset="0"/>
              </a:rPr>
              <a:t>，</a:t>
            </a:r>
            <a:r>
              <a:rPr lang="en-US" altLang="zh-CN" sz="2900" dirty="0" smtClean="0">
                <a:latin typeface="Times New Roman" pitchFamily="18" charset="0"/>
              </a:rPr>
              <a:t>1}</a:t>
            </a:r>
            <a:r>
              <a:rPr lang="zh-CN" altLang="en-US" sz="2900" dirty="0" smtClean="0">
                <a:latin typeface="Times New Roman" pitchFamily="18" charset="0"/>
              </a:rPr>
              <a:t>的一个映射。 </a:t>
            </a:r>
            <a:endParaRPr lang="en-US" altLang="zh-CN" sz="2900" dirty="0" smtClean="0">
              <a:latin typeface="Times New Roman" pitchFamily="18" charset="0"/>
            </a:endParaRPr>
          </a:p>
          <a:p>
            <a:pPr marL="0" indent="0" eaLnBrk="1" hangingPunct="1">
              <a:lnSpc>
                <a:spcPct val="114000"/>
              </a:lnSpc>
              <a:buFont typeface="Wingdings" panose="05000000000000000000" pitchFamily="2" charset="2"/>
              <a:buNone/>
              <a:tabLst>
                <a:tab pos="476250" algn="l"/>
              </a:tabLst>
              <a:defRPr/>
            </a:pPr>
            <a:r>
              <a:rPr lang="en-US" altLang="zh-CN" sz="2900" dirty="0" smtClean="0">
                <a:latin typeface="Times New Roman" pitchFamily="18" charset="0"/>
              </a:rPr>
              <a:t>note:</a:t>
            </a:r>
            <a:r>
              <a:rPr lang="zh-CN" altLang="en-US" sz="2900" dirty="0" smtClean="0">
                <a:latin typeface="Times New Roman" pitchFamily="18" charset="0"/>
              </a:rPr>
              <a:t>   解释要求                  </a:t>
            </a:r>
            <a:endParaRPr lang="zh-CN" altLang="en-US" sz="2900" dirty="0" smtClean="0">
              <a:solidFill>
                <a:srgbClr val="FFC000"/>
              </a:solidFill>
              <a:latin typeface="Times New Roman" pitchFamily="18" charset="0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611F60-7055-49C1-A919-B61F5FFFD503}" type="slidenum">
              <a:rPr lang="en-US" altLang="zh-CN" smtClean="0"/>
              <a:pPr>
                <a:defRPr/>
              </a:pPr>
              <a:t>39</a:t>
            </a:fld>
            <a:endParaRPr lang="en-US" altLang="zh-CN"/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91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91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>
              <a:defRPr/>
            </a:pPr>
            <a:r>
              <a:rPr lang="zh-CN" altLang="en-US" sz="3600" dirty="0" smtClean="0"/>
              <a:t>例</a:t>
            </a:r>
          </a:p>
        </p:txBody>
      </p:sp>
      <p:sp>
        <p:nvSpPr>
          <p:cNvPr id="53251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004094"/>
            <a:ext cx="8352928" cy="5246688"/>
          </a:xfrm>
        </p:spPr>
        <p:txBody>
          <a:bodyPr/>
          <a:lstStyle/>
          <a:p>
            <a:pPr marL="0" indent="0" eaLnBrk="1" hangingPunct="1">
              <a:lnSpc>
                <a:spcPct val="105000"/>
              </a:lnSpc>
              <a:tabLst>
                <a:tab pos="193675" algn="l"/>
              </a:tabLst>
              <a:defRPr/>
            </a:pPr>
            <a:r>
              <a:rPr lang="zh-CN" altLang="en-US" sz="3200" dirty="0" smtClean="0">
                <a:latin typeface="Times New Roman" pitchFamily="18" charset="0"/>
              </a:rPr>
              <a:t>给出如下两个公式：</a:t>
            </a:r>
            <a:br>
              <a:rPr lang="zh-CN" altLang="en-US" sz="3200" dirty="0" smtClean="0">
                <a:latin typeface="Times New Roman" pitchFamily="18" charset="0"/>
              </a:rPr>
            </a:br>
            <a:r>
              <a:rPr lang="zh-CN" altLang="en-US" sz="3200" dirty="0" smtClean="0">
                <a:latin typeface="Times New Roman" pitchFamily="18" charset="0"/>
              </a:rPr>
              <a:t>	</a:t>
            </a:r>
            <a:r>
              <a:rPr lang="en-US" altLang="zh-CN" sz="3200" dirty="0" smtClean="0">
                <a:latin typeface="Times New Roman" pitchFamily="18" charset="0"/>
              </a:rPr>
              <a:t>1) G=</a:t>
            </a:r>
            <a:r>
              <a:rPr lang="en-US" altLang="zh-CN" sz="3200" dirty="0" smtClean="0">
                <a:latin typeface="Times New Roman" pitchFamily="18" charset="0"/>
                <a:sym typeface="Symbol" pitchFamily="18" charset="2"/>
              </a:rPr>
              <a:t></a:t>
            </a:r>
            <a:r>
              <a:rPr lang="en-US" altLang="zh-CN" sz="3200" dirty="0" smtClean="0">
                <a:latin typeface="Times New Roman" pitchFamily="18" charset="0"/>
              </a:rPr>
              <a:t>x</a:t>
            </a:r>
            <a:r>
              <a:rPr lang="en-US" altLang="zh-CN" sz="3200" dirty="0" smtClean="0">
                <a:solidFill>
                  <a:srgbClr val="FFC000"/>
                </a:solidFill>
                <a:latin typeface="Times New Roman" pitchFamily="18" charset="0"/>
              </a:rPr>
              <a:t>(</a:t>
            </a:r>
            <a:r>
              <a:rPr lang="en-US" altLang="zh-CN" sz="3200" dirty="0" smtClean="0">
                <a:latin typeface="Times New Roman" pitchFamily="18" charset="0"/>
              </a:rPr>
              <a:t>P(f(x))</a:t>
            </a:r>
            <a:r>
              <a:rPr lang="en-US" altLang="zh-CN" sz="3200" dirty="0" smtClean="0">
                <a:latin typeface="Times New Roman" pitchFamily="18" charset="0"/>
                <a:sym typeface="Symbol" pitchFamily="18" charset="2"/>
              </a:rPr>
              <a:t></a:t>
            </a:r>
            <a:r>
              <a:rPr lang="en-US" altLang="zh-CN" sz="3200" dirty="0" smtClean="0">
                <a:latin typeface="Times New Roman" pitchFamily="18" charset="0"/>
              </a:rPr>
              <a:t>Q(x</a:t>
            </a:r>
            <a:r>
              <a:rPr lang="zh-CN" altLang="en-US" sz="3200" dirty="0" smtClean="0">
                <a:latin typeface="Times New Roman" pitchFamily="18" charset="0"/>
              </a:rPr>
              <a:t>，</a:t>
            </a:r>
            <a:r>
              <a:rPr lang="en-US" altLang="zh-CN" sz="3200" dirty="0" smtClean="0">
                <a:latin typeface="Times New Roman" pitchFamily="18" charset="0"/>
              </a:rPr>
              <a:t>f(a))</a:t>
            </a:r>
            <a:r>
              <a:rPr lang="en-US" altLang="zh-CN" sz="3200" dirty="0" smtClean="0">
                <a:solidFill>
                  <a:srgbClr val="FFC000"/>
                </a:solidFill>
                <a:latin typeface="Times New Roman" pitchFamily="18" charset="0"/>
              </a:rPr>
              <a:t>)</a:t>
            </a:r>
            <a:r>
              <a:rPr lang="en-US" altLang="zh-CN" sz="3200" dirty="0" smtClean="0">
                <a:latin typeface="Times New Roman" pitchFamily="18" charset="0"/>
              </a:rPr>
              <a:t/>
            </a:r>
            <a:br>
              <a:rPr lang="en-US" altLang="zh-CN" sz="3200" dirty="0" smtClean="0">
                <a:latin typeface="Times New Roman" pitchFamily="18" charset="0"/>
              </a:rPr>
            </a:br>
            <a:r>
              <a:rPr lang="en-US" altLang="zh-CN" sz="3200" dirty="0" smtClean="0">
                <a:latin typeface="Times New Roman" pitchFamily="18" charset="0"/>
              </a:rPr>
              <a:t>	2) H=</a:t>
            </a:r>
            <a:r>
              <a:rPr lang="en-US" altLang="zh-CN" sz="3200" dirty="0" smtClean="0">
                <a:latin typeface="Times New Roman" pitchFamily="18" charset="0"/>
                <a:sym typeface="Symbol" pitchFamily="18" charset="2"/>
              </a:rPr>
              <a:t></a:t>
            </a:r>
            <a:r>
              <a:rPr lang="en-US" altLang="zh-CN" sz="3200" dirty="0" smtClean="0">
                <a:latin typeface="Times New Roman" pitchFamily="18" charset="0"/>
              </a:rPr>
              <a:t>x</a:t>
            </a:r>
            <a:r>
              <a:rPr lang="en-US" altLang="zh-CN" sz="3200" dirty="0" smtClean="0">
                <a:solidFill>
                  <a:srgbClr val="FFC000"/>
                </a:solidFill>
                <a:latin typeface="Times New Roman" pitchFamily="18" charset="0"/>
              </a:rPr>
              <a:t>(</a:t>
            </a:r>
            <a:r>
              <a:rPr lang="en-US" altLang="zh-CN" sz="3200" dirty="0" smtClean="0">
                <a:latin typeface="Times New Roman" pitchFamily="18" charset="0"/>
              </a:rPr>
              <a:t>P(x)</a:t>
            </a:r>
            <a:r>
              <a:rPr lang="en-US" altLang="zh-CN" sz="3200" dirty="0" smtClean="0">
                <a:latin typeface="Times New Roman" pitchFamily="18" charset="0"/>
                <a:sym typeface="Symbol" pitchFamily="18" charset="2"/>
              </a:rPr>
              <a:t></a:t>
            </a:r>
            <a:r>
              <a:rPr lang="en-US" altLang="zh-CN" sz="3200" dirty="0" smtClean="0">
                <a:latin typeface="Times New Roman" pitchFamily="18" charset="0"/>
              </a:rPr>
              <a:t>Q(x</a:t>
            </a:r>
            <a:r>
              <a:rPr lang="zh-CN" altLang="en-US" sz="3200" dirty="0" smtClean="0">
                <a:latin typeface="Times New Roman" pitchFamily="18" charset="0"/>
              </a:rPr>
              <a:t>，</a:t>
            </a:r>
            <a:r>
              <a:rPr lang="en-US" altLang="zh-CN" sz="3200" dirty="0" smtClean="0">
                <a:latin typeface="Times New Roman" pitchFamily="18" charset="0"/>
              </a:rPr>
              <a:t>a)</a:t>
            </a:r>
            <a:r>
              <a:rPr lang="en-US" altLang="zh-CN" sz="3200" dirty="0" smtClean="0">
                <a:solidFill>
                  <a:srgbClr val="FFC000"/>
                </a:solidFill>
                <a:latin typeface="Times New Roman" pitchFamily="18" charset="0"/>
              </a:rPr>
              <a:t>)</a:t>
            </a:r>
          </a:p>
          <a:p>
            <a:pPr marL="0" indent="0" eaLnBrk="1" hangingPunct="1">
              <a:lnSpc>
                <a:spcPct val="90000"/>
              </a:lnSpc>
              <a:tabLst>
                <a:tab pos="193675" algn="l"/>
              </a:tabLst>
              <a:defRPr/>
            </a:pPr>
            <a:r>
              <a:rPr lang="zh-CN" altLang="en-US" sz="3200" dirty="0" smtClean="0">
                <a:latin typeface="Times New Roman" pitchFamily="18" charset="0"/>
              </a:rPr>
              <a:t>设解释</a:t>
            </a:r>
            <a:r>
              <a:rPr lang="en-US" altLang="zh-CN" sz="3200" dirty="0" smtClean="0">
                <a:latin typeface="Times New Roman" pitchFamily="18" charset="0"/>
              </a:rPr>
              <a:t>I</a:t>
            </a:r>
            <a:r>
              <a:rPr lang="zh-CN" altLang="en-US" sz="3200" dirty="0" smtClean="0">
                <a:latin typeface="Times New Roman" pitchFamily="18" charset="0"/>
              </a:rPr>
              <a:t>：</a:t>
            </a:r>
            <a:br>
              <a:rPr lang="zh-CN" altLang="en-US" sz="3200" dirty="0" smtClean="0">
                <a:latin typeface="Times New Roman" pitchFamily="18" charset="0"/>
              </a:rPr>
            </a:br>
            <a:r>
              <a:rPr lang="zh-CN" altLang="en-US" sz="3200" dirty="0" smtClean="0">
                <a:latin typeface="Times New Roman" pitchFamily="18" charset="0"/>
              </a:rPr>
              <a:t>	</a:t>
            </a:r>
            <a:r>
              <a:rPr lang="en-US" altLang="zh-CN" sz="3200" dirty="0" smtClean="0">
                <a:latin typeface="Times New Roman" pitchFamily="18" charset="0"/>
              </a:rPr>
              <a:t>D=</a:t>
            </a:r>
            <a:r>
              <a:rPr lang="en-US" altLang="zh-CN" sz="3200" dirty="0" smtClean="0">
                <a:solidFill>
                  <a:srgbClr val="FFC000"/>
                </a:solidFill>
                <a:latin typeface="Times New Roman" pitchFamily="18" charset="0"/>
              </a:rPr>
              <a:t>{2</a:t>
            </a:r>
            <a:r>
              <a:rPr lang="zh-CN" altLang="en-US" sz="3200" dirty="0" smtClean="0">
                <a:solidFill>
                  <a:srgbClr val="FFC000"/>
                </a:solidFill>
                <a:latin typeface="Times New Roman" pitchFamily="18" charset="0"/>
              </a:rPr>
              <a:t>，</a:t>
            </a:r>
            <a:r>
              <a:rPr lang="en-US" altLang="zh-CN" sz="3200" dirty="0" smtClean="0">
                <a:solidFill>
                  <a:srgbClr val="FFC000"/>
                </a:solidFill>
                <a:latin typeface="Times New Roman" pitchFamily="18" charset="0"/>
              </a:rPr>
              <a:t>3}</a:t>
            </a:r>
            <a:r>
              <a:rPr lang="en-US" altLang="zh-CN" sz="3200" dirty="0" smtClean="0">
                <a:latin typeface="Times New Roman" pitchFamily="18" charset="0"/>
              </a:rPr>
              <a:t/>
            </a:r>
            <a:br>
              <a:rPr lang="en-US" altLang="zh-CN" sz="3200" dirty="0" smtClean="0">
                <a:latin typeface="Times New Roman" pitchFamily="18" charset="0"/>
              </a:rPr>
            </a:br>
            <a:r>
              <a:rPr lang="en-US" altLang="zh-CN" sz="3200" dirty="0" smtClean="0">
                <a:latin typeface="Times New Roman" pitchFamily="18" charset="0"/>
              </a:rPr>
              <a:t> 	</a:t>
            </a:r>
            <a:r>
              <a:rPr lang="en-US" altLang="zh-CN" sz="3200" u="sng" dirty="0" smtClean="0">
                <a:latin typeface="Times New Roman" pitchFamily="18" charset="0"/>
              </a:rPr>
              <a:t> a  </a:t>
            </a:r>
            <a:r>
              <a:rPr lang="en-US" altLang="zh-CN" sz="3200" dirty="0" smtClean="0">
                <a:latin typeface="Times New Roman" pitchFamily="18" charset="0"/>
              </a:rPr>
              <a:t> </a:t>
            </a:r>
            <a:r>
              <a:rPr lang="en-US" altLang="zh-CN" sz="3200" u="sng" dirty="0" smtClean="0">
                <a:latin typeface="Times New Roman" pitchFamily="18" charset="0"/>
              </a:rPr>
              <a:t> </a:t>
            </a:r>
            <a:br>
              <a:rPr lang="en-US" altLang="zh-CN" sz="3200" u="sng" dirty="0" smtClean="0">
                <a:latin typeface="Times New Roman" pitchFamily="18" charset="0"/>
              </a:rPr>
            </a:br>
            <a:r>
              <a:rPr lang="en-US" altLang="zh-CN" sz="3200" dirty="0" smtClean="0">
                <a:latin typeface="Times New Roman" pitchFamily="18" charset="0"/>
              </a:rPr>
              <a:t> 	 2</a:t>
            </a:r>
            <a:br>
              <a:rPr lang="en-US" altLang="zh-CN" sz="3200" dirty="0" smtClean="0">
                <a:latin typeface="Times New Roman" pitchFamily="18" charset="0"/>
              </a:rPr>
            </a:br>
            <a:r>
              <a:rPr lang="en-US" altLang="zh-CN" sz="3200" dirty="0" smtClean="0">
                <a:latin typeface="Times New Roman" pitchFamily="18" charset="0"/>
              </a:rPr>
              <a:t>	</a:t>
            </a:r>
            <a:r>
              <a:rPr lang="en-US" altLang="zh-CN" sz="3200" u="sng" dirty="0" smtClean="0">
                <a:latin typeface="Times New Roman" pitchFamily="18" charset="0"/>
              </a:rPr>
              <a:t> f(2)   f(3)  </a:t>
            </a:r>
            <a:br>
              <a:rPr lang="en-US" altLang="zh-CN" sz="3200" u="sng" dirty="0" smtClean="0">
                <a:latin typeface="Times New Roman" pitchFamily="18" charset="0"/>
              </a:rPr>
            </a:br>
            <a:r>
              <a:rPr lang="en-US" altLang="zh-CN" sz="3200" dirty="0" smtClean="0">
                <a:latin typeface="Times New Roman" pitchFamily="18" charset="0"/>
              </a:rPr>
              <a:t> 	   3       2</a:t>
            </a:r>
            <a:br>
              <a:rPr lang="en-US" altLang="zh-CN" sz="3200" dirty="0" smtClean="0">
                <a:latin typeface="Times New Roman" pitchFamily="18" charset="0"/>
              </a:rPr>
            </a:br>
            <a:r>
              <a:rPr lang="en-US" altLang="zh-CN" sz="3200" dirty="0" smtClean="0">
                <a:latin typeface="Times New Roman" pitchFamily="18" charset="0"/>
              </a:rPr>
              <a:t>	</a:t>
            </a:r>
            <a:r>
              <a:rPr lang="en-US" altLang="zh-CN" sz="3200" u="sng" dirty="0" smtClean="0">
                <a:latin typeface="Times New Roman" pitchFamily="18" charset="0"/>
              </a:rPr>
              <a:t> P(2)   P(3)   Q(2, 2)   Q(2, 3)   Q(3, 2)   Q(3, 3)  </a:t>
            </a:r>
            <a:br>
              <a:rPr lang="en-US" altLang="zh-CN" sz="3200" u="sng" dirty="0" smtClean="0">
                <a:latin typeface="Times New Roman" pitchFamily="18" charset="0"/>
              </a:rPr>
            </a:br>
            <a:r>
              <a:rPr lang="en-US" altLang="zh-CN" sz="3200" dirty="0" smtClean="0">
                <a:latin typeface="Times New Roman" pitchFamily="18" charset="0"/>
              </a:rPr>
              <a:t>	    0        1           1             1             0            </a:t>
            </a:r>
            <a:r>
              <a:rPr lang="en-US" altLang="zh-CN" sz="3200" b="1" dirty="0" smtClean="0">
                <a:latin typeface="Times New Roman" pitchFamily="18" charset="0"/>
              </a:rPr>
              <a:t> 1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6C540AD-8FBE-42A6-A712-E8781E50C7B8}" type="slidenum">
              <a:rPr lang="en-US" altLang="zh-CN" smtClean="0"/>
              <a:pPr>
                <a:defRPr/>
              </a:pPr>
              <a:t>40</a:t>
            </a:fld>
            <a:endParaRPr lang="en-US" altLang="zh-CN"/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23446"/>
            <a:ext cx="7772400" cy="646331"/>
          </a:xfrm>
        </p:spPr>
        <p:txBody>
          <a:bodyPr/>
          <a:lstStyle/>
          <a:p>
            <a:pPr algn="l" eaLnBrk="1" hangingPunct="1">
              <a:defRPr/>
            </a:pPr>
            <a:r>
              <a:rPr lang="zh-CN" altLang="en-US" sz="3600" dirty="0" smtClean="0"/>
              <a:t>例</a:t>
            </a:r>
          </a:p>
        </p:txBody>
      </p:sp>
      <p:sp>
        <p:nvSpPr>
          <p:cNvPr id="55299" name="Rectangle 3"/>
          <p:cNvSpPr>
            <a:spLocks noGrp="1" noChangeArrowheads="1"/>
          </p:cNvSpPr>
          <p:nvPr>
            <p:ph idx="1"/>
          </p:nvPr>
        </p:nvSpPr>
        <p:spPr>
          <a:xfrm>
            <a:off x="76200" y="596033"/>
            <a:ext cx="8991600" cy="6174656"/>
          </a:xfrm>
        </p:spPr>
        <p:txBody>
          <a:bodyPr/>
          <a:lstStyle/>
          <a:p>
            <a:pPr marL="0" indent="0" eaLnBrk="1" hangingPunct="1">
              <a:spcBef>
                <a:spcPts val="0"/>
              </a:spcBef>
              <a:tabLst>
                <a:tab pos="1428750" algn="l"/>
                <a:tab pos="1814513" algn="l"/>
              </a:tabLst>
              <a:defRPr/>
            </a:pPr>
            <a:r>
              <a:rPr lang="zh-CN" altLang="en-US" sz="2800" dirty="0" smtClean="0">
                <a:latin typeface="Times New Roman" pitchFamily="18" charset="0"/>
              </a:rPr>
              <a:t>设解释</a:t>
            </a:r>
            <a:r>
              <a:rPr lang="en-US" altLang="zh-CN" sz="2800" dirty="0" smtClean="0">
                <a:latin typeface="Times New Roman" pitchFamily="18" charset="0"/>
              </a:rPr>
              <a:t>I</a:t>
            </a:r>
            <a:r>
              <a:rPr lang="zh-CN" altLang="en-US" sz="2800" dirty="0" smtClean="0">
                <a:latin typeface="Times New Roman" pitchFamily="18" charset="0"/>
              </a:rPr>
              <a:t>：</a:t>
            </a:r>
            <a:br>
              <a:rPr lang="zh-CN" altLang="en-US" sz="2800" dirty="0" smtClean="0">
                <a:latin typeface="Times New Roman" pitchFamily="18" charset="0"/>
              </a:rPr>
            </a:br>
            <a:r>
              <a:rPr lang="en-US" altLang="zh-CN" sz="2800" dirty="0" smtClean="0">
                <a:latin typeface="Times New Roman" pitchFamily="18" charset="0"/>
              </a:rPr>
              <a:t>D=</a:t>
            </a:r>
            <a:r>
              <a:rPr lang="en-US" altLang="zh-CN" sz="2800" dirty="0" smtClean="0">
                <a:solidFill>
                  <a:srgbClr val="FFC000"/>
                </a:solidFill>
                <a:latin typeface="Times New Roman" pitchFamily="18" charset="0"/>
              </a:rPr>
              <a:t>{2</a:t>
            </a:r>
            <a:r>
              <a:rPr lang="zh-CN" altLang="en-US" sz="2800" dirty="0" smtClean="0">
                <a:solidFill>
                  <a:srgbClr val="FFC000"/>
                </a:solidFill>
                <a:latin typeface="Times New Roman" pitchFamily="18" charset="0"/>
              </a:rPr>
              <a:t>，</a:t>
            </a:r>
            <a:r>
              <a:rPr lang="en-US" altLang="zh-CN" sz="2800" dirty="0" smtClean="0">
                <a:solidFill>
                  <a:srgbClr val="FFC000"/>
                </a:solidFill>
                <a:latin typeface="Times New Roman" pitchFamily="18" charset="0"/>
              </a:rPr>
              <a:t>3}</a:t>
            </a:r>
            <a:r>
              <a:rPr lang="en-US" altLang="zh-CN" sz="2800" dirty="0" smtClean="0">
                <a:latin typeface="Times New Roman" pitchFamily="18" charset="0"/>
              </a:rPr>
              <a:t/>
            </a:r>
            <a:br>
              <a:rPr lang="en-US" altLang="zh-CN" sz="2800" dirty="0" smtClean="0">
                <a:latin typeface="Times New Roman" pitchFamily="18" charset="0"/>
              </a:rPr>
            </a:br>
            <a:r>
              <a:rPr lang="en-US" altLang="zh-CN" sz="2800" dirty="0" smtClean="0">
                <a:latin typeface="Times New Roman" pitchFamily="18" charset="0"/>
              </a:rPr>
              <a:t> </a:t>
            </a:r>
            <a:r>
              <a:rPr lang="en-US" altLang="zh-CN" sz="2800" u="sng" dirty="0" smtClean="0">
                <a:latin typeface="Times New Roman" pitchFamily="18" charset="0"/>
              </a:rPr>
              <a:t> a  </a:t>
            </a:r>
            <a:r>
              <a:rPr lang="en-US" altLang="zh-CN" sz="2800" dirty="0" smtClean="0">
                <a:latin typeface="Times New Roman" pitchFamily="18" charset="0"/>
              </a:rPr>
              <a:t> </a:t>
            </a:r>
            <a:r>
              <a:rPr lang="en-US" altLang="zh-CN" sz="2800" u="sng" dirty="0" smtClean="0">
                <a:latin typeface="Times New Roman" pitchFamily="18" charset="0"/>
              </a:rPr>
              <a:t> </a:t>
            </a:r>
            <a:br>
              <a:rPr lang="en-US" altLang="zh-CN" sz="2800" u="sng" dirty="0" smtClean="0">
                <a:latin typeface="Times New Roman" pitchFamily="18" charset="0"/>
              </a:rPr>
            </a:br>
            <a:r>
              <a:rPr lang="en-US" altLang="zh-CN" sz="2800" dirty="0" smtClean="0">
                <a:latin typeface="Times New Roman" pitchFamily="18" charset="0"/>
              </a:rPr>
              <a:t>  2</a:t>
            </a:r>
            <a:br>
              <a:rPr lang="en-US" altLang="zh-CN" sz="2800" dirty="0" smtClean="0">
                <a:latin typeface="Times New Roman" pitchFamily="18" charset="0"/>
              </a:rPr>
            </a:br>
            <a:r>
              <a:rPr lang="en-US" altLang="zh-CN" sz="2800" u="sng" dirty="0" smtClean="0">
                <a:latin typeface="Times New Roman" pitchFamily="18" charset="0"/>
              </a:rPr>
              <a:t> f(2)   f(3)  </a:t>
            </a:r>
            <a:br>
              <a:rPr lang="en-US" altLang="zh-CN" sz="2800" u="sng" dirty="0" smtClean="0">
                <a:latin typeface="Times New Roman" pitchFamily="18" charset="0"/>
              </a:rPr>
            </a:br>
            <a:r>
              <a:rPr lang="en-US" altLang="zh-CN" sz="2800" dirty="0" smtClean="0">
                <a:latin typeface="Times New Roman" pitchFamily="18" charset="0"/>
              </a:rPr>
              <a:t> 3       2</a:t>
            </a:r>
            <a:br>
              <a:rPr lang="en-US" altLang="zh-CN" sz="2800" dirty="0" smtClean="0">
                <a:latin typeface="Times New Roman" pitchFamily="18" charset="0"/>
              </a:rPr>
            </a:br>
            <a:r>
              <a:rPr lang="en-US" altLang="zh-CN" sz="2800" u="sng" dirty="0" smtClean="0">
                <a:latin typeface="Times New Roman" pitchFamily="18" charset="0"/>
              </a:rPr>
              <a:t>P(2)   P(3)   Q(2, 2)   Q(2, 3)   Q(3, 2)   Q(3, 3)  </a:t>
            </a:r>
            <a:br>
              <a:rPr lang="en-US" altLang="zh-CN" sz="2800" u="sng" dirty="0" smtClean="0">
                <a:latin typeface="Times New Roman" pitchFamily="18" charset="0"/>
              </a:rPr>
            </a:br>
            <a:r>
              <a:rPr lang="en-US" altLang="zh-CN" sz="2800" dirty="0" smtClean="0">
                <a:latin typeface="Times New Roman" pitchFamily="18" charset="0"/>
              </a:rPr>
              <a:t>    0        1           1             1             0            </a:t>
            </a:r>
            <a:r>
              <a:rPr lang="en-US" altLang="zh-CN" sz="2800" b="1" dirty="0" smtClean="0">
                <a:latin typeface="Times New Roman" pitchFamily="18" charset="0"/>
              </a:rPr>
              <a:t> 1</a:t>
            </a:r>
            <a:endParaRPr lang="en-US" altLang="zh-CN" sz="2800" b="1" dirty="0">
              <a:latin typeface="Times New Roman" pitchFamily="18" charset="0"/>
            </a:endParaRPr>
          </a:p>
          <a:p>
            <a:pPr marL="0" indent="0" eaLnBrk="1" hangingPunct="1">
              <a:lnSpc>
                <a:spcPct val="114000"/>
              </a:lnSpc>
              <a:spcBef>
                <a:spcPts val="0"/>
              </a:spcBef>
              <a:tabLst>
                <a:tab pos="1428750" algn="l"/>
                <a:tab pos="1814513" algn="l"/>
              </a:tabLst>
              <a:defRPr/>
            </a:pPr>
            <a:r>
              <a:rPr lang="en-US" altLang="zh-CN" sz="3000" dirty="0">
                <a:latin typeface="Times New Roman" pitchFamily="18" charset="0"/>
              </a:rPr>
              <a:t>G=</a:t>
            </a:r>
            <a:r>
              <a:rPr lang="en-US" altLang="zh-CN" sz="3000" dirty="0">
                <a:latin typeface="Times New Roman" pitchFamily="18" charset="0"/>
                <a:sym typeface="Symbol" pitchFamily="18" charset="2"/>
              </a:rPr>
              <a:t></a:t>
            </a:r>
            <a:r>
              <a:rPr lang="en-US" altLang="zh-CN" sz="3000" dirty="0">
                <a:latin typeface="Times New Roman" pitchFamily="18" charset="0"/>
              </a:rPr>
              <a:t>x</a:t>
            </a:r>
            <a:r>
              <a:rPr lang="en-US" altLang="zh-CN" sz="3000" dirty="0">
                <a:solidFill>
                  <a:srgbClr val="FFC000"/>
                </a:solidFill>
                <a:latin typeface="Times New Roman" pitchFamily="18" charset="0"/>
              </a:rPr>
              <a:t>(</a:t>
            </a:r>
            <a:r>
              <a:rPr lang="en-US" altLang="zh-CN" sz="3000" dirty="0">
                <a:latin typeface="Times New Roman" pitchFamily="18" charset="0"/>
              </a:rPr>
              <a:t>P(f(x))</a:t>
            </a:r>
            <a:r>
              <a:rPr lang="en-US" altLang="zh-CN" sz="3000" dirty="0">
                <a:latin typeface="Times New Roman" pitchFamily="18" charset="0"/>
                <a:sym typeface="Symbol" pitchFamily="18" charset="2"/>
              </a:rPr>
              <a:t></a:t>
            </a:r>
            <a:r>
              <a:rPr lang="en-US" altLang="zh-CN" sz="3000" dirty="0">
                <a:latin typeface="Times New Roman" pitchFamily="18" charset="0"/>
              </a:rPr>
              <a:t>Q(x</a:t>
            </a:r>
            <a:r>
              <a:rPr lang="zh-CN" altLang="en-US" sz="3000" dirty="0">
                <a:latin typeface="Times New Roman" pitchFamily="18" charset="0"/>
              </a:rPr>
              <a:t>，</a:t>
            </a:r>
            <a:r>
              <a:rPr lang="en-US" altLang="zh-CN" sz="3000" dirty="0">
                <a:latin typeface="Times New Roman" pitchFamily="18" charset="0"/>
              </a:rPr>
              <a:t>f(a))</a:t>
            </a:r>
            <a:r>
              <a:rPr lang="en-US" altLang="zh-CN" sz="3000" dirty="0">
                <a:solidFill>
                  <a:srgbClr val="FFC000"/>
                </a:solidFill>
                <a:latin typeface="Times New Roman" pitchFamily="18" charset="0"/>
              </a:rPr>
              <a:t>)</a:t>
            </a:r>
            <a:r>
              <a:rPr lang="en-US" altLang="zh-CN" sz="3000" dirty="0">
                <a:latin typeface="Times New Roman" pitchFamily="18" charset="0"/>
              </a:rPr>
              <a:t/>
            </a:r>
            <a:br>
              <a:rPr lang="en-US" altLang="zh-CN" sz="3000" dirty="0">
                <a:latin typeface="Times New Roman" pitchFamily="18" charset="0"/>
              </a:rPr>
            </a:br>
            <a:r>
              <a:rPr lang="en-US" altLang="zh-CN" sz="3000" dirty="0" smtClean="0">
                <a:solidFill>
                  <a:schemeClr val="tx2"/>
                </a:solidFill>
                <a:latin typeface="Times New Roman" pitchFamily="18" charset="0"/>
              </a:rPr>
              <a:t>T</a:t>
            </a:r>
            <a:r>
              <a:rPr lang="en-US" altLang="zh-CN" sz="3000" baseline="-30000" dirty="0" smtClean="0">
                <a:solidFill>
                  <a:schemeClr val="tx2"/>
                </a:solidFill>
                <a:latin typeface="Times New Roman" pitchFamily="18" charset="0"/>
              </a:rPr>
              <a:t>I</a:t>
            </a:r>
            <a:r>
              <a:rPr lang="en-US" altLang="zh-CN" sz="3000" dirty="0" smtClean="0">
                <a:solidFill>
                  <a:schemeClr val="tx2"/>
                </a:solidFill>
                <a:latin typeface="Times New Roman" pitchFamily="18" charset="0"/>
              </a:rPr>
              <a:t>(G)</a:t>
            </a:r>
            <a:r>
              <a:rPr lang="en-US" altLang="zh-CN" sz="3000" dirty="0" smtClean="0">
                <a:latin typeface="Times New Roman" pitchFamily="18" charset="0"/>
              </a:rPr>
              <a:t> = T</a:t>
            </a:r>
            <a:r>
              <a:rPr lang="en-US" altLang="zh-CN" sz="3000" baseline="-30000" dirty="0" smtClean="0">
                <a:latin typeface="Times New Roman" pitchFamily="18" charset="0"/>
              </a:rPr>
              <a:t>I</a:t>
            </a:r>
            <a:r>
              <a:rPr lang="en-US" altLang="zh-CN" sz="3000" dirty="0" smtClean="0">
                <a:latin typeface="Times New Roman" pitchFamily="18" charset="0"/>
              </a:rPr>
              <a:t>((P(f(2))</a:t>
            </a:r>
            <a:r>
              <a:rPr lang="en-US" altLang="zh-CN" sz="3000" dirty="0" smtClean="0">
                <a:latin typeface="Times New Roman" pitchFamily="18" charset="0"/>
                <a:sym typeface="Symbol" pitchFamily="18" charset="2"/>
              </a:rPr>
              <a:t></a:t>
            </a:r>
            <a:r>
              <a:rPr lang="en-US" altLang="zh-CN" sz="3000" dirty="0" smtClean="0">
                <a:latin typeface="Times New Roman" pitchFamily="18" charset="0"/>
              </a:rPr>
              <a:t>Q(2, f(2)))</a:t>
            </a:r>
            <a:r>
              <a:rPr lang="en-US" altLang="zh-CN" sz="3000" dirty="0" smtClean="0">
                <a:latin typeface="Times New Roman" pitchFamily="18" charset="0"/>
                <a:sym typeface="Symbol" pitchFamily="18" charset="2"/>
              </a:rPr>
              <a:t></a:t>
            </a:r>
            <a:r>
              <a:rPr lang="en-US" altLang="zh-CN" sz="3000" dirty="0">
                <a:latin typeface="Times New Roman" pitchFamily="18" charset="0"/>
              </a:rPr>
              <a:t>(P(f(3</a:t>
            </a:r>
            <a:r>
              <a:rPr lang="en-US" altLang="zh-CN" sz="3000" dirty="0" smtClean="0">
                <a:latin typeface="Times New Roman" pitchFamily="18" charset="0"/>
              </a:rPr>
              <a:t>)) </a:t>
            </a:r>
            <a:r>
              <a:rPr lang="en-US" altLang="zh-CN" sz="3000" dirty="0" smtClean="0">
                <a:latin typeface="Times New Roman" pitchFamily="18" charset="0"/>
                <a:sym typeface="Symbol" pitchFamily="18" charset="2"/>
              </a:rPr>
              <a:t></a:t>
            </a:r>
            <a:r>
              <a:rPr lang="en-US" altLang="zh-CN" sz="3000" dirty="0">
                <a:latin typeface="Times New Roman" pitchFamily="18" charset="0"/>
              </a:rPr>
              <a:t>Q(3, f(2))</a:t>
            </a:r>
            <a:r>
              <a:rPr lang="en-US" altLang="zh-CN" sz="3000" dirty="0" smtClean="0">
                <a:latin typeface="Times New Roman" pitchFamily="18" charset="0"/>
              </a:rPr>
              <a:t>	</a:t>
            </a:r>
          </a:p>
          <a:p>
            <a:pPr marL="0" indent="0" eaLnBrk="1" hangingPunct="1">
              <a:lnSpc>
                <a:spcPct val="114000"/>
              </a:lnSpc>
              <a:spcBef>
                <a:spcPts val="0"/>
              </a:spcBef>
              <a:buNone/>
              <a:tabLst>
                <a:tab pos="1428750" algn="l"/>
                <a:tab pos="1814513" algn="l"/>
              </a:tabLst>
              <a:defRPr/>
            </a:pPr>
            <a:r>
              <a:rPr lang="en-US" altLang="zh-CN" sz="3000" dirty="0">
                <a:latin typeface="Times New Roman" pitchFamily="18" charset="0"/>
              </a:rPr>
              <a:t> </a:t>
            </a:r>
            <a:r>
              <a:rPr lang="en-US" altLang="zh-CN" sz="3000" dirty="0" smtClean="0">
                <a:latin typeface="Times New Roman" pitchFamily="18" charset="0"/>
              </a:rPr>
              <a:t>        = T</a:t>
            </a:r>
            <a:r>
              <a:rPr lang="en-US" altLang="zh-CN" sz="3000" baseline="-30000" dirty="0" smtClean="0">
                <a:latin typeface="Times New Roman" pitchFamily="18" charset="0"/>
              </a:rPr>
              <a:t>I</a:t>
            </a:r>
            <a:r>
              <a:rPr lang="en-US" altLang="zh-CN" sz="3000" dirty="0" smtClean="0">
                <a:latin typeface="Times New Roman" pitchFamily="18" charset="0"/>
              </a:rPr>
              <a:t>((P(3)</a:t>
            </a:r>
            <a:r>
              <a:rPr lang="en-US" altLang="zh-CN" sz="3000" dirty="0" smtClean="0">
                <a:latin typeface="Times New Roman" pitchFamily="18" charset="0"/>
                <a:sym typeface="Symbol" pitchFamily="18" charset="2"/>
              </a:rPr>
              <a:t></a:t>
            </a:r>
            <a:r>
              <a:rPr lang="en-US" altLang="zh-CN" sz="3000" dirty="0" smtClean="0">
                <a:latin typeface="Times New Roman" pitchFamily="18" charset="0"/>
              </a:rPr>
              <a:t>Q(2</a:t>
            </a:r>
            <a:r>
              <a:rPr lang="zh-CN" altLang="en-US" sz="3000" dirty="0" smtClean="0">
                <a:latin typeface="Times New Roman" pitchFamily="18" charset="0"/>
              </a:rPr>
              <a:t>，</a:t>
            </a:r>
            <a:r>
              <a:rPr lang="en-US" altLang="zh-CN" sz="3000" dirty="0" smtClean="0">
                <a:latin typeface="Times New Roman" pitchFamily="18" charset="0"/>
              </a:rPr>
              <a:t>3))</a:t>
            </a:r>
            <a:r>
              <a:rPr lang="en-US" altLang="zh-CN" sz="3000" dirty="0" smtClean="0">
                <a:latin typeface="Times New Roman" pitchFamily="18" charset="0"/>
                <a:sym typeface="Symbol" pitchFamily="18" charset="2"/>
              </a:rPr>
              <a:t></a:t>
            </a:r>
            <a:r>
              <a:rPr lang="en-US" altLang="zh-CN" sz="3000" dirty="0" smtClean="0">
                <a:latin typeface="Times New Roman" pitchFamily="18" charset="0"/>
              </a:rPr>
              <a:t>(P(2)</a:t>
            </a:r>
            <a:r>
              <a:rPr lang="en-US" altLang="zh-CN" sz="3000" dirty="0" smtClean="0">
                <a:latin typeface="Times New Roman" pitchFamily="18" charset="0"/>
                <a:sym typeface="Symbol" pitchFamily="18" charset="2"/>
              </a:rPr>
              <a:t></a:t>
            </a:r>
            <a:r>
              <a:rPr lang="en-US" altLang="zh-CN" sz="3000" dirty="0" smtClean="0">
                <a:latin typeface="Times New Roman" pitchFamily="18" charset="0"/>
              </a:rPr>
              <a:t>Q(3</a:t>
            </a:r>
            <a:r>
              <a:rPr lang="zh-CN" altLang="en-US" sz="3000" dirty="0" smtClean="0">
                <a:latin typeface="Times New Roman" pitchFamily="18" charset="0"/>
              </a:rPr>
              <a:t>，</a:t>
            </a:r>
            <a:r>
              <a:rPr lang="en-US" altLang="zh-CN" sz="3000" dirty="0" smtClean="0">
                <a:latin typeface="Times New Roman" pitchFamily="18" charset="0"/>
              </a:rPr>
              <a:t>3)))</a:t>
            </a:r>
            <a:br>
              <a:rPr lang="en-US" altLang="zh-CN" sz="3000" dirty="0" smtClean="0">
                <a:latin typeface="Times New Roman" pitchFamily="18" charset="0"/>
              </a:rPr>
            </a:br>
            <a:r>
              <a:rPr lang="en-US" altLang="zh-CN" sz="3000" dirty="0" smtClean="0">
                <a:latin typeface="Times New Roman" pitchFamily="18" charset="0"/>
              </a:rPr>
              <a:t>         =(1</a:t>
            </a:r>
            <a:r>
              <a:rPr lang="en-US" altLang="zh-CN" sz="3000" dirty="0" smtClean="0">
                <a:latin typeface="Times New Roman" pitchFamily="18" charset="0"/>
                <a:sym typeface="Symbol" pitchFamily="18" charset="2"/>
              </a:rPr>
              <a:t></a:t>
            </a:r>
            <a:r>
              <a:rPr lang="en-US" altLang="zh-CN" sz="3000" dirty="0" smtClean="0">
                <a:latin typeface="Times New Roman" pitchFamily="18" charset="0"/>
              </a:rPr>
              <a:t>1)</a:t>
            </a:r>
            <a:r>
              <a:rPr lang="en-US" altLang="zh-CN" sz="3000" dirty="0" smtClean="0">
                <a:latin typeface="Times New Roman" pitchFamily="18" charset="0"/>
                <a:sym typeface="Symbol" pitchFamily="18" charset="2"/>
              </a:rPr>
              <a:t></a:t>
            </a:r>
            <a:r>
              <a:rPr lang="en-US" altLang="zh-CN" sz="3000" dirty="0" smtClean="0">
                <a:latin typeface="Times New Roman" pitchFamily="18" charset="0"/>
              </a:rPr>
              <a:t>(0</a:t>
            </a:r>
            <a:r>
              <a:rPr lang="en-US" altLang="zh-CN" sz="3000" dirty="0" smtClean="0">
                <a:latin typeface="Times New Roman" pitchFamily="18" charset="0"/>
                <a:sym typeface="Symbol" pitchFamily="18" charset="2"/>
              </a:rPr>
              <a:t></a:t>
            </a:r>
            <a:r>
              <a:rPr lang="en-US" altLang="zh-CN" sz="3000" dirty="0" smtClean="0">
                <a:latin typeface="Times New Roman" pitchFamily="18" charset="0"/>
              </a:rPr>
              <a:t>1) =1</a:t>
            </a:r>
            <a:br>
              <a:rPr lang="en-US" altLang="zh-CN" sz="3000" dirty="0" smtClean="0">
                <a:latin typeface="Times New Roman" pitchFamily="18" charset="0"/>
              </a:rPr>
            </a:br>
            <a:r>
              <a:rPr lang="en-US" altLang="zh-CN" sz="3000" dirty="0" smtClean="0">
                <a:latin typeface="Times New Roman" pitchFamily="18" charset="0"/>
              </a:rPr>
              <a:t>	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1F0C67-2311-4D6D-B498-8856F6C2FD44}" type="slidenum">
              <a:rPr lang="en-US" altLang="zh-CN" smtClean="0"/>
              <a:pPr>
                <a:defRPr/>
              </a:pPr>
              <a:t>41</a:t>
            </a:fld>
            <a:endParaRPr lang="en-US" altLang="zh-CN"/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>
              <a:defRPr/>
            </a:pPr>
            <a:r>
              <a:rPr lang="zh-CN" altLang="en-US" sz="3600" dirty="0" smtClean="0"/>
              <a:t>例</a:t>
            </a:r>
          </a:p>
        </p:txBody>
      </p:sp>
      <p:sp>
        <p:nvSpPr>
          <p:cNvPr id="55299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838200"/>
            <a:ext cx="8352928" cy="5791200"/>
          </a:xfrm>
        </p:spPr>
        <p:txBody>
          <a:bodyPr/>
          <a:lstStyle/>
          <a:p>
            <a:pPr marL="0" indent="0" eaLnBrk="1" hangingPunct="1">
              <a:spcBef>
                <a:spcPts val="0"/>
              </a:spcBef>
              <a:tabLst>
                <a:tab pos="1428750" algn="l"/>
                <a:tab pos="1814513" algn="l"/>
              </a:tabLst>
              <a:defRPr/>
            </a:pPr>
            <a:r>
              <a:rPr lang="zh-CN" altLang="en-US" sz="2900" dirty="0">
                <a:latin typeface="Times New Roman" pitchFamily="18" charset="0"/>
              </a:rPr>
              <a:t>设解释</a:t>
            </a:r>
            <a:r>
              <a:rPr lang="en-US" altLang="zh-CN" sz="2900" dirty="0">
                <a:latin typeface="Times New Roman" pitchFamily="18" charset="0"/>
              </a:rPr>
              <a:t>I</a:t>
            </a:r>
            <a:r>
              <a:rPr lang="zh-CN" altLang="en-US" sz="2900" dirty="0">
                <a:latin typeface="Times New Roman" pitchFamily="18" charset="0"/>
              </a:rPr>
              <a:t>：</a:t>
            </a:r>
            <a:br>
              <a:rPr lang="zh-CN" altLang="en-US" sz="2900" dirty="0">
                <a:latin typeface="Times New Roman" pitchFamily="18" charset="0"/>
              </a:rPr>
            </a:br>
            <a:r>
              <a:rPr lang="en-US" altLang="zh-CN" sz="2900" dirty="0" smtClean="0">
                <a:latin typeface="Times New Roman" pitchFamily="18" charset="0"/>
              </a:rPr>
              <a:t>D</a:t>
            </a:r>
            <a:r>
              <a:rPr lang="en-US" altLang="zh-CN" sz="2900" dirty="0">
                <a:latin typeface="Times New Roman" pitchFamily="18" charset="0"/>
              </a:rPr>
              <a:t>=</a:t>
            </a:r>
            <a:r>
              <a:rPr lang="en-US" altLang="zh-CN" sz="2900" dirty="0">
                <a:solidFill>
                  <a:srgbClr val="FFC000"/>
                </a:solidFill>
                <a:latin typeface="Times New Roman" pitchFamily="18" charset="0"/>
              </a:rPr>
              <a:t>{2</a:t>
            </a:r>
            <a:r>
              <a:rPr lang="zh-CN" altLang="en-US" sz="2900" dirty="0">
                <a:solidFill>
                  <a:srgbClr val="FFC000"/>
                </a:solidFill>
                <a:latin typeface="Times New Roman" pitchFamily="18" charset="0"/>
              </a:rPr>
              <a:t>，</a:t>
            </a:r>
            <a:r>
              <a:rPr lang="en-US" altLang="zh-CN" sz="2900" dirty="0">
                <a:solidFill>
                  <a:srgbClr val="FFC000"/>
                </a:solidFill>
                <a:latin typeface="Times New Roman" pitchFamily="18" charset="0"/>
              </a:rPr>
              <a:t>3}</a:t>
            </a:r>
            <a:r>
              <a:rPr lang="en-US" altLang="zh-CN" sz="2900" dirty="0">
                <a:latin typeface="Times New Roman" pitchFamily="18" charset="0"/>
              </a:rPr>
              <a:t/>
            </a:r>
            <a:br>
              <a:rPr lang="en-US" altLang="zh-CN" sz="2900" dirty="0">
                <a:latin typeface="Times New Roman" pitchFamily="18" charset="0"/>
              </a:rPr>
            </a:br>
            <a:r>
              <a:rPr lang="en-US" altLang="zh-CN" sz="2900" dirty="0">
                <a:latin typeface="Times New Roman" pitchFamily="18" charset="0"/>
              </a:rPr>
              <a:t> </a:t>
            </a:r>
            <a:r>
              <a:rPr lang="en-US" altLang="zh-CN" sz="2900" u="sng" dirty="0" smtClean="0">
                <a:latin typeface="Times New Roman" pitchFamily="18" charset="0"/>
              </a:rPr>
              <a:t> </a:t>
            </a:r>
            <a:r>
              <a:rPr lang="en-US" altLang="zh-CN" sz="2900" u="sng" dirty="0">
                <a:latin typeface="Times New Roman" pitchFamily="18" charset="0"/>
              </a:rPr>
              <a:t>a  </a:t>
            </a:r>
            <a:r>
              <a:rPr lang="en-US" altLang="zh-CN" sz="2900" dirty="0">
                <a:latin typeface="Times New Roman" pitchFamily="18" charset="0"/>
              </a:rPr>
              <a:t> </a:t>
            </a:r>
            <a:r>
              <a:rPr lang="en-US" altLang="zh-CN" sz="2900" u="sng" dirty="0">
                <a:latin typeface="Times New Roman" pitchFamily="18" charset="0"/>
              </a:rPr>
              <a:t> </a:t>
            </a:r>
            <a:r>
              <a:rPr lang="en-US" altLang="zh-CN" sz="2900" u="sng" dirty="0" smtClean="0">
                <a:latin typeface="Times New Roman" pitchFamily="18" charset="0"/>
              </a:rPr>
              <a:t/>
            </a:r>
            <a:br>
              <a:rPr lang="en-US" altLang="zh-CN" sz="2900" u="sng" dirty="0" smtClean="0">
                <a:latin typeface="Times New Roman" pitchFamily="18" charset="0"/>
              </a:rPr>
            </a:br>
            <a:r>
              <a:rPr lang="en-US" altLang="zh-CN" sz="2900" dirty="0" smtClean="0">
                <a:latin typeface="Times New Roman" pitchFamily="18" charset="0"/>
              </a:rPr>
              <a:t>  </a:t>
            </a:r>
            <a:r>
              <a:rPr lang="en-US" altLang="zh-CN" sz="2900" dirty="0">
                <a:latin typeface="Times New Roman" pitchFamily="18" charset="0"/>
              </a:rPr>
              <a:t>2</a:t>
            </a:r>
            <a:br>
              <a:rPr lang="en-US" altLang="zh-CN" sz="2900" dirty="0">
                <a:latin typeface="Times New Roman" pitchFamily="18" charset="0"/>
              </a:rPr>
            </a:br>
            <a:r>
              <a:rPr lang="en-US" altLang="zh-CN" sz="2900" u="sng" dirty="0" smtClean="0">
                <a:latin typeface="Times New Roman" pitchFamily="18" charset="0"/>
              </a:rPr>
              <a:t> </a:t>
            </a:r>
            <a:r>
              <a:rPr lang="en-US" altLang="zh-CN" sz="2900" u="sng" dirty="0">
                <a:latin typeface="Times New Roman" pitchFamily="18" charset="0"/>
              </a:rPr>
              <a:t>f(2)   f(3)  </a:t>
            </a:r>
            <a:br>
              <a:rPr lang="en-US" altLang="zh-CN" sz="2900" u="sng" dirty="0">
                <a:latin typeface="Times New Roman" pitchFamily="18" charset="0"/>
              </a:rPr>
            </a:br>
            <a:r>
              <a:rPr lang="en-US" altLang="zh-CN" sz="2900" dirty="0" smtClean="0">
                <a:latin typeface="Times New Roman" pitchFamily="18" charset="0"/>
              </a:rPr>
              <a:t> </a:t>
            </a:r>
            <a:r>
              <a:rPr lang="en-US" altLang="zh-CN" sz="2900" dirty="0">
                <a:latin typeface="Times New Roman" pitchFamily="18" charset="0"/>
              </a:rPr>
              <a:t>3       2</a:t>
            </a:r>
            <a:br>
              <a:rPr lang="en-US" altLang="zh-CN" sz="2900" dirty="0">
                <a:latin typeface="Times New Roman" pitchFamily="18" charset="0"/>
              </a:rPr>
            </a:br>
            <a:r>
              <a:rPr lang="en-US" altLang="zh-CN" sz="2900" u="sng" dirty="0" smtClean="0">
                <a:latin typeface="Times New Roman" pitchFamily="18" charset="0"/>
              </a:rPr>
              <a:t>P(2</a:t>
            </a:r>
            <a:r>
              <a:rPr lang="en-US" altLang="zh-CN" sz="2900" u="sng" dirty="0">
                <a:latin typeface="Times New Roman" pitchFamily="18" charset="0"/>
              </a:rPr>
              <a:t>)   P(3)   Q(2, 2)   Q(2, 3)   Q(3, 2)   Q(3, 3)  </a:t>
            </a:r>
            <a:br>
              <a:rPr lang="en-US" altLang="zh-CN" sz="2900" u="sng" dirty="0">
                <a:latin typeface="Times New Roman" pitchFamily="18" charset="0"/>
              </a:rPr>
            </a:br>
            <a:r>
              <a:rPr lang="en-US" altLang="zh-CN" sz="2900" dirty="0" smtClean="0">
                <a:latin typeface="Times New Roman" pitchFamily="18" charset="0"/>
              </a:rPr>
              <a:t>    </a:t>
            </a:r>
            <a:r>
              <a:rPr lang="en-US" altLang="zh-CN" sz="2900" dirty="0">
                <a:latin typeface="Times New Roman" pitchFamily="18" charset="0"/>
              </a:rPr>
              <a:t>0        1           1             1             0            </a:t>
            </a:r>
            <a:r>
              <a:rPr lang="en-US" altLang="zh-CN" sz="2900" b="1" dirty="0">
                <a:latin typeface="Times New Roman" pitchFamily="18" charset="0"/>
              </a:rPr>
              <a:t> 1</a:t>
            </a:r>
          </a:p>
          <a:p>
            <a:pPr marL="0" indent="0" eaLnBrk="1" hangingPunct="1">
              <a:lnSpc>
                <a:spcPct val="114000"/>
              </a:lnSpc>
              <a:spcBef>
                <a:spcPts val="0"/>
              </a:spcBef>
              <a:tabLst>
                <a:tab pos="1428750" algn="l"/>
                <a:tab pos="1814513" algn="l"/>
              </a:tabLst>
              <a:defRPr/>
            </a:pPr>
            <a:r>
              <a:rPr lang="en-US" altLang="zh-CN" sz="2800" dirty="0">
                <a:latin typeface="Times New Roman" pitchFamily="18" charset="0"/>
              </a:rPr>
              <a:t>H=</a:t>
            </a:r>
            <a:r>
              <a:rPr lang="en-US" altLang="zh-CN" sz="2800" dirty="0">
                <a:latin typeface="Times New Roman" pitchFamily="18" charset="0"/>
                <a:sym typeface="Symbol" pitchFamily="18" charset="2"/>
              </a:rPr>
              <a:t></a:t>
            </a:r>
            <a:r>
              <a:rPr lang="en-US" altLang="zh-CN" sz="2800" dirty="0">
                <a:latin typeface="Times New Roman" pitchFamily="18" charset="0"/>
              </a:rPr>
              <a:t>x</a:t>
            </a:r>
            <a:r>
              <a:rPr lang="en-US" altLang="zh-CN" sz="2800" dirty="0">
                <a:solidFill>
                  <a:srgbClr val="FFC000"/>
                </a:solidFill>
                <a:latin typeface="Times New Roman" pitchFamily="18" charset="0"/>
              </a:rPr>
              <a:t>(</a:t>
            </a:r>
            <a:r>
              <a:rPr lang="en-US" altLang="zh-CN" sz="2800" dirty="0">
                <a:latin typeface="Times New Roman" pitchFamily="18" charset="0"/>
              </a:rPr>
              <a:t>P(x)</a:t>
            </a:r>
            <a:r>
              <a:rPr lang="en-US" altLang="zh-CN" sz="2800" dirty="0">
                <a:latin typeface="Times New Roman" pitchFamily="18" charset="0"/>
                <a:sym typeface="Symbol" pitchFamily="18" charset="2"/>
              </a:rPr>
              <a:t></a:t>
            </a:r>
            <a:r>
              <a:rPr lang="en-US" altLang="zh-CN" sz="2800" dirty="0">
                <a:latin typeface="Times New Roman" pitchFamily="18" charset="0"/>
              </a:rPr>
              <a:t>Q(x</a:t>
            </a:r>
            <a:r>
              <a:rPr lang="zh-CN" altLang="en-US" sz="2800" dirty="0">
                <a:latin typeface="Times New Roman" pitchFamily="18" charset="0"/>
              </a:rPr>
              <a:t>，</a:t>
            </a:r>
            <a:r>
              <a:rPr lang="en-US" altLang="zh-CN" sz="2800" dirty="0">
                <a:latin typeface="Times New Roman" pitchFamily="18" charset="0"/>
              </a:rPr>
              <a:t>a)</a:t>
            </a:r>
            <a:r>
              <a:rPr lang="en-US" altLang="zh-CN" sz="2800" dirty="0">
                <a:solidFill>
                  <a:srgbClr val="FFC000"/>
                </a:solidFill>
                <a:latin typeface="Times New Roman" pitchFamily="18" charset="0"/>
              </a:rPr>
              <a:t>)</a:t>
            </a:r>
          </a:p>
          <a:p>
            <a:pPr marL="0" indent="0" eaLnBrk="1" hangingPunct="1">
              <a:lnSpc>
                <a:spcPct val="114000"/>
              </a:lnSpc>
              <a:spcBef>
                <a:spcPts val="0"/>
              </a:spcBef>
              <a:buNone/>
              <a:tabLst>
                <a:tab pos="1428750" algn="l"/>
                <a:tab pos="1814513" algn="l"/>
              </a:tabLst>
              <a:defRPr/>
            </a:pPr>
            <a:r>
              <a:rPr lang="en-US" altLang="zh-CN" sz="3000" dirty="0" smtClean="0">
                <a:solidFill>
                  <a:schemeClr val="tx2"/>
                </a:solidFill>
                <a:latin typeface="Times New Roman" pitchFamily="18" charset="0"/>
              </a:rPr>
              <a:t>T</a:t>
            </a:r>
            <a:r>
              <a:rPr lang="en-US" altLang="zh-CN" sz="3000" baseline="-30000" dirty="0" smtClean="0">
                <a:solidFill>
                  <a:schemeClr val="tx2"/>
                </a:solidFill>
                <a:latin typeface="Times New Roman" pitchFamily="18" charset="0"/>
              </a:rPr>
              <a:t>I</a:t>
            </a:r>
            <a:r>
              <a:rPr lang="en-US" altLang="zh-CN" sz="3000" dirty="0" smtClean="0">
                <a:solidFill>
                  <a:schemeClr val="tx2"/>
                </a:solidFill>
                <a:latin typeface="Times New Roman" pitchFamily="18" charset="0"/>
              </a:rPr>
              <a:t>(H)</a:t>
            </a:r>
            <a:r>
              <a:rPr lang="en-US" altLang="zh-CN" sz="3000" dirty="0" smtClean="0">
                <a:latin typeface="Times New Roman" pitchFamily="18" charset="0"/>
              </a:rPr>
              <a:t> = </a:t>
            </a:r>
            <a:r>
              <a:rPr lang="en-US" altLang="zh-CN" sz="3000" dirty="0">
                <a:latin typeface="Times New Roman" pitchFamily="18" charset="0"/>
              </a:rPr>
              <a:t>T</a:t>
            </a:r>
            <a:r>
              <a:rPr lang="en-US" altLang="zh-CN" sz="3000" baseline="-30000" dirty="0">
                <a:latin typeface="Times New Roman" pitchFamily="18" charset="0"/>
              </a:rPr>
              <a:t>I</a:t>
            </a:r>
            <a:r>
              <a:rPr lang="en-US" altLang="zh-CN" sz="3000" dirty="0">
                <a:latin typeface="Times New Roman" pitchFamily="18" charset="0"/>
              </a:rPr>
              <a:t>(P(2)</a:t>
            </a:r>
            <a:r>
              <a:rPr lang="en-US" altLang="zh-CN" sz="3000" dirty="0">
                <a:latin typeface="Times New Roman" pitchFamily="18" charset="0"/>
                <a:sym typeface="Symbol" pitchFamily="18" charset="2"/>
              </a:rPr>
              <a:t></a:t>
            </a:r>
            <a:r>
              <a:rPr lang="en-US" altLang="zh-CN" sz="3000" dirty="0">
                <a:latin typeface="Times New Roman" pitchFamily="18" charset="0"/>
              </a:rPr>
              <a:t>Q(2</a:t>
            </a:r>
            <a:r>
              <a:rPr lang="zh-CN" altLang="en-US" sz="3000" dirty="0">
                <a:latin typeface="Times New Roman" pitchFamily="18" charset="0"/>
              </a:rPr>
              <a:t>，</a:t>
            </a:r>
            <a:r>
              <a:rPr lang="en-US" altLang="zh-CN" sz="3000" dirty="0">
                <a:latin typeface="Times New Roman" pitchFamily="18" charset="0"/>
              </a:rPr>
              <a:t>2)</a:t>
            </a:r>
            <a:r>
              <a:rPr lang="en-US" altLang="zh-CN" sz="3000" dirty="0" smtClean="0">
                <a:latin typeface="Times New Roman" pitchFamily="18" charset="0"/>
                <a:sym typeface="Symbol" pitchFamily="18" charset="2"/>
              </a:rPr>
              <a:t>(</a:t>
            </a:r>
            <a:r>
              <a:rPr lang="en-US" altLang="zh-CN" sz="3000" dirty="0" smtClean="0">
                <a:latin typeface="Times New Roman" pitchFamily="18" charset="0"/>
              </a:rPr>
              <a:t>P(3</a:t>
            </a:r>
            <a:r>
              <a:rPr lang="en-US" altLang="zh-CN" sz="3000" dirty="0">
                <a:latin typeface="Times New Roman" pitchFamily="18" charset="0"/>
              </a:rPr>
              <a:t>)</a:t>
            </a:r>
            <a:r>
              <a:rPr lang="en-US" altLang="zh-CN" sz="3000" dirty="0">
                <a:latin typeface="Times New Roman" pitchFamily="18" charset="0"/>
                <a:sym typeface="Symbol" pitchFamily="18" charset="2"/>
              </a:rPr>
              <a:t></a:t>
            </a:r>
            <a:r>
              <a:rPr lang="en-US" altLang="zh-CN" sz="3000" dirty="0">
                <a:latin typeface="Times New Roman" pitchFamily="18" charset="0"/>
              </a:rPr>
              <a:t>Q(3</a:t>
            </a:r>
            <a:r>
              <a:rPr lang="zh-CN" altLang="en-US" sz="3000" dirty="0">
                <a:latin typeface="Times New Roman" pitchFamily="18" charset="0"/>
              </a:rPr>
              <a:t>，</a:t>
            </a:r>
            <a:r>
              <a:rPr lang="en-US" altLang="zh-CN" sz="3000" dirty="0">
                <a:latin typeface="Times New Roman" pitchFamily="18" charset="0"/>
              </a:rPr>
              <a:t>2))</a:t>
            </a:r>
            <a:br>
              <a:rPr lang="en-US" altLang="zh-CN" sz="3000" dirty="0">
                <a:latin typeface="Times New Roman" pitchFamily="18" charset="0"/>
              </a:rPr>
            </a:br>
            <a:r>
              <a:rPr lang="en-US" altLang="zh-CN" sz="3000" dirty="0" smtClean="0">
                <a:latin typeface="Times New Roman" pitchFamily="18" charset="0"/>
              </a:rPr>
              <a:t>          =</a:t>
            </a:r>
            <a:r>
              <a:rPr lang="en-US" altLang="zh-CN" sz="3000" dirty="0">
                <a:latin typeface="Times New Roman" pitchFamily="18" charset="0"/>
              </a:rPr>
              <a:t>0</a:t>
            </a:r>
            <a:r>
              <a:rPr lang="en-US" altLang="zh-CN" sz="3000" dirty="0">
                <a:latin typeface="Times New Roman" pitchFamily="18" charset="0"/>
                <a:sym typeface="Symbol" pitchFamily="18" charset="2"/>
              </a:rPr>
              <a:t></a:t>
            </a:r>
            <a:r>
              <a:rPr lang="en-US" altLang="zh-CN" sz="3000" dirty="0">
                <a:latin typeface="Times New Roman" pitchFamily="18" charset="0"/>
              </a:rPr>
              <a:t>1</a:t>
            </a:r>
            <a:r>
              <a:rPr lang="en-US" altLang="zh-CN" sz="3000" dirty="0">
                <a:latin typeface="Times New Roman" pitchFamily="18" charset="0"/>
                <a:sym typeface="Symbol" pitchFamily="18" charset="2"/>
              </a:rPr>
              <a:t></a:t>
            </a:r>
            <a:r>
              <a:rPr lang="en-US" altLang="zh-CN" sz="3000" dirty="0">
                <a:latin typeface="Times New Roman" pitchFamily="18" charset="0"/>
              </a:rPr>
              <a:t>1</a:t>
            </a:r>
            <a:r>
              <a:rPr lang="en-US" altLang="zh-CN" sz="3000" dirty="0">
                <a:latin typeface="Times New Roman" pitchFamily="18" charset="0"/>
                <a:sym typeface="Symbol" pitchFamily="18" charset="2"/>
              </a:rPr>
              <a:t></a:t>
            </a:r>
            <a:r>
              <a:rPr lang="en-US" altLang="zh-CN" sz="3000" dirty="0">
                <a:latin typeface="Times New Roman" pitchFamily="18" charset="0"/>
              </a:rPr>
              <a:t>0</a:t>
            </a:r>
            <a:br>
              <a:rPr lang="en-US" altLang="zh-CN" sz="3000" dirty="0">
                <a:latin typeface="Times New Roman" pitchFamily="18" charset="0"/>
              </a:rPr>
            </a:br>
            <a:r>
              <a:rPr lang="en-US" altLang="zh-CN" sz="3000" dirty="0" smtClean="0">
                <a:latin typeface="Times New Roman" pitchFamily="18" charset="0"/>
              </a:rPr>
              <a:t>          =</a:t>
            </a:r>
            <a:r>
              <a:rPr lang="en-US" altLang="zh-CN" sz="3000" dirty="0">
                <a:latin typeface="Times New Roman" pitchFamily="18" charset="0"/>
              </a:rPr>
              <a:t>0</a:t>
            </a:r>
          </a:p>
          <a:p>
            <a:pPr marL="0" indent="0" eaLnBrk="1" hangingPunct="1">
              <a:lnSpc>
                <a:spcPct val="125000"/>
              </a:lnSpc>
              <a:buNone/>
              <a:tabLst>
                <a:tab pos="1428750" algn="l"/>
                <a:tab pos="1814513" algn="l"/>
              </a:tabLst>
              <a:defRPr/>
            </a:pPr>
            <a:r>
              <a:rPr lang="en-US" altLang="zh-CN" sz="3000" dirty="0" smtClean="0">
                <a:latin typeface="Times New Roman" pitchFamily="18" charset="0"/>
              </a:rPr>
              <a:t>	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1F0C67-2311-4D6D-B498-8856F6C2FD44}" type="slidenum">
              <a:rPr lang="en-US" altLang="zh-CN" smtClean="0">
                <a:solidFill>
                  <a:srgbClr val="FFFFFF"/>
                </a:solidFill>
              </a:rPr>
              <a:pPr>
                <a:defRPr/>
              </a:pPr>
              <a:t>42</a:t>
            </a:fld>
            <a:endParaRPr lang="en-US" altLang="zh-CN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2214581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>
              <a:defRPr/>
            </a:pPr>
            <a:r>
              <a:rPr lang="en-US" altLang="zh-CN" sz="3600" dirty="0" smtClean="0"/>
              <a:t>5 </a:t>
            </a:r>
            <a:r>
              <a:rPr lang="zh-CN" altLang="en-US" sz="3600" dirty="0" smtClean="0"/>
              <a:t>使用量词时应注意以下几个问题：</a:t>
            </a:r>
          </a:p>
        </p:txBody>
      </p:sp>
      <p:sp>
        <p:nvSpPr>
          <p:cNvPr id="210948" name="Rectangle 4"/>
          <p:cNvSpPr>
            <a:spLocks noGrp="1" noChangeArrowheads="1"/>
          </p:cNvSpPr>
          <p:nvPr>
            <p:ph idx="1"/>
          </p:nvPr>
        </p:nvSpPr>
        <p:spPr>
          <a:xfrm>
            <a:off x="304800" y="1066800"/>
            <a:ext cx="8352928" cy="54102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3200" dirty="0" smtClean="0">
                <a:latin typeface="Times New Roman" pitchFamily="18" charset="0"/>
              </a:rPr>
              <a:t>(1) </a:t>
            </a:r>
            <a:r>
              <a:rPr lang="zh-CN" altLang="en-US" sz="3200" dirty="0" smtClean="0">
                <a:latin typeface="Times New Roman" pitchFamily="18" charset="0"/>
              </a:rPr>
              <a:t>量词的</a:t>
            </a:r>
            <a:r>
              <a:rPr lang="zh-CN" altLang="en-US" sz="3200" dirty="0" smtClean="0">
                <a:solidFill>
                  <a:srgbClr val="FFC000"/>
                </a:solidFill>
                <a:latin typeface="Times New Roman" pitchFamily="18" charset="0"/>
              </a:rPr>
              <a:t>论域</a:t>
            </a:r>
            <a:r>
              <a:rPr lang="en-US" altLang="zh-CN" sz="3200" dirty="0" smtClean="0">
                <a:solidFill>
                  <a:srgbClr val="FFC000"/>
                </a:solidFill>
                <a:latin typeface="Times New Roman" pitchFamily="18" charset="0"/>
              </a:rPr>
              <a:t>D</a:t>
            </a:r>
            <a:r>
              <a:rPr lang="en-US" altLang="zh-CN" sz="3200" dirty="0" smtClean="0">
                <a:latin typeface="Times New Roman" pitchFamily="18" charset="0"/>
              </a:rPr>
              <a:t> </a:t>
            </a:r>
            <a:r>
              <a:rPr lang="zh-CN" altLang="en-US" sz="3200" dirty="0" smtClean="0">
                <a:latin typeface="Times New Roman" pitchFamily="18" charset="0"/>
              </a:rPr>
              <a:t>，即</a:t>
            </a:r>
            <a:r>
              <a:rPr lang="en-US" altLang="zh-CN" sz="3200" dirty="0" smtClean="0">
                <a:latin typeface="Times New Roman" pitchFamily="18" charset="0"/>
              </a:rPr>
              <a:t>D</a:t>
            </a:r>
            <a:r>
              <a:rPr lang="zh-CN" altLang="en-US" sz="3200" dirty="0" smtClean="0">
                <a:latin typeface="Times New Roman" pitchFamily="18" charset="0"/>
              </a:rPr>
              <a:t>中都有哪些元素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3200" dirty="0" smtClean="0">
                <a:solidFill>
                  <a:srgbClr val="FFCC00"/>
                </a:solidFill>
              </a:rPr>
              <a:t>例</a:t>
            </a:r>
            <a:r>
              <a:rPr lang="en-US" altLang="zh-CN" sz="3200" dirty="0" smtClean="0">
                <a:solidFill>
                  <a:srgbClr val="FFCC00"/>
                </a:solidFill>
              </a:rPr>
              <a:t>. </a:t>
            </a:r>
            <a:r>
              <a:rPr lang="en-US" altLang="zh-CN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en-US" sz="3200" dirty="0" smtClean="0"/>
              <a:t>：</a:t>
            </a:r>
            <a:r>
              <a:rPr lang="en-US" altLang="zh-CN" sz="3200" dirty="0" smtClean="0">
                <a:solidFill>
                  <a:srgbClr val="FFC000"/>
                </a:solidFill>
              </a:rPr>
              <a:t>D={2,3}</a:t>
            </a:r>
            <a:r>
              <a:rPr lang="zh-CN" altLang="en-US" sz="3200" dirty="0" smtClean="0"/>
              <a:t>，</a:t>
            </a:r>
            <a:r>
              <a:rPr lang="en-US" altLang="zh-CN" sz="3200" dirty="0" smtClean="0"/>
              <a:t>P(x):</a:t>
            </a:r>
            <a:r>
              <a:rPr lang="en-US" altLang="zh-CN" sz="3200" dirty="0" smtClean="0">
                <a:solidFill>
                  <a:srgbClr val="FFCC00"/>
                </a:solidFill>
              </a:rPr>
              <a:t>x&gt;3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3200" dirty="0" smtClean="0"/>
              <a:t>则</a:t>
            </a:r>
            <a:r>
              <a:rPr lang="zh-CN" altLang="en-US" sz="3200" dirty="0" smtClean="0">
                <a:sym typeface="Symbol" pitchFamily="18" charset="2"/>
              </a:rPr>
              <a:t>　　 </a:t>
            </a:r>
            <a:r>
              <a:rPr lang="en-US" altLang="zh-CN" sz="3200" dirty="0" smtClean="0">
                <a:sym typeface="Symbol" pitchFamily="18" charset="2"/>
              </a:rPr>
              <a:t>T</a:t>
            </a:r>
            <a:r>
              <a:rPr lang="en-US" altLang="zh-CN" sz="32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I</a:t>
            </a:r>
            <a:r>
              <a:rPr lang="en-US" altLang="zh-CN" sz="3200" dirty="0" smtClean="0">
                <a:sym typeface="Symbol" pitchFamily="18" charset="2"/>
              </a:rPr>
              <a:t>(</a:t>
            </a:r>
            <a:r>
              <a:rPr lang="en-US" altLang="zh-CN" sz="3200" dirty="0" smtClean="0"/>
              <a:t>x P(x))</a:t>
            </a:r>
            <a:r>
              <a:rPr lang="zh-CN" altLang="en-US" sz="3200" dirty="0" smtClean="0"/>
              <a:t>＝</a:t>
            </a:r>
            <a:r>
              <a:rPr lang="en-US" altLang="zh-CN" sz="3200" dirty="0">
                <a:sym typeface="Symbol" pitchFamily="18" charset="2"/>
              </a:rPr>
              <a:t>T</a:t>
            </a:r>
            <a:r>
              <a:rPr lang="en-US" altLang="zh-CN" sz="3200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I</a:t>
            </a:r>
            <a:r>
              <a:rPr lang="zh-CN" altLang="en-US" sz="3200" dirty="0" smtClean="0"/>
              <a:t> </a:t>
            </a:r>
            <a:r>
              <a:rPr lang="en-US" altLang="zh-CN" sz="3200" dirty="0" smtClean="0"/>
              <a:t>(P(2) </a:t>
            </a:r>
            <a:r>
              <a:rPr lang="en-US" altLang="zh-CN" sz="3200" dirty="0" smtClean="0">
                <a:sym typeface="Symbol" pitchFamily="18" charset="2"/>
              </a:rPr>
              <a:t> </a:t>
            </a:r>
            <a:r>
              <a:rPr lang="en-US" altLang="zh-CN" sz="3200" dirty="0" smtClean="0"/>
              <a:t>P(3))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3200" dirty="0" smtClean="0"/>
              <a:t>　　　　　 　       ＝ ０ </a:t>
            </a:r>
            <a:r>
              <a:rPr lang="zh-CN" altLang="en-US" sz="3200" dirty="0" smtClean="0">
                <a:sym typeface="Symbol" pitchFamily="18" charset="2"/>
              </a:rPr>
              <a:t> ０ ＝０</a:t>
            </a:r>
            <a:endParaRPr lang="en-US" altLang="zh-CN" sz="3200" dirty="0" smtClean="0">
              <a:sym typeface="Symbol" pitchFamily="18" charset="2"/>
            </a:endParaRPr>
          </a:p>
          <a:p>
            <a:pPr eaLnBrk="1" hangingPunct="1">
              <a:lnSpc>
                <a:spcPct val="90000"/>
              </a:lnSpc>
              <a:buClr>
                <a:srgbClr val="86D1EC"/>
              </a:buClr>
              <a:buFont typeface="Wingdings" panose="05000000000000000000" pitchFamily="2" charset="2"/>
              <a:buNone/>
              <a:defRPr/>
            </a:pPr>
            <a:r>
              <a:rPr lang="zh-CN" altLang="en-US" sz="3200" dirty="0" smtClean="0">
                <a:solidFill>
                  <a:srgbClr val="FFCC00"/>
                </a:solidFill>
                <a:sym typeface="Symbol" pitchFamily="18" charset="2"/>
              </a:rPr>
              <a:t>例：</a:t>
            </a:r>
            <a:r>
              <a:rPr lang="en-US" altLang="zh-CN" sz="32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en-US" sz="3200" dirty="0">
                <a:solidFill>
                  <a:srgbClr val="FFFFFF"/>
                </a:solidFill>
              </a:rPr>
              <a:t>：</a:t>
            </a:r>
            <a:r>
              <a:rPr lang="en-US" altLang="zh-CN" sz="3200" dirty="0">
                <a:solidFill>
                  <a:srgbClr val="FFC000"/>
                </a:solidFill>
              </a:rPr>
              <a:t>D</a:t>
            </a:r>
            <a:r>
              <a:rPr lang="en-US" altLang="zh-CN" sz="3200" dirty="0" smtClean="0">
                <a:solidFill>
                  <a:srgbClr val="FFC000"/>
                </a:solidFill>
              </a:rPr>
              <a:t>={3,4}</a:t>
            </a:r>
            <a:r>
              <a:rPr lang="zh-CN" altLang="en-US" sz="3200" dirty="0">
                <a:solidFill>
                  <a:srgbClr val="FFFFFF"/>
                </a:solidFill>
              </a:rPr>
              <a:t>，</a:t>
            </a:r>
            <a:r>
              <a:rPr lang="en-US" altLang="zh-CN" sz="3200" dirty="0">
                <a:solidFill>
                  <a:srgbClr val="FFFFFF"/>
                </a:solidFill>
              </a:rPr>
              <a:t>P(x):</a:t>
            </a:r>
            <a:r>
              <a:rPr lang="en-US" altLang="zh-CN" sz="3200" dirty="0" smtClean="0">
                <a:solidFill>
                  <a:srgbClr val="FFCC00"/>
                </a:solidFill>
              </a:rPr>
              <a:t>x&gt;3</a:t>
            </a:r>
          </a:p>
          <a:p>
            <a:pPr eaLnBrk="1" hangingPunct="1">
              <a:lnSpc>
                <a:spcPct val="90000"/>
              </a:lnSpc>
              <a:buClr>
                <a:srgbClr val="86D1EC"/>
              </a:buClr>
              <a:buFont typeface="Wingdings" panose="05000000000000000000" pitchFamily="2" charset="2"/>
              <a:buNone/>
              <a:defRPr/>
            </a:pPr>
            <a:r>
              <a:rPr lang="en-US" altLang="zh-CN" sz="3200" dirty="0">
                <a:solidFill>
                  <a:srgbClr val="FFCC00"/>
                </a:solidFill>
              </a:rPr>
              <a:t> </a:t>
            </a:r>
            <a:r>
              <a:rPr lang="en-US" altLang="zh-CN" sz="3200" dirty="0" smtClean="0">
                <a:solidFill>
                  <a:srgbClr val="FFCC00"/>
                </a:solidFill>
              </a:rPr>
              <a:t>      </a:t>
            </a:r>
            <a:r>
              <a:rPr lang="en-US" altLang="zh-CN" sz="3200" dirty="0" smtClean="0">
                <a:sym typeface="Symbol" pitchFamily="18" charset="2"/>
              </a:rPr>
              <a:t>T</a:t>
            </a:r>
            <a:r>
              <a:rPr lang="en-US" altLang="zh-CN" sz="32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I</a:t>
            </a:r>
            <a:r>
              <a:rPr lang="en-US" altLang="zh-CN" sz="3200" dirty="0">
                <a:sym typeface="Symbol" pitchFamily="18" charset="2"/>
              </a:rPr>
              <a:t>(</a:t>
            </a:r>
            <a:r>
              <a:rPr lang="en-US" altLang="zh-CN" sz="3200" dirty="0"/>
              <a:t>x P(x))</a:t>
            </a:r>
            <a:r>
              <a:rPr lang="zh-CN" altLang="en-US" sz="3200" dirty="0" smtClean="0"/>
              <a:t>＝？</a:t>
            </a:r>
            <a:endParaRPr lang="en-US" altLang="zh-CN" sz="3200" dirty="0" smtClean="0"/>
          </a:p>
          <a:p>
            <a:pPr eaLnBrk="1" hangingPunct="1">
              <a:lnSpc>
                <a:spcPct val="90000"/>
              </a:lnSpc>
              <a:buClr>
                <a:srgbClr val="86D1EC"/>
              </a:buClr>
              <a:buFont typeface="Wingdings" panose="05000000000000000000" pitchFamily="2" charset="2"/>
              <a:buNone/>
              <a:defRPr/>
            </a:pPr>
            <a:endParaRPr lang="en-US" altLang="zh-CN" sz="3200" dirty="0">
              <a:solidFill>
                <a:srgbClr val="FFCC00"/>
              </a:solidFill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endParaRPr lang="zh-CN" altLang="en-US" sz="3200" b="1" dirty="0" smtClean="0">
              <a:solidFill>
                <a:srgbClr val="FFCC00"/>
              </a:solidFill>
              <a:latin typeface="Times New Roman" pitchFamily="18" charset="0"/>
              <a:sym typeface="Symbol" pitchFamily="18" charset="2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F521D2C-AE12-4EAA-9E3E-E23CED2F722E}" type="slidenum">
              <a:rPr lang="en-US" altLang="zh-CN" smtClean="0"/>
              <a:pPr>
                <a:defRPr/>
              </a:pPr>
              <a:t>43</a:t>
            </a:fld>
            <a:endParaRPr lang="en-US" altLang="zh-CN"/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4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094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094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4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1094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1094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>
              <a:defRPr/>
            </a:pPr>
            <a:r>
              <a:rPr lang="zh-CN" altLang="en-US" sz="3600" dirty="0" smtClean="0"/>
              <a:t>练习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66638" y="1066800"/>
            <a:ext cx="8596362" cy="4876800"/>
          </a:xfrm>
        </p:spPr>
        <p:txBody>
          <a:bodyPr/>
          <a:lstStyle/>
          <a:p>
            <a:pPr>
              <a:lnSpc>
                <a:spcPct val="110000"/>
              </a:lnSpc>
              <a:buClr>
                <a:srgbClr val="FFCC00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1" lang="zh-CN" altLang="zh-CN" dirty="0" smtClean="0">
                <a:solidFill>
                  <a:srgbClr val="FFFFFF"/>
                </a:solidFill>
                <a:effectLst/>
              </a:rPr>
              <a:t>设个体域</a:t>
            </a:r>
            <a:r>
              <a:rPr kumimoji="1" lang="en-US" altLang="zh-CN" dirty="0" smtClean="0">
                <a:solidFill>
                  <a:srgbClr val="FFFFFF"/>
                </a:solidFill>
                <a:effectLst/>
              </a:rPr>
              <a:t>D</a:t>
            </a:r>
            <a:r>
              <a:rPr kumimoji="1" lang="zh-CN" altLang="en-US" dirty="0" smtClean="0">
                <a:solidFill>
                  <a:srgbClr val="FFFFFF"/>
                </a:solidFill>
                <a:effectLst/>
              </a:rPr>
              <a:t>为实数集合，谓词：</a:t>
            </a:r>
            <a:r>
              <a:rPr kumimoji="1" lang="en-US" altLang="zh-CN" dirty="0" smtClean="0">
                <a:solidFill>
                  <a:srgbClr val="FFFFFF"/>
                </a:solidFill>
                <a:effectLst/>
              </a:rPr>
              <a:t>P(x): x+5=2;</a:t>
            </a:r>
          </a:p>
          <a:p>
            <a:pPr marL="0" indent="0">
              <a:lnSpc>
                <a:spcPct val="110000"/>
              </a:lnSpc>
              <a:buClr>
                <a:srgbClr val="FFCC00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1" lang="zh-CN" altLang="en-US" dirty="0" smtClean="0">
                <a:solidFill>
                  <a:srgbClr val="FFFFFF"/>
                </a:solidFill>
              </a:rPr>
              <a:t>判断 </a:t>
            </a:r>
            <a:r>
              <a:rPr kumimoji="1" lang="en-US" altLang="zh-CN" dirty="0" smtClean="0">
                <a:solidFill>
                  <a:srgbClr val="FFFFFF"/>
                </a:solidFill>
                <a:sym typeface="Symbol"/>
              </a:rPr>
              <a:t></a:t>
            </a:r>
            <a:r>
              <a:rPr kumimoji="1" lang="en-US" altLang="zh-CN" dirty="0" err="1" smtClean="0">
                <a:solidFill>
                  <a:srgbClr val="FFFFFF"/>
                </a:solidFill>
              </a:rPr>
              <a:t>xP</a:t>
            </a:r>
            <a:r>
              <a:rPr kumimoji="1" lang="en-US" altLang="zh-CN" dirty="0" smtClean="0">
                <a:solidFill>
                  <a:srgbClr val="FFFFFF"/>
                </a:solidFill>
              </a:rPr>
              <a:t>(x)</a:t>
            </a:r>
            <a:r>
              <a:rPr kumimoji="1" lang="zh-CN" altLang="en-US" dirty="0" smtClean="0">
                <a:solidFill>
                  <a:srgbClr val="FFFFFF"/>
                </a:solidFill>
              </a:rPr>
              <a:t>、</a:t>
            </a:r>
            <a:r>
              <a:rPr kumimoji="1" lang="en-US" altLang="zh-CN" dirty="0" smtClean="0">
                <a:solidFill>
                  <a:srgbClr val="FFFFFF"/>
                </a:solidFill>
                <a:sym typeface="Symbol"/>
              </a:rPr>
              <a:t> </a:t>
            </a:r>
            <a:r>
              <a:rPr kumimoji="1" lang="en-US" altLang="zh-CN" dirty="0" err="1" smtClean="0">
                <a:solidFill>
                  <a:srgbClr val="FFFFFF"/>
                </a:solidFill>
              </a:rPr>
              <a:t>xP</a:t>
            </a:r>
            <a:r>
              <a:rPr kumimoji="1" lang="en-US" altLang="zh-CN" dirty="0" smtClean="0">
                <a:solidFill>
                  <a:srgbClr val="FFFFFF"/>
                </a:solidFill>
              </a:rPr>
              <a:t>(x)</a:t>
            </a:r>
            <a:r>
              <a:rPr kumimoji="1" lang="zh-CN" altLang="en-US" dirty="0" smtClean="0">
                <a:solidFill>
                  <a:srgbClr val="FFFFFF"/>
                </a:solidFill>
              </a:rPr>
              <a:t>的真值。</a:t>
            </a:r>
            <a:endParaRPr kumimoji="1" lang="en-US" altLang="zh-CN" dirty="0" smtClean="0">
              <a:solidFill>
                <a:srgbClr val="FFFFFF"/>
              </a:solidFill>
            </a:endParaRPr>
          </a:p>
          <a:p>
            <a:pPr>
              <a:lnSpc>
                <a:spcPct val="110000"/>
              </a:lnSpc>
              <a:buClr>
                <a:srgbClr val="FFCC00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1" lang="zh-CN" altLang="zh-CN" dirty="0" smtClean="0">
                <a:solidFill>
                  <a:srgbClr val="FFFFFF"/>
                </a:solidFill>
              </a:rPr>
              <a:t>设个体域</a:t>
            </a:r>
            <a:r>
              <a:rPr kumimoji="1" lang="en-US" altLang="zh-CN" dirty="0" smtClean="0">
                <a:solidFill>
                  <a:srgbClr val="FFFFFF"/>
                </a:solidFill>
              </a:rPr>
              <a:t>D</a:t>
            </a:r>
            <a:r>
              <a:rPr kumimoji="1" lang="zh-CN" altLang="en-US" dirty="0" smtClean="0">
                <a:solidFill>
                  <a:srgbClr val="FFFFFF"/>
                </a:solidFill>
              </a:rPr>
              <a:t>为自然数集合，谓词</a:t>
            </a:r>
            <a:r>
              <a:rPr kumimoji="1" lang="en-US" altLang="zh-CN" dirty="0" smtClean="0">
                <a:solidFill>
                  <a:srgbClr val="FFFFFF"/>
                </a:solidFill>
              </a:rPr>
              <a:t>:P(x): x+5=2;</a:t>
            </a:r>
          </a:p>
          <a:p>
            <a:pPr marL="0" indent="0">
              <a:lnSpc>
                <a:spcPct val="110000"/>
              </a:lnSpc>
              <a:buClr>
                <a:srgbClr val="FFCC00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1" lang="zh-CN" altLang="en-US" dirty="0" smtClean="0">
                <a:solidFill>
                  <a:srgbClr val="FFFFFF"/>
                </a:solidFill>
              </a:rPr>
              <a:t>判断 </a:t>
            </a:r>
            <a:r>
              <a:rPr kumimoji="1" lang="en-US" altLang="zh-CN" dirty="0" smtClean="0">
                <a:solidFill>
                  <a:srgbClr val="FFFFFF"/>
                </a:solidFill>
                <a:sym typeface="Symbol"/>
              </a:rPr>
              <a:t></a:t>
            </a:r>
            <a:r>
              <a:rPr kumimoji="1" lang="en-US" altLang="zh-CN" dirty="0" err="1" smtClean="0">
                <a:solidFill>
                  <a:srgbClr val="FFFFFF"/>
                </a:solidFill>
              </a:rPr>
              <a:t>xP</a:t>
            </a:r>
            <a:r>
              <a:rPr kumimoji="1" lang="en-US" altLang="zh-CN" dirty="0" smtClean="0">
                <a:solidFill>
                  <a:srgbClr val="FFFFFF"/>
                </a:solidFill>
              </a:rPr>
              <a:t>(x)</a:t>
            </a:r>
            <a:r>
              <a:rPr kumimoji="1" lang="zh-CN" altLang="en-US" dirty="0" smtClean="0">
                <a:solidFill>
                  <a:srgbClr val="FFFFFF"/>
                </a:solidFill>
              </a:rPr>
              <a:t>、</a:t>
            </a:r>
            <a:r>
              <a:rPr kumimoji="1" lang="en-US" altLang="zh-CN" dirty="0" smtClean="0">
                <a:solidFill>
                  <a:srgbClr val="FFFFFF"/>
                </a:solidFill>
                <a:sym typeface="Symbol"/>
              </a:rPr>
              <a:t> </a:t>
            </a:r>
            <a:r>
              <a:rPr kumimoji="1" lang="en-US" altLang="zh-CN" dirty="0" err="1" smtClean="0">
                <a:solidFill>
                  <a:srgbClr val="FFFFFF"/>
                </a:solidFill>
              </a:rPr>
              <a:t>xP</a:t>
            </a:r>
            <a:r>
              <a:rPr kumimoji="1" lang="en-US" altLang="zh-CN" dirty="0" smtClean="0">
                <a:solidFill>
                  <a:srgbClr val="FFFFFF"/>
                </a:solidFill>
              </a:rPr>
              <a:t>(x)</a:t>
            </a:r>
            <a:r>
              <a:rPr kumimoji="1" lang="zh-CN" altLang="en-US" dirty="0" smtClean="0">
                <a:solidFill>
                  <a:srgbClr val="FFFFFF"/>
                </a:solidFill>
              </a:rPr>
              <a:t>的真值。</a:t>
            </a:r>
            <a:endParaRPr kumimoji="1" lang="en-US" altLang="zh-CN" dirty="0" smtClean="0">
              <a:solidFill>
                <a:srgbClr val="FFFFFF"/>
              </a:solidFill>
            </a:endParaRPr>
          </a:p>
          <a:p>
            <a:pPr>
              <a:lnSpc>
                <a:spcPct val="110000"/>
              </a:lnSpc>
              <a:buClr>
                <a:srgbClr val="FFCC00"/>
              </a:buClr>
              <a:buSzTx/>
              <a:buFont typeface="Wingdings" panose="05000000000000000000" pitchFamily="2" charset="2"/>
              <a:buChar char="Ø"/>
              <a:defRPr/>
            </a:pPr>
            <a:endParaRPr kumimoji="1" lang="en-US" altLang="zh-CN" dirty="0" smtClean="0">
              <a:solidFill>
                <a:srgbClr val="FFFFFF"/>
              </a:solidFill>
            </a:endParaRPr>
          </a:p>
          <a:p>
            <a:pPr marL="0" indent="0">
              <a:lnSpc>
                <a:spcPct val="110000"/>
              </a:lnSpc>
              <a:buClr>
                <a:srgbClr val="FFCC00"/>
              </a:buClr>
              <a:buSzTx/>
              <a:buFont typeface="Wingdings" panose="05000000000000000000" pitchFamily="2" charset="2"/>
              <a:buNone/>
              <a:defRPr/>
            </a:pP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02E2BB2-5A0D-46D3-B7BC-84B391B98D4E}" type="slidenum">
              <a:rPr lang="en-US" altLang="zh-CN" smtClean="0">
                <a:solidFill>
                  <a:srgbClr val="FFFFFF"/>
                </a:solidFill>
              </a:rPr>
              <a:pPr>
                <a:defRPr/>
              </a:pPr>
              <a:t>44</a:t>
            </a:fld>
            <a:endParaRPr lang="en-US" altLang="zh-CN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5423702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>
              <a:defRPr/>
            </a:pPr>
            <a:r>
              <a:rPr lang="en-US" altLang="zh-CN" sz="3600" dirty="0" smtClean="0"/>
              <a:t>5 </a:t>
            </a:r>
            <a:r>
              <a:rPr lang="zh-CN" altLang="en-US" sz="3600" dirty="0" smtClean="0"/>
              <a:t>使用量词时应注意以下几个问题：</a:t>
            </a:r>
          </a:p>
        </p:txBody>
      </p:sp>
      <p:sp>
        <p:nvSpPr>
          <p:cNvPr id="211970" name="Rectangle 2"/>
          <p:cNvSpPr>
            <a:spLocks noGrp="1" noChangeArrowheads="1"/>
          </p:cNvSpPr>
          <p:nvPr>
            <p:ph idx="1"/>
          </p:nvPr>
        </p:nvSpPr>
        <p:spPr>
          <a:xfrm>
            <a:off x="381000" y="990600"/>
            <a:ext cx="8352928" cy="5322888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3200" dirty="0" smtClean="0">
                <a:solidFill>
                  <a:srgbClr val="FFCC00"/>
                </a:solidFill>
              </a:rPr>
              <a:t>(2) </a:t>
            </a:r>
            <a:r>
              <a:rPr lang="zh-CN" altLang="en-US" sz="3200" dirty="0" smtClean="0">
                <a:solidFill>
                  <a:srgbClr val="FFCC00"/>
                </a:solidFill>
              </a:rPr>
              <a:t>在多重量词时，应注意量词的顺序</a:t>
            </a:r>
          </a:p>
          <a:p>
            <a:pPr eaLnBrk="1" hangingPunct="1">
              <a:lnSpc>
                <a:spcPct val="90000"/>
              </a:lnSpc>
              <a:buClr>
                <a:srgbClr val="FFCC00"/>
              </a:buClr>
              <a:buFont typeface="Wingdings" panose="05000000000000000000" pitchFamily="2" charset="2"/>
              <a:buChar char="n"/>
              <a:defRPr/>
            </a:pPr>
            <a:r>
              <a:rPr lang="zh-CN" altLang="en-US" sz="3200" dirty="0" smtClean="0">
                <a:solidFill>
                  <a:srgbClr val="FFCC00"/>
                </a:solidFill>
              </a:rPr>
              <a:t>	</a:t>
            </a:r>
            <a:r>
              <a:rPr lang="zh-CN" altLang="en-US" sz="3200" dirty="0" smtClean="0">
                <a:solidFill>
                  <a:srgbClr val="FFCC00"/>
                </a:solidFill>
                <a:sym typeface="Symbol" pitchFamily="18" charset="2"/>
              </a:rPr>
              <a:t></a:t>
            </a:r>
            <a:r>
              <a:rPr lang="en-US" altLang="zh-CN" sz="3200" dirty="0" smtClean="0">
                <a:solidFill>
                  <a:srgbClr val="FFCC00"/>
                </a:solidFill>
              </a:rPr>
              <a:t>x </a:t>
            </a:r>
            <a:r>
              <a:rPr lang="en-US" altLang="zh-CN" sz="3200" dirty="0" smtClean="0">
                <a:solidFill>
                  <a:srgbClr val="FFCC00"/>
                </a:solidFill>
                <a:sym typeface="Symbol" pitchFamily="18" charset="2"/>
              </a:rPr>
              <a:t></a:t>
            </a:r>
            <a:r>
              <a:rPr lang="en-US" altLang="zh-CN" sz="3200" dirty="0" smtClean="0">
                <a:solidFill>
                  <a:srgbClr val="FFCC00"/>
                </a:solidFill>
              </a:rPr>
              <a:t>y P(</a:t>
            </a:r>
            <a:r>
              <a:rPr lang="en-US" altLang="zh-CN" sz="3200" dirty="0" err="1" smtClean="0">
                <a:solidFill>
                  <a:srgbClr val="FFCC00"/>
                </a:solidFill>
              </a:rPr>
              <a:t>x,y</a:t>
            </a:r>
            <a:r>
              <a:rPr lang="en-US" altLang="zh-CN" sz="3200" dirty="0" smtClean="0">
                <a:solidFill>
                  <a:srgbClr val="FFCC00"/>
                </a:solidFill>
              </a:rPr>
              <a:t>) ≠</a:t>
            </a:r>
            <a:r>
              <a:rPr lang="en-US" altLang="zh-CN" sz="3200" dirty="0" smtClean="0">
                <a:solidFill>
                  <a:srgbClr val="FFCC00"/>
                </a:solidFill>
                <a:sym typeface="Symbol" pitchFamily="18" charset="2"/>
              </a:rPr>
              <a:t></a:t>
            </a:r>
            <a:r>
              <a:rPr lang="en-US" altLang="zh-CN" sz="3200" dirty="0" smtClean="0">
                <a:solidFill>
                  <a:srgbClr val="FFCC00"/>
                </a:solidFill>
              </a:rPr>
              <a:t>y </a:t>
            </a:r>
            <a:r>
              <a:rPr lang="en-US" altLang="zh-CN" sz="3200" dirty="0" smtClean="0">
                <a:solidFill>
                  <a:srgbClr val="FFCC00"/>
                </a:solidFill>
                <a:sym typeface="Symbol" pitchFamily="18" charset="2"/>
              </a:rPr>
              <a:t></a:t>
            </a:r>
            <a:r>
              <a:rPr lang="en-US" altLang="zh-CN" sz="3200" dirty="0" smtClean="0">
                <a:solidFill>
                  <a:srgbClr val="FFCC00"/>
                </a:solidFill>
              </a:rPr>
              <a:t>x P(</a:t>
            </a:r>
            <a:r>
              <a:rPr lang="en-US" altLang="zh-CN" sz="3200" dirty="0" err="1" smtClean="0">
                <a:solidFill>
                  <a:srgbClr val="FFCC00"/>
                </a:solidFill>
              </a:rPr>
              <a:t>x,y</a:t>
            </a:r>
            <a:r>
              <a:rPr lang="en-US" altLang="zh-CN" sz="3200" dirty="0" smtClean="0">
                <a:solidFill>
                  <a:srgbClr val="FFCC00"/>
                </a:solidFill>
              </a:rPr>
              <a:t>)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3200" dirty="0" smtClean="0">
                <a:solidFill>
                  <a:srgbClr val="FFCC00"/>
                </a:solidFill>
              </a:rPr>
              <a:t>例</a:t>
            </a:r>
            <a:r>
              <a:rPr lang="en-US" altLang="zh-CN" sz="3200" dirty="0" smtClean="0">
                <a:solidFill>
                  <a:srgbClr val="FFCC00"/>
                </a:solidFill>
              </a:rPr>
              <a:t>. </a:t>
            </a:r>
            <a:r>
              <a:rPr lang="en-US" altLang="zh-CN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3200" dirty="0" smtClean="0"/>
              <a:t>:D={2,3,4}</a:t>
            </a:r>
            <a:r>
              <a:rPr lang="zh-CN" altLang="en-US" sz="3200" dirty="0" smtClean="0"/>
              <a:t>，</a:t>
            </a:r>
            <a:r>
              <a:rPr lang="en-US" altLang="zh-CN" sz="3200" dirty="0" smtClean="0"/>
              <a:t>P(</a:t>
            </a:r>
            <a:r>
              <a:rPr lang="en-US" altLang="zh-CN" sz="3200" dirty="0" err="1" smtClean="0"/>
              <a:t>x,y</a:t>
            </a:r>
            <a:r>
              <a:rPr lang="en-US" altLang="zh-CN" sz="3200" dirty="0" smtClean="0"/>
              <a:t>):x=y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3200" dirty="0" smtClean="0"/>
              <a:t>	T</a:t>
            </a:r>
            <a:r>
              <a:rPr lang="en-US" altLang="zh-CN" sz="32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3200" dirty="0" smtClean="0"/>
              <a:t> (</a:t>
            </a:r>
            <a:r>
              <a:rPr lang="en-US" altLang="zh-CN" sz="3200" dirty="0" smtClean="0">
                <a:sym typeface="Symbol" pitchFamily="18" charset="2"/>
              </a:rPr>
              <a:t></a:t>
            </a:r>
            <a:r>
              <a:rPr lang="en-US" altLang="zh-CN" sz="3200" dirty="0" smtClean="0"/>
              <a:t>x </a:t>
            </a:r>
            <a:r>
              <a:rPr lang="en-US" altLang="zh-CN" sz="3200" dirty="0" smtClean="0">
                <a:sym typeface="Symbol" pitchFamily="18" charset="2"/>
              </a:rPr>
              <a:t></a:t>
            </a:r>
            <a:r>
              <a:rPr lang="en-US" altLang="zh-CN" sz="3200" dirty="0" smtClean="0"/>
              <a:t>y P(</a:t>
            </a:r>
            <a:r>
              <a:rPr lang="en-US" altLang="zh-CN" sz="3200" dirty="0" err="1" smtClean="0"/>
              <a:t>x,y</a:t>
            </a:r>
            <a:r>
              <a:rPr lang="en-US" altLang="zh-CN" sz="3200" dirty="0" smtClean="0"/>
              <a:t>))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3200" dirty="0" smtClean="0"/>
              <a:t>= T</a:t>
            </a:r>
            <a:r>
              <a:rPr lang="en-US" altLang="zh-CN" sz="32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3200" dirty="0" smtClean="0"/>
              <a:t> ( </a:t>
            </a:r>
            <a:r>
              <a:rPr lang="en-US" altLang="zh-CN" sz="3200" dirty="0" smtClean="0">
                <a:solidFill>
                  <a:srgbClr val="FFC000"/>
                </a:solidFill>
                <a:sym typeface="Symbol" pitchFamily="18" charset="2"/>
              </a:rPr>
              <a:t></a:t>
            </a:r>
            <a:r>
              <a:rPr lang="en-US" altLang="zh-CN" sz="3200" dirty="0" smtClean="0">
                <a:solidFill>
                  <a:srgbClr val="FFC000"/>
                </a:solidFill>
              </a:rPr>
              <a:t>x</a:t>
            </a:r>
            <a:r>
              <a:rPr lang="en-US" altLang="zh-CN" sz="3200" dirty="0" smtClean="0"/>
              <a:t> (</a:t>
            </a:r>
            <a:r>
              <a:rPr lang="en-US" altLang="zh-CN" sz="3200" dirty="0" smtClean="0">
                <a:sym typeface="Symbol" pitchFamily="18" charset="2"/>
              </a:rPr>
              <a:t></a:t>
            </a:r>
            <a:r>
              <a:rPr lang="en-US" altLang="zh-CN" sz="3200" dirty="0" smtClean="0"/>
              <a:t>y P(</a:t>
            </a:r>
            <a:r>
              <a:rPr lang="en-US" altLang="zh-CN" sz="3200" dirty="0" err="1" smtClean="0"/>
              <a:t>x,y</a:t>
            </a:r>
            <a:r>
              <a:rPr lang="en-US" altLang="zh-CN" sz="3200" dirty="0" smtClean="0"/>
              <a:t>)))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3200" dirty="0" smtClean="0"/>
              <a:t>= T</a:t>
            </a:r>
            <a:r>
              <a:rPr lang="en-US" altLang="zh-CN" sz="32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3200" dirty="0" smtClean="0"/>
              <a:t> ( </a:t>
            </a:r>
            <a:r>
              <a:rPr lang="en-US" altLang="zh-CN" sz="3200" dirty="0" smtClean="0">
                <a:solidFill>
                  <a:srgbClr val="FFC000"/>
                </a:solidFill>
                <a:sym typeface="Symbol" pitchFamily="18" charset="2"/>
              </a:rPr>
              <a:t></a:t>
            </a:r>
            <a:r>
              <a:rPr lang="en-US" altLang="zh-CN" sz="3200" dirty="0" smtClean="0">
                <a:solidFill>
                  <a:srgbClr val="FFC000"/>
                </a:solidFill>
              </a:rPr>
              <a:t>y</a:t>
            </a:r>
            <a:r>
              <a:rPr lang="en-US" altLang="zh-CN" sz="3200" dirty="0" smtClean="0"/>
              <a:t> P(2,y) </a:t>
            </a:r>
            <a:r>
              <a:rPr lang="en-US" altLang="zh-CN" sz="3200" dirty="0" smtClean="0">
                <a:sym typeface="Symbol" pitchFamily="18" charset="2"/>
              </a:rPr>
              <a:t> </a:t>
            </a:r>
            <a:r>
              <a:rPr lang="en-US" altLang="zh-CN" sz="3200" dirty="0" smtClean="0"/>
              <a:t>y P(3,y)</a:t>
            </a:r>
            <a:r>
              <a:rPr lang="en-US" altLang="zh-CN" sz="3200" dirty="0" smtClean="0">
                <a:sym typeface="Symbol" pitchFamily="18" charset="2"/>
              </a:rPr>
              <a:t>  </a:t>
            </a:r>
            <a:r>
              <a:rPr lang="en-US" altLang="zh-CN" sz="3200" dirty="0" smtClean="0"/>
              <a:t>y P(4,y) )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3200" dirty="0" smtClean="0"/>
              <a:t>=</a:t>
            </a:r>
            <a:r>
              <a:rPr lang="en-US" altLang="zh-CN" sz="3200" dirty="0"/>
              <a:t> T</a:t>
            </a:r>
            <a:r>
              <a:rPr lang="en-US" altLang="zh-CN" sz="3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3200" dirty="0" smtClean="0"/>
              <a:t>((</a:t>
            </a:r>
            <a:r>
              <a:rPr lang="en-US" altLang="zh-CN" sz="3200" dirty="0" smtClean="0">
                <a:solidFill>
                  <a:srgbClr val="FFC000"/>
                </a:solidFill>
              </a:rPr>
              <a:t>P(2,2)</a:t>
            </a:r>
            <a:r>
              <a:rPr lang="en-US" altLang="zh-CN" sz="3200" dirty="0" smtClean="0"/>
              <a:t> </a:t>
            </a:r>
            <a:r>
              <a:rPr lang="en-US" altLang="zh-CN" sz="3200" dirty="0" smtClean="0">
                <a:sym typeface="Symbol" pitchFamily="18" charset="2"/>
              </a:rPr>
              <a:t> </a:t>
            </a:r>
            <a:r>
              <a:rPr lang="en-US" altLang="zh-CN" sz="3200" dirty="0" smtClean="0"/>
              <a:t>P(2,3) </a:t>
            </a:r>
            <a:r>
              <a:rPr lang="en-US" altLang="zh-CN" sz="3200" dirty="0" smtClean="0">
                <a:sym typeface="Symbol" pitchFamily="18" charset="2"/>
              </a:rPr>
              <a:t></a:t>
            </a:r>
            <a:r>
              <a:rPr lang="en-US" altLang="zh-CN" sz="3200" dirty="0" smtClean="0"/>
              <a:t> P(2,4) ) </a:t>
            </a:r>
            <a:r>
              <a:rPr lang="en-US" altLang="zh-CN" sz="3200" dirty="0" smtClean="0">
                <a:sym typeface="Symbol" pitchFamily="18" charset="2"/>
              </a:rPr>
              <a:t>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3200" dirty="0" smtClean="0">
                <a:sym typeface="Symbol" pitchFamily="18" charset="2"/>
              </a:rPr>
              <a:t>  </a:t>
            </a:r>
            <a:r>
              <a:rPr lang="en-US" altLang="zh-CN" sz="3200" dirty="0" smtClean="0"/>
              <a:t>(P(3,2) </a:t>
            </a:r>
            <a:r>
              <a:rPr lang="en-US" altLang="zh-CN" sz="3200" dirty="0" smtClean="0">
                <a:sym typeface="Symbol" pitchFamily="18" charset="2"/>
              </a:rPr>
              <a:t> </a:t>
            </a:r>
            <a:r>
              <a:rPr lang="en-US" altLang="zh-CN" sz="3200" dirty="0" smtClean="0">
                <a:solidFill>
                  <a:srgbClr val="FFC000"/>
                </a:solidFill>
              </a:rPr>
              <a:t>P(3,3)</a:t>
            </a:r>
            <a:r>
              <a:rPr lang="en-US" altLang="zh-CN" sz="3200" dirty="0" smtClean="0"/>
              <a:t> </a:t>
            </a:r>
            <a:r>
              <a:rPr lang="en-US" altLang="zh-CN" sz="3200" dirty="0" smtClean="0">
                <a:sym typeface="Symbol" pitchFamily="18" charset="2"/>
              </a:rPr>
              <a:t></a:t>
            </a:r>
            <a:r>
              <a:rPr lang="en-US" altLang="zh-CN" sz="3200" dirty="0" smtClean="0"/>
              <a:t> P(3,4) ) </a:t>
            </a:r>
            <a:r>
              <a:rPr lang="en-US" altLang="zh-CN" sz="3200" dirty="0" smtClean="0">
                <a:sym typeface="Symbol" pitchFamily="18" charset="2"/>
              </a:rPr>
              <a:t>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3200" dirty="0" smtClean="0">
                <a:sym typeface="Symbol" pitchFamily="18" charset="2"/>
              </a:rPr>
              <a:t>  </a:t>
            </a:r>
            <a:r>
              <a:rPr lang="en-US" altLang="zh-CN" sz="3200" dirty="0" smtClean="0"/>
              <a:t>(P(4,2) </a:t>
            </a:r>
            <a:r>
              <a:rPr lang="en-US" altLang="zh-CN" sz="3200" dirty="0" smtClean="0">
                <a:sym typeface="Symbol" pitchFamily="18" charset="2"/>
              </a:rPr>
              <a:t> </a:t>
            </a:r>
            <a:r>
              <a:rPr lang="en-US" altLang="zh-CN" sz="3200" dirty="0" smtClean="0"/>
              <a:t>P(4,3) </a:t>
            </a:r>
            <a:r>
              <a:rPr lang="en-US" altLang="zh-CN" sz="3200" dirty="0" smtClean="0">
                <a:sym typeface="Symbol" pitchFamily="18" charset="2"/>
              </a:rPr>
              <a:t></a:t>
            </a:r>
            <a:r>
              <a:rPr lang="en-US" altLang="zh-CN" sz="3200" dirty="0" smtClean="0"/>
              <a:t> </a:t>
            </a:r>
            <a:r>
              <a:rPr lang="en-US" altLang="zh-CN" sz="3200" dirty="0" smtClean="0">
                <a:solidFill>
                  <a:srgbClr val="FFC000"/>
                </a:solidFill>
              </a:rPr>
              <a:t>P(4,4)</a:t>
            </a:r>
            <a:r>
              <a:rPr lang="en-US" altLang="zh-CN" sz="3200" dirty="0" smtClean="0"/>
              <a:t> ))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3200" dirty="0" smtClean="0"/>
              <a:t>=1</a:t>
            </a:r>
            <a:r>
              <a:rPr lang="en-US" altLang="zh-CN" sz="3200" dirty="0" smtClean="0">
                <a:sym typeface="Symbol" pitchFamily="18" charset="2"/>
              </a:rPr>
              <a:t>11=1</a:t>
            </a:r>
            <a:endParaRPr lang="en-US" altLang="zh-CN" sz="3200" dirty="0" smtClean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93E99EE-B865-48C3-8302-93F4D62C3E32}" type="slidenum">
              <a:rPr lang="en-US" altLang="zh-CN" smtClean="0"/>
              <a:pPr>
                <a:defRPr/>
              </a:pPr>
              <a:t>45</a:t>
            </a:fld>
            <a:endParaRPr lang="en-US" altLang="zh-CN"/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19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19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7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1197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1197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7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1197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1197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7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1197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1197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7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1197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1197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7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1197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1197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93D0736-BD2F-495B-AC5D-F21E93F59DB9}" type="slidenum">
              <a:rPr lang="en-US" altLang="zh-CN" smtClean="0"/>
              <a:pPr>
                <a:defRPr/>
              </a:pPr>
              <a:t>46</a:t>
            </a:fld>
            <a:endParaRPr lang="en-US" altLang="zh-CN"/>
          </a:p>
        </p:txBody>
      </p:sp>
      <p:sp>
        <p:nvSpPr>
          <p:cNvPr id="212994" name="Rectangle 2"/>
          <p:cNvSpPr>
            <a:spLocks noGrp="1" noChangeArrowheads="1"/>
          </p:cNvSpPr>
          <p:nvPr>
            <p:ph idx="1"/>
          </p:nvPr>
        </p:nvSpPr>
        <p:spPr>
          <a:xfrm>
            <a:off x="457200" y="609600"/>
            <a:ext cx="8352928" cy="5410200"/>
          </a:xfrm>
        </p:spPr>
        <p:txBody>
          <a:bodyPr/>
          <a:lstStyle/>
          <a:p>
            <a:pPr lvl="0" eaLnBrk="1" hangingPunct="1">
              <a:lnSpc>
                <a:spcPct val="90000"/>
              </a:lnSpc>
              <a:buClr>
                <a:srgbClr val="FFCC00"/>
              </a:buClr>
              <a:buFont typeface="Wingdings" panose="05000000000000000000" pitchFamily="2" charset="2"/>
              <a:buChar char="n"/>
              <a:defRPr/>
            </a:pPr>
            <a:r>
              <a:rPr lang="en-US" altLang="zh-CN" b="1" dirty="0" smtClean="0">
                <a:latin typeface="Times New Roman" pitchFamily="18" charset="0"/>
                <a:sym typeface="Symbol" pitchFamily="18" charset="2"/>
              </a:rPr>
              <a:t> </a:t>
            </a:r>
            <a:r>
              <a:rPr lang="zh-CN" altLang="en-US" sz="3200" dirty="0">
                <a:solidFill>
                  <a:srgbClr val="FFCC00"/>
                </a:solidFill>
              </a:rPr>
              <a:t>	</a:t>
            </a:r>
            <a:r>
              <a:rPr lang="zh-CN" altLang="en-US" sz="3200" dirty="0">
                <a:solidFill>
                  <a:srgbClr val="FFCC00"/>
                </a:solidFill>
                <a:sym typeface="Symbol" pitchFamily="18" charset="2"/>
              </a:rPr>
              <a:t></a:t>
            </a:r>
            <a:r>
              <a:rPr lang="en-US" altLang="zh-CN" sz="3200" dirty="0">
                <a:solidFill>
                  <a:srgbClr val="FFCC00"/>
                </a:solidFill>
              </a:rPr>
              <a:t>x </a:t>
            </a:r>
            <a:r>
              <a:rPr lang="en-US" altLang="zh-CN" sz="3200" dirty="0">
                <a:solidFill>
                  <a:srgbClr val="FFCC00"/>
                </a:solidFill>
                <a:sym typeface="Symbol" pitchFamily="18" charset="2"/>
              </a:rPr>
              <a:t></a:t>
            </a:r>
            <a:r>
              <a:rPr lang="en-US" altLang="zh-CN" sz="3200" dirty="0">
                <a:solidFill>
                  <a:srgbClr val="FFCC00"/>
                </a:solidFill>
              </a:rPr>
              <a:t>y P(</a:t>
            </a:r>
            <a:r>
              <a:rPr lang="en-US" altLang="zh-CN" sz="3200" dirty="0" err="1">
                <a:solidFill>
                  <a:srgbClr val="FFCC00"/>
                </a:solidFill>
              </a:rPr>
              <a:t>x,y</a:t>
            </a:r>
            <a:r>
              <a:rPr lang="en-US" altLang="zh-CN" sz="3200" dirty="0">
                <a:solidFill>
                  <a:srgbClr val="FFCC00"/>
                </a:solidFill>
              </a:rPr>
              <a:t>) ≠</a:t>
            </a:r>
            <a:r>
              <a:rPr lang="en-US" altLang="zh-CN" sz="3200" dirty="0">
                <a:solidFill>
                  <a:srgbClr val="FFCC00"/>
                </a:solidFill>
                <a:sym typeface="Symbol" pitchFamily="18" charset="2"/>
              </a:rPr>
              <a:t></a:t>
            </a:r>
            <a:r>
              <a:rPr lang="en-US" altLang="zh-CN" sz="3200" dirty="0">
                <a:solidFill>
                  <a:srgbClr val="FFCC00"/>
                </a:solidFill>
              </a:rPr>
              <a:t>y </a:t>
            </a:r>
            <a:r>
              <a:rPr lang="en-US" altLang="zh-CN" sz="3200" dirty="0">
                <a:solidFill>
                  <a:srgbClr val="FFCC00"/>
                </a:solidFill>
                <a:sym typeface="Symbol" pitchFamily="18" charset="2"/>
              </a:rPr>
              <a:t></a:t>
            </a:r>
            <a:r>
              <a:rPr lang="en-US" altLang="zh-CN" sz="3200" dirty="0">
                <a:solidFill>
                  <a:srgbClr val="FFCC00"/>
                </a:solidFill>
              </a:rPr>
              <a:t>x P(</a:t>
            </a:r>
            <a:r>
              <a:rPr lang="en-US" altLang="zh-CN" sz="3200" dirty="0" err="1">
                <a:solidFill>
                  <a:srgbClr val="FFCC00"/>
                </a:solidFill>
              </a:rPr>
              <a:t>x,y</a:t>
            </a:r>
            <a:r>
              <a:rPr lang="en-US" altLang="zh-CN" sz="3200" dirty="0">
                <a:solidFill>
                  <a:srgbClr val="FFCC00"/>
                </a:solidFill>
              </a:rPr>
              <a:t>) 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3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3300" dirty="0" smtClean="0"/>
              <a:t>:D={2,3,4}</a:t>
            </a:r>
            <a:r>
              <a:rPr lang="zh-CN" altLang="en-US" sz="3300" dirty="0" smtClean="0"/>
              <a:t>，</a:t>
            </a:r>
            <a:r>
              <a:rPr lang="en-US" altLang="zh-CN" sz="3300" dirty="0" smtClean="0"/>
              <a:t>P(</a:t>
            </a:r>
            <a:r>
              <a:rPr lang="en-US" altLang="zh-CN" sz="3300" dirty="0" err="1" smtClean="0"/>
              <a:t>x,y</a:t>
            </a:r>
            <a:r>
              <a:rPr lang="en-US" altLang="zh-CN" sz="3300" dirty="0" smtClean="0"/>
              <a:t>):x=y</a:t>
            </a:r>
            <a:endParaRPr lang="en-US" altLang="zh-CN" sz="3300" dirty="0" smtClean="0">
              <a:sym typeface="Symbol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3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33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3300" dirty="0" smtClean="0"/>
              <a:t> (</a:t>
            </a:r>
            <a:r>
              <a:rPr lang="en-US" altLang="zh-CN" sz="3300" dirty="0" smtClean="0">
                <a:sym typeface="Symbol" pitchFamily="18" charset="2"/>
              </a:rPr>
              <a:t> </a:t>
            </a:r>
            <a:r>
              <a:rPr lang="en-US" altLang="zh-CN" sz="3300" dirty="0" smtClean="0"/>
              <a:t>y </a:t>
            </a:r>
            <a:r>
              <a:rPr lang="en-US" altLang="zh-CN" sz="3300" dirty="0" smtClean="0">
                <a:sym typeface="Symbol" pitchFamily="18" charset="2"/>
              </a:rPr>
              <a:t></a:t>
            </a:r>
            <a:r>
              <a:rPr lang="en-US" altLang="zh-CN" sz="3300" dirty="0" smtClean="0"/>
              <a:t>x P(</a:t>
            </a:r>
            <a:r>
              <a:rPr lang="en-US" altLang="zh-CN" sz="3300" dirty="0" err="1" smtClean="0"/>
              <a:t>x,y</a:t>
            </a:r>
            <a:r>
              <a:rPr lang="en-US" altLang="zh-CN" sz="3300" dirty="0" smtClean="0"/>
              <a:t>))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3300" dirty="0" smtClean="0"/>
              <a:t>= T</a:t>
            </a:r>
            <a:r>
              <a:rPr lang="en-US" altLang="zh-CN" sz="33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3300" dirty="0" smtClean="0"/>
              <a:t> ( </a:t>
            </a:r>
            <a:r>
              <a:rPr lang="en-US" altLang="zh-CN" sz="3300" dirty="0" smtClean="0">
                <a:solidFill>
                  <a:srgbClr val="FFCC00"/>
                </a:solidFill>
                <a:sym typeface="Symbol" pitchFamily="18" charset="2"/>
              </a:rPr>
              <a:t></a:t>
            </a:r>
            <a:r>
              <a:rPr lang="en-US" altLang="zh-CN" sz="3300" dirty="0" smtClean="0">
                <a:solidFill>
                  <a:srgbClr val="FFCC00"/>
                </a:solidFill>
              </a:rPr>
              <a:t>y</a:t>
            </a:r>
            <a:r>
              <a:rPr lang="en-US" altLang="zh-CN" sz="3300" dirty="0" smtClean="0"/>
              <a:t> (</a:t>
            </a:r>
            <a:r>
              <a:rPr lang="en-US" altLang="zh-CN" sz="3300" dirty="0" smtClean="0">
                <a:sym typeface="Symbol" pitchFamily="18" charset="2"/>
              </a:rPr>
              <a:t></a:t>
            </a:r>
            <a:r>
              <a:rPr lang="en-US" altLang="zh-CN" sz="3300" dirty="0" smtClean="0"/>
              <a:t>x P(</a:t>
            </a:r>
            <a:r>
              <a:rPr lang="en-US" altLang="zh-CN" sz="3300" dirty="0" err="1" smtClean="0"/>
              <a:t>x,y</a:t>
            </a:r>
            <a:r>
              <a:rPr lang="en-US" altLang="zh-CN" sz="3300" dirty="0" smtClean="0"/>
              <a:t>)))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3300" dirty="0" smtClean="0"/>
              <a:t>= T</a:t>
            </a:r>
            <a:r>
              <a:rPr lang="en-US" altLang="zh-CN" sz="33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3300" dirty="0" smtClean="0"/>
              <a:t> ( </a:t>
            </a:r>
            <a:r>
              <a:rPr lang="en-US" altLang="zh-CN" sz="3300" dirty="0" smtClean="0">
                <a:solidFill>
                  <a:srgbClr val="FFCC00"/>
                </a:solidFill>
                <a:sym typeface="Symbol" pitchFamily="18" charset="2"/>
              </a:rPr>
              <a:t></a:t>
            </a:r>
            <a:r>
              <a:rPr lang="en-US" altLang="zh-CN" sz="3300" dirty="0" smtClean="0">
                <a:solidFill>
                  <a:srgbClr val="FFCC00"/>
                </a:solidFill>
              </a:rPr>
              <a:t>x</a:t>
            </a:r>
            <a:r>
              <a:rPr lang="en-US" altLang="zh-CN" sz="3300" dirty="0" smtClean="0"/>
              <a:t> P(x,2) </a:t>
            </a:r>
            <a:r>
              <a:rPr lang="en-US" altLang="zh-CN" sz="3300" dirty="0" smtClean="0">
                <a:sym typeface="Symbol" pitchFamily="18" charset="2"/>
              </a:rPr>
              <a:t> </a:t>
            </a:r>
            <a:r>
              <a:rPr lang="en-US" altLang="zh-CN" sz="3300" dirty="0" smtClean="0"/>
              <a:t>x P(x,3) </a:t>
            </a:r>
            <a:r>
              <a:rPr lang="en-US" altLang="zh-CN" sz="3300" dirty="0" smtClean="0">
                <a:sym typeface="Symbol" pitchFamily="18" charset="2"/>
              </a:rPr>
              <a:t> </a:t>
            </a:r>
            <a:r>
              <a:rPr lang="en-US" altLang="zh-CN" sz="3300" dirty="0" smtClean="0"/>
              <a:t>x P(x,4))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3300" dirty="0" smtClean="0"/>
              <a:t>=</a:t>
            </a:r>
            <a:r>
              <a:rPr lang="en-US" altLang="zh-CN" sz="3300" dirty="0"/>
              <a:t>T</a:t>
            </a:r>
            <a:r>
              <a:rPr lang="en-US" altLang="zh-CN" sz="33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3300" dirty="0"/>
              <a:t> ( </a:t>
            </a:r>
            <a:r>
              <a:rPr lang="en-US" altLang="zh-CN" sz="3300" dirty="0" smtClean="0"/>
              <a:t>( P(2,2) </a:t>
            </a:r>
            <a:r>
              <a:rPr lang="en-US" altLang="zh-CN" sz="3300" dirty="0" smtClean="0">
                <a:sym typeface="Symbol" pitchFamily="18" charset="2"/>
              </a:rPr>
              <a:t> </a:t>
            </a:r>
            <a:r>
              <a:rPr lang="en-US" altLang="zh-CN" sz="3300" dirty="0" smtClean="0"/>
              <a:t>P(3,2) </a:t>
            </a:r>
            <a:r>
              <a:rPr lang="en-US" altLang="zh-CN" sz="3300" dirty="0" smtClean="0">
                <a:sym typeface="Symbol" pitchFamily="18" charset="2"/>
              </a:rPr>
              <a:t> </a:t>
            </a:r>
            <a:r>
              <a:rPr lang="en-US" altLang="zh-CN" sz="3300" dirty="0" smtClean="0"/>
              <a:t>P(4,2)) </a:t>
            </a:r>
            <a:r>
              <a:rPr lang="en-US" altLang="zh-CN" sz="3300" dirty="0" smtClean="0">
                <a:sym typeface="Symbol" pitchFamily="18" charset="2"/>
              </a:rPr>
              <a:t>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3300" dirty="0" smtClean="0">
                <a:sym typeface="Symbol" pitchFamily="18" charset="2"/>
              </a:rPr>
              <a:t>  </a:t>
            </a:r>
            <a:r>
              <a:rPr lang="en-US" altLang="zh-CN" sz="3300" dirty="0" smtClean="0"/>
              <a:t>( P(2,3) </a:t>
            </a:r>
            <a:r>
              <a:rPr lang="en-US" altLang="zh-CN" sz="3300" dirty="0" smtClean="0">
                <a:sym typeface="Symbol" pitchFamily="18" charset="2"/>
              </a:rPr>
              <a:t> </a:t>
            </a:r>
            <a:r>
              <a:rPr lang="en-US" altLang="zh-CN" sz="3300" dirty="0" smtClean="0"/>
              <a:t>P(3,3) </a:t>
            </a:r>
            <a:r>
              <a:rPr lang="en-US" altLang="zh-CN" sz="3300" dirty="0" smtClean="0">
                <a:sym typeface="Symbol" pitchFamily="18" charset="2"/>
              </a:rPr>
              <a:t> </a:t>
            </a:r>
            <a:r>
              <a:rPr lang="en-US" altLang="zh-CN" sz="3300" dirty="0" smtClean="0"/>
              <a:t>P(4,3)) </a:t>
            </a:r>
            <a:r>
              <a:rPr lang="en-US" altLang="zh-CN" sz="3300" dirty="0" smtClean="0">
                <a:sym typeface="Symbol" pitchFamily="18" charset="2"/>
              </a:rPr>
              <a:t>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3300" dirty="0" smtClean="0">
                <a:sym typeface="Symbol" pitchFamily="18" charset="2"/>
              </a:rPr>
              <a:t>  </a:t>
            </a:r>
            <a:r>
              <a:rPr lang="en-US" altLang="zh-CN" sz="3300" dirty="0" smtClean="0"/>
              <a:t>( P(2,4) </a:t>
            </a:r>
            <a:r>
              <a:rPr lang="en-US" altLang="zh-CN" sz="3300" dirty="0" smtClean="0">
                <a:sym typeface="Symbol" pitchFamily="18" charset="2"/>
              </a:rPr>
              <a:t> </a:t>
            </a:r>
            <a:r>
              <a:rPr lang="en-US" altLang="zh-CN" sz="3300" dirty="0" smtClean="0"/>
              <a:t>P(3,4) </a:t>
            </a:r>
            <a:r>
              <a:rPr lang="en-US" altLang="zh-CN" sz="3300" dirty="0" smtClean="0">
                <a:sym typeface="Symbol" pitchFamily="18" charset="2"/>
              </a:rPr>
              <a:t> </a:t>
            </a:r>
            <a:r>
              <a:rPr lang="en-US" altLang="zh-CN" sz="3300" dirty="0" smtClean="0"/>
              <a:t>P(4,4)) )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3300" dirty="0" smtClean="0"/>
              <a:t>= 0 </a:t>
            </a:r>
            <a:r>
              <a:rPr lang="en-US" altLang="zh-CN" sz="3300" dirty="0" smtClean="0">
                <a:sym typeface="Symbol" pitchFamily="18" charset="2"/>
              </a:rPr>
              <a:t>0 0=0</a:t>
            </a:r>
            <a:endParaRPr lang="en-US" altLang="zh-CN" sz="3300" dirty="0" smtClean="0">
              <a:solidFill>
                <a:srgbClr val="FFC000"/>
              </a:solidFill>
            </a:endParaRPr>
          </a:p>
          <a:p>
            <a:pPr eaLnBrk="1" hangingPunct="1">
              <a:buFont typeface="Wingdings" panose="05000000000000000000" pitchFamily="2" charset="2"/>
              <a:buNone/>
              <a:defRPr/>
            </a:pPr>
            <a:endParaRPr lang="en-US" altLang="zh-CN" b="1" dirty="0" smtClean="0">
              <a:latin typeface="Times New Roman" pitchFamily="18" charset="0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29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29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1299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1299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1299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1299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1299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1299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1299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1299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1299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1299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272380" y="845199"/>
            <a:ext cx="7772400" cy="569387"/>
          </a:xfrm>
        </p:spPr>
        <p:txBody>
          <a:bodyPr/>
          <a:lstStyle/>
          <a:p>
            <a:pPr algn="l" eaLnBrk="1" hangingPunct="1">
              <a:defRPr/>
            </a:pPr>
            <a:r>
              <a:rPr lang="zh-CN" altLang="en-US" sz="3100" dirty="0" smtClean="0"/>
              <a:t>例</a:t>
            </a:r>
          </a:p>
        </p:txBody>
      </p:sp>
      <p:sp>
        <p:nvSpPr>
          <p:cNvPr id="214018" name="Rectangle 2"/>
          <p:cNvSpPr>
            <a:spLocks noGrp="1" noChangeArrowheads="1"/>
          </p:cNvSpPr>
          <p:nvPr>
            <p:ph idx="1"/>
          </p:nvPr>
        </p:nvSpPr>
        <p:spPr>
          <a:xfrm>
            <a:off x="381000" y="1524000"/>
            <a:ext cx="8352928" cy="4974858"/>
          </a:xfrm>
        </p:spPr>
        <p:txBody>
          <a:bodyPr/>
          <a:lstStyle/>
          <a:p>
            <a:pPr eaLnBrk="1" hangingPunct="1">
              <a:lnSpc>
                <a:spcPct val="110000"/>
              </a:lnSpc>
              <a:defRPr/>
            </a:pPr>
            <a:r>
              <a:rPr lang="zh-CN" altLang="en-US" sz="3100" dirty="0" smtClean="0"/>
              <a:t>设个体域</a:t>
            </a:r>
            <a:r>
              <a:rPr lang="en-US" altLang="zh-CN" sz="3100" dirty="0" smtClean="0"/>
              <a:t>D</a:t>
            </a:r>
            <a:r>
              <a:rPr lang="zh-CN" altLang="en-US" sz="3100" dirty="0" smtClean="0"/>
              <a:t>为实数集合，</a:t>
            </a: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3100" dirty="0" smtClean="0"/>
              <a:t>         </a:t>
            </a:r>
            <a:r>
              <a:rPr lang="en-US" altLang="zh-CN" sz="3100" dirty="0" smtClean="0"/>
              <a:t>P(x, y)</a:t>
            </a:r>
            <a:r>
              <a:rPr lang="zh-CN" altLang="en-US" sz="3100" dirty="0" smtClean="0"/>
              <a:t>表示</a:t>
            </a:r>
            <a:r>
              <a:rPr lang="en-US" altLang="zh-CN" sz="3100" dirty="0" smtClean="0"/>
              <a:t>x&lt;y</a:t>
            </a:r>
            <a:r>
              <a:rPr lang="zh-CN" altLang="en-US" sz="3100" dirty="0" smtClean="0"/>
              <a:t>，则</a:t>
            </a: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3100" dirty="0" smtClean="0">
                <a:solidFill>
                  <a:srgbClr val="FFCC00"/>
                </a:solidFill>
                <a:sym typeface="Symbol" pitchFamily="18" charset="2"/>
              </a:rPr>
              <a:t></a:t>
            </a:r>
            <a:r>
              <a:rPr lang="en-US" altLang="zh-CN" sz="3100" dirty="0" err="1" smtClean="0">
                <a:solidFill>
                  <a:srgbClr val="FFCC00"/>
                </a:solidFill>
              </a:rPr>
              <a:t>x</a:t>
            </a:r>
            <a:r>
              <a:rPr lang="en-US" altLang="zh-CN" sz="3100" dirty="0" err="1" smtClean="0">
                <a:solidFill>
                  <a:srgbClr val="FFCC00"/>
                </a:solidFill>
                <a:sym typeface="Symbol" pitchFamily="18" charset="2"/>
              </a:rPr>
              <a:t></a:t>
            </a:r>
            <a:r>
              <a:rPr lang="en-US" altLang="zh-CN" sz="3100" dirty="0" err="1" smtClean="0">
                <a:solidFill>
                  <a:srgbClr val="FFCC00"/>
                </a:solidFill>
              </a:rPr>
              <a:t>yP</a:t>
            </a:r>
            <a:r>
              <a:rPr lang="en-US" altLang="zh-CN" sz="3100" dirty="0" smtClean="0">
                <a:solidFill>
                  <a:srgbClr val="FFCC00"/>
                </a:solidFill>
              </a:rPr>
              <a:t>(x, y)</a:t>
            </a:r>
            <a:r>
              <a:rPr lang="zh-CN" altLang="en-US" sz="3100" dirty="0" smtClean="0"/>
              <a:t>与</a:t>
            </a:r>
            <a:r>
              <a:rPr lang="zh-CN" altLang="en-US" sz="3100" dirty="0" smtClean="0">
                <a:solidFill>
                  <a:srgbClr val="FFCC00"/>
                </a:solidFill>
                <a:sym typeface="Symbol" pitchFamily="18" charset="2"/>
              </a:rPr>
              <a:t></a:t>
            </a:r>
            <a:r>
              <a:rPr lang="en-US" altLang="zh-CN" sz="3100" dirty="0" err="1" smtClean="0">
                <a:solidFill>
                  <a:srgbClr val="FFCC00"/>
                </a:solidFill>
              </a:rPr>
              <a:t>y</a:t>
            </a:r>
            <a:r>
              <a:rPr lang="en-US" altLang="zh-CN" sz="3100" dirty="0" err="1" smtClean="0">
                <a:solidFill>
                  <a:srgbClr val="FFCC00"/>
                </a:solidFill>
                <a:sym typeface="Symbol" pitchFamily="18" charset="2"/>
              </a:rPr>
              <a:t></a:t>
            </a:r>
            <a:r>
              <a:rPr lang="en-US" altLang="zh-CN" sz="3100" dirty="0" err="1" smtClean="0">
                <a:solidFill>
                  <a:srgbClr val="FFCC00"/>
                </a:solidFill>
              </a:rPr>
              <a:t>xP</a:t>
            </a:r>
            <a:r>
              <a:rPr lang="en-US" altLang="zh-CN" sz="3100" dirty="0" smtClean="0">
                <a:solidFill>
                  <a:srgbClr val="FFCC00"/>
                </a:solidFill>
              </a:rPr>
              <a:t>(x, y)</a:t>
            </a:r>
            <a:r>
              <a:rPr lang="zh-CN" altLang="en-US" sz="3100" dirty="0" smtClean="0"/>
              <a:t>含义是不同的：</a:t>
            </a:r>
          </a:p>
          <a:p>
            <a:pPr marL="0"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3100" dirty="0" smtClean="0">
                <a:sym typeface="Symbol" pitchFamily="18" charset="2"/>
              </a:rPr>
              <a:t></a:t>
            </a:r>
            <a:r>
              <a:rPr lang="en-US" altLang="zh-CN" sz="3100" dirty="0" err="1" smtClean="0"/>
              <a:t>x</a:t>
            </a:r>
            <a:r>
              <a:rPr lang="en-US" altLang="zh-CN" sz="3100" dirty="0" err="1" smtClean="0">
                <a:sym typeface="Symbol" pitchFamily="18" charset="2"/>
              </a:rPr>
              <a:t></a:t>
            </a:r>
            <a:r>
              <a:rPr lang="en-US" altLang="zh-CN" sz="3100" dirty="0" err="1" smtClean="0"/>
              <a:t>yP</a:t>
            </a:r>
            <a:r>
              <a:rPr lang="en-US" altLang="zh-CN" sz="3100" dirty="0" smtClean="0"/>
              <a:t>(x, y) </a:t>
            </a:r>
            <a:r>
              <a:rPr lang="zh-CN" altLang="en-US" sz="3100" dirty="0" smtClean="0"/>
              <a:t>表示对任意一个实数</a:t>
            </a:r>
            <a:r>
              <a:rPr lang="en-US" altLang="zh-CN" sz="3100" dirty="0" smtClean="0"/>
              <a:t>x</a:t>
            </a:r>
            <a:r>
              <a:rPr lang="zh-CN" altLang="en-US" sz="3100" dirty="0" smtClean="0"/>
              <a:t>，都存在实数</a:t>
            </a:r>
            <a:r>
              <a:rPr lang="en-US" altLang="zh-CN" sz="3100" dirty="0" smtClean="0"/>
              <a:t>y</a:t>
            </a:r>
            <a:r>
              <a:rPr lang="zh-CN" altLang="en-US" sz="3100" dirty="0" smtClean="0"/>
              <a:t>，使得</a:t>
            </a:r>
            <a:r>
              <a:rPr lang="en-US" altLang="zh-CN" sz="3100" dirty="0" smtClean="0"/>
              <a:t>x&lt;y</a:t>
            </a:r>
            <a:r>
              <a:rPr lang="zh-CN" altLang="en-US" sz="3100" dirty="0" smtClean="0"/>
              <a:t>；即对任意实数</a:t>
            </a:r>
            <a:r>
              <a:rPr lang="en-US" altLang="zh-CN" sz="3100" dirty="0" smtClean="0"/>
              <a:t>x</a:t>
            </a:r>
            <a:r>
              <a:rPr lang="zh-CN" altLang="en-US" sz="3100" dirty="0" smtClean="0"/>
              <a:t>，都有比</a:t>
            </a:r>
            <a:r>
              <a:rPr lang="en-US" altLang="zh-CN" sz="3100" dirty="0" smtClean="0"/>
              <a:t>x</a:t>
            </a:r>
            <a:r>
              <a:rPr lang="zh-CN" altLang="en-US" sz="3100" dirty="0" smtClean="0"/>
              <a:t>大的实数存在；</a:t>
            </a:r>
          </a:p>
          <a:p>
            <a:pPr marL="0"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3100" dirty="0" smtClean="0">
                <a:sym typeface="Symbol" pitchFamily="18" charset="2"/>
              </a:rPr>
              <a:t></a:t>
            </a:r>
            <a:r>
              <a:rPr lang="en-US" altLang="zh-CN" sz="3100" dirty="0" err="1" smtClean="0"/>
              <a:t>y</a:t>
            </a:r>
            <a:r>
              <a:rPr lang="en-US" altLang="zh-CN" sz="3100" dirty="0" err="1" smtClean="0">
                <a:sym typeface="Symbol" pitchFamily="18" charset="2"/>
              </a:rPr>
              <a:t></a:t>
            </a:r>
            <a:r>
              <a:rPr lang="en-US" altLang="zh-CN" sz="3100" dirty="0" err="1" smtClean="0"/>
              <a:t>xP</a:t>
            </a:r>
            <a:r>
              <a:rPr lang="en-US" altLang="zh-CN" sz="3100" dirty="0" smtClean="0"/>
              <a:t>(x, y) </a:t>
            </a:r>
            <a:r>
              <a:rPr lang="zh-CN" altLang="en-US" sz="3100" dirty="0" smtClean="0"/>
              <a:t>表示存在一个实数</a:t>
            </a:r>
            <a:r>
              <a:rPr lang="en-US" altLang="zh-CN" sz="3100" dirty="0" smtClean="0"/>
              <a:t>y</a:t>
            </a:r>
            <a:r>
              <a:rPr lang="zh-CN" altLang="en-US" sz="3100" dirty="0" smtClean="0"/>
              <a:t>，对任意实数</a:t>
            </a:r>
            <a:r>
              <a:rPr lang="en-US" altLang="zh-CN" sz="3100" dirty="0" smtClean="0"/>
              <a:t>x</a:t>
            </a:r>
            <a:r>
              <a:rPr lang="zh-CN" altLang="en-US" sz="3100" dirty="0" smtClean="0"/>
              <a:t>，都有</a:t>
            </a:r>
            <a:r>
              <a:rPr lang="en-US" altLang="zh-CN" sz="3100" dirty="0" smtClean="0"/>
              <a:t>x&lt;y</a:t>
            </a:r>
            <a:r>
              <a:rPr lang="zh-CN" altLang="en-US" sz="3100" dirty="0" smtClean="0"/>
              <a:t>；即有一个实数</a:t>
            </a:r>
            <a:r>
              <a:rPr lang="en-US" altLang="zh-CN" sz="3100" dirty="0" smtClean="0"/>
              <a:t>y</a:t>
            </a:r>
            <a:r>
              <a:rPr lang="zh-CN" altLang="en-US" sz="3100" dirty="0" smtClean="0"/>
              <a:t>比所有实数都大</a:t>
            </a:r>
            <a:r>
              <a:rPr lang="zh-CN" altLang="en-US" sz="3200" b="1" dirty="0" smtClean="0"/>
              <a:t>。</a:t>
            </a:r>
            <a:endParaRPr lang="zh-CN" altLang="en-US" sz="3200" dirty="0" smtClean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834066-9B6F-4AE8-97D1-B7BB0CF3FB4B}" type="slidenum">
              <a:rPr lang="en-US" altLang="zh-CN" smtClean="0"/>
              <a:pPr>
                <a:defRPr/>
              </a:pPr>
              <a:t>47</a:t>
            </a:fld>
            <a:endParaRPr lang="en-US" altLang="zh-CN"/>
          </a:p>
        </p:txBody>
      </p:sp>
      <p:sp>
        <p:nvSpPr>
          <p:cNvPr id="2" name="矩形 1"/>
          <p:cNvSpPr/>
          <p:nvPr/>
        </p:nvSpPr>
        <p:spPr>
          <a:xfrm>
            <a:off x="990600" y="181506"/>
            <a:ext cx="6553200" cy="5355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lnSpc>
                <a:spcPct val="90000"/>
              </a:lnSpc>
              <a:buClr>
                <a:srgbClr val="FFCC00"/>
              </a:buClr>
              <a:buFont typeface="Wingdings" panose="05000000000000000000" pitchFamily="2" charset="2"/>
              <a:buChar char="n"/>
              <a:defRPr/>
            </a:pPr>
            <a:r>
              <a:rPr lang="zh-CN" altLang="en-US" sz="3200" dirty="0">
                <a:solidFill>
                  <a:srgbClr val="FFCC00"/>
                </a:solidFill>
              </a:rPr>
              <a:t>	</a:t>
            </a:r>
            <a:r>
              <a:rPr lang="zh-CN" altLang="en-US" sz="3200" dirty="0">
                <a:solidFill>
                  <a:srgbClr val="FFCC00"/>
                </a:solidFill>
                <a:sym typeface="Symbol" pitchFamily="18" charset="2"/>
              </a:rPr>
              <a:t></a:t>
            </a:r>
            <a:r>
              <a:rPr lang="en-US" altLang="zh-CN" sz="3200" dirty="0">
                <a:solidFill>
                  <a:srgbClr val="FFCC00"/>
                </a:solidFill>
              </a:rPr>
              <a:t>x </a:t>
            </a:r>
            <a:r>
              <a:rPr lang="en-US" altLang="zh-CN" sz="3200" dirty="0">
                <a:solidFill>
                  <a:srgbClr val="FFCC00"/>
                </a:solidFill>
                <a:sym typeface="Symbol" pitchFamily="18" charset="2"/>
              </a:rPr>
              <a:t></a:t>
            </a:r>
            <a:r>
              <a:rPr lang="en-US" altLang="zh-CN" sz="3200" dirty="0">
                <a:solidFill>
                  <a:srgbClr val="FFCC00"/>
                </a:solidFill>
              </a:rPr>
              <a:t>y P(</a:t>
            </a:r>
            <a:r>
              <a:rPr lang="en-US" altLang="zh-CN" sz="3200" dirty="0" err="1">
                <a:solidFill>
                  <a:srgbClr val="FFCC00"/>
                </a:solidFill>
              </a:rPr>
              <a:t>x,y</a:t>
            </a:r>
            <a:r>
              <a:rPr lang="en-US" altLang="zh-CN" sz="3200" dirty="0">
                <a:solidFill>
                  <a:srgbClr val="FFCC00"/>
                </a:solidFill>
              </a:rPr>
              <a:t>) ≠</a:t>
            </a:r>
            <a:r>
              <a:rPr lang="en-US" altLang="zh-CN" sz="3200" dirty="0">
                <a:solidFill>
                  <a:srgbClr val="FFCC00"/>
                </a:solidFill>
                <a:sym typeface="Symbol" pitchFamily="18" charset="2"/>
              </a:rPr>
              <a:t></a:t>
            </a:r>
            <a:r>
              <a:rPr lang="en-US" altLang="zh-CN" sz="3200" dirty="0">
                <a:solidFill>
                  <a:srgbClr val="FFCC00"/>
                </a:solidFill>
              </a:rPr>
              <a:t>y </a:t>
            </a:r>
            <a:r>
              <a:rPr lang="en-US" altLang="zh-CN" sz="3200" dirty="0">
                <a:solidFill>
                  <a:srgbClr val="FFCC00"/>
                </a:solidFill>
                <a:sym typeface="Symbol" pitchFamily="18" charset="2"/>
              </a:rPr>
              <a:t></a:t>
            </a:r>
            <a:r>
              <a:rPr lang="en-US" altLang="zh-CN" sz="3200" dirty="0">
                <a:solidFill>
                  <a:srgbClr val="FFCC00"/>
                </a:solidFill>
              </a:rPr>
              <a:t>x P(</a:t>
            </a:r>
            <a:r>
              <a:rPr lang="en-US" altLang="zh-CN" sz="3200" dirty="0" err="1">
                <a:solidFill>
                  <a:srgbClr val="FFCC00"/>
                </a:solidFill>
              </a:rPr>
              <a:t>x,y</a:t>
            </a:r>
            <a:r>
              <a:rPr lang="en-US" altLang="zh-CN" sz="3200" dirty="0">
                <a:solidFill>
                  <a:srgbClr val="FFCC00"/>
                </a:solidFill>
              </a:rPr>
              <a:t>) </a:t>
            </a: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40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40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140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140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42" name="Rectangle 2"/>
          <p:cNvSpPr>
            <a:spLocks noGrp="1" noChangeArrowheads="1"/>
          </p:cNvSpPr>
          <p:nvPr>
            <p:ph idx="1"/>
          </p:nvPr>
        </p:nvSpPr>
        <p:spPr>
          <a:xfrm>
            <a:off x="457200" y="381000"/>
            <a:ext cx="8352928" cy="6096000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Clr>
                <a:srgbClr val="FFCC00"/>
              </a:buClr>
              <a:buFont typeface="Wingdings" panose="05000000000000000000" pitchFamily="2" charset="2"/>
              <a:buChar char="n"/>
              <a:defRPr/>
            </a:pPr>
            <a:r>
              <a:rPr lang="en-US" altLang="zh-CN" sz="3200" dirty="0" smtClean="0">
                <a:solidFill>
                  <a:srgbClr val="FFCC00"/>
                </a:solidFill>
              </a:rPr>
              <a:t> </a:t>
            </a:r>
            <a:r>
              <a:rPr lang="en-US" altLang="zh-CN" sz="3200" dirty="0" smtClean="0">
                <a:solidFill>
                  <a:srgbClr val="FFC000"/>
                </a:solidFill>
                <a:sym typeface="Symbol" pitchFamily="18" charset="2"/>
              </a:rPr>
              <a:t></a:t>
            </a:r>
            <a:r>
              <a:rPr lang="en-US" altLang="zh-CN" sz="3200" dirty="0" smtClean="0">
                <a:solidFill>
                  <a:srgbClr val="FFC000"/>
                </a:solidFill>
              </a:rPr>
              <a:t>x </a:t>
            </a:r>
            <a:r>
              <a:rPr lang="en-US" altLang="zh-CN" sz="3200" dirty="0" smtClean="0">
                <a:solidFill>
                  <a:srgbClr val="FFC000"/>
                </a:solidFill>
                <a:sym typeface="Symbol" pitchFamily="18" charset="2"/>
              </a:rPr>
              <a:t></a:t>
            </a:r>
            <a:r>
              <a:rPr lang="en-US" altLang="zh-CN" sz="3200" dirty="0" smtClean="0">
                <a:solidFill>
                  <a:srgbClr val="FFC000"/>
                </a:solidFill>
              </a:rPr>
              <a:t>y P(</a:t>
            </a:r>
            <a:r>
              <a:rPr lang="en-US" altLang="zh-CN" sz="3200" dirty="0" err="1" smtClean="0">
                <a:solidFill>
                  <a:srgbClr val="FFC000"/>
                </a:solidFill>
              </a:rPr>
              <a:t>x,y</a:t>
            </a:r>
            <a:r>
              <a:rPr lang="en-US" altLang="zh-CN" sz="3200" dirty="0" smtClean="0">
                <a:solidFill>
                  <a:srgbClr val="FFC000"/>
                </a:solidFill>
              </a:rPr>
              <a:t>) ≠</a:t>
            </a:r>
            <a:r>
              <a:rPr lang="en-US" altLang="zh-CN" sz="3200" dirty="0" smtClean="0">
                <a:solidFill>
                  <a:srgbClr val="FFC000"/>
                </a:solidFill>
                <a:sym typeface="Symbol" pitchFamily="18" charset="2"/>
              </a:rPr>
              <a:t></a:t>
            </a:r>
            <a:r>
              <a:rPr lang="en-US" altLang="zh-CN" sz="3200" dirty="0" smtClean="0">
                <a:solidFill>
                  <a:srgbClr val="FFC000"/>
                </a:solidFill>
              </a:rPr>
              <a:t>y </a:t>
            </a:r>
            <a:r>
              <a:rPr lang="en-US" altLang="zh-CN" sz="3200" dirty="0" smtClean="0">
                <a:solidFill>
                  <a:srgbClr val="FFC000"/>
                </a:solidFill>
                <a:sym typeface="Symbol" pitchFamily="18" charset="2"/>
              </a:rPr>
              <a:t></a:t>
            </a:r>
            <a:r>
              <a:rPr lang="en-US" altLang="zh-CN" sz="3200" dirty="0" smtClean="0">
                <a:solidFill>
                  <a:srgbClr val="FFC000"/>
                </a:solidFill>
              </a:rPr>
              <a:t>x P(</a:t>
            </a:r>
            <a:r>
              <a:rPr lang="en-US" altLang="zh-CN" sz="3200" dirty="0" err="1" smtClean="0">
                <a:solidFill>
                  <a:srgbClr val="FFC000"/>
                </a:solidFill>
              </a:rPr>
              <a:t>x,y</a:t>
            </a:r>
            <a:r>
              <a:rPr lang="en-US" altLang="zh-CN" sz="3200" dirty="0" smtClean="0">
                <a:solidFill>
                  <a:srgbClr val="FFC000"/>
                </a:solidFill>
              </a:rPr>
              <a:t>) </a:t>
            </a:r>
          </a:p>
          <a:p>
            <a:pPr marL="0" eaLnBrk="1" hangingPunct="1"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2800" dirty="0" smtClean="0">
                <a:solidFill>
                  <a:srgbClr val="FFCC00"/>
                </a:solidFill>
              </a:rPr>
              <a:t>例</a:t>
            </a:r>
            <a:r>
              <a:rPr lang="en-US" altLang="zh-CN" sz="2800" dirty="0" smtClean="0">
                <a:solidFill>
                  <a:srgbClr val="FFCC00"/>
                </a:solidFill>
              </a:rPr>
              <a:t>.</a:t>
            </a:r>
            <a:r>
              <a:rPr lang="zh-CN" altLang="en-US" sz="2800" dirty="0" smtClean="0"/>
              <a:t>设</a:t>
            </a:r>
            <a:r>
              <a:rPr lang="en-US" altLang="zh-CN" sz="2800" dirty="0" smtClean="0"/>
              <a:t>D</a:t>
            </a:r>
            <a:r>
              <a:rPr lang="zh-CN" altLang="en-US" sz="2800" dirty="0" smtClean="0"/>
              <a:t>为自然数的集合，</a:t>
            </a:r>
            <a:r>
              <a:rPr lang="en-US" altLang="zh-CN" sz="2800" dirty="0" smtClean="0"/>
              <a:t>P(</a:t>
            </a:r>
            <a:r>
              <a:rPr lang="en-US" altLang="zh-CN" sz="2800" dirty="0" err="1" smtClean="0"/>
              <a:t>x,y</a:t>
            </a:r>
            <a:r>
              <a:rPr lang="en-US" altLang="zh-CN" sz="2800" dirty="0" smtClean="0"/>
              <a:t>)</a:t>
            </a:r>
            <a:r>
              <a:rPr lang="zh-CN" altLang="en-US" sz="2800" dirty="0" smtClean="0"/>
              <a:t>：</a:t>
            </a:r>
            <a:r>
              <a:rPr lang="en-US" altLang="zh-CN" sz="2800" dirty="0" smtClean="0"/>
              <a:t>x&gt;y</a:t>
            </a:r>
            <a:r>
              <a:rPr lang="zh-CN" altLang="en-US" sz="2800" dirty="0" smtClean="0"/>
              <a:t>。判断下列谓词公式所表达的命题的真值：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900" dirty="0" smtClean="0"/>
              <a:t>（</a:t>
            </a:r>
            <a:r>
              <a:rPr lang="en-US" altLang="zh-CN" sz="2900" dirty="0" smtClean="0"/>
              <a:t>1</a:t>
            </a:r>
            <a:r>
              <a:rPr lang="zh-CN" altLang="en-US" sz="2900" dirty="0" smtClean="0"/>
              <a:t>）</a:t>
            </a:r>
            <a:r>
              <a:rPr lang="zh-CN" altLang="en-US" sz="2900" dirty="0" smtClean="0">
                <a:sym typeface="Symbol" pitchFamily="18" charset="2"/>
              </a:rPr>
              <a:t></a:t>
            </a:r>
            <a:r>
              <a:rPr lang="en-US" altLang="zh-CN" sz="2900" dirty="0" err="1" smtClean="0"/>
              <a:t>x</a:t>
            </a:r>
            <a:r>
              <a:rPr lang="en-US" altLang="zh-CN" sz="2900" dirty="0" err="1" smtClean="0">
                <a:sym typeface="Symbol" pitchFamily="18" charset="2"/>
              </a:rPr>
              <a:t></a:t>
            </a:r>
            <a:r>
              <a:rPr lang="en-US" altLang="zh-CN" sz="2900" dirty="0" err="1" smtClean="0"/>
              <a:t>yP</a:t>
            </a:r>
            <a:r>
              <a:rPr lang="en-US" altLang="zh-CN" sz="2900" dirty="0" smtClean="0"/>
              <a:t>(</a:t>
            </a:r>
            <a:r>
              <a:rPr lang="en-US" altLang="zh-CN" sz="2900" dirty="0" err="1" smtClean="0"/>
              <a:t>x,y</a:t>
            </a:r>
            <a:r>
              <a:rPr lang="en-US" altLang="zh-CN" sz="2900" dirty="0" smtClean="0"/>
              <a:t>)</a:t>
            </a:r>
            <a:r>
              <a:rPr lang="zh-CN" altLang="en-US" sz="2900" dirty="0" smtClean="0"/>
              <a:t>；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900" dirty="0" smtClean="0"/>
              <a:t>（</a:t>
            </a:r>
            <a:r>
              <a:rPr lang="en-US" altLang="zh-CN" sz="2900" dirty="0" smtClean="0"/>
              <a:t>2</a:t>
            </a:r>
            <a:r>
              <a:rPr lang="zh-CN" altLang="en-US" sz="2900" dirty="0" smtClean="0"/>
              <a:t>）</a:t>
            </a:r>
            <a:r>
              <a:rPr lang="zh-CN" altLang="en-US" sz="2900" dirty="0" smtClean="0">
                <a:sym typeface="Symbol" pitchFamily="18" charset="2"/>
              </a:rPr>
              <a:t></a:t>
            </a:r>
            <a:r>
              <a:rPr lang="en-US" altLang="zh-CN" sz="2900" dirty="0" err="1" smtClean="0"/>
              <a:t>y</a:t>
            </a:r>
            <a:r>
              <a:rPr lang="en-US" altLang="zh-CN" sz="2900" dirty="0" err="1" smtClean="0">
                <a:sym typeface="Symbol" pitchFamily="18" charset="2"/>
              </a:rPr>
              <a:t></a:t>
            </a:r>
            <a:r>
              <a:rPr lang="en-US" altLang="zh-CN" sz="2900" dirty="0" err="1" smtClean="0"/>
              <a:t>xP</a:t>
            </a:r>
            <a:r>
              <a:rPr lang="en-US" altLang="zh-CN" sz="2900" dirty="0" smtClean="0"/>
              <a:t>(</a:t>
            </a:r>
            <a:r>
              <a:rPr lang="en-US" altLang="zh-CN" sz="2900" dirty="0" err="1" smtClean="0"/>
              <a:t>x,y</a:t>
            </a:r>
            <a:r>
              <a:rPr lang="en-US" altLang="zh-CN" sz="2900" dirty="0" smtClean="0"/>
              <a:t>)</a:t>
            </a:r>
            <a:r>
              <a:rPr lang="zh-CN" altLang="en-US" sz="2900" dirty="0" smtClean="0"/>
              <a:t>；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900" dirty="0" smtClean="0"/>
              <a:t>（</a:t>
            </a:r>
            <a:r>
              <a:rPr lang="en-US" altLang="zh-CN" sz="2900" dirty="0" smtClean="0"/>
              <a:t>3</a:t>
            </a:r>
            <a:r>
              <a:rPr lang="zh-CN" altLang="en-US" sz="2900" dirty="0" smtClean="0"/>
              <a:t>）</a:t>
            </a:r>
            <a:r>
              <a:rPr lang="zh-CN" altLang="en-US" sz="2900" dirty="0" smtClean="0">
                <a:sym typeface="Symbol" pitchFamily="18" charset="2"/>
              </a:rPr>
              <a:t></a:t>
            </a:r>
            <a:r>
              <a:rPr lang="en-US" altLang="zh-CN" sz="2900" dirty="0" err="1" smtClean="0"/>
              <a:t>x</a:t>
            </a:r>
            <a:r>
              <a:rPr lang="en-US" altLang="zh-CN" sz="2900" dirty="0" err="1" smtClean="0">
                <a:sym typeface="Symbol" pitchFamily="18" charset="2"/>
              </a:rPr>
              <a:t></a:t>
            </a:r>
            <a:r>
              <a:rPr lang="en-US" altLang="zh-CN" sz="2900" dirty="0" err="1" smtClean="0"/>
              <a:t>yP</a:t>
            </a:r>
            <a:r>
              <a:rPr lang="en-US" altLang="zh-CN" sz="2900" dirty="0" smtClean="0"/>
              <a:t>(</a:t>
            </a:r>
            <a:r>
              <a:rPr lang="en-US" altLang="zh-CN" sz="2900" dirty="0" err="1" smtClean="0"/>
              <a:t>x,y</a:t>
            </a:r>
            <a:r>
              <a:rPr lang="en-US" altLang="zh-CN" sz="2900" dirty="0" smtClean="0"/>
              <a:t>)</a:t>
            </a:r>
            <a:r>
              <a:rPr lang="zh-CN" altLang="en-US" sz="2900" dirty="0" smtClean="0"/>
              <a:t>。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900" dirty="0" smtClean="0">
                <a:sym typeface="Symbol" pitchFamily="18" charset="2"/>
              </a:rPr>
              <a:t>解：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900" dirty="0" smtClean="0">
                <a:sym typeface="Symbol" pitchFamily="18" charset="2"/>
              </a:rPr>
              <a:t>(1)   T</a:t>
            </a:r>
            <a:r>
              <a:rPr lang="en-US" altLang="zh-CN" sz="2900" baseline="-300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I</a:t>
            </a:r>
            <a:r>
              <a:rPr lang="en-US" altLang="zh-CN" sz="2900" dirty="0" smtClean="0">
                <a:sym typeface="Symbol" pitchFamily="18" charset="2"/>
              </a:rPr>
              <a:t>(</a:t>
            </a:r>
            <a:r>
              <a:rPr lang="en-US" altLang="zh-CN" sz="2900" dirty="0" err="1" smtClean="0">
                <a:sym typeface="Symbol" pitchFamily="18" charset="2"/>
              </a:rPr>
              <a:t>xyP</a:t>
            </a:r>
            <a:r>
              <a:rPr lang="en-US" altLang="zh-CN" sz="2900" dirty="0" smtClean="0">
                <a:sym typeface="Symbol" pitchFamily="18" charset="2"/>
              </a:rPr>
              <a:t>(</a:t>
            </a:r>
            <a:r>
              <a:rPr lang="en-US" altLang="zh-CN" sz="2900" dirty="0" err="1" smtClean="0">
                <a:sym typeface="Symbol" pitchFamily="18" charset="2"/>
              </a:rPr>
              <a:t>x,y</a:t>
            </a:r>
            <a:r>
              <a:rPr lang="en-US" altLang="zh-CN" sz="2900" dirty="0" smtClean="0">
                <a:sym typeface="Symbol" pitchFamily="18" charset="2"/>
              </a:rPr>
              <a:t>))</a:t>
            </a:r>
          </a:p>
          <a:p>
            <a:pPr algn="just"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900" dirty="0" smtClean="0">
                <a:sym typeface="Symbol" pitchFamily="18" charset="2"/>
              </a:rPr>
              <a:t> = </a:t>
            </a:r>
            <a:r>
              <a:rPr lang="en-US" altLang="zh-CN" sz="29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T</a:t>
            </a:r>
            <a:r>
              <a:rPr lang="en-US" altLang="zh-CN" sz="2900" baseline="-300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I</a:t>
            </a:r>
            <a:r>
              <a:rPr lang="en-US" altLang="zh-CN" sz="2900" dirty="0" smtClean="0">
                <a:sym typeface="Symbol" pitchFamily="18" charset="2"/>
              </a:rPr>
              <a:t>(</a:t>
            </a:r>
            <a:r>
              <a:rPr lang="en-US" altLang="zh-CN" sz="2900" dirty="0" smtClean="0">
                <a:solidFill>
                  <a:srgbClr val="FFC000"/>
                </a:solidFill>
                <a:sym typeface="Symbol" pitchFamily="18" charset="2"/>
              </a:rPr>
              <a:t></a:t>
            </a:r>
            <a:r>
              <a:rPr lang="en-US" altLang="zh-CN" sz="2900" dirty="0" err="1" smtClean="0">
                <a:solidFill>
                  <a:srgbClr val="FFC000"/>
                </a:solidFill>
                <a:sym typeface="Symbol" pitchFamily="18" charset="2"/>
              </a:rPr>
              <a:t>yP</a:t>
            </a:r>
            <a:r>
              <a:rPr lang="en-US" altLang="zh-CN" sz="2900" dirty="0" smtClean="0">
                <a:solidFill>
                  <a:srgbClr val="FFC000"/>
                </a:solidFill>
                <a:sym typeface="Symbol" pitchFamily="18" charset="2"/>
              </a:rPr>
              <a:t>(0,y) </a:t>
            </a:r>
            <a:r>
              <a:rPr lang="en-US" altLang="zh-CN" sz="2900" dirty="0" smtClean="0">
                <a:sym typeface="Symbol" pitchFamily="18" charset="2"/>
              </a:rPr>
              <a:t></a:t>
            </a:r>
            <a:r>
              <a:rPr lang="en-US" altLang="zh-CN" sz="2900" dirty="0" err="1" smtClean="0">
                <a:sym typeface="Symbol" pitchFamily="18" charset="2"/>
              </a:rPr>
              <a:t>yP</a:t>
            </a:r>
            <a:r>
              <a:rPr lang="en-US" altLang="zh-CN" sz="2900" dirty="0" smtClean="0">
                <a:sym typeface="Symbol" pitchFamily="18" charset="2"/>
              </a:rPr>
              <a:t>(1,y) …</a:t>
            </a:r>
            <a:r>
              <a:rPr lang="en-US" altLang="zh-CN" sz="2900" dirty="0" err="1" smtClean="0">
                <a:sym typeface="Symbol" pitchFamily="18" charset="2"/>
              </a:rPr>
              <a:t>yP</a:t>
            </a:r>
            <a:r>
              <a:rPr lang="en-US" altLang="zh-CN" sz="2900" dirty="0" smtClean="0">
                <a:sym typeface="Symbol" pitchFamily="18" charset="2"/>
              </a:rPr>
              <a:t>(</a:t>
            </a:r>
            <a:r>
              <a:rPr lang="en-US" altLang="zh-CN" sz="2900" dirty="0" err="1" smtClean="0">
                <a:sym typeface="Symbol" pitchFamily="18" charset="2"/>
              </a:rPr>
              <a:t>n,y</a:t>
            </a:r>
            <a:r>
              <a:rPr lang="en-US" altLang="zh-CN" sz="2900" dirty="0" smtClean="0">
                <a:sym typeface="Symbol" pitchFamily="18" charset="2"/>
              </a:rPr>
              <a:t>) …)</a:t>
            </a:r>
          </a:p>
          <a:p>
            <a:pPr algn="just" eaLnBrk="1" hangingPunct="1">
              <a:buFont typeface="Wingdings" panose="05000000000000000000" pitchFamily="2" charset="2"/>
              <a:buNone/>
              <a:defRPr/>
            </a:pPr>
            <a:r>
              <a:rPr lang="zh-CN" altLang="en-US" sz="2900" dirty="0" smtClean="0">
                <a:sym typeface="Symbol" pitchFamily="18" charset="2"/>
              </a:rPr>
              <a:t>而   </a:t>
            </a:r>
            <a:r>
              <a:rPr lang="en-US" altLang="zh-CN" sz="2900" dirty="0" smtClean="0">
                <a:sym typeface="Symbol" pitchFamily="18" charset="2"/>
              </a:rPr>
              <a:t>T</a:t>
            </a:r>
            <a:r>
              <a:rPr lang="en-US" altLang="zh-CN" sz="2900" baseline="-300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I</a:t>
            </a:r>
            <a:r>
              <a:rPr lang="en-US" altLang="zh-CN" sz="2900" dirty="0" smtClean="0">
                <a:sym typeface="Symbol" pitchFamily="18" charset="2"/>
              </a:rPr>
              <a:t>(</a:t>
            </a:r>
            <a:r>
              <a:rPr lang="en-US" altLang="zh-CN" sz="2900" dirty="0" err="1" smtClean="0">
                <a:sym typeface="Symbol" pitchFamily="18" charset="2"/>
              </a:rPr>
              <a:t>yP</a:t>
            </a:r>
            <a:r>
              <a:rPr lang="en-US" altLang="zh-CN" sz="2900" dirty="0" smtClean="0">
                <a:sym typeface="Symbol" pitchFamily="18" charset="2"/>
              </a:rPr>
              <a:t>(0,y))</a:t>
            </a:r>
          </a:p>
          <a:p>
            <a:pPr algn="just"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900" dirty="0" smtClean="0">
                <a:sym typeface="Symbol" pitchFamily="18" charset="2"/>
              </a:rPr>
              <a:t>=  T</a:t>
            </a:r>
            <a:r>
              <a:rPr lang="en-US" altLang="zh-CN" sz="2900" baseline="-300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I</a:t>
            </a:r>
            <a:r>
              <a:rPr lang="en-US" altLang="zh-CN" sz="2900" dirty="0" smtClean="0">
                <a:sym typeface="Symbol" pitchFamily="18" charset="2"/>
              </a:rPr>
              <a:t>(P(0,0)  P(0,1) …)=  0</a:t>
            </a:r>
            <a:endParaRPr lang="en-US" altLang="zh-CN" sz="2900" dirty="0" smtClean="0">
              <a:cs typeface="Times New Roman" pitchFamily="18" charset="0"/>
              <a:sym typeface="Symbol" pitchFamily="18" charset="2"/>
            </a:endParaRPr>
          </a:p>
          <a:p>
            <a:pPr marL="0" indent="0" eaLnBrk="1" hangingPunct="1"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900" dirty="0" smtClean="0">
                <a:cs typeface="Times New Roman" pitchFamily="18" charset="0"/>
                <a:sym typeface="Symbol" pitchFamily="18" charset="2"/>
              </a:rPr>
              <a:t></a:t>
            </a:r>
            <a:r>
              <a:rPr lang="en-US" altLang="zh-CN" sz="2900" dirty="0" err="1" smtClean="0">
                <a:sym typeface="Symbol" pitchFamily="18" charset="2"/>
              </a:rPr>
              <a:t>yP</a:t>
            </a:r>
            <a:r>
              <a:rPr lang="en-US" altLang="zh-CN" sz="2900" dirty="0" smtClean="0">
                <a:sym typeface="Symbol" pitchFamily="18" charset="2"/>
              </a:rPr>
              <a:t>(0,y)</a:t>
            </a:r>
            <a:r>
              <a:rPr lang="zh-CN" altLang="en-US" sz="2900" dirty="0" smtClean="0">
                <a:cs typeface="Times New Roman" pitchFamily="18" charset="0"/>
                <a:sym typeface="Symbol" pitchFamily="18" charset="2"/>
              </a:rPr>
              <a:t>表达的含义是：存在比</a:t>
            </a:r>
            <a:r>
              <a:rPr lang="en-US" altLang="zh-CN" sz="2900" dirty="0" smtClean="0">
                <a:cs typeface="Times New Roman" pitchFamily="18" charset="0"/>
                <a:sym typeface="Symbol" pitchFamily="18" charset="2"/>
              </a:rPr>
              <a:t>0</a:t>
            </a:r>
            <a:r>
              <a:rPr lang="zh-CN" altLang="en-US" sz="29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小的自然数，当然是假命题。</a:t>
            </a:r>
            <a:r>
              <a:rPr lang="zh-CN" altLang="en-US" sz="2900" dirty="0" smtClean="0">
                <a:latin typeface="Times New Roman" pitchFamily="18" charset="0"/>
                <a:sym typeface="Symbol" pitchFamily="18" charset="2"/>
              </a:rPr>
              <a:t> 故，</a:t>
            </a:r>
            <a:r>
              <a:rPr lang="zh-CN" altLang="en-US" sz="2900" dirty="0" smtClean="0">
                <a:solidFill>
                  <a:schemeClr val="tx2"/>
                </a:solidFill>
                <a:sym typeface="Symbol" pitchFamily="18" charset="2"/>
              </a:rPr>
              <a:t></a:t>
            </a:r>
            <a:r>
              <a:rPr lang="en-US" altLang="zh-CN" sz="2900" dirty="0" smtClean="0">
                <a:solidFill>
                  <a:schemeClr val="tx2"/>
                </a:solidFill>
              </a:rPr>
              <a:t>x </a:t>
            </a:r>
            <a:r>
              <a:rPr lang="en-US" altLang="zh-CN" sz="2900" dirty="0" smtClean="0">
                <a:solidFill>
                  <a:schemeClr val="tx2"/>
                </a:solidFill>
                <a:sym typeface="Symbol" pitchFamily="18" charset="2"/>
              </a:rPr>
              <a:t></a:t>
            </a:r>
            <a:r>
              <a:rPr lang="en-US" altLang="zh-CN" sz="2900" dirty="0" smtClean="0">
                <a:solidFill>
                  <a:schemeClr val="tx2"/>
                </a:solidFill>
              </a:rPr>
              <a:t>y P(</a:t>
            </a:r>
            <a:r>
              <a:rPr lang="en-US" altLang="zh-CN" sz="2900" dirty="0" err="1" smtClean="0">
                <a:solidFill>
                  <a:schemeClr val="tx2"/>
                </a:solidFill>
              </a:rPr>
              <a:t>x,y</a:t>
            </a:r>
            <a:r>
              <a:rPr lang="en-US" altLang="zh-CN" sz="2900" dirty="0" smtClean="0">
                <a:solidFill>
                  <a:schemeClr val="tx2"/>
                </a:solidFill>
              </a:rPr>
              <a:t>)</a:t>
            </a:r>
            <a:r>
              <a:rPr lang="zh-CN" altLang="en-US" sz="2900" dirty="0" smtClean="0">
                <a:solidFill>
                  <a:schemeClr val="tx2"/>
                </a:solidFill>
              </a:rPr>
              <a:t>＝</a:t>
            </a:r>
            <a:r>
              <a:rPr lang="zh-CN" altLang="en-US" sz="2900" dirty="0" smtClean="0">
                <a:solidFill>
                  <a:schemeClr val="tx2"/>
                </a:solidFill>
                <a:latin typeface="Times New Roman" pitchFamily="18" charset="0"/>
              </a:rPr>
              <a:t>０</a:t>
            </a:r>
            <a:endParaRPr lang="zh-CN" altLang="en-US" sz="2900" dirty="0" smtClean="0">
              <a:latin typeface="Times New Roman" pitchFamily="18" charset="0"/>
              <a:sym typeface="Symbol" pitchFamily="18" charset="2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504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504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1504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1504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1504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1504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1504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1504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1504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1504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66" name="Rectangle 2"/>
          <p:cNvSpPr>
            <a:spLocks noGrp="1" noChangeArrowheads="1"/>
          </p:cNvSpPr>
          <p:nvPr>
            <p:ph idx="1"/>
          </p:nvPr>
        </p:nvSpPr>
        <p:spPr>
          <a:xfrm>
            <a:off x="152400" y="228600"/>
            <a:ext cx="8915400" cy="6324600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Clr>
                <a:srgbClr val="FFCC00"/>
              </a:buClr>
              <a:buFont typeface="Wingdings" panose="05000000000000000000" pitchFamily="2" charset="2"/>
              <a:buChar char="n"/>
              <a:defRPr/>
            </a:pPr>
            <a:r>
              <a:rPr lang="en-US" altLang="zh-CN" sz="3200" dirty="0">
                <a:solidFill>
                  <a:srgbClr val="FFC000"/>
                </a:solidFill>
                <a:sym typeface="Symbol" pitchFamily="18" charset="2"/>
              </a:rPr>
              <a:t></a:t>
            </a:r>
            <a:r>
              <a:rPr lang="en-US" altLang="zh-CN" sz="3200" dirty="0">
                <a:solidFill>
                  <a:srgbClr val="FFC000"/>
                </a:solidFill>
              </a:rPr>
              <a:t>x </a:t>
            </a:r>
            <a:r>
              <a:rPr lang="en-US" altLang="zh-CN" sz="3200" dirty="0">
                <a:solidFill>
                  <a:srgbClr val="FFC000"/>
                </a:solidFill>
                <a:sym typeface="Symbol" pitchFamily="18" charset="2"/>
              </a:rPr>
              <a:t></a:t>
            </a:r>
            <a:r>
              <a:rPr lang="en-US" altLang="zh-CN" sz="3200" dirty="0">
                <a:solidFill>
                  <a:srgbClr val="FFC000"/>
                </a:solidFill>
              </a:rPr>
              <a:t>y P(</a:t>
            </a:r>
            <a:r>
              <a:rPr lang="en-US" altLang="zh-CN" sz="3200" dirty="0" err="1">
                <a:solidFill>
                  <a:srgbClr val="FFC000"/>
                </a:solidFill>
              </a:rPr>
              <a:t>x,y</a:t>
            </a:r>
            <a:r>
              <a:rPr lang="en-US" altLang="zh-CN" sz="3200" dirty="0">
                <a:solidFill>
                  <a:srgbClr val="FFC000"/>
                </a:solidFill>
              </a:rPr>
              <a:t>) ≠</a:t>
            </a:r>
            <a:r>
              <a:rPr lang="en-US" altLang="zh-CN" sz="3200" dirty="0">
                <a:solidFill>
                  <a:srgbClr val="FFC000"/>
                </a:solidFill>
                <a:sym typeface="Symbol" pitchFamily="18" charset="2"/>
              </a:rPr>
              <a:t></a:t>
            </a:r>
            <a:r>
              <a:rPr lang="en-US" altLang="zh-CN" sz="3200" dirty="0">
                <a:solidFill>
                  <a:srgbClr val="FFC000"/>
                </a:solidFill>
              </a:rPr>
              <a:t>y </a:t>
            </a:r>
            <a:r>
              <a:rPr lang="en-US" altLang="zh-CN" sz="3200" dirty="0">
                <a:solidFill>
                  <a:srgbClr val="FFC000"/>
                </a:solidFill>
                <a:sym typeface="Symbol" pitchFamily="18" charset="2"/>
              </a:rPr>
              <a:t></a:t>
            </a:r>
            <a:r>
              <a:rPr lang="en-US" altLang="zh-CN" sz="3200" dirty="0">
                <a:solidFill>
                  <a:srgbClr val="FFC000"/>
                </a:solidFill>
              </a:rPr>
              <a:t>x P(</a:t>
            </a:r>
            <a:r>
              <a:rPr lang="en-US" altLang="zh-CN" sz="3200" dirty="0" err="1">
                <a:solidFill>
                  <a:srgbClr val="FFC000"/>
                </a:solidFill>
              </a:rPr>
              <a:t>x,y</a:t>
            </a:r>
            <a:r>
              <a:rPr lang="en-US" altLang="zh-CN" sz="3200" dirty="0">
                <a:solidFill>
                  <a:srgbClr val="FFC000"/>
                </a:solidFill>
              </a:rPr>
              <a:t>) </a:t>
            </a:r>
          </a:p>
          <a:p>
            <a:pPr marL="0" eaLnBrk="1" hangingPunct="1">
              <a:spcBef>
                <a:spcPts val="0"/>
              </a:spcBef>
              <a:buClr>
                <a:srgbClr val="86D1EC"/>
              </a:buClr>
              <a:buFont typeface="Wingdings" panose="05000000000000000000" pitchFamily="2" charset="2"/>
              <a:buNone/>
              <a:defRPr/>
            </a:pPr>
            <a:r>
              <a:rPr lang="zh-CN" altLang="en-US" sz="2800" dirty="0">
                <a:solidFill>
                  <a:srgbClr val="FFCC00"/>
                </a:solidFill>
              </a:rPr>
              <a:t>例</a:t>
            </a:r>
            <a:r>
              <a:rPr lang="en-US" altLang="zh-CN" sz="2800" dirty="0">
                <a:solidFill>
                  <a:srgbClr val="FFCC00"/>
                </a:solidFill>
              </a:rPr>
              <a:t>.</a:t>
            </a:r>
            <a:r>
              <a:rPr lang="zh-CN" altLang="en-US" sz="2800" dirty="0">
                <a:solidFill>
                  <a:srgbClr val="FFFFFF"/>
                </a:solidFill>
              </a:rPr>
              <a:t>设</a:t>
            </a:r>
            <a:r>
              <a:rPr lang="en-US" altLang="zh-CN" sz="2800" dirty="0">
                <a:solidFill>
                  <a:srgbClr val="FFFFFF"/>
                </a:solidFill>
              </a:rPr>
              <a:t>D</a:t>
            </a:r>
            <a:r>
              <a:rPr lang="zh-CN" altLang="en-US" sz="2800" dirty="0">
                <a:solidFill>
                  <a:srgbClr val="FFFFFF"/>
                </a:solidFill>
              </a:rPr>
              <a:t>为自然数的集合，</a:t>
            </a:r>
            <a:r>
              <a:rPr lang="en-US" altLang="zh-CN" sz="2800" dirty="0">
                <a:solidFill>
                  <a:srgbClr val="FFFFFF"/>
                </a:solidFill>
              </a:rPr>
              <a:t>P(</a:t>
            </a:r>
            <a:r>
              <a:rPr lang="en-US" altLang="zh-CN" sz="2800" dirty="0" err="1">
                <a:solidFill>
                  <a:srgbClr val="FFFFFF"/>
                </a:solidFill>
              </a:rPr>
              <a:t>x,y</a:t>
            </a:r>
            <a:r>
              <a:rPr lang="en-US" altLang="zh-CN" sz="2800" dirty="0">
                <a:solidFill>
                  <a:srgbClr val="FFFFFF"/>
                </a:solidFill>
              </a:rPr>
              <a:t>)</a:t>
            </a:r>
            <a:r>
              <a:rPr lang="zh-CN" altLang="en-US" sz="2800" dirty="0">
                <a:solidFill>
                  <a:srgbClr val="FFFFFF"/>
                </a:solidFill>
              </a:rPr>
              <a:t>：</a:t>
            </a:r>
            <a:r>
              <a:rPr lang="en-US" altLang="zh-CN" sz="2800" dirty="0">
                <a:solidFill>
                  <a:srgbClr val="FFFFFF"/>
                </a:solidFill>
              </a:rPr>
              <a:t>x&gt;y</a:t>
            </a:r>
            <a:r>
              <a:rPr lang="zh-CN" altLang="en-US" sz="2800" dirty="0">
                <a:solidFill>
                  <a:srgbClr val="FFFFFF"/>
                </a:solidFill>
              </a:rPr>
              <a:t>。判断下列谓词公式所表达的命题的真值：</a:t>
            </a:r>
            <a:endParaRPr lang="en-US" altLang="zh-CN" sz="3200" dirty="0" smtClean="0">
              <a:sym typeface="Symbol" pitchFamily="18" charset="2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3200" dirty="0" smtClean="0">
                <a:sym typeface="Symbol" pitchFamily="18" charset="2"/>
              </a:rPr>
              <a:t>（</a:t>
            </a:r>
            <a:r>
              <a:rPr lang="en-US" altLang="zh-CN" sz="3200" dirty="0" smtClean="0">
                <a:sym typeface="Symbol" pitchFamily="18" charset="2"/>
              </a:rPr>
              <a:t>2</a:t>
            </a:r>
            <a:r>
              <a:rPr lang="zh-CN" altLang="en-US" sz="3200" dirty="0" smtClean="0">
                <a:sym typeface="Symbol" pitchFamily="18" charset="2"/>
              </a:rPr>
              <a:t>） </a:t>
            </a:r>
            <a:r>
              <a:rPr lang="en-US" altLang="zh-CN" sz="3200" dirty="0" smtClean="0">
                <a:sym typeface="Symbol" pitchFamily="18" charset="2"/>
              </a:rPr>
              <a:t>T</a:t>
            </a:r>
            <a:r>
              <a:rPr lang="en-US" altLang="zh-CN" baseline="-300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I</a:t>
            </a:r>
            <a:r>
              <a:rPr lang="en-US" altLang="zh-CN" sz="3200" dirty="0" smtClean="0">
                <a:sym typeface="Symbol" pitchFamily="18" charset="2"/>
              </a:rPr>
              <a:t>(</a:t>
            </a:r>
            <a:r>
              <a:rPr lang="en-US" altLang="zh-CN" sz="3200" dirty="0" err="1" smtClean="0">
                <a:sym typeface="Symbol" pitchFamily="18" charset="2"/>
              </a:rPr>
              <a:t>yxP</a:t>
            </a:r>
            <a:r>
              <a:rPr lang="en-US" altLang="zh-CN" sz="3200" dirty="0" smtClean="0">
                <a:sym typeface="Symbol" pitchFamily="18" charset="2"/>
              </a:rPr>
              <a:t>(</a:t>
            </a:r>
            <a:r>
              <a:rPr lang="en-US" altLang="zh-CN" sz="3200" dirty="0" err="1" smtClean="0">
                <a:sym typeface="Symbol" pitchFamily="18" charset="2"/>
              </a:rPr>
              <a:t>x,y</a:t>
            </a:r>
            <a:r>
              <a:rPr lang="en-US" altLang="zh-CN" sz="3200" dirty="0" smtClean="0">
                <a:sym typeface="Symbol" pitchFamily="18" charset="2"/>
              </a:rPr>
              <a:t>))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3200" dirty="0" smtClean="0">
                <a:sym typeface="Symbol" pitchFamily="18" charset="2"/>
              </a:rPr>
              <a:t>       =T</a:t>
            </a:r>
            <a:r>
              <a:rPr lang="en-US" altLang="zh-CN" baseline="-300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I</a:t>
            </a:r>
            <a:r>
              <a:rPr lang="en-US" altLang="zh-CN" sz="3200" dirty="0" smtClean="0">
                <a:sym typeface="Symbol" pitchFamily="18" charset="2"/>
              </a:rPr>
              <a:t>(</a:t>
            </a:r>
            <a:r>
              <a:rPr lang="en-US" altLang="zh-CN" sz="3200" dirty="0" err="1" smtClean="0">
                <a:sym typeface="Symbol" pitchFamily="18" charset="2"/>
              </a:rPr>
              <a:t>xP</a:t>
            </a:r>
            <a:r>
              <a:rPr lang="en-US" altLang="zh-CN" sz="3200" dirty="0" smtClean="0">
                <a:sym typeface="Symbol" pitchFamily="18" charset="2"/>
              </a:rPr>
              <a:t>(x,0) </a:t>
            </a:r>
            <a:r>
              <a:rPr lang="en-US" altLang="zh-CN" sz="3200" dirty="0" err="1" smtClean="0">
                <a:sym typeface="Symbol" pitchFamily="18" charset="2"/>
              </a:rPr>
              <a:t>xP</a:t>
            </a:r>
            <a:r>
              <a:rPr lang="en-US" altLang="zh-CN" sz="3200" dirty="0" smtClean="0">
                <a:sym typeface="Symbol" pitchFamily="18" charset="2"/>
              </a:rPr>
              <a:t>(x,1) …</a:t>
            </a:r>
            <a:r>
              <a:rPr lang="en-US" altLang="zh-CN" sz="3200" dirty="0" err="1" smtClean="0">
                <a:sym typeface="Symbol" pitchFamily="18" charset="2"/>
              </a:rPr>
              <a:t>xP</a:t>
            </a:r>
            <a:r>
              <a:rPr lang="en-US" altLang="zh-CN" sz="3200" dirty="0" smtClean="0">
                <a:sym typeface="Symbol" pitchFamily="18" charset="2"/>
              </a:rPr>
              <a:t>(</a:t>
            </a:r>
            <a:r>
              <a:rPr lang="en-US" altLang="zh-CN" sz="3200" dirty="0" err="1" smtClean="0">
                <a:sym typeface="Symbol" pitchFamily="18" charset="2"/>
              </a:rPr>
              <a:t>x,n</a:t>
            </a:r>
            <a:r>
              <a:rPr lang="en-US" altLang="zh-CN" sz="3200" dirty="0" smtClean="0">
                <a:sym typeface="Symbol" pitchFamily="18" charset="2"/>
              </a:rPr>
              <a:t>) …)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3200" dirty="0" smtClean="0">
                <a:sym typeface="Symbol" pitchFamily="18" charset="2"/>
              </a:rPr>
              <a:t>       =  1  1 …1 …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3200" dirty="0" smtClean="0">
                <a:sym typeface="Symbol" pitchFamily="18" charset="2"/>
              </a:rPr>
              <a:t>       =  1</a:t>
            </a:r>
          </a:p>
          <a:p>
            <a:pPr eaLnBrk="1" hangingPunct="1">
              <a:lnSpc>
                <a:spcPct val="80000"/>
              </a:lnSpc>
              <a:buNone/>
              <a:defRPr/>
            </a:pPr>
            <a:r>
              <a:rPr lang="en-US" altLang="zh-CN" sz="3200" dirty="0" smtClean="0">
                <a:sym typeface="Symbol" pitchFamily="18" charset="2"/>
              </a:rPr>
              <a:t>      (</a:t>
            </a:r>
            <a:r>
              <a:rPr lang="en-US" altLang="zh-CN" sz="2800" dirty="0">
                <a:sym typeface="Symbol" pitchFamily="18" charset="2"/>
              </a:rPr>
              <a:t>T</a:t>
            </a:r>
            <a:r>
              <a:rPr lang="en-US" altLang="zh-CN" sz="3200" baseline="-30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I</a:t>
            </a:r>
            <a:r>
              <a:rPr lang="en-US" altLang="zh-CN" sz="3200" baseline="-30000" dirty="0">
                <a:sym typeface="Symbol" pitchFamily="18" charset="2"/>
              </a:rPr>
              <a:t> </a:t>
            </a:r>
            <a:r>
              <a:rPr lang="en-US" altLang="zh-CN" sz="3200" dirty="0" smtClean="0">
                <a:sym typeface="Symbol" pitchFamily="18" charset="2"/>
              </a:rPr>
              <a:t>(</a:t>
            </a:r>
            <a:r>
              <a:rPr lang="en-US" altLang="zh-CN" sz="3200" dirty="0" smtClean="0">
                <a:solidFill>
                  <a:schemeClr val="tx2"/>
                </a:solidFill>
                <a:sym typeface="Symbol" pitchFamily="18" charset="2"/>
              </a:rPr>
              <a:t></a:t>
            </a:r>
            <a:r>
              <a:rPr lang="en-US" altLang="zh-CN" sz="3200" dirty="0" err="1" smtClean="0">
                <a:solidFill>
                  <a:schemeClr val="tx2"/>
                </a:solidFill>
              </a:rPr>
              <a:t>xP</a:t>
            </a:r>
            <a:r>
              <a:rPr lang="en-US" altLang="zh-CN" sz="3200" dirty="0" smtClean="0">
                <a:solidFill>
                  <a:schemeClr val="tx2"/>
                </a:solidFill>
              </a:rPr>
              <a:t>(</a:t>
            </a:r>
            <a:r>
              <a:rPr lang="en-US" altLang="zh-CN" sz="3200" dirty="0" err="1" smtClean="0">
                <a:solidFill>
                  <a:schemeClr val="tx2"/>
                </a:solidFill>
              </a:rPr>
              <a:t>x,n</a:t>
            </a:r>
            <a:r>
              <a:rPr lang="en-US" altLang="zh-CN" sz="3200" dirty="0" smtClean="0">
                <a:solidFill>
                  <a:schemeClr val="tx2"/>
                </a:solidFill>
              </a:rPr>
              <a:t>))= </a:t>
            </a:r>
            <a:r>
              <a:rPr lang="en-US" altLang="zh-CN" sz="3200" dirty="0">
                <a:sym typeface="Symbol" pitchFamily="18" charset="2"/>
              </a:rPr>
              <a:t>T</a:t>
            </a:r>
            <a:r>
              <a:rPr lang="en-US" altLang="zh-CN" sz="3200" baseline="-30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I</a:t>
            </a:r>
            <a:r>
              <a:rPr lang="en-US" altLang="zh-CN" sz="3200" dirty="0" smtClean="0">
                <a:solidFill>
                  <a:schemeClr val="tx2"/>
                </a:solidFill>
              </a:rPr>
              <a:t> </a:t>
            </a:r>
            <a:r>
              <a:rPr lang="en-US" altLang="zh-CN" sz="3200" dirty="0" smtClean="0"/>
              <a:t>(P(0,n)</a:t>
            </a:r>
            <a:r>
              <a:rPr lang="en-US" altLang="zh-CN" sz="3200" dirty="0" smtClean="0">
                <a:solidFill>
                  <a:schemeClr val="tx2"/>
                </a:solidFill>
              </a:rPr>
              <a:t> </a:t>
            </a:r>
            <a:r>
              <a:rPr lang="en-US" altLang="zh-CN" sz="3200" dirty="0" smtClean="0">
                <a:sym typeface="Symbol" pitchFamily="18" charset="2"/>
              </a:rPr>
              <a:t>…</a:t>
            </a:r>
            <a:r>
              <a:rPr lang="en-US" altLang="zh-CN" sz="3200" dirty="0" smtClean="0">
                <a:solidFill>
                  <a:schemeClr val="tx2"/>
                </a:solidFill>
              </a:rPr>
              <a:t> </a:t>
            </a:r>
            <a:r>
              <a:rPr lang="en-US" altLang="zh-CN" sz="3200" dirty="0" smtClean="0">
                <a:sym typeface="Symbol" pitchFamily="18" charset="2"/>
              </a:rPr>
              <a:t></a:t>
            </a:r>
            <a:r>
              <a:rPr lang="en-US" altLang="zh-CN" sz="3200" dirty="0" smtClean="0">
                <a:solidFill>
                  <a:srgbClr val="FFCC00"/>
                </a:solidFill>
                <a:sym typeface="Symbol" pitchFamily="18" charset="2"/>
              </a:rPr>
              <a:t>P(n+1,n)</a:t>
            </a:r>
            <a:r>
              <a:rPr lang="en-US" altLang="zh-CN" sz="3200" dirty="0" smtClean="0">
                <a:sym typeface="Symbol" pitchFamily="18" charset="2"/>
              </a:rPr>
              <a:t>  …))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3200" dirty="0" smtClean="0">
                <a:sym typeface="Symbol" pitchFamily="18" charset="2"/>
              </a:rPr>
              <a:t>（</a:t>
            </a:r>
            <a:r>
              <a:rPr lang="en-US" altLang="zh-CN" sz="3200" dirty="0" smtClean="0">
                <a:sym typeface="Symbol" pitchFamily="18" charset="2"/>
              </a:rPr>
              <a:t>3</a:t>
            </a:r>
            <a:r>
              <a:rPr lang="zh-CN" altLang="en-US" sz="3200" dirty="0" smtClean="0">
                <a:sym typeface="Symbol" pitchFamily="18" charset="2"/>
              </a:rPr>
              <a:t>） </a:t>
            </a:r>
            <a:r>
              <a:rPr lang="en-US" altLang="zh-CN" sz="3200" dirty="0" smtClean="0">
                <a:sym typeface="Symbol" pitchFamily="18" charset="2"/>
              </a:rPr>
              <a:t>T</a:t>
            </a:r>
            <a:r>
              <a:rPr lang="en-US" altLang="zh-CN" baseline="-300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I</a:t>
            </a:r>
            <a:r>
              <a:rPr lang="en-US" altLang="zh-CN" sz="3200" dirty="0" smtClean="0">
                <a:sym typeface="Symbol" pitchFamily="18" charset="2"/>
              </a:rPr>
              <a:t>(</a:t>
            </a:r>
            <a:r>
              <a:rPr lang="en-US" altLang="zh-CN" sz="3200" dirty="0" err="1" smtClean="0">
                <a:sym typeface="Symbol" pitchFamily="18" charset="2"/>
              </a:rPr>
              <a:t>xyP</a:t>
            </a:r>
            <a:r>
              <a:rPr lang="en-US" altLang="zh-CN" sz="3200" dirty="0" smtClean="0">
                <a:sym typeface="Symbol" pitchFamily="18" charset="2"/>
              </a:rPr>
              <a:t>(</a:t>
            </a:r>
            <a:r>
              <a:rPr lang="en-US" altLang="zh-CN" sz="3200" dirty="0" err="1" smtClean="0">
                <a:sym typeface="Symbol" pitchFamily="18" charset="2"/>
              </a:rPr>
              <a:t>x,y</a:t>
            </a:r>
            <a:r>
              <a:rPr lang="en-US" altLang="zh-CN" sz="3200" dirty="0" smtClean="0">
                <a:sym typeface="Symbol" pitchFamily="18" charset="2"/>
              </a:rPr>
              <a:t>))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3200" dirty="0" smtClean="0">
                <a:sym typeface="Symbol" pitchFamily="18" charset="2"/>
              </a:rPr>
              <a:t>       = T</a:t>
            </a:r>
            <a:r>
              <a:rPr lang="en-US" altLang="zh-CN" baseline="-300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I</a:t>
            </a:r>
            <a:r>
              <a:rPr lang="en-US" altLang="zh-CN" sz="3200" dirty="0" smtClean="0">
                <a:sym typeface="Symbol" pitchFamily="18" charset="2"/>
              </a:rPr>
              <a:t>(</a:t>
            </a:r>
            <a:r>
              <a:rPr lang="en-US" altLang="zh-CN" sz="3200" dirty="0" err="1" smtClean="0">
                <a:sym typeface="Symbol" pitchFamily="18" charset="2"/>
              </a:rPr>
              <a:t>yP</a:t>
            </a:r>
            <a:r>
              <a:rPr lang="en-US" altLang="zh-CN" sz="3200" dirty="0" smtClean="0">
                <a:sym typeface="Symbol" pitchFamily="18" charset="2"/>
              </a:rPr>
              <a:t>(0,y) </a:t>
            </a:r>
            <a:r>
              <a:rPr lang="en-US" altLang="zh-CN" sz="3200" dirty="0" err="1" smtClean="0">
                <a:sym typeface="Symbol" pitchFamily="18" charset="2"/>
              </a:rPr>
              <a:t>yP</a:t>
            </a:r>
            <a:r>
              <a:rPr lang="en-US" altLang="zh-CN" sz="3200" dirty="0" smtClean="0">
                <a:sym typeface="Symbol" pitchFamily="18" charset="2"/>
              </a:rPr>
              <a:t>(1,y) …)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3200" dirty="0" smtClean="0">
                <a:sym typeface="Symbol" pitchFamily="18" charset="2"/>
              </a:rPr>
              <a:t>       = 0 0…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3200" dirty="0" smtClean="0">
                <a:sym typeface="Symbol" pitchFamily="18" charset="2"/>
              </a:rPr>
              <a:t>       = 0</a:t>
            </a:r>
            <a:r>
              <a:rPr lang="en-US" altLang="zh-CN" sz="3200" dirty="0" smtClean="0">
                <a:solidFill>
                  <a:schemeClr val="tx2"/>
                </a:solidFill>
                <a:sym typeface="Symbol" pitchFamily="18" charset="2"/>
              </a:rPr>
              <a:t> </a:t>
            </a:r>
          </a:p>
          <a:p>
            <a:pPr eaLnBrk="1" hangingPunct="1">
              <a:lnSpc>
                <a:spcPct val="80000"/>
              </a:lnSpc>
              <a:buNone/>
              <a:defRPr/>
            </a:pPr>
            <a:r>
              <a:rPr lang="en-US" altLang="zh-CN" sz="3200" dirty="0">
                <a:solidFill>
                  <a:schemeClr val="tx2"/>
                </a:solidFill>
                <a:sym typeface="Symbol" pitchFamily="18" charset="2"/>
              </a:rPr>
              <a:t> </a:t>
            </a:r>
            <a:r>
              <a:rPr lang="en-US" altLang="zh-CN" sz="3200" dirty="0" smtClean="0">
                <a:solidFill>
                  <a:schemeClr val="tx2"/>
                </a:solidFill>
                <a:sym typeface="Symbol" pitchFamily="18" charset="2"/>
              </a:rPr>
              <a:t>      (</a:t>
            </a:r>
            <a:r>
              <a:rPr lang="en-US" altLang="zh-CN" sz="3200" dirty="0">
                <a:sym typeface="Symbol" pitchFamily="18" charset="2"/>
              </a:rPr>
              <a:t>T</a:t>
            </a:r>
            <a:r>
              <a:rPr lang="en-US" altLang="zh-CN" sz="3200" baseline="-30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I</a:t>
            </a:r>
            <a:r>
              <a:rPr lang="en-US" altLang="zh-CN" sz="3200" dirty="0" smtClean="0">
                <a:solidFill>
                  <a:schemeClr val="tx2"/>
                </a:solidFill>
                <a:sym typeface="Symbol" pitchFamily="18" charset="2"/>
              </a:rPr>
              <a:t> (</a:t>
            </a:r>
            <a:r>
              <a:rPr lang="en-US" altLang="zh-CN" sz="3200" dirty="0" smtClean="0">
                <a:sym typeface="Symbol" pitchFamily="18" charset="2"/>
              </a:rPr>
              <a:t> </a:t>
            </a:r>
            <a:r>
              <a:rPr lang="en-US" altLang="zh-CN" sz="3200" dirty="0" err="1" smtClean="0">
                <a:sym typeface="Symbol" pitchFamily="18" charset="2"/>
              </a:rPr>
              <a:t>yP</a:t>
            </a:r>
            <a:r>
              <a:rPr lang="en-US" altLang="zh-CN" sz="3200" dirty="0" smtClean="0">
                <a:sym typeface="Symbol" pitchFamily="18" charset="2"/>
              </a:rPr>
              <a:t>(</a:t>
            </a:r>
            <a:r>
              <a:rPr lang="en-US" altLang="zh-CN" sz="3200" dirty="0" err="1" smtClean="0">
                <a:sym typeface="Symbol" pitchFamily="18" charset="2"/>
              </a:rPr>
              <a:t>n,y</a:t>
            </a:r>
            <a:r>
              <a:rPr lang="en-US" altLang="zh-CN" sz="3200" dirty="0">
                <a:sym typeface="Symbol" pitchFamily="18" charset="2"/>
              </a:rPr>
              <a:t>))= T</a:t>
            </a:r>
            <a:r>
              <a:rPr lang="en-US" altLang="zh-CN" sz="3200" baseline="-30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I</a:t>
            </a:r>
            <a:r>
              <a:rPr lang="en-US" altLang="zh-CN" sz="3200" dirty="0" smtClean="0">
                <a:sym typeface="Symbol" pitchFamily="18" charset="2"/>
              </a:rPr>
              <a:t>(P(n,0)…</a:t>
            </a:r>
            <a:r>
              <a:rPr lang="en-US" altLang="zh-CN" sz="3200" dirty="0">
                <a:sym typeface="Symbol" pitchFamily="18" charset="2"/>
              </a:rPr>
              <a:t>  </a:t>
            </a:r>
            <a:r>
              <a:rPr lang="en-US" altLang="zh-CN" sz="3200" dirty="0" smtClean="0">
                <a:sym typeface="Symbol" pitchFamily="18" charset="2"/>
              </a:rPr>
              <a:t>P(</a:t>
            </a:r>
            <a:r>
              <a:rPr lang="en-US" altLang="zh-CN" sz="3200" dirty="0" err="1" smtClean="0">
                <a:sym typeface="Symbol" pitchFamily="18" charset="2"/>
              </a:rPr>
              <a:t>n,n</a:t>
            </a:r>
            <a:r>
              <a:rPr lang="en-US" altLang="zh-CN" sz="3200" dirty="0" smtClean="0">
                <a:sym typeface="Symbol" pitchFamily="18" charset="2"/>
              </a:rPr>
              <a:t>)</a:t>
            </a:r>
            <a:r>
              <a:rPr lang="en-US" altLang="zh-CN" sz="3200" dirty="0">
                <a:sym typeface="Symbol" pitchFamily="18" charset="2"/>
              </a:rPr>
              <a:t> </a:t>
            </a:r>
            <a:r>
              <a:rPr lang="en-US" altLang="zh-CN" sz="3200" dirty="0" smtClean="0">
                <a:sym typeface="Symbol" pitchFamily="18" charset="2"/>
              </a:rPr>
              <a:t>… </a:t>
            </a:r>
            <a:r>
              <a:rPr lang="en-US" altLang="zh-CN" sz="3200" dirty="0" smtClean="0">
                <a:solidFill>
                  <a:schemeClr val="tx2"/>
                </a:solidFill>
                <a:sym typeface="Symbol" pitchFamily="18" charset="2"/>
              </a:rPr>
              <a:t>))</a:t>
            </a:r>
            <a:endParaRPr lang="en-US" altLang="zh-CN" sz="3200" dirty="0" smtClean="0">
              <a:sym typeface="Symbol" pitchFamily="18" charset="2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6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606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606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6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1606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1606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6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1606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1606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6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1606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1606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6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1606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1606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1000" y="685800"/>
            <a:ext cx="8352928" cy="4114800"/>
          </a:xfrm>
        </p:spPr>
        <p:txBody>
          <a:bodyPr/>
          <a:lstStyle/>
          <a:p>
            <a:pPr eaLnBrk="1" hangingPunct="1">
              <a:lnSpc>
                <a:spcPct val="120000"/>
              </a:lnSpc>
              <a:buClr>
                <a:srgbClr val="FFCC00"/>
              </a:buClr>
              <a:buFont typeface="Wingdings" panose="05000000000000000000" pitchFamily="2" charset="2"/>
              <a:buChar char="n"/>
              <a:defRPr/>
            </a:pPr>
            <a:r>
              <a:rPr lang="zh-CN" altLang="en-US" sz="3200" dirty="0">
                <a:solidFill>
                  <a:srgbClr val="FFCC00"/>
                </a:solidFill>
                <a:sym typeface="Symbol" pitchFamily="18" charset="2"/>
              </a:rPr>
              <a:t>当</a:t>
            </a:r>
            <a:r>
              <a:rPr lang="en-US" altLang="zh-CN" sz="3200" dirty="0">
                <a:solidFill>
                  <a:srgbClr val="FFCC00"/>
                </a:solidFill>
                <a:sym typeface="Symbol" pitchFamily="18" charset="2"/>
              </a:rPr>
              <a:t>D</a:t>
            </a:r>
            <a:r>
              <a:rPr lang="zh-CN" altLang="en-US" sz="3200" dirty="0">
                <a:solidFill>
                  <a:srgbClr val="FFCC00"/>
                </a:solidFill>
                <a:sym typeface="Symbol" pitchFamily="18" charset="2"/>
              </a:rPr>
              <a:t>可数时</a:t>
            </a:r>
            <a:r>
              <a:rPr lang="en-US" altLang="zh-CN" sz="3200" dirty="0">
                <a:solidFill>
                  <a:srgbClr val="FFCC00"/>
                </a:solidFill>
                <a:sym typeface="Symbol" pitchFamily="18" charset="2"/>
              </a:rPr>
              <a:t>,</a:t>
            </a:r>
          </a:p>
          <a:p>
            <a:pPr eaLnBrk="1" hangingPunct="1">
              <a:lnSpc>
                <a:spcPct val="120000"/>
              </a:lnSpc>
              <a:buClr>
                <a:srgbClr val="FFCC00"/>
              </a:buClr>
              <a:buFont typeface="Wingdings" panose="05000000000000000000" pitchFamily="2" charset="2"/>
              <a:buNone/>
              <a:defRPr/>
            </a:pPr>
            <a:r>
              <a:rPr lang="en-US" altLang="zh-CN" sz="3200" dirty="0">
                <a:solidFill>
                  <a:srgbClr val="FFCC00"/>
                </a:solidFill>
                <a:sym typeface="Symbol" pitchFamily="18" charset="2"/>
              </a:rPr>
              <a:t></a:t>
            </a:r>
            <a:r>
              <a:rPr lang="en-US" altLang="zh-CN" sz="3200" dirty="0" err="1" smtClean="0">
                <a:solidFill>
                  <a:srgbClr val="FFCC00"/>
                </a:solidFill>
              </a:rPr>
              <a:t>x</a:t>
            </a:r>
            <a:r>
              <a:rPr lang="en-US" altLang="zh-CN" sz="3200" dirty="0" err="1" smtClean="0">
                <a:solidFill>
                  <a:srgbClr val="FFCC00"/>
                </a:solidFill>
                <a:sym typeface="Symbol" pitchFamily="18" charset="2"/>
              </a:rPr>
              <a:t></a:t>
            </a:r>
            <a:r>
              <a:rPr lang="en-US" altLang="zh-CN" sz="3200" dirty="0" err="1" smtClean="0">
                <a:solidFill>
                  <a:srgbClr val="FFCC00"/>
                </a:solidFill>
              </a:rPr>
              <a:t>yP</a:t>
            </a:r>
            <a:r>
              <a:rPr lang="en-US" altLang="zh-CN" sz="3200" dirty="0" smtClean="0">
                <a:solidFill>
                  <a:srgbClr val="FFCC00"/>
                </a:solidFill>
              </a:rPr>
              <a:t>(</a:t>
            </a:r>
            <a:r>
              <a:rPr lang="en-US" altLang="zh-CN" sz="3200" dirty="0" err="1" smtClean="0">
                <a:solidFill>
                  <a:srgbClr val="FFCC00"/>
                </a:solidFill>
              </a:rPr>
              <a:t>x,y</a:t>
            </a:r>
            <a:r>
              <a:rPr lang="en-US" altLang="zh-CN" sz="3200" dirty="0">
                <a:solidFill>
                  <a:srgbClr val="FFCC00"/>
                </a:solidFill>
              </a:rPr>
              <a:t>)= </a:t>
            </a:r>
            <a:r>
              <a:rPr lang="en-US" altLang="zh-CN" sz="3200" dirty="0">
                <a:solidFill>
                  <a:srgbClr val="FFCC00"/>
                </a:solidFill>
                <a:sym typeface="Symbol" pitchFamily="18" charset="2"/>
              </a:rPr>
              <a:t></a:t>
            </a:r>
            <a:r>
              <a:rPr lang="en-US" altLang="zh-CN" sz="3200" dirty="0" err="1">
                <a:solidFill>
                  <a:srgbClr val="FFCC00"/>
                </a:solidFill>
              </a:rPr>
              <a:t>y</a:t>
            </a:r>
            <a:r>
              <a:rPr lang="en-US" altLang="zh-CN" sz="3200" dirty="0" err="1">
                <a:solidFill>
                  <a:srgbClr val="FFCC00"/>
                </a:solidFill>
                <a:sym typeface="Symbol" pitchFamily="18" charset="2"/>
              </a:rPr>
              <a:t></a:t>
            </a:r>
            <a:r>
              <a:rPr lang="en-US" altLang="zh-CN" sz="3200" dirty="0" err="1">
                <a:solidFill>
                  <a:srgbClr val="FFCC00"/>
                </a:solidFill>
              </a:rPr>
              <a:t>x</a:t>
            </a:r>
            <a:r>
              <a:rPr lang="en-US" altLang="zh-CN" sz="3200" dirty="0">
                <a:solidFill>
                  <a:srgbClr val="FFCC00"/>
                </a:solidFill>
              </a:rPr>
              <a:t> P(</a:t>
            </a:r>
            <a:r>
              <a:rPr lang="en-US" altLang="zh-CN" sz="3200" dirty="0" err="1">
                <a:solidFill>
                  <a:srgbClr val="FFCC00"/>
                </a:solidFill>
              </a:rPr>
              <a:t>x,y</a:t>
            </a:r>
            <a:r>
              <a:rPr lang="en-US" altLang="zh-CN" sz="3200" dirty="0">
                <a:solidFill>
                  <a:srgbClr val="FFCC00"/>
                </a:solidFill>
              </a:rPr>
              <a:t>)</a:t>
            </a:r>
          </a:p>
          <a:p>
            <a:pPr eaLnBrk="1" hangingPunct="1">
              <a:lnSpc>
                <a:spcPct val="120000"/>
              </a:lnSpc>
              <a:buClr>
                <a:srgbClr val="FFCC00"/>
              </a:buClr>
              <a:buFont typeface="Wingdings" panose="05000000000000000000" pitchFamily="2" charset="2"/>
              <a:buNone/>
              <a:defRPr/>
            </a:pPr>
            <a:r>
              <a:rPr lang="en-US" altLang="zh-CN" sz="3200" dirty="0" smtClean="0">
                <a:solidFill>
                  <a:srgbClr val="FFCC00"/>
                </a:solidFill>
                <a:sym typeface="Symbol" pitchFamily="18" charset="2"/>
              </a:rPr>
              <a:t></a:t>
            </a:r>
            <a:r>
              <a:rPr lang="en-US" altLang="zh-CN" sz="3200" dirty="0" err="1" smtClean="0">
                <a:solidFill>
                  <a:srgbClr val="FFCC00"/>
                </a:solidFill>
              </a:rPr>
              <a:t>x</a:t>
            </a:r>
            <a:r>
              <a:rPr lang="en-US" altLang="zh-CN" sz="3200" dirty="0" err="1" smtClean="0">
                <a:solidFill>
                  <a:srgbClr val="FFCC00"/>
                </a:solidFill>
                <a:sym typeface="Symbol" pitchFamily="18" charset="2"/>
              </a:rPr>
              <a:t>y</a:t>
            </a:r>
            <a:r>
              <a:rPr lang="en-US" altLang="zh-CN" sz="3200" dirty="0" err="1" smtClean="0">
                <a:solidFill>
                  <a:srgbClr val="FFCC00"/>
                </a:solidFill>
              </a:rPr>
              <a:t>P</a:t>
            </a:r>
            <a:r>
              <a:rPr lang="en-US" altLang="zh-CN" sz="3200" dirty="0" smtClean="0">
                <a:solidFill>
                  <a:srgbClr val="FFCC00"/>
                </a:solidFill>
              </a:rPr>
              <a:t>(</a:t>
            </a:r>
            <a:r>
              <a:rPr lang="en-US" altLang="zh-CN" sz="3200" dirty="0" err="1" smtClean="0">
                <a:solidFill>
                  <a:srgbClr val="FFCC00"/>
                </a:solidFill>
              </a:rPr>
              <a:t>x,y</a:t>
            </a:r>
            <a:r>
              <a:rPr lang="en-US" altLang="zh-CN" sz="3200" dirty="0" smtClean="0">
                <a:solidFill>
                  <a:srgbClr val="FFCC00"/>
                </a:solidFill>
              </a:rPr>
              <a:t>) = </a:t>
            </a:r>
            <a:r>
              <a:rPr lang="en-US" altLang="zh-CN" sz="3200" dirty="0" smtClean="0">
                <a:solidFill>
                  <a:srgbClr val="FFCC00"/>
                </a:solidFill>
                <a:sym typeface="Symbol" pitchFamily="18" charset="2"/>
              </a:rPr>
              <a:t></a:t>
            </a:r>
            <a:r>
              <a:rPr lang="en-US" altLang="zh-CN" sz="3200" dirty="0" err="1" smtClean="0">
                <a:solidFill>
                  <a:srgbClr val="FFCC00"/>
                </a:solidFill>
              </a:rPr>
              <a:t>y</a:t>
            </a:r>
            <a:r>
              <a:rPr lang="en-US" altLang="zh-CN" sz="3200" dirty="0" err="1" smtClean="0">
                <a:solidFill>
                  <a:srgbClr val="FFCC00"/>
                </a:solidFill>
                <a:sym typeface="Symbol" pitchFamily="18" charset="2"/>
              </a:rPr>
              <a:t></a:t>
            </a:r>
            <a:r>
              <a:rPr lang="en-US" altLang="zh-CN" sz="3200" dirty="0" err="1">
                <a:solidFill>
                  <a:srgbClr val="FFCC00"/>
                </a:solidFill>
                <a:sym typeface="Symbol" pitchFamily="18" charset="2"/>
              </a:rPr>
              <a:t>x</a:t>
            </a:r>
            <a:r>
              <a:rPr lang="en-US" altLang="zh-CN" sz="3200" dirty="0">
                <a:solidFill>
                  <a:srgbClr val="FFCC00"/>
                </a:solidFill>
                <a:sym typeface="Symbol" pitchFamily="18" charset="2"/>
              </a:rPr>
              <a:t> </a:t>
            </a:r>
            <a:r>
              <a:rPr lang="en-US" altLang="zh-CN" sz="3200" dirty="0">
                <a:solidFill>
                  <a:srgbClr val="FFCC00"/>
                </a:solidFill>
              </a:rPr>
              <a:t>P(</a:t>
            </a:r>
            <a:r>
              <a:rPr lang="en-US" altLang="zh-CN" sz="3200" dirty="0" err="1">
                <a:solidFill>
                  <a:srgbClr val="FFCC00"/>
                </a:solidFill>
              </a:rPr>
              <a:t>x,y</a:t>
            </a:r>
            <a:r>
              <a:rPr lang="en-US" altLang="zh-CN" sz="3200" dirty="0">
                <a:solidFill>
                  <a:srgbClr val="FFCC00"/>
                </a:solidFill>
                <a:latin typeface="Times New Roman" pitchFamily="18" charset="0"/>
              </a:rPr>
              <a:t>)</a:t>
            </a:r>
          </a:p>
          <a:p>
            <a:pPr>
              <a:defRPr/>
            </a:pPr>
            <a:endParaRPr lang="zh-CN" altLang="en-US" dirty="0"/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76200"/>
            <a:ext cx="7772400" cy="646331"/>
          </a:xfrm>
        </p:spPr>
        <p:txBody>
          <a:bodyPr/>
          <a:lstStyle/>
          <a:p>
            <a:pPr algn="l" eaLnBrk="1" hangingPunct="1">
              <a:defRPr/>
            </a:pPr>
            <a:r>
              <a:rPr lang="en-US" altLang="zh-CN" sz="3600" dirty="0" smtClean="0"/>
              <a:t>5 </a:t>
            </a:r>
            <a:r>
              <a:rPr lang="zh-CN" altLang="en-US" sz="3600" dirty="0" smtClean="0"/>
              <a:t>使用量词时应注意以下几个问题</a:t>
            </a:r>
            <a:r>
              <a:rPr lang="zh-CN" altLang="en-US" sz="36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</a:p>
        </p:txBody>
      </p:sp>
      <p:sp>
        <p:nvSpPr>
          <p:cNvPr id="217090" name="Rectangle 2"/>
          <p:cNvSpPr>
            <a:spLocks noGrp="1" noChangeArrowheads="1"/>
          </p:cNvSpPr>
          <p:nvPr>
            <p:ph idx="1"/>
          </p:nvPr>
        </p:nvSpPr>
        <p:spPr>
          <a:xfrm>
            <a:off x="304800" y="755075"/>
            <a:ext cx="8352928" cy="5525869"/>
          </a:xfrm>
        </p:spPr>
        <p:txBody>
          <a:bodyPr/>
          <a:lstStyle/>
          <a:p>
            <a:pPr marL="609600" indent="-609600"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3000" dirty="0" smtClean="0">
                <a:solidFill>
                  <a:srgbClr val="FFCC00"/>
                </a:solidFill>
                <a:latin typeface="Times New Roman" pitchFamily="18" charset="0"/>
              </a:rPr>
              <a:t>(3)</a:t>
            </a:r>
            <a:r>
              <a:rPr lang="zh-CN" altLang="en-US" sz="3000" dirty="0" smtClean="0">
                <a:solidFill>
                  <a:srgbClr val="FFCC00"/>
                </a:solidFill>
                <a:latin typeface="Times New Roman" pitchFamily="18" charset="0"/>
              </a:rPr>
              <a:t>注意量词的作用范围</a:t>
            </a:r>
          </a:p>
          <a:p>
            <a:pPr marL="609600" indent="-609600" eaLnBrk="1" hangingPunct="1">
              <a:buFont typeface="Wingdings" panose="05000000000000000000" pitchFamily="2" charset="2"/>
              <a:buNone/>
              <a:defRPr/>
            </a:pPr>
            <a:r>
              <a:rPr lang="zh-CN" altLang="en-US" sz="3000" dirty="0" smtClean="0">
                <a:solidFill>
                  <a:srgbClr val="FFCC00"/>
                </a:solidFill>
              </a:rPr>
              <a:t>例</a:t>
            </a:r>
            <a:r>
              <a:rPr lang="en-US" altLang="zh-CN" sz="3000" dirty="0" smtClean="0">
                <a:solidFill>
                  <a:srgbClr val="FFCC00"/>
                </a:solidFill>
              </a:rPr>
              <a:t>.</a:t>
            </a:r>
            <a:r>
              <a:rPr lang="en-US" altLang="zh-CN" sz="3000" dirty="0" smtClean="0"/>
              <a:t> </a:t>
            </a:r>
            <a:r>
              <a:rPr lang="zh-CN" altLang="en-US" sz="3000" dirty="0" smtClean="0"/>
              <a:t>设个体域为</a:t>
            </a:r>
            <a:r>
              <a:rPr lang="en-US" altLang="zh-CN" sz="3000" dirty="0" smtClean="0"/>
              <a:t>D</a:t>
            </a:r>
            <a:r>
              <a:rPr lang="zh-CN" altLang="en-US" sz="3000" dirty="0" smtClean="0"/>
              <a:t>，</a:t>
            </a:r>
            <a:r>
              <a:rPr lang="en-US" altLang="zh-CN" sz="3000" dirty="0" err="1" smtClean="0"/>
              <a:t>a∈D</a:t>
            </a:r>
            <a:r>
              <a:rPr lang="zh-CN" altLang="en-US" sz="3000" dirty="0" smtClean="0"/>
              <a:t>，</a:t>
            </a:r>
            <a:r>
              <a:rPr lang="en-US" altLang="zh-CN" sz="3000" dirty="0" smtClean="0"/>
              <a:t>P(x)</a:t>
            </a:r>
            <a:r>
              <a:rPr lang="zh-CN" altLang="en-US" sz="3000" dirty="0" smtClean="0"/>
              <a:t>为</a:t>
            </a:r>
            <a:r>
              <a:rPr lang="en-US" altLang="zh-CN" sz="3000" dirty="0" smtClean="0"/>
              <a:t>D</a:t>
            </a:r>
            <a:r>
              <a:rPr lang="zh-CN" altLang="en-US" sz="3000" dirty="0" smtClean="0"/>
              <a:t>上任意一个谓词。</a:t>
            </a:r>
          </a:p>
          <a:p>
            <a:pPr marL="609600" indent="-609600"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3000" dirty="0" smtClean="0"/>
              <a:t>(1)</a:t>
            </a:r>
            <a:r>
              <a:rPr lang="zh-CN" altLang="en-US" sz="3000" dirty="0" smtClean="0"/>
              <a:t>判断</a:t>
            </a:r>
            <a:r>
              <a:rPr lang="zh-CN" altLang="en-US" sz="3000" dirty="0" smtClean="0">
                <a:sym typeface="Symbol" pitchFamily="18" charset="2"/>
              </a:rPr>
              <a:t></a:t>
            </a:r>
            <a:r>
              <a:rPr lang="en-US" altLang="zh-CN" sz="3000" dirty="0" smtClean="0"/>
              <a:t>x</a:t>
            </a:r>
            <a:r>
              <a:rPr lang="en-US" altLang="zh-CN" sz="3000" dirty="0" smtClean="0">
                <a:solidFill>
                  <a:schemeClr val="tx2"/>
                </a:solidFill>
              </a:rPr>
              <a:t>(</a:t>
            </a:r>
            <a:r>
              <a:rPr lang="en-US" altLang="zh-CN" sz="3000" dirty="0" smtClean="0"/>
              <a:t>P(x)</a:t>
            </a:r>
            <a:r>
              <a:rPr lang="en-US" altLang="zh-CN" sz="3000" dirty="0" smtClean="0">
                <a:sym typeface="Symbol" pitchFamily="18" charset="2"/>
              </a:rPr>
              <a:t></a:t>
            </a:r>
            <a:r>
              <a:rPr lang="en-US" altLang="zh-CN" sz="3000" dirty="0" smtClean="0"/>
              <a:t>P(</a:t>
            </a:r>
            <a:r>
              <a:rPr lang="en-US" altLang="zh-CN" sz="3000" dirty="0" smtClean="0">
                <a:solidFill>
                  <a:srgbClr val="FFC000"/>
                </a:solidFill>
              </a:rPr>
              <a:t>a</a:t>
            </a:r>
            <a:r>
              <a:rPr lang="en-US" altLang="zh-CN" sz="3000" dirty="0" smtClean="0"/>
              <a:t>)</a:t>
            </a:r>
            <a:r>
              <a:rPr lang="en-US" altLang="zh-CN" sz="3000" dirty="0" smtClean="0">
                <a:solidFill>
                  <a:schemeClr val="tx2"/>
                </a:solidFill>
              </a:rPr>
              <a:t>)</a:t>
            </a:r>
            <a:r>
              <a:rPr lang="zh-CN" altLang="en-US" sz="3000" dirty="0" smtClean="0"/>
              <a:t>和</a:t>
            </a:r>
            <a:r>
              <a:rPr lang="zh-CN" altLang="en-US" sz="3000" dirty="0" smtClean="0">
                <a:sym typeface="Symbol" pitchFamily="18" charset="2"/>
              </a:rPr>
              <a:t></a:t>
            </a:r>
            <a:r>
              <a:rPr lang="en-US" altLang="zh-CN" sz="3000" dirty="0" err="1" smtClean="0">
                <a:solidFill>
                  <a:schemeClr val="tx2"/>
                </a:solidFill>
              </a:rPr>
              <a:t>xP</a:t>
            </a:r>
            <a:r>
              <a:rPr lang="en-US" altLang="zh-CN" sz="3000" dirty="0" smtClean="0">
                <a:solidFill>
                  <a:schemeClr val="tx2"/>
                </a:solidFill>
              </a:rPr>
              <a:t>(x)</a:t>
            </a:r>
            <a:r>
              <a:rPr lang="en-US" altLang="zh-CN" sz="3000" dirty="0" smtClean="0">
                <a:sym typeface="Symbol" pitchFamily="18" charset="2"/>
              </a:rPr>
              <a:t></a:t>
            </a:r>
            <a:r>
              <a:rPr lang="en-US" altLang="zh-CN" sz="3000" dirty="0" smtClean="0"/>
              <a:t>P(</a:t>
            </a:r>
            <a:r>
              <a:rPr lang="en-US" altLang="zh-CN" sz="3000" dirty="0" smtClean="0">
                <a:solidFill>
                  <a:srgbClr val="FFC000"/>
                </a:solidFill>
              </a:rPr>
              <a:t>a</a:t>
            </a:r>
            <a:r>
              <a:rPr lang="en-US" altLang="zh-CN" sz="3000" dirty="0" smtClean="0"/>
              <a:t>)</a:t>
            </a:r>
            <a:r>
              <a:rPr lang="zh-CN" altLang="en-US" sz="3000" dirty="0" smtClean="0"/>
              <a:t>是否等价。</a:t>
            </a:r>
          </a:p>
          <a:p>
            <a:pPr marL="609600" indent="-609600"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3000" dirty="0" smtClean="0"/>
              <a:t>(2)</a:t>
            </a:r>
            <a:r>
              <a:rPr lang="zh-CN" altLang="en-US" sz="3000" dirty="0" smtClean="0"/>
              <a:t>判断</a:t>
            </a:r>
            <a:r>
              <a:rPr lang="zh-CN" altLang="en-US" sz="3000" dirty="0" smtClean="0">
                <a:sym typeface="Symbol" pitchFamily="18" charset="2"/>
              </a:rPr>
              <a:t></a:t>
            </a:r>
            <a:r>
              <a:rPr lang="en-US" altLang="zh-CN" sz="3000" dirty="0" smtClean="0"/>
              <a:t>x(P(x)</a:t>
            </a:r>
            <a:r>
              <a:rPr lang="en-US" altLang="zh-CN" sz="3000" dirty="0" smtClean="0">
                <a:sym typeface="Symbol" pitchFamily="18" charset="2"/>
              </a:rPr>
              <a:t></a:t>
            </a:r>
            <a:r>
              <a:rPr lang="en-US" altLang="zh-CN" sz="3000" dirty="0" smtClean="0"/>
              <a:t>P(a))</a:t>
            </a:r>
            <a:r>
              <a:rPr lang="zh-CN" altLang="en-US" sz="3000" dirty="0" smtClean="0"/>
              <a:t>和</a:t>
            </a:r>
            <a:r>
              <a:rPr lang="zh-CN" altLang="en-US" sz="3000" dirty="0" smtClean="0">
                <a:sym typeface="Symbol" pitchFamily="18" charset="2"/>
              </a:rPr>
              <a:t></a:t>
            </a:r>
            <a:r>
              <a:rPr lang="en-US" altLang="zh-CN" sz="3000" dirty="0" err="1" smtClean="0"/>
              <a:t>xP</a:t>
            </a:r>
            <a:r>
              <a:rPr lang="en-US" altLang="zh-CN" sz="3000" dirty="0" smtClean="0"/>
              <a:t>(x)</a:t>
            </a:r>
            <a:r>
              <a:rPr lang="en-US" altLang="zh-CN" sz="3000" dirty="0" smtClean="0">
                <a:sym typeface="Symbol" pitchFamily="18" charset="2"/>
              </a:rPr>
              <a:t></a:t>
            </a:r>
            <a:r>
              <a:rPr lang="en-US" altLang="zh-CN" sz="3000" dirty="0" smtClean="0"/>
              <a:t>P(a)</a:t>
            </a:r>
            <a:r>
              <a:rPr lang="zh-CN" altLang="en-US" sz="3000" dirty="0" smtClean="0"/>
              <a:t>是否等价。</a:t>
            </a:r>
            <a:endParaRPr lang="zh-CN" altLang="en-US" sz="3000" dirty="0" smtClean="0">
              <a:solidFill>
                <a:srgbClr val="FFCC00"/>
              </a:solidFill>
            </a:endParaRPr>
          </a:p>
          <a:p>
            <a:pPr marL="609600" indent="-609600" eaLnBrk="1" hangingPunct="1">
              <a:buFont typeface="Wingdings" panose="05000000000000000000" pitchFamily="2" charset="2"/>
              <a:buNone/>
              <a:defRPr/>
            </a:pPr>
            <a:r>
              <a:rPr lang="zh-CN" altLang="zh-CN" sz="3000" dirty="0" smtClean="0">
                <a:solidFill>
                  <a:srgbClr val="FFCC00"/>
                </a:solidFill>
                <a:sym typeface="Symbol" pitchFamily="18" charset="2"/>
              </a:rPr>
              <a:t>解：</a:t>
            </a:r>
            <a:r>
              <a:rPr lang="en-US" altLang="zh-CN" sz="3000" dirty="0" smtClean="0">
                <a:sym typeface="Symbol" pitchFamily="18" charset="2"/>
              </a:rPr>
              <a:t>(1) </a:t>
            </a:r>
            <a:r>
              <a:rPr lang="zh-CN" altLang="en-US" sz="3000" dirty="0" smtClean="0"/>
              <a:t>任取解释</a:t>
            </a:r>
            <a:r>
              <a:rPr lang="en-US" altLang="zh-CN" sz="3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en-US" sz="3000" dirty="0" smtClean="0"/>
              <a:t>，</a:t>
            </a:r>
          </a:p>
          <a:p>
            <a:pPr marL="609600" indent="-609600" eaLnBrk="1" hangingPunct="1">
              <a:buFont typeface="Wingdings" panose="05000000000000000000" pitchFamily="2" charset="2"/>
              <a:buNone/>
              <a:defRPr/>
            </a:pPr>
            <a:r>
              <a:rPr lang="zh-CN" altLang="en-US" sz="3000" dirty="0" smtClean="0"/>
              <a:t>若</a:t>
            </a:r>
            <a:r>
              <a:rPr lang="en-US" altLang="zh-CN" sz="3000" dirty="0" smtClean="0"/>
              <a:t>P(a) </a:t>
            </a:r>
            <a:r>
              <a:rPr lang="zh-CN" altLang="en-US" sz="3000" dirty="0" smtClean="0"/>
              <a:t>在</a:t>
            </a:r>
            <a:r>
              <a:rPr lang="en-US" altLang="zh-C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en-US" sz="3000" dirty="0" smtClean="0"/>
              <a:t>下为真</a:t>
            </a:r>
            <a:r>
              <a:rPr lang="en-US" altLang="zh-CN" sz="3000" dirty="0" smtClean="0"/>
              <a:t>,</a:t>
            </a:r>
            <a:r>
              <a:rPr lang="zh-CN" altLang="en-US" sz="3000" dirty="0" smtClean="0"/>
              <a:t>则</a:t>
            </a:r>
            <a:r>
              <a:rPr lang="zh-CN" altLang="en-US" sz="3000" dirty="0" smtClean="0">
                <a:solidFill>
                  <a:schemeClr val="tx2"/>
                </a:solidFill>
                <a:sym typeface="Symbol" pitchFamily="18" charset="2"/>
              </a:rPr>
              <a:t></a:t>
            </a:r>
            <a:r>
              <a:rPr lang="en-US" altLang="zh-CN" sz="3000" dirty="0" err="1" smtClean="0">
                <a:solidFill>
                  <a:schemeClr val="tx2"/>
                </a:solidFill>
              </a:rPr>
              <a:t>xP</a:t>
            </a:r>
            <a:r>
              <a:rPr lang="en-US" altLang="zh-CN" sz="3000" dirty="0" smtClean="0">
                <a:solidFill>
                  <a:schemeClr val="tx2"/>
                </a:solidFill>
              </a:rPr>
              <a:t>(x)</a:t>
            </a:r>
            <a:r>
              <a:rPr lang="en-US" altLang="zh-CN" sz="3000" dirty="0" smtClean="0"/>
              <a:t>→P(a)</a:t>
            </a:r>
            <a:r>
              <a:rPr lang="zh-CN" altLang="en-US" sz="3000" dirty="0" smtClean="0"/>
              <a:t>在</a:t>
            </a:r>
            <a:r>
              <a:rPr lang="en-US" altLang="zh-C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en-US" sz="3000" dirty="0" smtClean="0"/>
              <a:t>下为真</a:t>
            </a:r>
            <a:r>
              <a:rPr lang="en-US" altLang="zh-CN" sz="3000" dirty="0" smtClean="0"/>
              <a:t>;</a:t>
            </a:r>
          </a:p>
          <a:p>
            <a:pPr marL="609600" indent="-609600" eaLnBrk="1" hangingPunct="1">
              <a:buFont typeface="Wingdings" panose="05000000000000000000" pitchFamily="2" charset="2"/>
              <a:buNone/>
              <a:defRPr/>
            </a:pPr>
            <a:r>
              <a:rPr lang="zh-CN" altLang="en-US" sz="3000" dirty="0" smtClean="0"/>
              <a:t>若</a:t>
            </a:r>
            <a:r>
              <a:rPr lang="en-US" altLang="zh-CN" sz="3000" dirty="0" smtClean="0"/>
              <a:t>P(a) </a:t>
            </a:r>
            <a:r>
              <a:rPr lang="zh-CN" altLang="en-US" sz="3000" dirty="0" smtClean="0"/>
              <a:t>在</a:t>
            </a:r>
            <a:r>
              <a:rPr lang="en-US" altLang="zh-C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en-US" sz="3000" dirty="0" smtClean="0"/>
              <a:t>下为假</a:t>
            </a:r>
            <a:r>
              <a:rPr lang="en-US" altLang="zh-CN" sz="3000" dirty="0" smtClean="0"/>
              <a:t>,</a:t>
            </a:r>
            <a:r>
              <a:rPr lang="zh-CN" altLang="en-US" sz="3000" dirty="0" smtClean="0"/>
              <a:t>则</a:t>
            </a:r>
            <a:r>
              <a:rPr lang="zh-CN" altLang="en-US" sz="3000" dirty="0" smtClean="0">
                <a:solidFill>
                  <a:schemeClr val="tx2"/>
                </a:solidFill>
                <a:sym typeface="Symbol" pitchFamily="18" charset="2"/>
              </a:rPr>
              <a:t></a:t>
            </a:r>
            <a:r>
              <a:rPr lang="en-US" altLang="zh-CN" sz="3000" dirty="0" err="1" smtClean="0">
                <a:solidFill>
                  <a:schemeClr val="tx2"/>
                </a:solidFill>
              </a:rPr>
              <a:t>xP</a:t>
            </a:r>
            <a:r>
              <a:rPr lang="en-US" altLang="zh-CN" sz="3000" dirty="0" smtClean="0">
                <a:solidFill>
                  <a:schemeClr val="tx2"/>
                </a:solidFill>
              </a:rPr>
              <a:t>(x)</a:t>
            </a:r>
            <a:r>
              <a:rPr lang="zh-CN" altLang="en-US" sz="3000" dirty="0" smtClean="0"/>
              <a:t>在</a:t>
            </a:r>
            <a:r>
              <a:rPr lang="en-US" altLang="zh-CN" sz="3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en-US" sz="3000" dirty="0" smtClean="0"/>
              <a:t>下为假 </a:t>
            </a:r>
            <a:r>
              <a:rPr lang="en-US" altLang="zh-CN" sz="3000" dirty="0" smtClean="0"/>
              <a:t>, </a:t>
            </a:r>
            <a:r>
              <a:rPr lang="zh-CN" altLang="en-US" sz="3000" dirty="0" smtClean="0"/>
              <a:t>故</a:t>
            </a:r>
          </a:p>
          <a:p>
            <a:pPr marL="609600" indent="-609600" eaLnBrk="1" hangingPunct="1">
              <a:buFont typeface="Wingdings" panose="05000000000000000000" pitchFamily="2" charset="2"/>
              <a:buNone/>
              <a:defRPr/>
            </a:pPr>
            <a:r>
              <a:rPr lang="zh-CN" altLang="en-US" sz="3000" dirty="0" smtClean="0">
                <a:solidFill>
                  <a:schemeClr val="tx2"/>
                </a:solidFill>
                <a:sym typeface="Symbol" pitchFamily="18" charset="2"/>
              </a:rPr>
              <a:t></a:t>
            </a:r>
            <a:r>
              <a:rPr lang="en-US" altLang="zh-CN" sz="3000" dirty="0" err="1" smtClean="0">
                <a:solidFill>
                  <a:schemeClr val="tx2"/>
                </a:solidFill>
              </a:rPr>
              <a:t>xP</a:t>
            </a:r>
            <a:r>
              <a:rPr lang="en-US" altLang="zh-CN" sz="3000" dirty="0" smtClean="0">
                <a:solidFill>
                  <a:schemeClr val="tx2"/>
                </a:solidFill>
              </a:rPr>
              <a:t>(x)</a:t>
            </a:r>
            <a:r>
              <a:rPr lang="en-US" altLang="zh-CN" sz="3000" dirty="0" smtClean="0"/>
              <a:t>→P(a)</a:t>
            </a:r>
            <a:r>
              <a:rPr lang="zh-CN" altLang="en-US" sz="3000" dirty="0" smtClean="0"/>
              <a:t>在</a:t>
            </a:r>
            <a:r>
              <a:rPr lang="en-US" altLang="zh-C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en-US" sz="3000" dirty="0" smtClean="0"/>
              <a:t>下为真．</a:t>
            </a:r>
          </a:p>
          <a:p>
            <a:pPr marL="609600" indent="-609600" eaLnBrk="1" hangingPunct="1">
              <a:buFont typeface="Wingdings" panose="05000000000000000000" pitchFamily="2" charset="2"/>
              <a:buNone/>
              <a:defRPr/>
            </a:pPr>
            <a:r>
              <a:rPr lang="zh-CN" altLang="en-US" sz="3000" dirty="0" smtClean="0"/>
              <a:t>因此</a:t>
            </a:r>
            <a:r>
              <a:rPr lang="en-US" altLang="zh-CN" sz="3000" dirty="0" smtClean="0"/>
              <a:t>,</a:t>
            </a:r>
            <a:r>
              <a:rPr lang="en-US" altLang="zh-CN" sz="3000" dirty="0" smtClean="0">
                <a:solidFill>
                  <a:srgbClr val="FFCC00"/>
                </a:solidFill>
                <a:sym typeface="Symbol" pitchFamily="18" charset="2"/>
              </a:rPr>
              <a:t></a:t>
            </a:r>
            <a:r>
              <a:rPr lang="en-US" altLang="zh-CN" sz="3000" dirty="0" err="1" smtClean="0">
                <a:solidFill>
                  <a:srgbClr val="FFCC00"/>
                </a:solidFill>
              </a:rPr>
              <a:t>xP</a:t>
            </a:r>
            <a:r>
              <a:rPr lang="en-US" altLang="zh-CN" sz="3000" dirty="0" smtClean="0">
                <a:solidFill>
                  <a:srgbClr val="FFCC00"/>
                </a:solidFill>
              </a:rPr>
              <a:t>(x)→P(a) </a:t>
            </a:r>
            <a:r>
              <a:rPr lang="zh-CN" altLang="en-US" sz="3000" dirty="0" smtClean="0">
                <a:solidFill>
                  <a:srgbClr val="FFCC00"/>
                </a:solidFill>
              </a:rPr>
              <a:t>是恒真公式。</a:t>
            </a:r>
            <a:endParaRPr lang="en-US" altLang="zh-CN" sz="3000" dirty="0" smtClean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2148463-DBAC-4813-AB9E-A314490AE58E}" type="slidenum">
              <a:rPr lang="en-US" altLang="zh-CN" smtClean="0"/>
              <a:pPr>
                <a:defRPr/>
              </a:pPr>
              <a:t>51</a:t>
            </a:fld>
            <a:endParaRPr lang="en-US" altLang="zh-CN"/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70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70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1709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1709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1709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1709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1709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1709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1709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1709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5079E13-7249-448A-83FF-14556BCD3ABA}" type="slidenum">
              <a:rPr lang="en-US" altLang="zh-CN" smtClean="0"/>
              <a:pPr>
                <a:defRPr/>
              </a:pPr>
              <a:t>52</a:t>
            </a:fld>
            <a:endParaRPr lang="en-US" altLang="zh-CN"/>
          </a:p>
        </p:txBody>
      </p:sp>
      <p:sp>
        <p:nvSpPr>
          <p:cNvPr id="221187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685800"/>
            <a:ext cx="8352928" cy="5181600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3300" dirty="0" smtClean="0"/>
              <a:t>而</a:t>
            </a:r>
            <a:r>
              <a:rPr lang="zh-CN" altLang="en-US" sz="3300" dirty="0" smtClean="0">
                <a:solidFill>
                  <a:srgbClr val="FFCC00"/>
                </a:solidFill>
                <a:sym typeface="Symbol" pitchFamily="18" charset="2"/>
              </a:rPr>
              <a:t></a:t>
            </a:r>
            <a:r>
              <a:rPr lang="en-US" altLang="zh-CN" sz="3300" dirty="0" smtClean="0">
                <a:solidFill>
                  <a:srgbClr val="FFCC00"/>
                </a:solidFill>
              </a:rPr>
              <a:t>x(P(x) </a:t>
            </a:r>
            <a:r>
              <a:rPr lang="en-US" altLang="zh-CN" sz="3300" dirty="0" smtClean="0">
                <a:solidFill>
                  <a:srgbClr val="FFCC00"/>
                </a:solidFill>
                <a:sym typeface="Symbol" pitchFamily="18" charset="2"/>
              </a:rPr>
              <a:t></a:t>
            </a:r>
            <a:r>
              <a:rPr lang="en-US" altLang="zh-CN" sz="3300" dirty="0" smtClean="0">
                <a:solidFill>
                  <a:srgbClr val="FFCC00"/>
                </a:solidFill>
              </a:rPr>
              <a:t>P(a))</a:t>
            </a:r>
            <a:r>
              <a:rPr lang="zh-CN" altLang="en-US" sz="3300" dirty="0" smtClean="0">
                <a:solidFill>
                  <a:srgbClr val="FFCC00"/>
                </a:solidFill>
              </a:rPr>
              <a:t>不是恒真公式</a:t>
            </a:r>
            <a:r>
              <a:rPr lang="zh-CN" altLang="en-US" sz="3300" dirty="0" smtClean="0"/>
              <a:t>。设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3300" dirty="0" smtClean="0"/>
              <a:t>解释</a:t>
            </a:r>
            <a:r>
              <a:rPr lang="en-US" altLang="zh-CN" sz="3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en-US" sz="3300" dirty="0" smtClean="0"/>
              <a:t>为：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3300" dirty="0" smtClean="0"/>
              <a:t>D={1</a:t>
            </a:r>
            <a:r>
              <a:rPr lang="zh-CN" altLang="en-US" sz="3300" dirty="0" smtClean="0"/>
              <a:t>，</a:t>
            </a:r>
            <a:r>
              <a:rPr lang="en-US" altLang="zh-CN" sz="3300" dirty="0" smtClean="0"/>
              <a:t>2}</a:t>
            </a:r>
            <a:endParaRPr lang="en-US" altLang="zh-CN" sz="3300" u="sng" dirty="0" smtClean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3300" u="sng" dirty="0" smtClean="0"/>
              <a:t> a</a:t>
            </a:r>
            <a:r>
              <a:rPr lang="en-US" altLang="zh-CN" sz="3300" u="sng" dirty="0" smtClean="0">
                <a:solidFill>
                  <a:schemeClr val="tx2"/>
                </a:solidFill>
              </a:rPr>
              <a:t>    </a:t>
            </a:r>
            <a:r>
              <a:rPr lang="en-US" altLang="zh-CN" sz="3300" u="sng" dirty="0" smtClean="0"/>
              <a:t> </a:t>
            </a:r>
            <a:endParaRPr lang="en-US" altLang="zh-CN" sz="3300" dirty="0" smtClean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3300" dirty="0" smtClean="0"/>
              <a:t> 1  </a:t>
            </a:r>
            <a:endParaRPr lang="en-US" altLang="zh-CN" sz="3300" u="sng" dirty="0" smtClean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3300" u="sng" dirty="0" smtClean="0"/>
              <a:t>   P(1)   P(2)  </a:t>
            </a:r>
            <a:endParaRPr lang="en-US" altLang="zh-CN" sz="3300" dirty="0" smtClean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3300" dirty="0" smtClean="0"/>
              <a:t>    0         1    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3300" dirty="0" smtClean="0"/>
              <a:t>则 </a:t>
            </a:r>
            <a:r>
              <a:rPr lang="en-US" altLang="zh-CN" sz="3300" dirty="0" smtClean="0"/>
              <a:t>T</a:t>
            </a:r>
            <a:r>
              <a:rPr lang="en-US" altLang="zh-CN" sz="33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3300" dirty="0" smtClean="0"/>
              <a:t>(</a:t>
            </a:r>
            <a:r>
              <a:rPr lang="en-US" altLang="zh-CN" sz="3300" dirty="0" smtClean="0">
                <a:sym typeface="Symbol" pitchFamily="18" charset="2"/>
              </a:rPr>
              <a:t></a:t>
            </a:r>
            <a:r>
              <a:rPr lang="en-US" altLang="zh-CN" sz="3300" dirty="0" smtClean="0"/>
              <a:t>x(P(x) </a:t>
            </a:r>
            <a:r>
              <a:rPr lang="en-US" altLang="zh-CN" sz="3300" dirty="0" smtClean="0">
                <a:sym typeface="Symbol" pitchFamily="18" charset="2"/>
              </a:rPr>
              <a:t></a:t>
            </a:r>
            <a:r>
              <a:rPr lang="en-US" altLang="zh-CN" sz="3300" dirty="0" smtClean="0"/>
              <a:t>P(a)))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3300" dirty="0" smtClean="0"/>
              <a:t>  = T</a:t>
            </a:r>
            <a:r>
              <a:rPr lang="en-US" altLang="zh-CN" sz="33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3300" dirty="0" smtClean="0"/>
              <a:t> ((P(1) </a:t>
            </a:r>
            <a:r>
              <a:rPr lang="en-US" altLang="zh-CN" sz="3300" dirty="0" smtClean="0">
                <a:sym typeface="Symbol" pitchFamily="18" charset="2"/>
              </a:rPr>
              <a:t></a:t>
            </a:r>
            <a:r>
              <a:rPr lang="en-US" altLang="zh-CN" sz="3300" dirty="0" smtClean="0"/>
              <a:t>P(1)) </a:t>
            </a:r>
            <a:r>
              <a:rPr lang="en-US" altLang="zh-CN" sz="3300" dirty="0" smtClean="0">
                <a:sym typeface="Symbol" pitchFamily="18" charset="2"/>
              </a:rPr>
              <a:t>(</a:t>
            </a:r>
            <a:r>
              <a:rPr lang="en-US" altLang="zh-CN" sz="3300" dirty="0" smtClean="0"/>
              <a:t>P(2) </a:t>
            </a:r>
            <a:r>
              <a:rPr lang="en-US" altLang="zh-CN" sz="3300" dirty="0" smtClean="0">
                <a:sym typeface="Symbol" pitchFamily="18" charset="2"/>
              </a:rPr>
              <a:t></a:t>
            </a:r>
            <a:r>
              <a:rPr lang="en-US" altLang="zh-CN" sz="3300" dirty="0" smtClean="0"/>
              <a:t>P(1)))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3300" dirty="0" smtClean="0"/>
              <a:t>  =  1 </a:t>
            </a:r>
            <a:r>
              <a:rPr lang="en-US" altLang="zh-CN" sz="3300" dirty="0" smtClean="0">
                <a:sym typeface="Symbol" pitchFamily="18" charset="2"/>
              </a:rPr>
              <a:t></a:t>
            </a:r>
            <a:r>
              <a:rPr lang="en-US" altLang="zh-CN" sz="3300" dirty="0" smtClean="0"/>
              <a:t> 0 =  0</a:t>
            </a: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11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11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211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11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211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211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211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211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8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2118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2118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CC92AE8-7FE5-4BE2-B35C-209D3B5A0599}" type="slidenum">
              <a:rPr lang="en-US" altLang="zh-CN" smtClean="0"/>
              <a:pPr>
                <a:defRPr/>
              </a:pPr>
              <a:t>53</a:t>
            </a:fld>
            <a:endParaRPr lang="en-US" altLang="zh-CN"/>
          </a:p>
        </p:txBody>
      </p:sp>
      <p:sp>
        <p:nvSpPr>
          <p:cNvPr id="218114" name="Rectangle 2"/>
          <p:cNvSpPr>
            <a:spLocks noGrp="1" noChangeArrowheads="1"/>
          </p:cNvSpPr>
          <p:nvPr>
            <p:ph idx="1"/>
          </p:nvPr>
        </p:nvSpPr>
        <p:spPr>
          <a:xfrm>
            <a:off x="228600" y="533400"/>
            <a:ext cx="8352928" cy="5105400"/>
          </a:xfrm>
        </p:spPr>
        <p:txBody>
          <a:bodyPr/>
          <a:lstStyle/>
          <a:p>
            <a:pPr algn="just" eaLnBrk="1" hangingPunct="1">
              <a:lnSpc>
                <a:spcPct val="125000"/>
              </a:lnSpc>
              <a:buClr>
                <a:srgbClr val="FFCC00"/>
              </a:buClr>
              <a:buFont typeface="Wingdings" panose="05000000000000000000" pitchFamily="2" charset="2"/>
              <a:buNone/>
              <a:defRPr/>
            </a:pPr>
            <a:r>
              <a:rPr lang="en-US" altLang="zh-CN" sz="3300" dirty="0" smtClean="0">
                <a:latin typeface="Times New Roman" pitchFamily="18" charset="0"/>
              </a:rPr>
              <a:t>(2)</a:t>
            </a:r>
            <a:r>
              <a:rPr lang="zh-CN" altLang="en-US" sz="3300" dirty="0" smtClean="0">
                <a:latin typeface="Times New Roman" pitchFamily="18" charset="0"/>
              </a:rPr>
              <a:t>判断</a:t>
            </a:r>
            <a:r>
              <a:rPr lang="zh-CN" altLang="en-US" sz="3300" dirty="0" smtClean="0">
                <a:solidFill>
                  <a:srgbClr val="FFC000"/>
                </a:solidFill>
                <a:latin typeface="Times New Roman" pitchFamily="18" charset="0"/>
                <a:sym typeface="Symbol" pitchFamily="18" charset="2"/>
              </a:rPr>
              <a:t></a:t>
            </a:r>
            <a:r>
              <a:rPr lang="en-US" altLang="zh-CN" sz="3300" dirty="0" smtClean="0">
                <a:solidFill>
                  <a:srgbClr val="FFC000"/>
                </a:solidFill>
                <a:latin typeface="Times New Roman" pitchFamily="18" charset="0"/>
              </a:rPr>
              <a:t>x(</a:t>
            </a:r>
            <a:r>
              <a:rPr lang="en-US" altLang="zh-CN" sz="3300" dirty="0" smtClean="0">
                <a:latin typeface="Times New Roman" pitchFamily="18" charset="0"/>
              </a:rPr>
              <a:t>P(x)</a:t>
            </a:r>
            <a:r>
              <a:rPr lang="en-US" altLang="zh-CN" sz="3300" dirty="0" smtClean="0">
                <a:latin typeface="Times New Roman" pitchFamily="18" charset="0"/>
                <a:sym typeface="Symbol" pitchFamily="18" charset="2"/>
              </a:rPr>
              <a:t></a:t>
            </a:r>
            <a:r>
              <a:rPr lang="en-US" altLang="zh-CN" sz="3300" dirty="0" smtClean="0">
                <a:latin typeface="Times New Roman" pitchFamily="18" charset="0"/>
              </a:rPr>
              <a:t>P(a)</a:t>
            </a:r>
            <a:r>
              <a:rPr lang="en-US" altLang="zh-CN" sz="3300" dirty="0" smtClean="0">
                <a:solidFill>
                  <a:srgbClr val="FFC000"/>
                </a:solidFill>
                <a:latin typeface="Times New Roman" pitchFamily="18" charset="0"/>
              </a:rPr>
              <a:t>)</a:t>
            </a:r>
            <a:r>
              <a:rPr lang="zh-CN" altLang="en-US" sz="3300" dirty="0" smtClean="0">
                <a:latin typeface="Times New Roman" pitchFamily="18" charset="0"/>
              </a:rPr>
              <a:t>和</a:t>
            </a:r>
            <a:r>
              <a:rPr lang="zh-CN" altLang="en-US" sz="3300" dirty="0" smtClean="0">
                <a:solidFill>
                  <a:srgbClr val="FFC000"/>
                </a:solidFill>
                <a:latin typeface="Times New Roman" pitchFamily="18" charset="0"/>
                <a:sym typeface="Symbol" pitchFamily="18" charset="2"/>
              </a:rPr>
              <a:t></a:t>
            </a:r>
            <a:r>
              <a:rPr lang="en-US" altLang="zh-CN" sz="3300" dirty="0" err="1" smtClean="0">
                <a:solidFill>
                  <a:srgbClr val="FFC000"/>
                </a:solidFill>
                <a:latin typeface="Times New Roman" pitchFamily="18" charset="0"/>
              </a:rPr>
              <a:t>xP</a:t>
            </a:r>
            <a:r>
              <a:rPr lang="en-US" altLang="zh-CN" sz="3300" dirty="0" smtClean="0">
                <a:solidFill>
                  <a:srgbClr val="FFC000"/>
                </a:solidFill>
                <a:latin typeface="Times New Roman" pitchFamily="18" charset="0"/>
              </a:rPr>
              <a:t>(x)</a:t>
            </a:r>
            <a:r>
              <a:rPr lang="en-US" altLang="zh-CN" sz="3300" dirty="0" smtClean="0">
                <a:latin typeface="Times New Roman" pitchFamily="18" charset="0"/>
                <a:sym typeface="Symbol" pitchFamily="18" charset="2"/>
              </a:rPr>
              <a:t></a:t>
            </a:r>
            <a:r>
              <a:rPr lang="en-US" altLang="zh-CN" sz="3300" dirty="0" smtClean="0">
                <a:latin typeface="Times New Roman" pitchFamily="18" charset="0"/>
              </a:rPr>
              <a:t>P(a)</a:t>
            </a:r>
            <a:r>
              <a:rPr lang="zh-CN" altLang="en-US" sz="3300" dirty="0" smtClean="0">
                <a:latin typeface="Times New Roman" pitchFamily="18" charset="0"/>
              </a:rPr>
              <a:t>是否等价。</a:t>
            </a:r>
            <a:endParaRPr lang="zh-CN" altLang="en-US" sz="3300" dirty="0" smtClean="0">
              <a:solidFill>
                <a:srgbClr val="FFCC00"/>
              </a:solidFill>
              <a:latin typeface="Times New Roman" pitchFamily="18" charset="0"/>
            </a:endParaRPr>
          </a:p>
          <a:p>
            <a:pPr algn="just" eaLnBrk="1" hangingPunct="1">
              <a:lnSpc>
                <a:spcPct val="125000"/>
              </a:lnSpc>
              <a:buClr>
                <a:srgbClr val="FFCC00"/>
              </a:buClr>
              <a:buFont typeface="Wingdings" panose="05000000000000000000" pitchFamily="2" charset="2"/>
              <a:buNone/>
              <a:defRPr/>
            </a:pPr>
            <a:r>
              <a:rPr lang="zh-CN" altLang="en-US" sz="3300" dirty="0" smtClean="0">
                <a:latin typeface="Times New Roman" pitchFamily="18" charset="0"/>
                <a:cs typeface="Times New Roman" pitchFamily="18" charset="0"/>
              </a:rPr>
              <a:t>   任取解释</a:t>
            </a:r>
            <a:r>
              <a:rPr lang="en-US" altLang="zh-CN" sz="3300" dirty="0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zh-CN" altLang="en-US" sz="3300" dirty="0" smtClean="0">
                <a:latin typeface="Times New Roman" pitchFamily="18" charset="0"/>
                <a:cs typeface="Times New Roman" pitchFamily="18" charset="0"/>
              </a:rPr>
              <a:t>，由</a:t>
            </a:r>
            <a:r>
              <a:rPr lang="en-US" altLang="zh-CN" sz="3300" dirty="0" smtClean="0">
                <a:latin typeface="Times New Roman" pitchFamily="18" charset="0"/>
                <a:cs typeface="Times New Roman" pitchFamily="18" charset="0"/>
              </a:rPr>
              <a:t>P(a) </a:t>
            </a:r>
            <a:r>
              <a:rPr lang="en-US" altLang="zh-CN" sz="33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</a:t>
            </a:r>
            <a:r>
              <a:rPr lang="en-US" altLang="zh-CN" sz="3300" dirty="0" smtClean="0">
                <a:latin typeface="Times New Roman" pitchFamily="18" charset="0"/>
                <a:cs typeface="Times New Roman" pitchFamily="18" charset="0"/>
              </a:rPr>
              <a:t>P(a)</a:t>
            </a:r>
            <a:r>
              <a:rPr lang="zh-CN" altLang="en-US" sz="3300" dirty="0" smtClean="0">
                <a:latin typeface="Times New Roman" pitchFamily="18" charset="0"/>
                <a:cs typeface="Times New Roman" pitchFamily="18" charset="0"/>
              </a:rPr>
              <a:t>为真，知，</a:t>
            </a:r>
          </a:p>
          <a:p>
            <a:pPr algn="just" eaLnBrk="1" hangingPunct="1">
              <a:lnSpc>
                <a:spcPct val="125000"/>
              </a:lnSpc>
              <a:buClr>
                <a:srgbClr val="FFCC00"/>
              </a:buClr>
              <a:buFont typeface="Wingdings" panose="05000000000000000000" pitchFamily="2" charset="2"/>
              <a:buNone/>
              <a:defRPr/>
            </a:pPr>
            <a:r>
              <a:rPr lang="zh-CN" altLang="en-US" sz="3300" dirty="0" smtClean="0">
                <a:latin typeface="Times New Roman" pitchFamily="18" charset="0"/>
                <a:cs typeface="Times New Roman" pitchFamily="18" charset="0"/>
              </a:rPr>
              <a:t>   存在</a:t>
            </a:r>
            <a:r>
              <a:rPr lang="en-US" altLang="zh-CN" sz="3300" dirty="0" err="1" smtClean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zh-CN" sz="3300" dirty="0" err="1" smtClean="0">
                <a:latin typeface="Times New Roman" pitchFamily="18" charset="0"/>
                <a:sym typeface="Symbol" pitchFamily="18" charset="2"/>
              </a:rPr>
              <a:t></a:t>
            </a:r>
            <a:r>
              <a:rPr lang="en-US" altLang="zh-CN" sz="3300" dirty="0" err="1" smtClean="0">
                <a:latin typeface="Times New Roman" pitchFamily="18" charset="0"/>
              </a:rPr>
              <a:t>D</a:t>
            </a:r>
            <a:r>
              <a:rPr lang="zh-CN" altLang="en-US" sz="3300" dirty="0" smtClean="0">
                <a:latin typeface="Times New Roman" pitchFamily="18" charset="0"/>
              </a:rPr>
              <a:t>，使得</a:t>
            </a:r>
            <a:r>
              <a:rPr lang="en-US" altLang="zh-CN" sz="3300" dirty="0" smtClean="0">
                <a:latin typeface="Times New Roman" pitchFamily="18" charset="0"/>
                <a:cs typeface="Times New Roman" pitchFamily="18" charset="0"/>
              </a:rPr>
              <a:t>P(x) </a:t>
            </a:r>
            <a:r>
              <a:rPr lang="en-US" altLang="zh-CN" sz="33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</a:t>
            </a:r>
            <a:r>
              <a:rPr lang="en-US" altLang="zh-CN" sz="3300" dirty="0" smtClean="0">
                <a:latin typeface="Times New Roman" pitchFamily="18" charset="0"/>
                <a:cs typeface="Times New Roman" pitchFamily="18" charset="0"/>
              </a:rPr>
              <a:t>P(a)</a:t>
            </a:r>
            <a:r>
              <a:rPr lang="zh-CN" altLang="en-US" sz="3300" dirty="0" smtClean="0">
                <a:latin typeface="Times New Roman" pitchFamily="18" charset="0"/>
                <a:cs typeface="Times New Roman" pitchFamily="18" charset="0"/>
              </a:rPr>
              <a:t>为真，即</a:t>
            </a:r>
          </a:p>
          <a:p>
            <a:pPr algn="just" eaLnBrk="1" hangingPunct="1">
              <a:lnSpc>
                <a:spcPct val="125000"/>
              </a:lnSpc>
              <a:buClr>
                <a:srgbClr val="FFCC00"/>
              </a:buClr>
              <a:buFont typeface="Wingdings" panose="05000000000000000000" pitchFamily="2" charset="2"/>
              <a:buNone/>
              <a:defRPr/>
            </a:pPr>
            <a:r>
              <a:rPr lang="zh-CN" altLang="en-US" sz="3300" dirty="0" smtClean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zh-CN" altLang="en-US" sz="33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</a:t>
            </a:r>
            <a:r>
              <a:rPr lang="en-US" altLang="zh-CN" sz="3300" dirty="0" smtClean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zh-CN" sz="3300" dirty="0" smtClean="0">
                <a:cs typeface="Times New Roman" pitchFamily="18" charset="0"/>
              </a:rPr>
              <a:t>(</a:t>
            </a:r>
            <a:r>
              <a:rPr lang="en-US" altLang="zh-CN" sz="3300" dirty="0" smtClean="0">
                <a:latin typeface="Times New Roman" pitchFamily="18" charset="0"/>
                <a:cs typeface="Times New Roman" pitchFamily="18" charset="0"/>
              </a:rPr>
              <a:t>P(x) </a:t>
            </a:r>
            <a:r>
              <a:rPr lang="en-US" altLang="zh-CN" sz="33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</a:t>
            </a:r>
            <a:r>
              <a:rPr lang="en-US" altLang="zh-CN" sz="3300" dirty="0" smtClean="0">
                <a:latin typeface="Times New Roman" pitchFamily="18" charset="0"/>
                <a:cs typeface="Times New Roman" pitchFamily="18" charset="0"/>
              </a:rPr>
              <a:t>P(a)</a:t>
            </a:r>
            <a:r>
              <a:rPr lang="zh-CN" altLang="en-US" sz="3300" dirty="0" smtClean="0">
                <a:latin typeface="Times New Roman" pitchFamily="18" charset="0"/>
                <a:cs typeface="Times New Roman" pitchFamily="18" charset="0"/>
              </a:rPr>
              <a:t>）为真。</a:t>
            </a:r>
          </a:p>
          <a:p>
            <a:pPr algn="just" eaLnBrk="1" hangingPunct="1">
              <a:lnSpc>
                <a:spcPct val="125000"/>
              </a:lnSpc>
              <a:buClr>
                <a:srgbClr val="FFCC00"/>
              </a:buClr>
              <a:buFont typeface="Wingdings" panose="05000000000000000000" pitchFamily="2" charset="2"/>
              <a:buNone/>
              <a:defRPr/>
            </a:pPr>
            <a:r>
              <a:rPr lang="zh-CN" altLang="en-US" sz="3300" dirty="0" smtClean="0">
                <a:latin typeface="Times New Roman" pitchFamily="18" charset="0"/>
                <a:cs typeface="Times New Roman" pitchFamily="18" charset="0"/>
              </a:rPr>
              <a:t>   因此，</a:t>
            </a:r>
            <a:r>
              <a:rPr lang="zh-CN" altLang="en-US" sz="3300" dirty="0" smtClean="0">
                <a:solidFill>
                  <a:srgbClr val="FFCC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</a:t>
            </a:r>
            <a:r>
              <a:rPr lang="en-US" altLang="zh-CN" sz="3300" dirty="0" smtClean="0">
                <a:solidFill>
                  <a:srgbClr val="FFCC00"/>
                </a:solidFill>
                <a:latin typeface="Times New Roman" pitchFamily="18" charset="0"/>
                <a:cs typeface="Times New Roman" pitchFamily="18" charset="0"/>
              </a:rPr>
              <a:t>x</a:t>
            </a:r>
            <a:r>
              <a:rPr lang="zh-CN" altLang="en-US" sz="3300" dirty="0" smtClean="0">
                <a:solidFill>
                  <a:srgbClr val="FFCC00"/>
                </a:solidFill>
                <a:latin typeface="Times New Roman" pitchFamily="18" charset="0"/>
                <a:cs typeface="Times New Roman" pitchFamily="18" charset="0"/>
              </a:rPr>
              <a:t>（</a:t>
            </a:r>
            <a:r>
              <a:rPr lang="en-US" altLang="zh-CN" sz="3300" dirty="0" smtClean="0">
                <a:solidFill>
                  <a:srgbClr val="FFCC00"/>
                </a:solidFill>
                <a:latin typeface="Times New Roman" pitchFamily="18" charset="0"/>
                <a:cs typeface="Times New Roman" pitchFamily="18" charset="0"/>
              </a:rPr>
              <a:t>P(x) </a:t>
            </a:r>
            <a:r>
              <a:rPr lang="en-US" altLang="zh-CN" sz="3300" dirty="0" smtClean="0">
                <a:solidFill>
                  <a:srgbClr val="FFCC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</a:t>
            </a:r>
            <a:r>
              <a:rPr lang="en-US" altLang="zh-CN" sz="3300" dirty="0" smtClean="0">
                <a:solidFill>
                  <a:srgbClr val="FFCC00"/>
                </a:solidFill>
                <a:latin typeface="Times New Roman" pitchFamily="18" charset="0"/>
                <a:cs typeface="Times New Roman" pitchFamily="18" charset="0"/>
              </a:rPr>
              <a:t>P(a)</a:t>
            </a:r>
            <a:r>
              <a:rPr lang="zh-CN" altLang="en-US" sz="3300" dirty="0" smtClean="0">
                <a:solidFill>
                  <a:srgbClr val="FFCC00"/>
                </a:solidFill>
                <a:latin typeface="Times New Roman" pitchFamily="18" charset="0"/>
                <a:cs typeface="Times New Roman" pitchFamily="18" charset="0"/>
              </a:rPr>
              <a:t>）为恒真公式</a:t>
            </a:r>
            <a:r>
              <a:rPr lang="zh-CN" altLang="en-US" sz="3300" dirty="0" smtClean="0">
                <a:latin typeface="Times New Roman" pitchFamily="18" charset="0"/>
                <a:cs typeface="Times New Roman" pitchFamily="18" charset="0"/>
              </a:rPr>
              <a:t>。</a:t>
            </a: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AFF4B9A-CB18-4F02-A7DA-D4E05899BD1F}" type="slidenum">
              <a:rPr lang="en-US" altLang="zh-CN" smtClean="0"/>
              <a:pPr>
                <a:defRPr/>
              </a:pPr>
              <a:t>54</a:t>
            </a:fld>
            <a:endParaRPr lang="en-US" altLang="zh-CN"/>
          </a:p>
        </p:txBody>
      </p:sp>
      <p:sp>
        <p:nvSpPr>
          <p:cNvPr id="222211" name="Rectangle 3"/>
          <p:cNvSpPr>
            <a:spLocks noGrp="1" noChangeArrowheads="1"/>
          </p:cNvSpPr>
          <p:nvPr>
            <p:ph idx="1"/>
          </p:nvPr>
        </p:nvSpPr>
        <p:spPr>
          <a:xfrm>
            <a:off x="207933" y="228600"/>
            <a:ext cx="8352928" cy="6324600"/>
          </a:xfrm>
        </p:spPr>
        <p:txBody>
          <a:bodyPr/>
          <a:lstStyle/>
          <a:p>
            <a:pPr algn="just" eaLnBrk="1" hangingPunct="1">
              <a:lnSpc>
                <a:spcPct val="105000"/>
              </a:lnSpc>
              <a:buClr>
                <a:srgbClr val="FFCC00"/>
              </a:buClr>
              <a:buFont typeface="Wingdings" panose="05000000000000000000" pitchFamily="2" charset="2"/>
              <a:buNone/>
              <a:defRPr/>
            </a:pPr>
            <a:r>
              <a:rPr lang="zh-CN" altLang="en-US" sz="3000" dirty="0" smtClean="0">
                <a:latin typeface="Times New Roman" pitchFamily="18" charset="0"/>
                <a:cs typeface="Times New Roman" pitchFamily="18" charset="0"/>
              </a:rPr>
              <a:t>而</a:t>
            </a:r>
            <a:r>
              <a:rPr lang="zh-CN" altLang="en-US" sz="3000" dirty="0" smtClean="0">
                <a:solidFill>
                  <a:srgbClr val="FFCC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</a:t>
            </a:r>
            <a:r>
              <a:rPr lang="en-US" altLang="zh-CN" sz="3000" dirty="0" err="1" smtClean="0">
                <a:solidFill>
                  <a:srgbClr val="FFCC00"/>
                </a:solidFill>
                <a:latin typeface="Times New Roman" pitchFamily="18" charset="0"/>
                <a:cs typeface="Times New Roman" pitchFamily="18" charset="0"/>
              </a:rPr>
              <a:t>xP</a:t>
            </a:r>
            <a:r>
              <a:rPr lang="en-US" altLang="zh-CN" sz="3000" dirty="0" smtClean="0">
                <a:solidFill>
                  <a:srgbClr val="FFCC00"/>
                </a:solidFill>
                <a:latin typeface="Times New Roman" pitchFamily="18" charset="0"/>
                <a:cs typeface="Times New Roman" pitchFamily="18" charset="0"/>
              </a:rPr>
              <a:t>(x) </a:t>
            </a:r>
            <a:r>
              <a:rPr lang="en-US" altLang="zh-CN" sz="3000" dirty="0" smtClean="0">
                <a:solidFill>
                  <a:srgbClr val="FFCC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</a:t>
            </a:r>
            <a:r>
              <a:rPr lang="en-US" altLang="zh-CN" sz="3000" dirty="0" smtClean="0">
                <a:solidFill>
                  <a:srgbClr val="FFCC00"/>
                </a:solidFill>
                <a:latin typeface="Times New Roman" pitchFamily="18" charset="0"/>
                <a:cs typeface="Times New Roman" pitchFamily="18" charset="0"/>
              </a:rPr>
              <a:t>P(a)</a:t>
            </a:r>
            <a:r>
              <a:rPr lang="zh-CN" altLang="en-US" sz="3000" dirty="0" smtClean="0">
                <a:solidFill>
                  <a:srgbClr val="FFCC00"/>
                </a:solidFill>
                <a:latin typeface="Times New Roman" pitchFamily="18" charset="0"/>
                <a:cs typeface="Times New Roman" pitchFamily="18" charset="0"/>
              </a:rPr>
              <a:t>不是恒真公式</a:t>
            </a:r>
            <a:r>
              <a:rPr lang="zh-CN" altLang="en-US" sz="3000" dirty="0" smtClean="0">
                <a:latin typeface="Times New Roman" pitchFamily="18" charset="0"/>
                <a:cs typeface="Times New Roman" pitchFamily="18" charset="0"/>
              </a:rPr>
              <a:t>。对于解释</a:t>
            </a:r>
            <a:r>
              <a:rPr lang="en-US" altLang="zh-CN" sz="3000" dirty="0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zh-CN" altLang="en-US" sz="3000" dirty="0" smtClean="0">
                <a:latin typeface="Times New Roman" pitchFamily="18" charset="0"/>
                <a:cs typeface="Times New Roman" pitchFamily="18" charset="0"/>
              </a:rPr>
              <a:t>，</a:t>
            </a:r>
          </a:p>
          <a:p>
            <a:pPr algn="just" eaLnBrk="1" hangingPunct="1">
              <a:lnSpc>
                <a:spcPct val="105000"/>
              </a:lnSpc>
              <a:buClr>
                <a:srgbClr val="FFCC00"/>
              </a:buClr>
              <a:buFont typeface="Wingdings" panose="05000000000000000000" pitchFamily="2" charset="2"/>
              <a:buNone/>
              <a:defRPr/>
            </a:pPr>
            <a:r>
              <a:rPr lang="zh-CN" altLang="en-US" sz="3000" dirty="0" smtClean="0">
                <a:latin typeface="Times New Roman" pitchFamily="18" charset="0"/>
                <a:cs typeface="Times New Roman" pitchFamily="18" charset="0"/>
              </a:rPr>
              <a:t>若</a:t>
            </a:r>
            <a:r>
              <a:rPr lang="zh-CN" altLang="en-US" sz="30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</a:t>
            </a:r>
            <a:r>
              <a:rPr lang="en-US" altLang="zh-CN" sz="3000" dirty="0" err="1" smtClean="0">
                <a:latin typeface="Times New Roman" pitchFamily="18" charset="0"/>
                <a:cs typeface="Times New Roman" pitchFamily="18" charset="0"/>
              </a:rPr>
              <a:t>xP</a:t>
            </a:r>
            <a:r>
              <a:rPr lang="en-US" altLang="zh-CN" sz="3000" dirty="0" smtClean="0">
                <a:latin typeface="Times New Roman" pitchFamily="18" charset="0"/>
                <a:cs typeface="Times New Roman" pitchFamily="18" charset="0"/>
              </a:rPr>
              <a:t>(x)</a:t>
            </a:r>
            <a:r>
              <a:rPr lang="zh-CN" altLang="en-US" sz="3000" dirty="0" smtClean="0">
                <a:latin typeface="Times New Roman" pitchFamily="18" charset="0"/>
                <a:cs typeface="Times New Roman" pitchFamily="18" charset="0"/>
              </a:rPr>
              <a:t>在</a:t>
            </a:r>
            <a:r>
              <a:rPr lang="en-US" altLang="zh-CN" sz="3000" dirty="0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zh-CN" altLang="en-US" sz="3000" dirty="0" smtClean="0">
                <a:latin typeface="Times New Roman" pitchFamily="18" charset="0"/>
                <a:cs typeface="Times New Roman" pitchFamily="18" charset="0"/>
              </a:rPr>
              <a:t>下为</a:t>
            </a:r>
            <a:r>
              <a:rPr lang="en-US" altLang="zh-CN" sz="3000" dirty="0" smtClean="0">
                <a:latin typeface="Times New Roman" pitchFamily="18" charset="0"/>
                <a:cs typeface="Times New Roman" pitchFamily="18" charset="0"/>
              </a:rPr>
              <a:t>0</a:t>
            </a:r>
            <a:r>
              <a:rPr lang="zh-CN" altLang="en-US" sz="3000" dirty="0" smtClean="0">
                <a:latin typeface="Times New Roman" pitchFamily="18" charset="0"/>
                <a:cs typeface="Times New Roman" pitchFamily="18" charset="0"/>
              </a:rPr>
              <a:t>，则</a:t>
            </a:r>
            <a:r>
              <a:rPr lang="zh-CN" altLang="en-US" sz="30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</a:t>
            </a:r>
            <a:r>
              <a:rPr lang="en-US" altLang="zh-CN" sz="3000" dirty="0" err="1" smtClean="0">
                <a:latin typeface="Times New Roman" pitchFamily="18" charset="0"/>
                <a:cs typeface="Times New Roman" pitchFamily="18" charset="0"/>
              </a:rPr>
              <a:t>xP</a:t>
            </a:r>
            <a:r>
              <a:rPr lang="en-US" altLang="zh-CN" sz="3000" dirty="0" smtClean="0">
                <a:latin typeface="Times New Roman" pitchFamily="18" charset="0"/>
                <a:cs typeface="Times New Roman" pitchFamily="18" charset="0"/>
              </a:rPr>
              <a:t>(x) </a:t>
            </a:r>
            <a:r>
              <a:rPr lang="en-US" altLang="zh-CN" sz="30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</a:t>
            </a:r>
            <a:r>
              <a:rPr lang="en-US" altLang="zh-CN" sz="3000" dirty="0" smtClean="0">
                <a:latin typeface="Times New Roman" pitchFamily="18" charset="0"/>
                <a:cs typeface="Times New Roman" pitchFamily="18" charset="0"/>
              </a:rPr>
              <a:t>P(a)</a:t>
            </a:r>
            <a:r>
              <a:rPr lang="zh-CN" altLang="en-US" sz="3000" dirty="0" smtClean="0">
                <a:latin typeface="Times New Roman" pitchFamily="18" charset="0"/>
                <a:cs typeface="Times New Roman" pitchFamily="18" charset="0"/>
              </a:rPr>
              <a:t>在</a:t>
            </a:r>
            <a:r>
              <a:rPr lang="en-US" altLang="zh-CN" sz="3000" dirty="0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zh-CN" altLang="en-US" sz="3000" dirty="0" smtClean="0">
                <a:latin typeface="Times New Roman" pitchFamily="18" charset="0"/>
                <a:cs typeface="Times New Roman" pitchFamily="18" charset="0"/>
              </a:rPr>
              <a:t>下为</a:t>
            </a:r>
            <a:r>
              <a:rPr lang="en-US" altLang="zh-CN" sz="3000" dirty="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zh-CN" altLang="en-US" sz="3000" dirty="0" smtClean="0">
                <a:latin typeface="Times New Roman" pitchFamily="18" charset="0"/>
                <a:cs typeface="Times New Roman" pitchFamily="18" charset="0"/>
              </a:rPr>
              <a:t>。</a:t>
            </a:r>
          </a:p>
          <a:p>
            <a:pPr algn="just" eaLnBrk="1" hangingPunct="1">
              <a:lnSpc>
                <a:spcPct val="105000"/>
              </a:lnSpc>
              <a:buClr>
                <a:srgbClr val="FFCC00"/>
              </a:buClr>
              <a:buFont typeface="Wingdings" panose="05000000000000000000" pitchFamily="2" charset="2"/>
              <a:buNone/>
              <a:defRPr/>
            </a:pPr>
            <a:r>
              <a:rPr lang="zh-CN" altLang="en-US" sz="3000" dirty="0" smtClean="0">
                <a:latin typeface="Times New Roman" pitchFamily="18" charset="0"/>
                <a:cs typeface="Times New Roman" pitchFamily="18" charset="0"/>
              </a:rPr>
              <a:t>若</a:t>
            </a:r>
            <a:r>
              <a:rPr lang="zh-CN" altLang="en-US" sz="30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</a:t>
            </a:r>
            <a:r>
              <a:rPr lang="en-US" altLang="zh-CN" sz="3000" dirty="0" err="1" smtClean="0">
                <a:latin typeface="Times New Roman" pitchFamily="18" charset="0"/>
                <a:cs typeface="Times New Roman" pitchFamily="18" charset="0"/>
              </a:rPr>
              <a:t>xP</a:t>
            </a:r>
            <a:r>
              <a:rPr lang="en-US" altLang="zh-CN" sz="3000" dirty="0" smtClean="0">
                <a:latin typeface="Times New Roman" pitchFamily="18" charset="0"/>
                <a:cs typeface="Times New Roman" pitchFamily="18" charset="0"/>
              </a:rPr>
              <a:t>(x)</a:t>
            </a:r>
            <a:r>
              <a:rPr lang="zh-CN" altLang="en-US" sz="3000" dirty="0" smtClean="0">
                <a:latin typeface="Times New Roman" pitchFamily="18" charset="0"/>
                <a:cs typeface="Times New Roman" pitchFamily="18" charset="0"/>
              </a:rPr>
              <a:t>在</a:t>
            </a:r>
            <a:r>
              <a:rPr lang="en-US" altLang="zh-CN" sz="3000" dirty="0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zh-CN" altLang="en-US" sz="3000" dirty="0" smtClean="0">
                <a:latin typeface="Times New Roman" pitchFamily="18" charset="0"/>
                <a:cs typeface="Times New Roman" pitchFamily="18" charset="0"/>
              </a:rPr>
              <a:t>下为</a:t>
            </a:r>
            <a:r>
              <a:rPr lang="en-US" altLang="zh-CN" sz="3000" dirty="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zh-CN" altLang="en-US" sz="3000" dirty="0" smtClean="0">
                <a:latin typeface="Times New Roman" pitchFamily="18" charset="0"/>
                <a:cs typeface="Times New Roman" pitchFamily="18" charset="0"/>
              </a:rPr>
              <a:t>，则如果</a:t>
            </a:r>
            <a:r>
              <a:rPr lang="en-US" altLang="zh-CN" sz="3000" dirty="0" smtClean="0">
                <a:latin typeface="Times New Roman" pitchFamily="18" charset="0"/>
                <a:cs typeface="Times New Roman" pitchFamily="18" charset="0"/>
              </a:rPr>
              <a:t>P(a)</a:t>
            </a:r>
            <a:r>
              <a:rPr lang="zh-CN" altLang="en-US" sz="3000" dirty="0" smtClean="0">
                <a:latin typeface="Times New Roman" pitchFamily="18" charset="0"/>
                <a:cs typeface="Times New Roman" pitchFamily="18" charset="0"/>
              </a:rPr>
              <a:t>在</a:t>
            </a:r>
            <a:r>
              <a:rPr lang="en-US" altLang="zh-CN" sz="3000" dirty="0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zh-CN" altLang="en-US" sz="3000" dirty="0" smtClean="0">
                <a:latin typeface="Times New Roman" pitchFamily="18" charset="0"/>
                <a:cs typeface="Times New Roman" pitchFamily="18" charset="0"/>
              </a:rPr>
              <a:t>下为</a:t>
            </a:r>
            <a:r>
              <a:rPr lang="en-US" altLang="zh-CN" sz="3000" dirty="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zh-CN" altLang="en-US" sz="3000" dirty="0" smtClean="0">
                <a:latin typeface="Times New Roman" pitchFamily="18" charset="0"/>
                <a:cs typeface="Times New Roman" pitchFamily="18" charset="0"/>
              </a:rPr>
              <a:t>，则</a:t>
            </a:r>
          </a:p>
          <a:p>
            <a:pPr algn="just" eaLnBrk="1" hangingPunct="1">
              <a:lnSpc>
                <a:spcPct val="105000"/>
              </a:lnSpc>
              <a:buClr>
                <a:srgbClr val="FFCC00"/>
              </a:buClr>
              <a:buFont typeface="Wingdings" panose="05000000000000000000" pitchFamily="2" charset="2"/>
              <a:buNone/>
              <a:defRPr/>
            </a:pPr>
            <a:r>
              <a:rPr lang="zh-CN" altLang="en-US" sz="30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</a:t>
            </a:r>
            <a:r>
              <a:rPr lang="en-US" altLang="zh-CN" sz="3000" dirty="0" err="1" smtClean="0">
                <a:latin typeface="Times New Roman" pitchFamily="18" charset="0"/>
                <a:cs typeface="Times New Roman" pitchFamily="18" charset="0"/>
              </a:rPr>
              <a:t>xP</a:t>
            </a:r>
            <a:r>
              <a:rPr lang="en-US" altLang="zh-CN" sz="3000" dirty="0" smtClean="0">
                <a:latin typeface="Times New Roman" pitchFamily="18" charset="0"/>
                <a:cs typeface="Times New Roman" pitchFamily="18" charset="0"/>
              </a:rPr>
              <a:t>(x) </a:t>
            </a:r>
            <a:r>
              <a:rPr lang="en-US" altLang="zh-CN" sz="30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</a:t>
            </a:r>
            <a:r>
              <a:rPr lang="en-US" altLang="zh-CN" sz="3000" dirty="0" smtClean="0">
                <a:latin typeface="Times New Roman" pitchFamily="18" charset="0"/>
                <a:cs typeface="Times New Roman" pitchFamily="18" charset="0"/>
              </a:rPr>
              <a:t>P(a)</a:t>
            </a:r>
            <a:r>
              <a:rPr lang="zh-CN" altLang="en-US" sz="3000" dirty="0" smtClean="0">
                <a:latin typeface="Times New Roman" pitchFamily="18" charset="0"/>
                <a:cs typeface="Times New Roman" pitchFamily="18" charset="0"/>
              </a:rPr>
              <a:t>在</a:t>
            </a:r>
            <a:r>
              <a:rPr lang="en-US" altLang="zh-CN" sz="3000" dirty="0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zh-CN" altLang="en-US" sz="3000" dirty="0" smtClean="0">
                <a:latin typeface="Times New Roman" pitchFamily="18" charset="0"/>
                <a:cs typeface="Times New Roman" pitchFamily="18" charset="0"/>
              </a:rPr>
              <a:t>下为</a:t>
            </a:r>
            <a:r>
              <a:rPr lang="en-US" altLang="zh-CN" sz="3000" dirty="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zh-CN" altLang="en-US" sz="3000" dirty="0" smtClean="0">
                <a:latin typeface="Times New Roman" pitchFamily="18" charset="0"/>
                <a:cs typeface="Times New Roman" pitchFamily="18" charset="0"/>
              </a:rPr>
              <a:t>，否则如果</a:t>
            </a:r>
            <a:r>
              <a:rPr lang="en-US" altLang="zh-CN" sz="3000" dirty="0" smtClean="0">
                <a:latin typeface="Times New Roman" pitchFamily="18" charset="0"/>
                <a:cs typeface="Times New Roman" pitchFamily="18" charset="0"/>
              </a:rPr>
              <a:t>P(a)</a:t>
            </a:r>
            <a:r>
              <a:rPr lang="zh-CN" altLang="en-US" sz="3000" dirty="0" smtClean="0">
                <a:latin typeface="Times New Roman" pitchFamily="18" charset="0"/>
                <a:cs typeface="Times New Roman" pitchFamily="18" charset="0"/>
              </a:rPr>
              <a:t>在</a:t>
            </a:r>
            <a:r>
              <a:rPr lang="en-US" altLang="zh-CN" sz="3000" dirty="0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zh-CN" altLang="en-US" sz="3000" dirty="0" smtClean="0">
                <a:latin typeface="Times New Roman" pitchFamily="18" charset="0"/>
                <a:cs typeface="Times New Roman" pitchFamily="18" charset="0"/>
              </a:rPr>
              <a:t>下为</a:t>
            </a:r>
            <a:r>
              <a:rPr lang="en-US" altLang="zh-CN" sz="3000" dirty="0" smtClean="0">
                <a:latin typeface="Times New Roman" pitchFamily="18" charset="0"/>
                <a:cs typeface="Times New Roman" pitchFamily="18" charset="0"/>
              </a:rPr>
              <a:t>0</a:t>
            </a:r>
            <a:r>
              <a:rPr lang="zh-CN" altLang="en-US" sz="3000" dirty="0" smtClean="0">
                <a:latin typeface="Times New Roman" pitchFamily="18" charset="0"/>
                <a:cs typeface="Times New Roman" pitchFamily="18" charset="0"/>
              </a:rPr>
              <a:t>，</a:t>
            </a:r>
          </a:p>
          <a:p>
            <a:pPr algn="just" eaLnBrk="1" hangingPunct="1">
              <a:lnSpc>
                <a:spcPct val="105000"/>
              </a:lnSpc>
              <a:buClr>
                <a:srgbClr val="FFCC00"/>
              </a:buClr>
              <a:buFont typeface="Wingdings" panose="05000000000000000000" pitchFamily="2" charset="2"/>
              <a:buNone/>
              <a:defRPr/>
            </a:pPr>
            <a:r>
              <a:rPr lang="zh-CN" altLang="en-US" sz="3000" dirty="0" smtClean="0">
                <a:latin typeface="Times New Roman" pitchFamily="18" charset="0"/>
                <a:cs typeface="Times New Roman" pitchFamily="18" charset="0"/>
              </a:rPr>
              <a:t>则</a:t>
            </a:r>
            <a:r>
              <a:rPr lang="zh-CN" altLang="en-US" sz="30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</a:t>
            </a:r>
            <a:r>
              <a:rPr lang="en-US" altLang="zh-CN" sz="3000" dirty="0" err="1" smtClean="0">
                <a:latin typeface="Times New Roman" pitchFamily="18" charset="0"/>
                <a:cs typeface="Times New Roman" pitchFamily="18" charset="0"/>
              </a:rPr>
              <a:t>xP</a:t>
            </a:r>
            <a:r>
              <a:rPr lang="en-US" altLang="zh-CN" sz="3000" dirty="0" smtClean="0">
                <a:latin typeface="Times New Roman" pitchFamily="18" charset="0"/>
                <a:cs typeface="Times New Roman" pitchFamily="18" charset="0"/>
              </a:rPr>
              <a:t>(x) </a:t>
            </a:r>
            <a:r>
              <a:rPr lang="en-US" altLang="zh-CN" sz="30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</a:t>
            </a:r>
            <a:r>
              <a:rPr lang="en-US" altLang="zh-CN" sz="3000" dirty="0" smtClean="0">
                <a:latin typeface="Times New Roman" pitchFamily="18" charset="0"/>
                <a:cs typeface="Times New Roman" pitchFamily="18" charset="0"/>
              </a:rPr>
              <a:t>P(a)</a:t>
            </a:r>
            <a:r>
              <a:rPr lang="zh-CN" altLang="en-US" sz="3000" dirty="0" smtClean="0">
                <a:latin typeface="Times New Roman" pitchFamily="18" charset="0"/>
                <a:cs typeface="Times New Roman" pitchFamily="18" charset="0"/>
              </a:rPr>
              <a:t>在</a:t>
            </a:r>
            <a:r>
              <a:rPr lang="en-US" altLang="zh-CN" sz="3000" dirty="0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zh-CN" altLang="en-US" sz="3000" dirty="0" smtClean="0">
                <a:latin typeface="Times New Roman" pitchFamily="18" charset="0"/>
                <a:cs typeface="Times New Roman" pitchFamily="18" charset="0"/>
              </a:rPr>
              <a:t>下为</a:t>
            </a:r>
            <a:r>
              <a:rPr lang="en-US" altLang="zh-CN" sz="3000" dirty="0" smtClean="0">
                <a:latin typeface="Times New Roman" pitchFamily="18" charset="0"/>
                <a:cs typeface="Times New Roman" pitchFamily="18" charset="0"/>
              </a:rPr>
              <a:t>0</a:t>
            </a:r>
            <a:r>
              <a:rPr lang="zh-CN" altLang="en-US" sz="3000" dirty="0" smtClean="0">
                <a:latin typeface="Times New Roman" pitchFamily="18" charset="0"/>
                <a:cs typeface="Times New Roman" pitchFamily="18" charset="0"/>
              </a:rPr>
              <a:t>。</a:t>
            </a:r>
          </a:p>
          <a:p>
            <a:pPr algn="just" eaLnBrk="1" hangingPunct="1">
              <a:lnSpc>
                <a:spcPct val="105000"/>
              </a:lnSpc>
              <a:buClr>
                <a:srgbClr val="FFCC00"/>
              </a:buClr>
              <a:buFont typeface="Wingdings" panose="05000000000000000000" pitchFamily="2" charset="2"/>
              <a:buNone/>
              <a:defRPr/>
            </a:pPr>
            <a:r>
              <a:rPr lang="zh-CN" altLang="en-US" sz="3000" dirty="0" smtClean="0">
                <a:latin typeface="Times New Roman" pitchFamily="18" charset="0"/>
                <a:cs typeface="Times New Roman" pitchFamily="18" charset="0"/>
              </a:rPr>
              <a:t>比如，对于（</a:t>
            </a:r>
            <a:r>
              <a:rPr lang="en-US" altLang="zh-CN" sz="3000" dirty="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zh-CN" altLang="en-US" sz="3000" dirty="0" smtClean="0">
                <a:latin typeface="Times New Roman" pitchFamily="18" charset="0"/>
                <a:cs typeface="Times New Roman" pitchFamily="18" charset="0"/>
              </a:rPr>
              <a:t>）中给出的解释</a:t>
            </a:r>
            <a:r>
              <a:rPr lang="en-US" altLang="zh-CN" sz="3000" dirty="0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zh-CN" altLang="en-US" sz="3000" dirty="0" smtClean="0">
                <a:latin typeface="Times New Roman" pitchFamily="18" charset="0"/>
                <a:cs typeface="Times New Roman" pitchFamily="18" charset="0"/>
              </a:rPr>
              <a:t>，</a:t>
            </a:r>
          </a:p>
          <a:p>
            <a:pPr algn="just" eaLnBrk="1" hangingPunct="1">
              <a:lnSpc>
                <a:spcPct val="105000"/>
              </a:lnSpc>
              <a:buClr>
                <a:srgbClr val="FFCC00"/>
              </a:buClr>
              <a:buFont typeface="Wingdings" panose="05000000000000000000" pitchFamily="2" charset="2"/>
              <a:buNone/>
              <a:defRPr/>
            </a:pPr>
            <a:r>
              <a:rPr lang="zh-CN" altLang="en-US" sz="3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3000" dirty="0" smtClean="0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altLang="zh-CN" sz="3000" baseline="-30000" dirty="0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zh-CN" sz="30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zh-CN" sz="30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</a:t>
            </a:r>
            <a:r>
              <a:rPr lang="en-US" altLang="zh-CN" sz="3000" dirty="0" err="1" smtClean="0">
                <a:latin typeface="Times New Roman" pitchFamily="18" charset="0"/>
                <a:cs typeface="Times New Roman" pitchFamily="18" charset="0"/>
              </a:rPr>
              <a:t>xP</a:t>
            </a:r>
            <a:r>
              <a:rPr lang="en-US" altLang="zh-CN" sz="3000" dirty="0" smtClean="0">
                <a:latin typeface="Times New Roman" pitchFamily="18" charset="0"/>
                <a:cs typeface="Times New Roman" pitchFamily="18" charset="0"/>
              </a:rPr>
              <a:t>(x) </a:t>
            </a:r>
            <a:r>
              <a:rPr lang="en-US" altLang="zh-CN" sz="30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</a:t>
            </a:r>
            <a:r>
              <a:rPr lang="en-US" altLang="zh-CN" sz="3000" dirty="0" smtClean="0">
                <a:latin typeface="Times New Roman" pitchFamily="18" charset="0"/>
                <a:cs typeface="Times New Roman" pitchFamily="18" charset="0"/>
              </a:rPr>
              <a:t>P(a))</a:t>
            </a:r>
          </a:p>
          <a:p>
            <a:pPr algn="just" eaLnBrk="1" hangingPunct="1">
              <a:lnSpc>
                <a:spcPct val="105000"/>
              </a:lnSpc>
              <a:buClr>
                <a:srgbClr val="FFCC00"/>
              </a:buClr>
              <a:buFont typeface="Wingdings" panose="05000000000000000000" pitchFamily="2" charset="2"/>
              <a:buNone/>
              <a:defRPr/>
            </a:pPr>
            <a:r>
              <a:rPr lang="en-US" altLang="zh-CN" sz="3000" dirty="0" smtClean="0"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en-US" altLang="zh-CN" sz="3000" dirty="0" smtClean="0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altLang="zh-CN" sz="3000" baseline="-30000" dirty="0" smtClean="0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zh-CN" sz="3000" dirty="0" smtClean="0">
                <a:latin typeface="Times New Roman" pitchFamily="18" charset="0"/>
                <a:cs typeface="Times New Roman" pitchFamily="18" charset="0"/>
              </a:rPr>
              <a:t> (P(1)</a:t>
            </a:r>
            <a:r>
              <a:rPr lang="en-US" altLang="zh-CN" sz="30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</a:t>
            </a:r>
            <a:r>
              <a:rPr lang="en-US" altLang="zh-CN" sz="3000" dirty="0" smtClean="0">
                <a:latin typeface="Times New Roman" pitchFamily="18" charset="0"/>
                <a:cs typeface="Times New Roman" pitchFamily="18" charset="0"/>
              </a:rPr>
              <a:t>P(2)) </a:t>
            </a:r>
            <a:r>
              <a:rPr lang="en-US" altLang="zh-CN" sz="30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</a:t>
            </a:r>
            <a:r>
              <a:rPr lang="en-US" altLang="zh-CN" sz="3000" dirty="0" smtClean="0">
                <a:latin typeface="Times New Roman" pitchFamily="18" charset="0"/>
                <a:cs typeface="Times New Roman" pitchFamily="18" charset="0"/>
              </a:rPr>
              <a:t>P(1)</a:t>
            </a:r>
          </a:p>
          <a:p>
            <a:pPr algn="just" eaLnBrk="1" hangingPunct="1">
              <a:lnSpc>
                <a:spcPct val="105000"/>
              </a:lnSpc>
              <a:buClr>
                <a:srgbClr val="FFCC00"/>
              </a:buClr>
              <a:buFont typeface="Wingdings" panose="05000000000000000000" pitchFamily="2" charset="2"/>
              <a:buNone/>
              <a:defRPr/>
            </a:pPr>
            <a:r>
              <a:rPr lang="en-US" altLang="zh-CN" sz="3000" dirty="0" smtClean="0">
                <a:latin typeface="Times New Roman" pitchFamily="18" charset="0"/>
                <a:cs typeface="Times New Roman" pitchFamily="18" charset="0"/>
              </a:rPr>
              <a:t>=  (0</a:t>
            </a:r>
            <a:r>
              <a:rPr lang="en-US" altLang="zh-CN" sz="30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</a:t>
            </a:r>
            <a:r>
              <a:rPr lang="en-US" altLang="zh-CN" sz="3000" dirty="0" smtClean="0">
                <a:latin typeface="Times New Roman" pitchFamily="18" charset="0"/>
                <a:cs typeface="Times New Roman" pitchFamily="18" charset="0"/>
              </a:rPr>
              <a:t>1) </a:t>
            </a:r>
            <a:r>
              <a:rPr lang="en-US" altLang="zh-CN" sz="30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</a:t>
            </a:r>
            <a:r>
              <a:rPr lang="en-US" altLang="zh-CN" sz="3000" dirty="0" smtClean="0">
                <a:latin typeface="Times New Roman" pitchFamily="18" charset="0"/>
                <a:cs typeface="Times New Roman" pitchFamily="18" charset="0"/>
              </a:rPr>
              <a:t>0</a:t>
            </a:r>
          </a:p>
          <a:p>
            <a:pPr algn="just" eaLnBrk="1" hangingPunct="1">
              <a:lnSpc>
                <a:spcPct val="105000"/>
              </a:lnSpc>
              <a:buClr>
                <a:srgbClr val="FFCC00"/>
              </a:buClr>
              <a:buFont typeface="Wingdings" panose="05000000000000000000" pitchFamily="2" charset="2"/>
              <a:buNone/>
              <a:defRPr/>
            </a:pPr>
            <a:r>
              <a:rPr lang="en-US" altLang="zh-CN" sz="3000" dirty="0" smtClean="0">
                <a:latin typeface="Times New Roman" pitchFamily="18" charset="0"/>
                <a:cs typeface="Times New Roman" pitchFamily="18" charset="0"/>
              </a:rPr>
              <a:t>=  0</a:t>
            </a:r>
          </a:p>
          <a:p>
            <a:pPr algn="just" eaLnBrk="1" hangingPunct="1">
              <a:lnSpc>
                <a:spcPct val="105000"/>
              </a:lnSpc>
              <a:buClr>
                <a:srgbClr val="FFCC00"/>
              </a:buClr>
              <a:buFont typeface="Wingdings" panose="05000000000000000000" pitchFamily="2" charset="2"/>
              <a:buNone/>
              <a:defRPr/>
            </a:pPr>
            <a:r>
              <a:rPr lang="zh-CN" altLang="en-US" sz="3000" dirty="0" smtClean="0">
                <a:latin typeface="Times New Roman" pitchFamily="18" charset="0"/>
                <a:cs typeface="Times New Roman" pitchFamily="18" charset="0"/>
              </a:rPr>
              <a:t>因此，</a:t>
            </a:r>
            <a:r>
              <a:rPr lang="zh-CN" altLang="en-US" sz="30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</a:t>
            </a:r>
            <a:r>
              <a:rPr lang="en-US" altLang="zh-CN" sz="3000" dirty="0" smtClean="0">
                <a:latin typeface="Times New Roman" pitchFamily="18" charset="0"/>
                <a:cs typeface="Times New Roman" pitchFamily="18" charset="0"/>
              </a:rPr>
              <a:t>x(P(x) </a:t>
            </a:r>
            <a:r>
              <a:rPr lang="en-US" altLang="zh-CN" sz="30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</a:t>
            </a:r>
            <a:r>
              <a:rPr lang="en-US" altLang="zh-CN" sz="3000" dirty="0" smtClean="0">
                <a:latin typeface="Times New Roman" pitchFamily="18" charset="0"/>
                <a:cs typeface="Times New Roman" pitchFamily="18" charset="0"/>
              </a:rPr>
              <a:t>P(a))</a:t>
            </a:r>
            <a:r>
              <a:rPr lang="zh-CN" altLang="en-US" sz="3000" dirty="0" smtClean="0">
                <a:latin typeface="Times New Roman" pitchFamily="18" charset="0"/>
                <a:cs typeface="Times New Roman" pitchFamily="18" charset="0"/>
              </a:rPr>
              <a:t>和</a:t>
            </a:r>
            <a:r>
              <a:rPr lang="zh-CN" altLang="en-US" sz="30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</a:t>
            </a:r>
            <a:r>
              <a:rPr lang="en-US" altLang="zh-CN" sz="3000" dirty="0" err="1" smtClean="0">
                <a:latin typeface="Times New Roman" pitchFamily="18" charset="0"/>
                <a:cs typeface="Times New Roman" pitchFamily="18" charset="0"/>
              </a:rPr>
              <a:t>xP</a:t>
            </a:r>
            <a:r>
              <a:rPr lang="en-US" altLang="zh-CN" sz="3000" dirty="0" smtClean="0">
                <a:latin typeface="Times New Roman" pitchFamily="18" charset="0"/>
                <a:cs typeface="Times New Roman" pitchFamily="18" charset="0"/>
              </a:rPr>
              <a:t>(x) </a:t>
            </a:r>
            <a:r>
              <a:rPr lang="en-US" altLang="zh-CN" sz="30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</a:t>
            </a:r>
            <a:r>
              <a:rPr lang="en-US" altLang="zh-CN" sz="3000" dirty="0" smtClean="0">
                <a:latin typeface="Times New Roman" pitchFamily="18" charset="0"/>
                <a:cs typeface="Times New Roman" pitchFamily="18" charset="0"/>
              </a:rPr>
              <a:t>P(a)</a:t>
            </a:r>
            <a:r>
              <a:rPr lang="zh-CN" altLang="en-US" sz="3000" dirty="0" smtClean="0">
                <a:latin typeface="Times New Roman" pitchFamily="18" charset="0"/>
                <a:cs typeface="Times New Roman" pitchFamily="18" charset="0"/>
              </a:rPr>
              <a:t>不等价。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4572000" y="3657600"/>
            <a:ext cx="3962400" cy="2160588"/>
          </a:xfrm>
          <a:prstGeom prst="rect">
            <a:avLst/>
          </a:prstGeom>
          <a:solidFill>
            <a:srgbClr val="FFFFCC"/>
          </a:solidFill>
        </p:spPr>
        <p:txBody>
          <a:bodyPr>
            <a:spAutoFit/>
          </a:bodyPr>
          <a:lstStyle/>
          <a:p>
            <a:pPr marL="342900" indent="-342900" eaLnBrk="1" hangingPunct="1">
              <a:lnSpc>
                <a:spcPct val="80000"/>
              </a:lnSpc>
              <a:spcBef>
                <a:spcPct val="20000"/>
              </a:spcBef>
              <a:buClr>
                <a:srgbClr val="86D1EC"/>
              </a:buClr>
              <a:buSzPct val="90000"/>
              <a:defRPr/>
            </a:pPr>
            <a:r>
              <a:rPr lang="en-US" altLang="zh-CN" sz="2800" kern="0" dirty="0">
                <a:solidFill>
                  <a:schemeClr val="accent4">
                    <a:lumMod val="10000"/>
                  </a:schemeClr>
                </a:solidFill>
                <a:latin typeface="Times New Roman" pitchFamily="18" charset="0"/>
                <a:ea typeface="宋体"/>
              </a:rPr>
              <a:t>D={1</a:t>
            </a:r>
            <a:r>
              <a:rPr lang="zh-CN" altLang="en-US" sz="2800" kern="0" dirty="0">
                <a:solidFill>
                  <a:schemeClr val="accent4">
                    <a:lumMod val="10000"/>
                  </a:schemeClr>
                </a:solidFill>
                <a:latin typeface="Times New Roman" pitchFamily="18" charset="0"/>
                <a:ea typeface="宋体"/>
              </a:rPr>
              <a:t>，</a:t>
            </a:r>
            <a:r>
              <a:rPr lang="en-US" altLang="zh-CN" sz="2800" kern="0" dirty="0">
                <a:solidFill>
                  <a:schemeClr val="accent4">
                    <a:lumMod val="10000"/>
                  </a:schemeClr>
                </a:solidFill>
                <a:latin typeface="Times New Roman" pitchFamily="18" charset="0"/>
                <a:ea typeface="宋体"/>
              </a:rPr>
              <a:t>2}</a:t>
            </a:r>
            <a:endParaRPr lang="en-US" altLang="zh-CN" sz="2800" u="sng" kern="0" dirty="0">
              <a:solidFill>
                <a:schemeClr val="accent4">
                  <a:lumMod val="10000"/>
                </a:schemeClr>
              </a:solidFill>
              <a:latin typeface="Times New Roman" pitchFamily="18" charset="0"/>
              <a:ea typeface="宋体"/>
            </a:endParaRPr>
          </a:p>
          <a:p>
            <a:pPr marL="342900" indent="-342900" eaLnBrk="1" hangingPunct="1">
              <a:lnSpc>
                <a:spcPct val="80000"/>
              </a:lnSpc>
              <a:spcBef>
                <a:spcPct val="20000"/>
              </a:spcBef>
              <a:buClr>
                <a:srgbClr val="86D1EC"/>
              </a:buClr>
              <a:buSzPct val="90000"/>
              <a:defRPr/>
            </a:pPr>
            <a:r>
              <a:rPr lang="en-US" altLang="zh-CN" sz="2800" u="sng" kern="0" dirty="0">
                <a:solidFill>
                  <a:schemeClr val="accent4">
                    <a:lumMod val="10000"/>
                  </a:schemeClr>
                </a:solidFill>
                <a:latin typeface="Times New Roman" pitchFamily="18" charset="0"/>
                <a:ea typeface="宋体"/>
              </a:rPr>
              <a:t> a     </a:t>
            </a:r>
            <a:endParaRPr lang="en-US" altLang="zh-CN" sz="2800" kern="0" dirty="0">
              <a:solidFill>
                <a:schemeClr val="accent4">
                  <a:lumMod val="10000"/>
                </a:schemeClr>
              </a:solidFill>
              <a:latin typeface="Times New Roman" pitchFamily="18" charset="0"/>
              <a:ea typeface="宋体"/>
            </a:endParaRPr>
          </a:p>
          <a:p>
            <a:pPr marL="342900" indent="-342900" eaLnBrk="1" hangingPunct="1">
              <a:lnSpc>
                <a:spcPct val="80000"/>
              </a:lnSpc>
              <a:spcBef>
                <a:spcPct val="20000"/>
              </a:spcBef>
              <a:buClr>
                <a:srgbClr val="86D1EC"/>
              </a:buClr>
              <a:buSzPct val="90000"/>
              <a:defRPr/>
            </a:pPr>
            <a:r>
              <a:rPr lang="en-US" altLang="zh-CN" sz="2800" kern="0" dirty="0">
                <a:solidFill>
                  <a:schemeClr val="accent4">
                    <a:lumMod val="10000"/>
                  </a:schemeClr>
                </a:solidFill>
                <a:latin typeface="Times New Roman" pitchFamily="18" charset="0"/>
                <a:ea typeface="宋体"/>
              </a:rPr>
              <a:t> 1  </a:t>
            </a:r>
            <a:endParaRPr lang="en-US" altLang="zh-CN" sz="2800" u="sng" kern="0" dirty="0">
              <a:solidFill>
                <a:schemeClr val="accent4">
                  <a:lumMod val="10000"/>
                </a:schemeClr>
              </a:solidFill>
              <a:latin typeface="Times New Roman" pitchFamily="18" charset="0"/>
              <a:ea typeface="宋体"/>
            </a:endParaRPr>
          </a:p>
          <a:p>
            <a:pPr marL="342900" indent="-342900" eaLnBrk="1" hangingPunct="1">
              <a:lnSpc>
                <a:spcPct val="80000"/>
              </a:lnSpc>
              <a:spcBef>
                <a:spcPct val="20000"/>
              </a:spcBef>
              <a:buClr>
                <a:srgbClr val="86D1EC"/>
              </a:buClr>
              <a:buSzPct val="90000"/>
              <a:defRPr/>
            </a:pPr>
            <a:r>
              <a:rPr lang="en-US" altLang="zh-CN" sz="2800" u="sng" kern="0" dirty="0">
                <a:solidFill>
                  <a:schemeClr val="accent4">
                    <a:lumMod val="10000"/>
                  </a:schemeClr>
                </a:solidFill>
                <a:latin typeface="Times New Roman" pitchFamily="18" charset="0"/>
                <a:ea typeface="宋体"/>
              </a:rPr>
              <a:t>   P(1)   P(2)  </a:t>
            </a:r>
            <a:endParaRPr lang="en-US" altLang="zh-CN" sz="2800" kern="0" dirty="0">
              <a:solidFill>
                <a:schemeClr val="accent4">
                  <a:lumMod val="10000"/>
                </a:schemeClr>
              </a:solidFill>
              <a:latin typeface="Times New Roman" pitchFamily="18" charset="0"/>
              <a:ea typeface="宋体"/>
            </a:endParaRPr>
          </a:p>
          <a:p>
            <a:pPr marL="342900" indent="-342900" eaLnBrk="1" hangingPunct="1">
              <a:lnSpc>
                <a:spcPct val="80000"/>
              </a:lnSpc>
              <a:spcBef>
                <a:spcPct val="20000"/>
              </a:spcBef>
              <a:buClr>
                <a:srgbClr val="86D1EC"/>
              </a:buClr>
              <a:buSzPct val="90000"/>
              <a:defRPr/>
            </a:pPr>
            <a:r>
              <a:rPr lang="en-US" altLang="zh-CN" sz="2800" kern="0" dirty="0">
                <a:solidFill>
                  <a:schemeClr val="accent4">
                    <a:lumMod val="10000"/>
                  </a:schemeClr>
                </a:solidFill>
                <a:latin typeface="Times New Roman" pitchFamily="18" charset="0"/>
                <a:ea typeface="宋体"/>
              </a:rPr>
              <a:t>     0         1    </a:t>
            </a:r>
            <a:r>
              <a:rPr lang="en-US" altLang="zh-CN" sz="2800" b="1" kern="0" dirty="0">
                <a:solidFill>
                  <a:schemeClr val="accent4">
                    <a:lumMod val="10000"/>
                  </a:schemeClr>
                </a:solidFill>
                <a:latin typeface="Times New Roman" pitchFamily="18" charset="0"/>
                <a:ea typeface="宋体"/>
              </a:rPr>
              <a:t> </a:t>
            </a: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22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22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222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22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222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222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222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222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222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222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222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222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222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222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222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222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222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222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222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222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>
              <a:defRPr/>
            </a:pPr>
            <a:r>
              <a:rPr lang="en-US" altLang="zh-CN" sz="3600" dirty="0" smtClean="0"/>
              <a:t>6 </a:t>
            </a:r>
            <a:r>
              <a:rPr lang="zh-CN" altLang="en-US" sz="3600" dirty="0" smtClean="0"/>
              <a:t>谓词公式的恒真、恒假、可满足</a:t>
            </a:r>
          </a:p>
        </p:txBody>
      </p:sp>
      <p:sp>
        <p:nvSpPr>
          <p:cNvPr id="5734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 eaLnBrk="1" hangingPunct="1">
              <a:lnSpc>
                <a:spcPct val="114000"/>
              </a:lnSpc>
              <a:buNone/>
              <a:tabLst>
                <a:tab pos="669925" algn="l"/>
              </a:tabLst>
              <a:defRPr/>
            </a:pPr>
            <a:r>
              <a:rPr lang="zh-CN" altLang="en-US" sz="3200" dirty="0" smtClean="0">
                <a:solidFill>
                  <a:srgbClr val="FFCC00"/>
                </a:solidFill>
                <a:latin typeface="Times New Roman" pitchFamily="18" charset="0"/>
              </a:rPr>
              <a:t>定义</a:t>
            </a:r>
            <a:r>
              <a:rPr lang="en-US" altLang="zh-CN" sz="3200" dirty="0" smtClean="0">
                <a:solidFill>
                  <a:srgbClr val="FFCC00"/>
                </a:solidFill>
                <a:latin typeface="Times New Roman" pitchFamily="18" charset="0"/>
              </a:rPr>
              <a:t>3.2.10</a:t>
            </a:r>
            <a:r>
              <a:rPr lang="en-US" altLang="zh-CN" sz="3200" dirty="0" smtClean="0">
                <a:latin typeface="Times New Roman" pitchFamily="18" charset="0"/>
              </a:rPr>
              <a:t>  </a:t>
            </a:r>
            <a:r>
              <a:rPr lang="zh-CN" altLang="en-US" sz="3200" dirty="0" smtClean="0">
                <a:latin typeface="Times New Roman" pitchFamily="18" charset="0"/>
              </a:rPr>
              <a:t>公式</a:t>
            </a:r>
            <a:r>
              <a:rPr lang="en-US" altLang="zh-CN" sz="3200" dirty="0" smtClean="0">
                <a:latin typeface="Times New Roman" pitchFamily="18" charset="0"/>
              </a:rPr>
              <a:t>G</a:t>
            </a:r>
            <a:r>
              <a:rPr lang="zh-CN" altLang="en-US" sz="3200" dirty="0" smtClean="0">
                <a:latin typeface="Times New Roman" pitchFamily="18" charset="0"/>
              </a:rPr>
              <a:t>称为</a:t>
            </a:r>
            <a:r>
              <a:rPr lang="zh-CN" altLang="en-US" sz="3200" dirty="0" smtClean="0">
                <a:solidFill>
                  <a:srgbClr val="FFCC00"/>
                </a:solidFill>
                <a:latin typeface="Times New Roman" pitchFamily="18" charset="0"/>
              </a:rPr>
              <a:t>可满足</a:t>
            </a:r>
            <a:r>
              <a:rPr lang="zh-CN" altLang="en-US" sz="3200" dirty="0" smtClean="0">
                <a:latin typeface="Times New Roman" pitchFamily="18" charset="0"/>
              </a:rPr>
              <a:t>的，如果存在解释</a:t>
            </a:r>
            <a:r>
              <a:rPr lang="en-US" altLang="zh-CN" sz="3200" dirty="0" smtClean="0">
                <a:latin typeface="Times New Roman" pitchFamily="18" charset="0"/>
              </a:rPr>
              <a:t>I</a:t>
            </a:r>
            <a:r>
              <a:rPr lang="zh-CN" altLang="en-US" sz="3200" dirty="0" smtClean="0">
                <a:latin typeface="Times New Roman" pitchFamily="18" charset="0"/>
              </a:rPr>
              <a:t>，使</a:t>
            </a:r>
            <a:r>
              <a:rPr lang="en-US" altLang="zh-CN" sz="3200" dirty="0" smtClean="0">
                <a:latin typeface="Times New Roman" pitchFamily="18" charset="0"/>
              </a:rPr>
              <a:t>G</a:t>
            </a:r>
            <a:r>
              <a:rPr lang="zh-CN" altLang="en-US" sz="3200" dirty="0" smtClean="0">
                <a:latin typeface="Times New Roman" pitchFamily="18" charset="0"/>
              </a:rPr>
              <a:t>在</a:t>
            </a:r>
            <a:r>
              <a:rPr lang="en-US" altLang="zh-CN" sz="3200" dirty="0" smtClean="0">
                <a:latin typeface="Times New Roman" pitchFamily="18" charset="0"/>
              </a:rPr>
              <a:t>I</a:t>
            </a:r>
            <a:r>
              <a:rPr lang="zh-CN" altLang="en-US" sz="3200" dirty="0" smtClean="0">
                <a:latin typeface="Times New Roman" pitchFamily="18" charset="0"/>
              </a:rPr>
              <a:t>下取</a:t>
            </a:r>
            <a:r>
              <a:rPr lang="en-US" altLang="zh-CN" sz="3200" dirty="0" smtClean="0">
                <a:latin typeface="Times New Roman" pitchFamily="18" charset="0"/>
              </a:rPr>
              <a:t>1</a:t>
            </a:r>
            <a:r>
              <a:rPr lang="zh-CN" altLang="en-US" sz="3200" dirty="0" smtClean="0">
                <a:latin typeface="Times New Roman" pitchFamily="18" charset="0"/>
              </a:rPr>
              <a:t>值，简称</a:t>
            </a:r>
            <a:r>
              <a:rPr lang="en-US" altLang="zh-CN" sz="3200" dirty="0" smtClean="0">
                <a:latin typeface="Times New Roman" pitchFamily="18" charset="0"/>
              </a:rPr>
              <a:t>I</a:t>
            </a:r>
            <a:r>
              <a:rPr lang="zh-CN" altLang="en-US" sz="3200" dirty="0" smtClean="0">
                <a:latin typeface="Times New Roman" pitchFamily="18" charset="0"/>
              </a:rPr>
              <a:t>满足</a:t>
            </a:r>
            <a:r>
              <a:rPr lang="en-US" altLang="zh-CN" sz="3200" dirty="0" smtClean="0">
                <a:latin typeface="Times New Roman" pitchFamily="18" charset="0"/>
              </a:rPr>
              <a:t>G</a:t>
            </a:r>
            <a:r>
              <a:rPr lang="zh-CN" altLang="en-US" sz="3200" dirty="0" smtClean="0">
                <a:latin typeface="Times New Roman" pitchFamily="18" charset="0"/>
              </a:rPr>
              <a:t>。若</a:t>
            </a:r>
            <a:r>
              <a:rPr lang="en-US" altLang="zh-CN" sz="3200" dirty="0" smtClean="0">
                <a:latin typeface="Times New Roman" pitchFamily="18" charset="0"/>
              </a:rPr>
              <a:t>I</a:t>
            </a:r>
            <a:r>
              <a:rPr lang="zh-CN" altLang="en-US" sz="3200" dirty="0" smtClean="0">
                <a:latin typeface="Times New Roman" pitchFamily="18" charset="0"/>
              </a:rPr>
              <a:t>不满足</a:t>
            </a:r>
            <a:r>
              <a:rPr lang="en-US" altLang="zh-CN" sz="3200" dirty="0" smtClean="0">
                <a:latin typeface="Times New Roman" pitchFamily="18" charset="0"/>
              </a:rPr>
              <a:t>G</a:t>
            </a:r>
            <a:r>
              <a:rPr lang="zh-CN" altLang="en-US" sz="3200" dirty="0" smtClean="0">
                <a:latin typeface="Times New Roman" pitchFamily="18" charset="0"/>
              </a:rPr>
              <a:t>，则简称</a:t>
            </a:r>
            <a:r>
              <a:rPr lang="en-US" altLang="zh-CN" sz="3200" dirty="0" smtClean="0">
                <a:latin typeface="Times New Roman" pitchFamily="18" charset="0"/>
              </a:rPr>
              <a:t>I</a:t>
            </a:r>
            <a:r>
              <a:rPr lang="zh-CN" altLang="en-US" sz="3200" dirty="0" smtClean="0">
                <a:latin typeface="Times New Roman" pitchFamily="18" charset="0"/>
              </a:rPr>
              <a:t>弄假</a:t>
            </a:r>
            <a:r>
              <a:rPr lang="en-US" altLang="zh-CN" sz="3200" dirty="0" smtClean="0">
                <a:latin typeface="Times New Roman" pitchFamily="18" charset="0"/>
              </a:rPr>
              <a:t>G</a:t>
            </a:r>
            <a:r>
              <a:rPr lang="zh-CN" altLang="en-US" sz="3200" dirty="0" smtClean="0">
                <a:latin typeface="Times New Roman" pitchFamily="18" charset="0"/>
              </a:rPr>
              <a:t>。</a:t>
            </a:r>
            <a:endParaRPr lang="en-US" altLang="zh-CN" sz="3200" dirty="0" smtClean="0">
              <a:latin typeface="Times New Roman" pitchFamily="18" charset="0"/>
            </a:endParaRPr>
          </a:p>
          <a:p>
            <a:pPr marL="0" indent="0" eaLnBrk="1" hangingPunct="1">
              <a:lnSpc>
                <a:spcPct val="114000"/>
              </a:lnSpc>
              <a:buNone/>
              <a:tabLst>
                <a:tab pos="669925" algn="l"/>
              </a:tabLst>
              <a:defRPr/>
            </a:pPr>
            <a:r>
              <a:rPr lang="zh-CN" altLang="en-US" sz="3200" dirty="0" smtClean="0">
                <a:latin typeface="Times New Roman" pitchFamily="18" charset="0"/>
              </a:rPr>
              <a:t/>
            </a:r>
            <a:br>
              <a:rPr lang="zh-CN" altLang="en-US" sz="3200" dirty="0" smtClean="0">
                <a:latin typeface="Times New Roman" pitchFamily="18" charset="0"/>
              </a:rPr>
            </a:br>
            <a:r>
              <a:rPr lang="zh-CN" altLang="en-US" sz="3200" dirty="0" smtClean="0">
                <a:solidFill>
                  <a:srgbClr val="FFCC00"/>
                </a:solidFill>
                <a:latin typeface="Times New Roman" pitchFamily="18" charset="0"/>
              </a:rPr>
              <a:t>定义</a:t>
            </a:r>
            <a:r>
              <a:rPr lang="en-US" altLang="zh-CN" sz="3200" dirty="0" smtClean="0">
                <a:solidFill>
                  <a:srgbClr val="FFCC00"/>
                </a:solidFill>
                <a:latin typeface="Times New Roman" pitchFamily="18" charset="0"/>
              </a:rPr>
              <a:t>3.2.11</a:t>
            </a:r>
            <a:r>
              <a:rPr lang="en-US" altLang="zh-CN" sz="3200" dirty="0" smtClean="0">
                <a:latin typeface="Times New Roman" pitchFamily="18" charset="0"/>
              </a:rPr>
              <a:t> </a:t>
            </a:r>
            <a:r>
              <a:rPr lang="zh-CN" altLang="en-US" sz="3200" dirty="0" smtClean="0">
                <a:latin typeface="Times New Roman" pitchFamily="18" charset="0"/>
              </a:rPr>
              <a:t>公式</a:t>
            </a:r>
            <a:r>
              <a:rPr lang="en-US" altLang="zh-CN" sz="3200" dirty="0" smtClean="0">
                <a:latin typeface="Times New Roman" pitchFamily="18" charset="0"/>
              </a:rPr>
              <a:t>G</a:t>
            </a:r>
            <a:r>
              <a:rPr lang="zh-CN" altLang="en-US" sz="3200" dirty="0" smtClean="0">
                <a:latin typeface="Times New Roman" pitchFamily="18" charset="0"/>
              </a:rPr>
              <a:t>称为是</a:t>
            </a:r>
            <a:r>
              <a:rPr lang="zh-CN" altLang="en-US" sz="3200" dirty="0" smtClean="0">
                <a:solidFill>
                  <a:srgbClr val="FFCC00"/>
                </a:solidFill>
                <a:latin typeface="Times New Roman" pitchFamily="18" charset="0"/>
              </a:rPr>
              <a:t>恒假的</a:t>
            </a:r>
            <a:r>
              <a:rPr lang="en-US" altLang="zh-CN" sz="3200" dirty="0" smtClean="0">
                <a:latin typeface="Times New Roman" pitchFamily="18" charset="0"/>
              </a:rPr>
              <a:t>(</a:t>
            </a:r>
            <a:r>
              <a:rPr lang="zh-CN" altLang="en-US" sz="3200" dirty="0" smtClean="0">
                <a:latin typeface="Times New Roman" pitchFamily="18" charset="0"/>
              </a:rPr>
              <a:t>或不可满足的</a:t>
            </a:r>
            <a:r>
              <a:rPr lang="en-US" altLang="zh-CN" sz="3200" dirty="0" smtClean="0">
                <a:latin typeface="Times New Roman" pitchFamily="18" charset="0"/>
              </a:rPr>
              <a:t>)</a:t>
            </a:r>
            <a:r>
              <a:rPr lang="zh-CN" altLang="en-US" sz="3200" dirty="0" smtClean="0">
                <a:latin typeface="Times New Roman" pitchFamily="18" charset="0"/>
              </a:rPr>
              <a:t>，如果不存在解释</a:t>
            </a:r>
            <a:r>
              <a:rPr lang="en-US" altLang="zh-CN" sz="3200" dirty="0" smtClean="0">
                <a:latin typeface="Times New Roman" pitchFamily="18" charset="0"/>
              </a:rPr>
              <a:t>I</a:t>
            </a:r>
            <a:r>
              <a:rPr lang="zh-CN" altLang="en-US" sz="3200" dirty="0" smtClean="0">
                <a:latin typeface="Times New Roman" pitchFamily="18" charset="0"/>
              </a:rPr>
              <a:t>满足</a:t>
            </a:r>
            <a:r>
              <a:rPr lang="en-US" altLang="zh-CN" sz="3200" dirty="0" smtClean="0">
                <a:latin typeface="Times New Roman" pitchFamily="18" charset="0"/>
              </a:rPr>
              <a:t>G</a:t>
            </a:r>
            <a:r>
              <a:rPr lang="zh-CN" altLang="en-US" sz="3200" dirty="0" smtClean="0">
                <a:latin typeface="Times New Roman" pitchFamily="18" charset="0"/>
              </a:rPr>
              <a:t>；公式</a:t>
            </a:r>
            <a:r>
              <a:rPr lang="en-US" altLang="zh-CN" sz="3200" dirty="0" smtClean="0">
                <a:latin typeface="Times New Roman" pitchFamily="18" charset="0"/>
              </a:rPr>
              <a:t>G</a:t>
            </a:r>
            <a:r>
              <a:rPr lang="zh-CN" altLang="en-US" sz="3200" dirty="0" smtClean="0">
                <a:latin typeface="Times New Roman" pitchFamily="18" charset="0"/>
              </a:rPr>
              <a:t>称为</a:t>
            </a:r>
            <a:r>
              <a:rPr lang="zh-CN" altLang="en-US" sz="3200" dirty="0" smtClean="0">
                <a:solidFill>
                  <a:srgbClr val="FFCC00"/>
                </a:solidFill>
                <a:latin typeface="Times New Roman" pitchFamily="18" charset="0"/>
              </a:rPr>
              <a:t>恒真的</a:t>
            </a:r>
            <a:r>
              <a:rPr lang="zh-CN" altLang="en-US" sz="3200" dirty="0" smtClean="0">
                <a:latin typeface="Times New Roman" pitchFamily="18" charset="0"/>
              </a:rPr>
              <a:t>，如果</a:t>
            </a:r>
            <a:r>
              <a:rPr lang="en-US" altLang="zh-CN" sz="3200" dirty="0" smtClean="0">
                <a:latin typeface="Times New Roman" pitchFamily="18" charset="0"/>
              </a:rPr>
              <a:t>G</a:t>
            </a:r>
            <a:r>
              <a:rPr lang="zh-CN" altLang="en-US" sz="3200" dirty="0" smtClean="0">
                <a:latin typeface="Times New Roman" pitchFamily="18" charset="0"/>
              </a:rPr>
              <a:t>的所有解释</a:t>
            </a:r>
            <a:r>
              <a:rPr lang="en-US" altLang="zh-CN" sz="3200" dirty="0" smtClean="0">
                <a:latin typeface="Times New Roman" pitchFamily="18" charset="0"/>
              </a:rPr>
              <a:t>I</a:t>
            </a:r>
            <a:r>
              <a:rPr lang="zh-CN" altLang="en-US" sz="3200" dirty="0" smtClean="0">
                <a:latin typeface="Times New Roman" pitchFamily="18" charset="0"/>
              </a:rPr>
              <a:t>都满足</a:t>
            </a:r>
            <a:r>
              <a:rPr lang="en-US" altLang="zh-CN" sz="3200" dirty="0" smtClean="0">
                <a:latin typeface="Times New Roman" pitchFamily="18" charset="0"/>
              </a:rPr>
              <a:t>G</a:t>
            </a:r>
            <a:r>
              <a:rPr lang="zh-CN" altLang="en-US" sz="3200" b="1" dirty="0" smtClean="0">
                <a:latin typeface="Times New Roman" pitchFamily="18" charset="0"/>
              </a:rPr>
              <a:t>。</a:t>
            </a:r>
            <a:endParaRPr lang="en-US" altLang="zh-CN" sz="3200" b="1" dirty="0" smtClean="0">
              <a:latin typeface="Times New Roman" pitchFamily="18" charset="0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41E97EE-E63D-4B70-9BD7-9E32D2EFC09D}" type="slidenum">
              <a:rPr lang="en-US" altLang="zh-CN" smtClean="0"/>
              <a:pPr>
                <a:defRPr/>
              </a:pPr>
              <a:t>55</a:t>
            </a:fld>
            <a:endParaRPr lang="en-US" altLang="zh-CN"/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>
              <a:defRPr/>
            </a:pPr>
            <a:r>
              <a:rPr lang="zh-CN" altLang="en-US" sz="3600" dirty="0" smtClean="0"/>
              <a:t>例</a:t>
            </a:r>
          </a:p>
        </p:txBody>
      </p:sp>
      <p:sp>
        <p:nvSpPr>
          <p:cNvPr id="223237" name="Rectangle 5"/>
          <p:cNvSpPr>
            <a:spLocks noGrp="1" noChangeArrowheads="1"/>
          </p:cNvSpPr>
          <p:nvPr>
            <p:ph idx="1"/>
          </p:nvPr>
        </p:nvSpPr>
        <p:spPr>
          <a:xfrm>
            <a:off x="457200" y="1066800"/>
            <a:ext cx="8352928" cy="4953000"/>
          </a:xfrm>
        </p:spPr>
        <p:txBody>
          <a:bodyPr/>
          <a:lstStyle/>
          <a:p>
            <a:pPr eaLnBrk="1" hangingPunct="1">
              <a:lnSpc>
                <a:spcPct val="114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3300" dirty="0" smtClean="0"/>
              <a:t>设</a:t>
            </a:r>
            <a:r>
              <a:rPr lang="en-US" altLang="zh-CN" sz="3300" dirty="0" smtClean="0"/>
              <a:t>G=</a:t>
            </a:r>
            <a:r>
              <a:rPr lang="en-US" altLang="zh-CN" sz="3300" dirty="0" smtClean="0">
                <a:sym typeface="Symbol" pitchFamily="18" charset="2"/>
              </a:rPr>
              <a:t></a:t>
            </a:r>
            <a:r>
              <a:rPr lang="en-US" altLang="zh-CN" sz="3300" dirty="0" err="1" smtClean="0"/>
              <a:t>xP</a:t>
            </a:r>
            <a:r>
              <a:rPr lang="en-US" altLang="zh-CN" sz="3300" dirty="0" smtClean="0"/>
              <a:t>(x)</a:t>
            </a:r>
            <a:r>
              <a:rPr lang="en-US" altLang="zh-CN" sz="3300" dirty="0" smtClean="0">
                <a:sym typeface="Symbol" pitchFamily="18" charset="2"/>
              </a:rPr>
              <a:t></a:t>
            </a:r>
            <a:r>
              <a:rPr lang="en-US" altLang="zh-CN" sz="3300" dirty="0" smtClean="0"/>
              <a:t>P(a)</a:t>
            </a:r>
            <a:r>
              <a:rPr lang="zh-CN" altLang="en-US" sz="3300" dirty="0" smtClean="0"/>
              <a:t>，则</a:t>
            </a:r>
            <a:r>
              <a:rPr lang="en-US" altLang="zh-CN" sz="3300" dirty="0" smtClean="0"/>
              <a:t>G</a:t>
            </a:r>
            <a:r>
              <a:rPr lang="zh-CN" altLang="en-US" sz="3300" dirty="0" smtClean="0"/>
              <a:t>是</a:t>
            </a:r>
            <a:r>
              <a:rPr lang="zh-CN" altLang="en-US" sz="3300" dirty="0" smtClean="0">
                <a:solidFill>
                  <a:srgbClr val="FFC000"/>
                </a:solidFill>
              </a:rPr>
              <a:t>恒假</a:t>
            </a:r>
            <a:r>
              <a:rPr lang="zh-CN" altLang="en-US" sz="3300" dirty="0" smtClean="0"/>
              <a:t>公式。</a:t>
            </a:r>
          </a:p>
          <a:p>
            <a:pPr eaLnBrk="1" hangingPunct="1">
              <a:lnSpc>
                <a:spcPct val="114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3300" dirty="0" smtClean="0"/>
              <a:t>证明：对</a:t>
            </a:r>
            <a:r>
              <a:rPr lang="en-US" altLang="zh-CN" sz="3300" dirty="0" smtClean="0"/>
              <a:t>G</a:t>
            </a:r>
            <a:r>
              <a:rPr lang="zh-CN" altLang="en-US" sz="3300" dirty="0" smtClean="0"/>
              <a:t>的任意解释</a:t>
            </a:r>
            <a:r>
              <a:rPr lang="en-US" altLang="zh-CN" sz="3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en-US" sz="3300" dirty="0" smtClean="0"/>
              <a:t>，</a:t>
            </a:r>
          </a:p>
          <a:p>
            <a:pPr eaLnBrk="1" hangingPunct="1">
              <a:lnSpc>
                <a:spcPct val="1140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sz="3300" dirty="0" smtClean="0"/>
              <a:t>若</a:t>
            </a:r>
            <a:r>
              <a:rPr lang="en-US" altLang="zh-CN" sz="3300" dirty="0" smtClean="0"/>
              <a:t>T</a:t>
            </a:r>
            <a:r>
              <a:rPr lang="en-US" altLang="zh-CN" sz="33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3300" dirty="0" smtClean="0"/>
              <a:t>(</a:t>
            </a:r>
            <a:r>
              <a:rPr lang="en-US" altLang="zh-CN" sz="3300" dirty="0" smtClean="0">
                <a:solidFill>
                  <a:srgbClr val="FFC000"/>
                </a:solidFill>
              </a:rPr>
              <a:t>P(a)</a:t>
            </a:r>
            <a:r>
              <a:rPr lang="en-US" altLang="zh-CN" sz="3300" dirty="0" smtClean="0"/>
              <a:t>)=1</a:t>
            </a:r>
            <a:r>
              <a:rPr lang="zh-CN" altLang="en-US" sz="3300" dirty="0" smtClean="0"/>
              <a:t>，则</a:t>
            </a:r>
            <a:r>
              <a:rPr lang="en-US" altLang="zh-CN" sz="3300" dirty="0" smtClean="0"/>
              <a:t>T</a:t>
            </a:r>
            <a:r>
              <a:rPr lang="en-US" altLang="zh-CN" sz="33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3300" dirty="0" smtClean="0"/>
              <a:t>(</a:t>
            </a:r>
            <a:r>
              <a:rPr lang="en-US" altLang="zh-CN" sz="3300" dirty="0" smtClean="0">
                <a:sym typeface="Symbol" pitchFamily="18" charset="2"/>
              </a:rPr>
              <a:t></a:t>
            </a:r>
            <a:r>
              <a:rPr lang="en-US" altLang="zh-CN" sz="3300" dirty="0" smtClean="0"/>
              <a:t>P(a))=0</a:t>
            </a:r>
            <a:r>
              <a:rPr lang="zh-CN" altLang="en-US" sz="3300" dirty="0" smtClean="0"/>
              <a:t>，故</a:t>
            </a:r>
          </a:p>
          <a:p>
            <a:pPr eaLnBrk="1" hangingPunct="1">
              <a:lnSpc>
                <a:spcPct val="114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3300" dirty="0" smtClean="0"/>
              <a:t>   </a:t>
            </a:r>
            <a:r>
              <a:rPr lang="en-US" altLang="zh-CN" sz="3300" dirty="0" smtClean="0"/>
              <a:t>T</a:t>
            </a:r>
            <a:r>
              <a:rPr lang="en-US" altLang="zh-CN" sz="33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3300" dirty="0" smtClean="0"/>
              <a:t>(</a:t>
            </a:r>
            <a:r>
              <a:rPr lang="en-US" altLang="zh-CN" sz="3300" dirty="0" smtClean="0">
                <a:sym typeface="Symbol" pitchFamily="18" charset="2"/>
              </a:rPr>
              <a:t></a:t>
            </a:r>
            <a:r>
              <a:rPr lang="en-US" altLang="zh-CN" sz="3300" dirty="0" err="1" smtClean="0"/>
              <a:t>xP</a:t>
            </a:r>
            <a:r>
              <a:rPr lang="en-US" altLang="zh-CN" sz="3300" dirty="0" smtClean="0"/>
              <a:t>(x)</a:t>
            </a:r>
            <a:r>
              <a:rPr lang="en-US" altLang="zh-CN" sz="3300" dirty="0" smtClean="0">
                <a:sym typeface="Symbol" pitchFamily="18" charset="2"/>
              </a:rPr>
              <a:t></a:t>
            </a:r>
            <a:r>
              <a:rPr lang="en-US" altLang="zh-CN" sz="3300" dirty="0" smtClean="0"/>
              <a:t>P(a))=0</a:t>
            </a:r>
          </a:p>
          <a:p>
            <a:pPr eaLnBrk="1" hangingPunct="1">
              <a:lnSpc>
                <a:spcPct val="1140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sz="3300" dirty="0" smtClean="0"/>
              <a:t>若</a:t>
            </a:r>
            <a:r>
              <a:rPr lang="en-US" altLang="zh-CN" sz="3300" dirty="0" smtClean="0"/>
              <a:t>T</a:t>
            </a:r>
            <a:r>
              <a:rPr lang="en-US" altLang="zh-CN" sz="33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3300" dirty="0" smtClean="0"/>
              <a:t>(</a:t>
            </a:r>
            <a:r>
              <a:rPr lang="en-US" altLang="zh-CN" sz="3300" dirty="0" smtClean="0">
                <a:solidFill>
                  <a:srgbClr val="FFC000"/>
                </a:solidFill>
              </a:rPr>
              <a:t>P(a)</a:t>
            </a:r>
            <a:r>
              <a:rPr lang="en-US" altLang="zh-CN" sz="3300" dirty="0" smtClean="0"/>
              <a:t>)=0</a:t>
            </a:r>
            <a:r>
              <a:rPr lang="zh-CN" altLang="en-US" sz="3300" dirty="0" smtClean="0"/>
              <a:t>，则</a:t>
            </a:r>
            <a:r>
              <a:rPr lang="en-US" altLang="zh-CN" sz="3300" dirty="0" smtClean="0"/>
              <a:t>T</a:t>
            </a:r>
            <a:r>
              <a:rPr lang="en-US" altLang="zh-CN" sz="33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3300" dirty="0" smtClean="0"/>
              <a:t>(</a:t>
            </a:r>
            <a:r>
              <a:rPr lang="en-US" altLang="zh-CN" sz="3300" dirty="0" smtClean="0">
                <a:sym typeface="Symbol" pitchFamily="18" charset="2"/>
              </a:rPr>
              <a:t></a:t>
            </a:r>
            <a:r>
              <a:rPr lang="en-US" altLang="zh-CN" sz="3300" dirty="0" err="1" smtClean="0"/>
              <a:t>xP</a:t>
            </a:r>
            <a:r>
              <a:rPr lang="en-US" altLang="zh-CN" sz="3300" dirty="0" smtClean="0"/>
              <a:t>(x))=0</a:t>
            </a:r>
            <a:r>
              <a:rPr lang="zh-CN" altLang="en-US" sz="3300" dirty="0" smtClean="0"/>
              <a:t>，故</a:t>
            </a:r>
          </a:p>
          <a:p>
            <a:pPr eaLnBrk="1" hangingPunct="1">
              <a:lnSpc>
                <a:spcPct val="114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3300" dirty="0" smtClean="0"/>
              <a:t>    </a:t>
            </a:r>
            <a:r>
              <a:rPr lang="en-US" altLang="zh-CN" sz="3300" dirty="0" smtClean="0"/>
              <a:t>T</a:t>
            </a:r>
            <a:r>
              <a:rPr lang="en-US" altLang="zh-CN" sz="33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3300" dirty="0" smtClean="0"/>
              <a:t>(</a:t>
            </a:r>
            <a:r>
              <a:rPr lang="en-US" altLang="zh-CN" sz="3300" dirty="0" smtClean="0">
                <a:sym typeface="Symbol" pitchFamily="18" charset="2"/>
              </a:rPr>
              <a:t></a:t>
            </a:r>
            <a:r>
              <a:rPr lang="en-US" altLang="zh-CN" sz="3300" dirty="0" err="1" smtClean="0"/>
              <a:t>xP</a:t>
            </a:r>
            <a:r>
              <a:rPr lang="en-US" altLang="zh-CN" sz="3300" dirty="0" smtClean="0"/>
              <a:t>(x)</a:t>
            </a:r>
            <a:r>
              <a:rPr lang="en-US" altLang="zh-CN" sz="3300" dirty="0" smtClean="0">
                <a:sym typeface="Symbol" pitchFamily="18" charset="2"/>
              </a:rPr>
              <a:t></a:t>
            </a:r>
            <a:r>
              <a:rPr lang="en-US" altLang="zh-CN" sz="3300" dirty="0" smtClean="0"/>
              <a:t>P(a))=0</a:t>
            </a:r>
          </a:p>
          <a:p>
            <a:pPr eaLnBrk="1" hangingPunct="1">
              <a:lnSpc>
                <a:spcPct val="114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3300" dirty="0" smtClean="0"/>
              <a:t>因此， </a:t>
            </a:r>
            <a:r>
              <a:rPr lang="en-US" altLang="zh-CN" sz="3300" dirty="0" smtClean="0"/>
              <a:t>G</a:t>
            </a:r>
            <a:r>
              <a:rPr lang="zh-CN" altLang="en-US" sz="3300" dirty="0" smtClean="0"/>
              <a:t>是恒假公式。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endParaRPr lang="en-US" altLang="zh-CN" b="1" dirty="0" smtClean="0">
              <a:latin typeface="Times New Roman" pitchFamily="18" charset="0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7963E69-5F1F-4F86-BA34-7F5062744B76}" type="slidenum">
              <a:rPr lang="en-US" altLang="zh-CN" smtClean="0"/>
              <a:pPr>
                <a:defRPr/>
              </a:pPr>
              <a:t>56</a:t>
            </a:fld>
            <a:endParaRPr lang="en-US" altLang="zh-CN"/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32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32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2323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323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2323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2323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2323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2323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2323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2323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>
              <a:defRPr/>
            </a:pPr>
            <a:r>
              <a:rPr lang="zh-CN" altLang="en-US" sz="3600" dirty="0" smtClean="0"/>
              <a:t>例</a:t>
            </a:r>
          </a:p>
        </p:txBody>
      </p:sp>
      <p:sp>
        <p:nvSpPr>
          <p:cNvPr id="224261" name="Rectangle 5"/>
          <p:cNvSpPr>
            <a:spLocks noGrp="1" noChangeArrowheads="1"/>
          </p:cNvSpPr>
          <p:nvPr>
            <p:ph idx="1"/>
          </p:nvPr>
        </p:nvSpPr>
        <p:spPr>
          <a:xfrm>
            <a:off x="533400" y="1070830"/>
            <a:ext cx="8352928" cy="5105400"/>
          </a:xfrm>
        </p:spPr>
        <p:txBody>
          <a:bodyPr/>
          <a:lstStyle/>
          <a:p>
            <a:pPr eaLnBrk="1" hangingPunct="1"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3200" dirty="0" smtClean="0"/>
              <a:t>设</a:t>
            </a:r>
            <a:r>
              <a:rPr lang="en-US" altLang="zh-CN" sz="3200" dirty="0" smtClean="0"/>
              <a:t>G=</a:t>
            </a:r>
            <a:r>
              <a:rPr lang="en-US" altLang="zh-CN" sz="3200" dirty="0" smtClean="0">
                <a:sym typeface="Symbol" pitchFamily="18" charset="2"/>
              </a:rPr>
              <a:t></a:t>
            </a:r>
            <a:r>
              <a:rPr lang="en-US" altLang="zh-CN" sz="3200" dirty="0" err="1" smtClean="0"/>
              <a:t>xP</a:t>
            </a:r>
            <a:r>
              <a:rPr lang="en-US" altLang="zh-CN" sz="3200" dirty="0" smtClean="0"/>
              <a:t>(x) </a:t>
            </a:r>
            <a:r>
              <a:rPr lang="en-US" altLang="en-US" sz="3200" dirty="0" smtClean="0">
                <a:sym typeface="Symbol" pitchFamily="18" charset="2"/>
              </a:rPr>
              <a:t>→</a:t>
            </a:r>
            <a:r>
              <a:rPr lang="en-US" altLang="zh-CN" sz="3200" dirty="0" smtClean="0">
                <a:sym typeface="Symbol" pitchFamily="18" charset="2"/>
              </a:rPr>
              <a:t></a:t>
            </a:r>
            <a:r>
              <a:rPr lang="en-US" altLang="zh-CN" sz="3200" dirty="0" err="1" smtClean="0"/>
              <a:t>xP</a:t>
            </a:r>
            <a:r>
              <a:rPr lang="en-US" altLang="zh-CN" sz="3200" dirty="0" smtClean="0"/>
              <a:t>(x)</a:t>
            </a:r>
            <a:r>
              <a:rPr lang="en-US" altLang="en-US" sz="3200" dirty="0" smtClean="0">
                <a:sym typeface="Symbol" pitchFamily="18" charset="2"/>
              </a:rPr>
              <a:t> </a:t>
            </a:r>
            <a:r>
              <a:rPr lang="zh-CN" altLang="en-US" sz="3200" dirty="0" smtClean="0"/>
              <a:t>，则</a:t>
            </a:r>
            <a:r>
              <a:rPr lang="en-US" altLang="zh-CN" sz="3200" dirty="0" smtClean="0"/>
              <a:t>G</a:t>
            </a:r>
            <a:r>
              <a:rPr lang="zh-CN" altLang="en-US" sz="3200" dirty="0" smtClean="0"/>
              <a:t>是</a:t>
            </a:r>
            <a:r>
              <a:rPr lang="zh-CN" altLang="en-US" sz="3200" dirty="0" smtClean="0">
                <a:solidFill>
                  <a:srgbClr val="FFC000"/>
                </a:solidFill>
              </a:rPr>
              <a:t>恒真</a:t>
            </a:r>
            <a:r>
              <a:rPr lang="zh-CN" altLang="en-US" sz="3200" dirty="0" smtClean="0"/>
              <a:t>公式。</a:t>
            </a:r>
          </a:p>
          <a:p>
            <a:pPr eaLnBrk="1" hangingPunct="1"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3200" dirty="0" smtClean="0"/>
              <a:t>证明：对</a:t>
            </a:r>
            <a:r>
              <a:rPr lang="en-US" altLang="zh-CN" sz="3200" dirty="0" smtClean="0"/>
              <a:t>G</a:t>
            </a:r>
            <a:r>
              <a:rPr lang="zh-CN" altLang="en-US" sz="3200" dirty="0" smtClean="0"/>
              <a:t>的任意解释</a:t>
            </a:r>
            <a:r>
              <a:rPr lang="en-US" altLang="zh-CN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en-US" sz="3200" dirty="0" smtClean="0"/>
              <a:t>，</a:t>
            </a:r>
          </a:p>
          <a:p>
            <a:pPr eaLnBrk="1" hangingPunct="1"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Char char="Ø"/>
              <a:defRPr/>
            </a:pPr>
            <a:r>
              <a:rPr lang="zh-CN" altLang="en-US" sz="3200" dirty="0" smtClean="0"/>
              <a:t>若</a:t>
            </a:r>
            <a:r>
              <a:rPr lang="en-US" altLang="zh-CN" sz="3200" dirty="0" smtClean="0"/>
              <a:t>T</a:t>
            </a:r>
            <a:r>
              <a:rPr lang="en-US" altLang="zh-C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3200" dirty="0" smtClean="0"/>
              <a:t>(</a:t>
            </a:r>
            <a:r>
              <a:rPr lang="en-US" altLang="zh-CN" sz="3200" dirty="0" smtClean="0">
                <a:solidFill>
                  <a:srgbClr val="FFC000"/>
                </a:solidFill>
                <a:sym typeface="Symbol" pitchFamily="18" charset="2"/>
              </a:rPr>
              <a:t></a:t>
            </a:r>
            <a:r>
              <a:rPr lang="en-US" altLang="zh-CN" sz="3200" dirty="0" err="1" smtClean="0">
                <a:solidFill>
                  <a:srgbClr val="FFC000"/>
                </a:solidFill>
              </a:rPr>
              <a:t>xP</a:t>
            </a:r>
            <a:r>
              <a:rPr lang="en-US" altLang="zh-CN" sz="3200" dirty="0" smtClean="0">
                <a:solidFill>
                  <a:srgbClr val="FFC000"/>
                </a:solidFill>
              </a:rPr>
              <a:t>(x)</a:t>
            </a:r>
            <a:r>
              <a:rPr lang="en-US" altLang="zh-CN" sz="3200" dirty="0" smtClean="0"/>
              <a:t>)=1</a:t>
            </a:r>
            <a:r>
              <a:rPr lang="zh-CN" altLang="en-US" sz="3200" dirty="0" smtClean="0"/>
              <a:t>，则至少有</a:t>
            </a:r>
            <a:r>
              <a:rPr lang="en-US" altLang="zh-CN" sz="3200" dirty="0" smtClean="0"/>
              <a:t>x</a:t>
            </a:r>
            <a:r>
              <a:rPr lang="en-US" altLang="zh-CN" sz="3200" baseline="-25000" dirty="0" smtClean="0"/>
              <a:t>0</a:t>
            </a:r>
            <a:r>
              <a:rPr lang="en-US" altLang="zh-CN" sz="3200" dirty="0" smtClean="0">
                <a:sym typeface="Symbol" pitchFamily="18" charset="2"/>
              </a:rPr>
              <a:t></a:t>
            </a:r>
            <a:r>
              <a:rPr lang="en-US" altLang="zh-CN" sz="3200" dirty="0" smtClean="0"/>
              <a:t>D</a:t>
            </a:r>
            <a:r>
              <a:rPr lang="zh-CN" altLang="en-US" sz="3200" dirty="0" smtClean="0"/>
              <a:t>， 使得</a:t>
            </a:r>
            <a:r>
              <a:rPr lang="en-US" altLang="zh-CN" sz="3200" dirty="0" smtClean="0"/>
              <a:t>T</a:t>
            </a:r>
            <a:r>
              <a:rPr lang="en-US" altLang="zh-CN" sz="32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3200" dirty="0" smtClean="0"/>
              <a:t>(P(x</a:t>
            </a:r>
            <a:r>
              <a:rPr lang="en-US" altLang="zh-CN" sz="3200" baseline="-25000" dirty="0" smtClean="0"/>
              <a:t>0</a:t>
            </a:r>
            <a:r>
              <a:rPr lang="en-US" altLang="zh-CN" sz="3200" dirty="0" smtClean="0"/>
              <a:t>) )=1</a:t>
            </a:r>
            <a:r>
              <a:rPr lang="zh-CN" altLang="en-US" sz="3200" dirty="0" smtClean="0"/>
              <a:t>，故</a:t>
            </a:r>
            <a:r>
              <a:rPr lang="en-US" altLang="zh-CN" sz="3200" dirty="0" smtClean="0"/>
              <a:t>T</a:t>
            </a:r>
            <a:r>
              <a:rPr lang="en-US" altLang="zh-CN" sz="32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3200" dirty="0" smtClean="0"/>
              <a:t>(</a:t>
            </a:r>
            <a:r>
              <a:rPr lang="en-US" altLang="zh-CN" sz="3200" dirty="0" smtClean="0">
                <a:sym typeface="Symbol" pitchFamily="18" charset="2"/>
              </a:rPr>
              <a:t></a:t>
            </a:r>
            <a:r>
              <a:rPr lang="en-US" altLang="zh-CN" sz="3200" dirty="0" err="1" smtClean="0"/>
              <a:t>xP</a:t>
            </a:r>
            <a:r>
              <a:rPr lang="en-US" altLang="zh-CN" sz="3200" dirty="0" smtClean="0"/>
              <a:t>(x))</a:t>
            </a:r>
            <a:r>
              <a:rPr lang="en-US" altLang="zh-CN" sz="3200" dirty="0" smtClean="0">
                <a:sym typeface="Symbol" pitchFamily="18" charset="2"/>
              </a:rPr>
              <a:t>=1</a:t>
            </a:r>
            <a:r>
              <a:rPr lang="zh-CN" altLang="en-US" sz="3200" dirty="0" smtClean="0">
                <a:sym typeface="Symbol" pitchFamily="18" charset="2"/>
              </a:rPr>
              <a:t>，因此， </a:t>
            </a:r>
            <a:r>
              <a:rPr lang="en-US" altLang="zh-CN" sz="3200" dirty="0" smtClean="0"/>
              <a:t>T</a:t>
            </a:r>
            <a:r>
              <a:rPr lang="en-US" altLang="zh-CN" sz="32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3200" dirty="0" smtClean="0"/>
              <a:t>(</a:t>
            </a:r>
            <a:r>
              <a:rPr lang="en-US" altLang="zh-CN" sz="3200" dirty="0" smtClean="0">
                <a:sym typeface="Symbol" pitchFamily="18" charset="2"/>
              </a:rPr>
              <a:t></a:t>
            </a:r>
            <a:r>
              <a:rPr lang="en-US" altLang="zh-CN" sz="3200" dirty="0" err="1" smtClean="0"/>
              <a:t>xP</a:t>
            </a:r>
            <a:r>
              <a:rPr lang="en-US" altLang="zh-CN" sz="3200" dirty="0" smtClean="0"/>
              <a:t>(x) </a:t>
            </a:r>
            <a:r>
              <a:rPr lang="en-US" altLang="en-US" sz="3200" dirty="0" smtClean="0">
                <a:sym typeface="Symbol" pitchFamily="18" charset="2"/>
              </a:rPr>
              <a:t>→</a:t>
            </a:r>
            <a:r>
              <a:rPr lang="en-US" altLang="zh-CN" sz="3200" dirty="0" smtClean="0">
                <a:sym typeface="Symbol" pitchFamily="18" charset="2"/>
              </a:rPr>
              <a:t></a:t>
            </a:r>
            <a:r>
              <a:rPr lang="en-US" altLang="zh-CN" sz="3200" dirty="0" err="1" smtClean="0"/>
              <a:t>xP</a:t>
            </a:r>
            <a:r>
              <a:rPr lang="en-US" altLang="zh-CN" sz="3200" dirty="0" smtClean="0"/>
              <a:t>(x)</a:t>
            </a:r>
            <a:r>
              <a:rPr lang="zh-CN" altLang="en-US" sz="3200" dirty="0" smtClean="0">
                <a:sym typeface="Symbol" pitchFamily="18" charset="2"/>
              </a:rPr>
              <a:t>）</a:t>
            </a:r>
            <a:r>
              <a:rPr lang="en-US" altLang="zh-CN" sz="3200" dirty="0" smtClean="0">
                <a:sym typeface="Symbol" pitchFamily="18" charset="2"/>
              </a:rPr>
              <a:t>=1</a:t>
            </a:r>
            <a:r>
              <a:rPr lang="zh-CN" altLang="en-US" sz="3200" dirty="0" smtClean="0">
                <a:sym typeface="Symbol" pitchFamily="18" charset="2"/>
              </a:rPr>
              <a:t>。</a:t>
            </a:r>
            <a:endParaRPr lang="zh-CN" altLang="en-US" sz="3200" dirty="0" smtClean="0"/>
          </a:p>
          <a:p>
            <a:pPr eaLnBrk="1" hangingPunct="1"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Char char="Ø"/>
              <a:defRPr/>
            </a:pPr>
            <a:r>
              <a:rPr lang="zh-CN" altLang="en-US" sz="3200" dirty="0" smtClean="0"/>
              <a:t>若</a:t>
            </a:r>
            <a:r>
              <a:rPr lang="en-US" altLang="zh-CN" sz="3200" dirty="0" smtClean="0"/>
              <a:t>T</a:t>
            </a:r>
            <a:r>
              <a:rPr lang="en-US" altLang="zh-CN" sz="32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3200" dirty="0" smtClean="0"/>
              <a:t>(</a:t>
            </a:r>
            <a:r>
              <a:rPr lang="en-US" altLang="zh-CN" sz="3200" dirty="0" smtClean="0">
                <a:sym typeface="Symbol" pitchFamily="18" charset="2"/>
              </a:rPr>
              <a:t></a:t>
            </a:r>
            <a:r>
              <a:rPr lang="en-US" altLang="zh-CN" sz="3200" dirty="0" err="1" smtClean="0"/>
              <a:t>xP</a:t>
            </a:r>
            <a:r>
              <a:rPr lang="en-US" altLang="zh-CN" sz="3200" dirty="0" smtClean="0"/>
              <a:t>(x) )=0</a:t>
            </a:r>
            <a:r>
              <a:rPr lang="zh-CN" altLang="en-US" sz="3200" dirty="0" smtClean="0"/>
              <a:t>，则</a:t>
            </a:r>
          </a:p>
          <a:p>
            <a:pPr eaLnBrk="1" hangingPunct="1"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3200" dirty="0" smtClean="0"/>
              <a:t>       </a:t>
            </a:r>
            <a:r>
              <a:rPr lang="en-US" altLang="zh-CN" sz="3200" dirty="0" smtClean="0"/>
              <a:t>T</a:t>
            </a:r>
            <a:r>
              <a:rPr lang="en-US" altLang="zh-CN" sz="32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3200" dirty="0" smtClean="0"/>
              <a:t>(</a:t>
            </a:r>
            <a:r>
              <a:rPr lang="en-US" altLang="zh-CN" sz="3200" dirty="0" smtClean="0">
                <a:sym typeface="Symbol" pitchFamily="18" charset="2"/>
              </a:rPr>
              <a:t></a:t>
            </a:r>
            <a:r>
              <a:rPr lang="en-US" altLang="zh-CN" sz="3200" dirty="0" err="1" smtClean="0"/>
              <a:t>xP</a:t>
            </a:r>
            <a:r>
              <a:rPr lang="en-US" altLang="zh-CN" sz="3200" dirty="0" smtClean="0"/>
              <a:t>(x) </a:t>
            </a:r>
            <a:r>
              <a:rPr lang="en-US" altLang="en-US" sz="3200" dirty="0" smtClean="0">
                <a:sym typeface="Symbol" pitchFamily="18" charset="2"/>
              </a:rPr>
              <a:t>→</a:t>
            </a:r>
            <a:r>
              <a:rPr lang="en-US" altLang="zh-CN" sz="3200" dirty="0" smtClean="0">
                <a:sym typeface="Symbol" pitchFamily="18" charset="2"/>
              </a:rPr>
              <a:t></a:t>
            </a:r>
            <a:r>
              <a:rPr lang="en-US" altLang="zh-CN" sz="3200" dirty="0" err="1" smtClean="0"/>
              <a:t>xP</a:t>
            </a:r>
            <a:r>
              <a:rPr lang="en-US" altLang="zh-CN" sz="3200" dirty="0" smtClean="0"/>
              <a:t>(x)</a:t>
            </a:r>
            <a:r>
              <a:rPr lang="zh-CN" altLang="en-US" sz="3200" dirty="0" smtClean="0">
                <a:sym typeface="Symbol" pitchFamily="18" charset="2"/>
              </a:rPr>
              <a:t>）</a:t>
            </a:r>
            <a:r>
              <a:rPr lang="en-US" altLang="zh-CN" sz="3200" dirty="0" smtClean="0">
                <a:sym typeface="Symbol" pitchFamily="18" charset="2"/>
              </a:rPr>
              <a:t>=1</a:t>
            </a:r>
          </a:p>
          <a:p>
            <a:pPr eaLnBrk="1" hangingPunct="1"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3200" dirty="0" smtClean="0"/>
              <a:t>因此， </a:t>
            </a:r>
            <a:r>
              <a:rPr lang="en-US" altLang="zh-CN" sz="3200" dirty="0" smtClean="0"/>
              <a:t>G</a:t>
            </a:r>
            <a:r>
              <a:rPr lang="zh-CN" altLang="en-US" sz="3200" dirty="0" smtClean="0"/>
              <a:t>是恒真公式。</a:t>
            </a:r>
            <a:endParaRPr lang="en-US" altLang="zh-CN" sz="3200" dirty="0" smtClean="0"/>
          </a:p>
          <a:p>
            <a:pPr eaLnBrk="1" hangingPunct="1"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3200" dirty="0" smtClean="0">
                <a:solidFill>
                  <a:srgbClr val="FFCC00"/>
                </a:solidFill>
              </a:rPr>
              <a:t>Note: </a:t>
            </a:r>
            <a:r>
              <a:rPr lang="zh-CN" altLang="en-US" sz="3200" dirty="0" smtClean="0">
                <a:solidFill>
                  <a:srgbClr val="FFCC00"/>
                </a:solidFill>
              </a:rPr>
              <a:t>谓词公式判断？</a:t>
            </a:r>
            <a:endParaRPr lang="en-US" altLang="zh-CN" sz="3200" dirty="0" smtClean="0">
              <a:solidFill>
                <a:srgbClr val="FFCC00"/>
              </a:solidFill>
            </a:endParaRP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endParaRPr lang="en-US" altLang="zh-CN" sz="3300" b="1" dirty="0" smtClean="0">
              <a:latin typeface="Times New Roman" pitchFamily="18" charset="0"/>
            </a:endParaRPr>
          </a:p>
          <a:p>
            <a:pPr algn="r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endParaRPr lang="zh-CN" altLang="en-US" sz="2000" b="1" dirty="0" smtClean="0">
              <a:solidFill>
                <a:srgbClr val="FFC000"/>
              </a:solidFill>
              <a:latin typeface="Times New Roman" pitchFamily="18" charset="0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EF6D5C1-9523-4BC4-9D73-B4A65E357D86}" type="slidenum">
              <a:rPr lang="en-US" altLang="zh-CN" smtClean="0"/>
              <a:pPr>
                <a:defRPr/>
              </a:pPr>
              <a:t>57</a:t>
            </a:fld>
            <a:endParaRPr lang="en-US" altLang="zh-CN"/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42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42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242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42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6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2426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2426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6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2426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2426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6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2426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2426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6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2426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2426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183178"/>
            <a:ext cx="7772400" cy="584775"/>
          </a:xfrm>
        </p:spPr>
        <p:txBody>
          <a:bodyPr/>
          <a:lstStyle/>
          <a:p>
            <a:pPr algn="l" eaLnBrk="1" hangingPunct="1">
              <a:defRPr/>
            </a:pPr>
            <a:r>
              <a:rPr lang="zh-CN" altLang="en-US" sz="3200" dirty="0" smtClean="0"/>
              <a:t>习题</a:t>
            </a:r>
            <a:r>
              <a:rPr lang="en-US" altLang="zh-CN" sz="3200" dirty="0" smtClean="0"/>
              <a:t>3.2-4</a:t>
            </a:r>
            <a:endParaRPr lang="zh-CN" altLang="en-US" sz="3200" dirty="0" smtClean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28600" y="685800"/>
            <a:ext cx="8686800" cy="59436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zh-CN" sz="2800" dirty="0" smtClean="0"/>
              <a:t>设</a:t>
            </a:r>
            <a:r>
              <a:rPr lang="en-US" altLang="zh-CN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zh-CN" sz="2800" dirty="0" smtClean="0"/>
              <a:t>是如下一个解释：</a:t>
            </a:r>
            <a:r>
              <a:rPr lang="en-US" altLang="zh-CN" sz="2800" dirty="0" smtClean="0"/>
              <a:t>         D={3</a:t>
            </a:r>
            <a:r>
              <a:rPr lang="zh-CN" altLang="zh-CN" sz="2800" dirty="0" smtClean="0"/>
              <a:t>，</a:t>
            </a:r>
            <a:r>
              <a:rPr lang="en-US" altLang="zh-CN" sz="2800" dirty="0" smtClean="0"/>
              <a:t>2}</a:t>
            </a:r>
            <a:endParaRPr lang="zh-CN" altLang="zh-CN" sz="2800" dirty="0" smtClean="0"/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800" u="sng" dirty="0" smtClean="0"/>
              <a:t> a  b  f(3)  f(2)  P(3</a:t>
            </a:r>
            <a:r>
              <a:rPr lang="zh-CN" altLang="zh-CN" sz="2800" u="sng" dirty="0" smtClean="0"/>
              <a:t>，</a:t>
            </a:r>
            <a:r>
              <a:rPr lang="en-US" altLang="zh-CN" sz="2800" u="sng" dirty="0" smtClean="0"/>
              <a:t>3)  P(3</a:t>
            </a:r>
            <a:r>
              <a:rPr lang="zh-CN" altLang="zh-CN" sz="2800" u="sng" dirty="0" smtClean="0"/>
              <a:t>，</a:t>
            </a:r>
            <a:r>
              <a:rPr lang="en-US" altLang="zh-CN" sz="2800" u="sng" dirty="0" smtClean="0"/>
              <a:t>2)  P(2</a:t>
            </a:r>
            <a:r>
              <a:rPr lang="zh-CN" altLang="zh-CN" sz="2800" u="sng" dirty="0" smtClean="0"/>
              <a:t>，</a:t>
            </a:r>
            <a:r>
              <a:rPr lang="en-US" altLang="zh-CN" sz="2800" u="sng" dirty="0" smtClean="0"/>
              <a:t>3)  P(2</a:t>
            </a:r>
            <a:r>
              <a:rPr lang="zh-CN" altLang="zh-CN" sz="2800" u="sng" dirty="0" smtClean="0"/>
              <a:t>，</a:t>
            </a:r>
            <a:r>
              <a:rPr lang="en-US" altLang="zh-CN" sz="2800" u="sng" dirty="0" smtClean="0"/>
              <a:t>2)</a:t>
            </a:r>
            <a:endParaRPr lang="zh-CN" altLang="zh-CN" sz="2800" dirty="0" smtClean="0"/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800" dirty="0" smtClean="0"/>
              <a:t> 3  2   2      3       1               1            0            0</a:t>
            </a:r>
            <a:endParaRPr lang="zh-CN" altLang="zh-CN" sz="2800" dirty="0" smtClean="0"/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zh-CN" altLang="zh-CN" sz="2800" dirty="0" smtClean="0">
                <a:solidFill>
                  <a:srgbClr val="FFC000"/>
                </a:solidFill>
              </a:rPr>
              <a:t>试求</a:t>
            </a:r>
            <a:r>
              <a:rPr lang="en-US" altLang="zh-CN" sz="2800" dirty="0">
                <a:solidFill>
                  <a:srgbClr val="FFC000"/>
                </a:solidFill>
              </a:rPr>
              <a:t>(3) </a:t>
            </a:r>
            <a:r>
              <a:rPr lang="en-US" altLang="zh-CN" sz="2800" dirty="0">
                <a:solidFill>
                  <a:srgbClr val="FFC000"/>
                </a:solidFill>
                <a:sym typeface="Symbol"/>
              </a:rPr>
              <a:t></a:t>
            </a:r>
            <a:r>
              <a:rPr lang="en-US" altLang="zh-CN" sz="2800" dirty="0" err="1">
                <a:solidFill>
                  <a:srgbClr val="FFC000"/>
                </a:solidFill>
              </a:rPr>
              <a:t>x</a:t>
            </a:r>
            <a:r>
              <a:rPr lang="en-US" altLang="zh-CN" sz="2800" dirty="0" err="1">
                <a:solidFill>
                  <a:srgbClr val="FFC000"/>
                </a:solidFill>
                <a:sym typeface="Symbol"/>
              </a:rPr>
              <a:t></a:t>
            </a:r>
            <a:r>
              <a:rPr lang="en-US" altLang="zh-CN" sz="2800" dirty="0" err="1">
                <a:solidFill>
                  <a:srgbClr val="FFC000"/>
                </a:solidFill>
              </a:rPr>
              <a:t>y</a:t>
            </a:r>
            <a:r>
              <a:rPr lang="en-US" altLang="zh-CN" sz="2800" dirty="0">
                <a:solidFill>
                  <a:srgbClr val="FFC000"/>
                </a:solidFill>
              </a:rPr>
              <a:t>(P(x</a:t>
            </a:r>
            <a:r>
              <a:rPr lang="zh-CN" altLang="zh-CN" sz="2800" dirty="0">
                <a:solidFill>
                  <a:srgbClr val="FFC000"/>
                </a:solidFill>
              </a:rPr>
              <a:t>，</a:t>
            </a:r>
            <a:r>
              <a:rPr lang="en-US" altLang="zh-CN" sz="2800" dirty="0">
                <a:solidFill>
                  <a:srgbClr val="FFC000"/>
                </a:solidFill>
              </a:rPr>
              <a:t>y)</a:t>
            </a:r>
            <a:r>
              <a:rPr lang="en-US" altLang="zh-CN" sz="2800" dirty="0">
                <a:solidFill>
                  <a:srgbClr val="FFC000"/>
                </a:solidFill>
                <a:sym typeface="Symbol"/>
              </a:rPr>
              <a:t></a:t>
            </a:r>
            <a:r>
              <a:rPr lang="en-US" altLang="zh-CN" sz="2800" dirty="0">
                <a:solidFill>
                  <a:srgbClr val="FFC000"/>
                </a:solidFill>
              </a:rPr>
              <a:t>P(f(x)</a:t>
            </a:r>
            <a:r>
              <a:rPr lang="zh-CN" altLang="zh-CN" sz="2800" dirty="0">
                <a:solidFill>
                  <a:srgbClr val="FFC000"/>
                </a:solidFill>
              </a:rPr>
              <a:t>，</a:t>
            </a:r>
            <a:r>
              <a:rPr lang="en-US" altLang="zh-CN" sz="2800" dirty="0">
                <a:solidFill>
                  <a:srgbClr val="FFC000"/>
                </a:solidFill>
              </a:rPr>
              <a:t>f(y</a:t>
            </a:r>
            <a:r>
              <a:rPr lang="en-US" altLang="zh-CN" sz="2800" dirty="0" smtClean="0">
                <a:solidFill>
                  <a:srgbClr val="FFC000"/>
                </a:solidFill>
              </a:rPr>
              <a:t>)))</a:t>
            </a:r>
            <a:r>
              <a:rPr lang="zh-CN" altLang="zh-CN" sz="2800" dirty="0" smtClean="0">
                <a:solidFill>
                  <a:srgbClr val="FFC000"/>
                </a:solidFill>
              </a:rPr>
              <a:t> 的真值：</a:t>
            </a:r>
            <a:endParaRPr lang="en-US" altLang="zh-CN" sz="2800" dirty="0" smtClean="0">
              <a:solidFill>
                <a:srgbClr val="FFC000"/>
              </a:solidFill>
            </a:endParaRP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800" dirty="0" smtClean="0">
                <a:latin typeface="Times New Roman" pitchFamily="18" charset="0"/>
              </a:rPr>
              <a:t>T</a:t>
            </a:r>
            <a:r>
              <a:rPr lang="en-US" altLang="zh-CN" sz="2800" b="1" baseline="-25000" dirty="0" smtClean="0">
                <a:latin typeface="Times New Roman" pitchFamily="18" charset="0"/>
              </a:rPr>
              <a:t>I</a:t>
            </a:r>
            <a:r>
              <a:rPr lang="en-US" altLang="zh-CN" sz="2800" dirty="0" smtClean="0"/>
              <a:t>(</a:t>
            </a:r>
            <a:r>
              <a:rPr lang="en-US" altLang="zh-CN" sz="2800" dirty="0">
                <a:sym typeface="Symbol"/>
              </a:rPr>
              <a:t></a:t>
            </a:r>
            <a:r>
              <a:rPr lang="en-US" altLang="zh-CN" sz="2800" dirty="0" err="1"/>
              <a:t>x</a:t>
            </a:r>
            <a:r>
              <a:rPr lang="en-US" altLang="zh-CN" sz="2800" dirty="0" err="1">
                <a:sym typeface="Symbol"/>
              </a:rPr>
              <a:t></a:t>
            </a:r>
            <a:r>
              <a:rPr lang="en-US" altLang="zh-CN" sz="2800" dirty="0" err="1"/>
              <a:t>y</a:t>
            </a:r>
            <a:r>
              <a:rPr lang="en-US" altLang="zh-CN" sz="2800" dirty="0"/>
              <a:t>(P(x</a:t>
            </a:r>
            <a:r>
              <a:rPr lang="zh-CN" altLang="zh-CN" sz="2800" dirty="0"/>
              <a:t>，</a:t>
            </a:r>
            <a:r>
              <a:rPr lang="en-US" altLang="zh-CN" sz="2800" dirty="0"/>
              <a:t>y)</a:t>
            </a:r>
            <a:r>
              <a:rPr lang="en-US" altLang="zh-CN" sz="2800" dirty="0">
                <a:sym typeface="Symbol"/>
              </a:rPr>
              <a:t></a:t>
            </a:r>
            <a:r>
              <a:rPr lang="en-US" altLang="zh-CN" sz="2800" dirty="0"/>
              <a:t>P(f(x)</a:t>
            </a:r>
            <a:r>
              <a:rPr lang="zh-CN" altLang="zh-CN" sz="2800" dirty="0"/>
              <a:t>，</a:t>
            </a:r>
            <a:r>
              <a:rPr lang="en-US" altLang="zh-CN" sz="2800" dirty="0"/>
              <a:t>f(y)))</a:t>
            </a:r>
            <a:r>
              <a:rPr lang="zh-CN" altLang="zh-CN" sz="2800" dirty="0"/>
              <a:t> </a:t>
            </a:r>
            <a:r>
              <a:rPr lang="en-US" altLang="zh-CN" sz="2800" dirty="0" smtClean="0"/>
              <a:t>)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800" dirty="0" smtClean="0"/>
              <a:t>=</a:t>
            </a:r>
            <a:r>
              <a:rPr lang="en-US" altLang="zh-CN" sz="2800" dirty="0" smtClean="0">
                <a:latin typeface="Times New Roman" pitchFamily="18" charset="0"/>
              </a:rPr>
              <a:t>T</a:t>
            </a:r>
            <a:r>
              <a:rPr lang="en-US" altLang="zh-CN" sz="2800" b="1" baseline="-25000" dirty="0" smtClean="0">
                <a:latin typeface="Times New Roman" pitchFamily="18" charset="0"/>
              </a:rPr>
              <a:t>I</a:t>
            </a:r>
            <a:r>
              <a:rPr lang="en-US" altLang="zh-CN" sz="2800" dirty="0" smtClean="0"/>
              <a:t>(</a:t>
            </a:r>
            <a:r>
              <a:rPr lang="en-US" altLang="zh-CN" sz="2800" dirty="0">
                <a:sym typeface="Symbol"/>
              </a:rPr>
              <a:t></a:t>
            </a:r>
            <a:r>
              <a:rPr lang="en-US" altLang="zh-CN" sz="2800" dirty="0" smtClean="0"/>
              <a:t>y(P(2, y</a:t>
            </a:r>
            <a:r>
              <a:rPr lang="en-US" altLang="zh-CN" sz="2800" dirty="0"/>
              <a:t>)</a:t>
            </a:r>
            <a:r>
              <a:rPr lang="en-US" altLang="zh-CN" sz="2800" dirty="0">
                <a:sym typeface="Symbol"/>
              </a:rPr>
              <a:t></a:t>
            </a:r>
            <a:r>
              <a:rPr lang="en-US" altLang="zh-CN" sz="2800" dirty="0" smtClean="0"/>
              <a:t>P(f(2),f(y))</a:t>
            </a:r>
            <a:r>
              <a:rPr lang="en-US" altLang="zh-CN" sz="2800" b="1" dirty="0" smtClean="0">
                <a:latin typeface="Times New Roman" pitchFamily="18" charset="0"/>
                <a:sym typeface="Symbol" pitchFamily="18" charset="2"/>
              </a:rPr>
              <a:t> </a:t>
            </a:r>
            <a:r>
              <a:rPr lang="en-US" altLang="zh-CN" sz="2800" b="1" dirty="0" smtClean="0">
                <a:solidFill>
                  <a:srgbClr val="FFC000"/>
                </a:solidFill>
                <a:latin typeface="Times New Roman" pitchFamily="18" charset="0"/>
                <a:sym typeface="Symbol" pitchFamily="18" charset="2"/>
              </a:rPr>
              <a:t></a:t>
            </a:r>
            <a:r>
              <a:rPr lang="en-US" altLang="zh-CN" sz="2800" dirty="0" smtClean="0">
                <a:sym typeface="Symbol"/>
              </a:rPr>
              <a:t></a:t>
            </a:r>
            <a:r>
              <a:rPr lang="en-US" altLang="zh-CN" sz="2800" dirty="0" smtClean="0"/>
              <a:t>y(P(3,y</a:t>
            </a:r>
            <a:r>
              <a:rPr lang="en-US" altLang="zh-CN" sz="2800" dirty="0"/>
              <a:t>)</a:t>
            </a:r>
            <a:r>
              <a:rPr lang="en-US" altLang="zh-CN" sz="2800" dirty="0">
                <a:sym typeface="Symbol"/>
              </a:rPr>
              <a:t></a:t>
            </a:r>
            <a:r>
              <a:rPr lang="en-US" altLang="zh-CN" sz="2800" dirty="0" smtClean="0"/>
              <a:t>P(f(3)</a:t>
            </a:r>
            <a:r>
              <a:rPr lang="zh-CN" altLang="zh-CN" sz="2800" dirty="0"/>
              <a:t>，</a:t>
            </a:r>
            <a:r>
              <a:rPr lang="en-US" altLang="zh-CN" sz="2800" dirty="0"/>
              <a:t>f(y</a:t>
            </a:r>
            <a:r>
              <a:rPr lang="en-US" altLang="zh-CN" sz="2800" dirty="0" smtClean="0"/>
              <a:t>)))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800" dirty="0"/>
              <a:t>=</a:t>
            </a:r>
            <a:r>
              <a:rPr lang="zh-CN" altLang="zh-CN" sz="2800" dirty="0" smtClean="0"/>
              <a:t> </a:t>
            </a:r>
            <a:r>
              <a:rPr lang="en-US" altLang="zh-CN" sz="2800" dirty="0" smtClean="0">
                <a:latin typeface="Times New Roman" pitchFamily="18" charset="0"/>
              </a:rPr>
              <a:t>T</a:t>
            </a:r>
            <a:r>
              <a:rPr lang="en-US" altLang="zh-CN" sz="2800" b="1" baseline="-25000" dirty="0" smtClean="0">
                <a:latin typeface="Times New Roman" pitchFamily="18" charset="0"/>
              </a:rPr>
              <a:t>I</a:t>
            </a:r>
            <a:r>
              <a:rPr lang="en-US" altLang="zh-CN" sz="2800" dirty="0" smtClean="0"/>
              <a:t>( (</a:t>
            </a:r>
            <a:r>
              <a:rPr lang="en-US" altLang="zh-CN" sz="2800" dirty="0"/>
              <a:t>P(2</a:t>
            </a:r>
            <a:r>
              <a:rPr lang="zh-CN" altLang="zh-CN" sz="2800" dirty="0" smtClean="0"/>
              <a:t>，</a:t>
            </a:r>
            <a:r>
              <a:rPr lang="en-US" altLang="zh-CN" sz="2800" dirty="0" smtClean="0"/>
              <a:t>2)</a:t>
            </a:r>
            <a:r>
              <a:rPr lang="en-US" altLang="zh-CN" sz="2800" dirty="0">
                <a:sym typeface="Symbol"/>
              </a:rPr>
              <a:t></a:t>
            </a:r>
            <a:r>
              <a:rPr lang="en-US" altLang="zh-CN" sz="2800" dirty="0"/>
              <a:t>P(f(2),</a:t>
            </a:r>
            <a:r>
              <a:rPr lang="en-US" altLang="zh-CN" sz="2800" dirty="0" smtClean="0"/>
              <a:t>f(2))</a:t>
            </a:r>
            <a:r>
              <a:rPr lang="en-US" altLang="zh-CN" sz="2800" b="1" dirty="0" smtClean="0">
                <a:latin typeface="Times New Roman" pitchFamily="18" charset="0"/>
                <a:sym typeface="Symbol" pitchFamily="18" charset="2"/>
              </a:rPr>
              <a:t> </a:t>
            </a:r>
            <a:r>
              <a:rPr lang="en-US" altLang="zh-CN" sz="2800" dirty="0"/>
              <a:t>(P(2</a:t>
            </a:r>
            <a:r>
              <a:rPr lang="zh-CN" altLang="zh-CN" sz="2800" dirty="0" smtClean="0"/>
              <a:t>，</a:t>
            </a:r>
            <a:r>
              <a:rPr lang="en-US" altLang="zh-CN" sz="2800" dirty="0" smtClean="0"/>
              <a:t>3)</a:t>
            </a:r>
            <a:r>
              <a:rPr lang="en-US" altLang="zh-CN" sz="2800" dirty="0">
                <a:sym typeface="Symbol"/>
              </a:rPr>
              <a:t></a:t>
            </a:r>
            <a:r>
              <a:rPr lang="en-US" altLang="zh-CN" sz="2800" dirty="0"/>
              <a:t>P(f(2),</a:t>
            </a:r>
            <a:r>
              <a:rPr lang="en-US" altLang="zh-CN" sz="2800" dirty="0" smtClean="0"/>
              <a:t>f(3))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800" b="1" dirty="0" smtClean="0">
                <a:solidFill>
                  <a:srgbClr val="FFC000"/>
                </a:solidFill>
                <a:latin typeface="Times New Roman" pitchFamily="18" charset="0"/>
                <a:sym typeface="Symbol" pitchFamily="18" charset="2"/>
              </a:rPr>
              <a:t></a:t>
            </a:r>
            <a:r>
              <a:rPr lang="en-US" altLang="zh-CN" sz="2800" b="1" dirty="0" smtClean="0">
                <a:latin typeface="Times New Roman" pitchFamily="18" charset="0"/>
                <a:sym typeface="Symbol" pitchFamily="18" charset="2"/>
              </a:rPr>
              <a:t> </a:t>
            </a:r>
            <a:r>
              <a:rPr lang="en-US" altLang="zh-CN" sz="2800" dirty="0" smtClean="0"/>
              <a:t>(</a:t>
            </a:r>
            <a:r>
              <a:rPr lang="en-US" altLang="zh-CN" sz="2800" dirty="0"/>
              <a:t>P(3</a:t>
            </a:r>
            <a:r>
              <a:rPr lang="zh-CN" altLang="zh-CN" sz="2800" dirty="0" smtClean="0"/>
              <a:t>，</a:t>
            </a:r>
            <a:r>
              <a:rPr lang="en-US" altLang="zh-CN" sz="2800" dirty="0" smtClean="0"/>
              <a:t>2)</a:t>
            </a:r>
            <a:r>
              <a:rPr lang="en-US" altLang="zh-CN" sz="2800" dirty="0">
                <a:sym typeface="Symbol"/>
              </a:rPr>
              <a:t></a:t>
            </a:r>
            <a:r>
              <a:rPr lang="en-US" altLang="zh-CN" sz="2800" dirty="0"/>
              <a:t>P(f(3)</a:t>
            </a:r>
            <a:r>
              <a:rPr lang="zh-CN" altLang="zh-CN" sz="2800" dirty="0"/>
              <a:t>，</a:t>
            </a:r>
            <a:r>
              <a:rPr lang="en-US" altLang="zh-CN" sz="2800" dirty="0" smtClean="0"/>
              <a:t>f(2))</a:t>
            </a:r>
            <a:r>
              <a:rPr lang="en-US" altLang="zh-CN" sz="2800" b="1" dirty="0">
                <a:latin typeface="Times New Roman" pitchFamily="18" charset="0"/>
                <a:sym typeface="Symbol" pitchFamily="18" charset="2"/>
              </a:rPr>
              <a:t> </a:t>
            </a:r>
            <a:r>
              <a:rPr lang="en-US" altLang="zh-CN" sz="2800" b="1" dirty="0" smtClean="0">
                <a:latin typeface="Times New Roman" pitchFamily="18" charset="0"/>
                <a:sym typeface="Symbol" pitchFamily="18" charset="2"/>
              </a:rPr>
              <a:t>(</a:t>
            </a:r>
            <a:r>
              <a:rPr lang="en-US" altLang="zh-CN" sz="2800" dirty="0" smtClean="0"/>
              <a:t>P(3</a:t>
            </a:r>
            <a:r>
              <a:rPr lang="zh-CN" altLang="zh-CN" sz="2800" dirty="0" smtClean="0"/>
              <a:t>，</a:t>
            </a:r>
            <a:r>
              <a:rPr lang="en-US" altLang="zh-CN" sz="2800" dirty="0" smtClean="0"/>
              <a:t>3)</a:t>
            </a:r>
            <a:r>
              <a:rPr lang="en-US" altLang="zh-CN" sz="2800" dirty="0">
                <a:sym typeface="Symbol"/>
              </a:rPr>
              <a:t></a:t>
            </a:r>
            <a:r>
              <a:rPr lang="en-US" altLang="zh-CN" sz="2800" dirty="0"/>
              <a:t>P(f(3)</a:t>
            </a:r>
            <a:r>
              <a:rPr lang="zh-CN" altLang="zh-CN" sz="2800" dirty="0"/>
              <a:t>，</a:t>
            </a:r>
            <a:r>
              <a:rPr lang="en-US" altLang="zh-CN" sz="2800" dirty="0" smtClean="0"/>
              <a:t>f(3))</a:t>
            </a:r>
            <a:r>
              <a:rPr lang="en-US" altLang="zh-CN" sz="2800" b="1" dirty="0" smtClean="0">
                <a:latin typeface="Times New Roman" pitchFamily="18" charset="0"/>
                <a:sym typeface="Symbol" pitchFamily="18" charset="2"/>
              </a:rPr>
              <a:t>)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800" b="1" dirty="0" smtClean="0">
                <a:latin typeface="Times New Roman" pitchFamily="18" charset="0"/>
                <a:sym typeface="Symbol" pitchFamily="18" charset="2"/>
              </a:rPr>
              <a:t>=</a:t>
            </a:r>
            <a:r>
              <a:rPr lang="en-US" altLang="zh-CN" sz="2800" dirty="0" smtClean="0">
                <a:latin typeface="Times New Roman" pitchFamily="18" charset="0"/>
              </a:rPr>
              <a:t>T</a:t>
            </a:r>
            <a:r>
              <a:rPr lang="en-US" altLang="zh-CN" sz="2800" b="1" baseline="-25000" dirty="0" smtClean="0">
                <a:latin typeface="Times New Roman" pitchFamily="18" charset="0"/>
              </a:rPr>
              <a:t>I</a:t>
            </a:r>
            <a:r>
              <a:rPr lang="en-US" altLang="zh-CN" sz="2800" dirty="0" smtClean="0"/>
              <a:t>((P(2,2</a:t>
            </a:r>
            <a:r>
              <a:rPr lang="en-US" altLang="zh-CN" sz="2800" dirty="0"/>
              <a:t>)</a:t>
            </a:r>
            <a:r>
              <a:rPr lang="en-US" altLang="zh-CN" sz="2800" dirty="0">
                <a:sym typeface="Symbol"/>
              </a:rPr>
              <a:t></a:t>
            </a:r>
            <a:r>
              <a:rPr lang="en-US" altLang="zh-CN" sz="2800" dirty="0" smtClean="0"/>
              <a:t>P(3,3)</a:t>
            </a:r>
            <a:r>
              <a:rPr lang="en-US" altLang="zh-CN" sz="2800" b="1" dirty="0" smtClean="0">
                <a:latin typeface="Times New Roman" pitchFamily="18" charset="0"/>
                <a:sym typeface="Symbol" pitchFamily="18" charset="2"/>
              </a:rPr>
              <a:t> )</a:t>
            </a:r>
            <a:r>
              <a:rPr lang="en-US" altLang="zh-CN" sz="2800" b="1" dirty="0" smtClean="0">
                <a:latin typeface="Times New Roman" pitchFamily="18" charset="0"/>
              </a:rPr>
              <a:t> (</a:t>
            </a:r>
            <a:r>
              <a:rPr lang="en-US" altLang="zh-CN" sz="2800" dirty="0" smtClean="0"/>
              <a:t>P(2,3)</a:t>
            </a:r>
            <a:r>
              <a:rPr lang="en-US" altLang="zh-CN" sz="2800" dirty="0">
                <a:sym typeface="Symbol"/>
              </a:rPr>
              <a:t></a:t>
            </a:r>
            <a:r>
              <a:rPr lang="en-US" altLang="zh-CN" sz="2800" dirty="0" smtClean="0"/>
              <a:t>P(3,2))</a:t>
            </a:r>
            <a:r>
              <a:rPr lang="en-US" altLang="zh-CN" sz="2800" b="1" dirty="0" smtClean="0">
                <a:latin typeface="Times New Roman" pitchFamily="18" charset="0"/>
                <a:sym typeface="Symbol" pitchFamily="18" charset="2"/>
              </a:rPr>
              <a:t> 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800" b="1" dirty="0">
                <a:latin typeface="Times New Roman" pitchFamily="18" charset="0"/>
                <a:sym typeface="Symbol" pitchFamily="18" charset="2"/>
              </a:rPr>
              <a:t> </a:t>
            </a:r>
            <a:r>
              <a:rPr lang="en-US" altLang="zh-CN" sz="2800" b="1" dirty="0" smtClean="0">
                <a:latin typeface="Times New Roman" pitchFamily="18" charset="0"/>
                <a:sym typeface="Symbol" pitchFamily="18" charset="2"/>
              </a:rPr>
              <a:t>     ( </a:t>
            </a:r>
            <a:r>
              <a:rPr lang="en-US" altLang="zh-CN" sz="2800" dirty="0"/>
              <a:t>P(3</a:t>
            </a:r>
            <a:r>
              <a:rPr lang="zh-CN" altLang="zh-CN" sz="2800" dirty="0"/>
              <a:t>，</a:t>
            </a:r>
            <a:r>
              <a:rPr lang="en-US" altLang="zh-CN" sz="2800" dirty="0"/>
              <a:t>2)</a:t>
            </a:r>
            <a:r>
              <a:rPr lang="en-US" altLang="zh-CN" sz="2800" dirty="0" smtClean="0">
                <a:sym typeface="Symbol"/>
              </a:rPr>
              <a:t></a:t>
            </a:r>
            <a:r>
              <a:rPr lang="en-US" altLang="zh-CN" sz="2800" dirty="0"/>
              <a:t>P(2,3</a:t>
            </a:r>
            <a:r>
              <a:rPr lang="en-US" altLang="zh-CN" sz="2800" dirty="0" smtClean="0"/>
              <a:t>))</a:t>
            </a:r>
            <a:r>
              <a:rPr lang="en-US" altLang="zh-CN" sz="2800" b="1" dirty="0">
                <a:latin typeface="Times New Roman" pitchFamily="18" charset="0"/>
                <a:sym typeface="Symbol" pitchFamily="18" charset="2"/>
              </a:rPr>
              <a:t> </a:t>
            </a:r>
            <a:r>
              <a:rPr lang="en-US" altLang="zh-CN" sz="2800" b="1" dirty="0" smtClean="0">
                <a:latin typeface="Times New Roman" pitchFamily="18" charset="0"/>
                <a:sym typeface="Symbol" pitchFamily="18" charset="2"/>
              </a:rPr>
              <a:t>(</a:t>
            </a:r>
            <a:r>
              <a:rPr lang="en-US" altLang="zh-CN" sz="2800" dirty="0" smtClean="0"/>
              <a:t>P(3</a:t>
            </a:r>
            <a:r>
              <a:rPr lang="zh-CN" altLang="zh-CN" sz="2800" dirty="0"/>
              <a:t>，</a:t>
            </a:r>
            <a:r>
              <a:rPr lang="en-US" altLang="zh-CN" sz="2800" dirty="0"/>
              <a:t>3)</a:t>
            </a:r>
            <a:r>
              <a:rPr lang="en-US" altLang="zh-CN" sz="2800" dirty="0" smtClean="0">
                <a:sym typeface="Symbol"/>
              </a:rPr>
              <a:t>P(2,2))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800" dirty="0" smtClean="0">
                <a:sym typeface="Symbol"/>
              </a:rPr>
              <a:t>=1</a:t>
            </a:r>
            <a:r>
              <a:rPr lang="en-US" altLang="zh-CN" sz="2800" dirty="0" smtClean="0">
                <a:sym typeface="Symbol" pitchFamily="18" charset="2"/>
              </a:rPr>
              <a:t>100=0</a:t>
            </a:r>
            <a:endParaRPr lang="zh-CN" altLang="zh-CN" sz="2800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9298872-53B9-4265-ADA3-11460EC2B2A0}" type="slidenum">
              <a:rPr lang="en-US" altLang="zh-CN" smtClean="0">
                <a:solidFill>
                  <a:srgbClr val="FFFFFF"/>
                </a:solidFill>
              </a:rPr>
              <a:pPr>
                <a:defRPr/>
              </a:pPr>
              <a:t>58</a:t>
            </a:fld>
            <a:endParaRPr lang="en-US" altLang="zh-CN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3402045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7" name="Rectangle 5"/>
          <p:cNvSpPr>
            <a:spLocks noGrp="1" noChangeArrowheads="1"/>
          </p:cNvSpPr>
          <p:nvPr>
            <p:ph type="title"/>
          </p:nvPr>
        </p:nvSpPr>
        <p:spPr>
          <a:xfrm>
            <a:off x="533400" y="1371600"/>
            <a:ext cx="8153400" cy="1200329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3600" dirty="0" smtClean="0">
                <a:effectLst/>
              </a:rPr>
              <a:t>§3.2.3 </a:t>
            </a:r>
            <a:r>
              <a:rPr lang="zh-CN" altLang="en-US" sz="3600" dirty="0" smtClean="0">
                <a:effectLst/>
              </a:rPr>
              <a:t>谓词公式的等价关系和蕴涵关系 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864B2A4-C827-407E-B0A9-87F6B43F281D}" type="slidenum">
              <a:rPr lang="en-US" altLang="zh-CN" smtClean="0"/>
              <a:pPr>
                <a:defRPr/>
              </a:pPr>
              <a:t>59</a:t>
            </a:fld>
            <a:endParaRPr lang="en-US" altLang="zh-CN"/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>
              <a:defRPr/>
            </a:pPr>
            <a:r>
              <a:rPr lang="en-US" altLang="zh-CN" sz="3600" dirty="0" smtClean="0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1 </a:t>
            </a:r>
            <a:r>
              <a:rPr lang="zh-CN" altLang="en-US" sz="3600" dirty="0" smtClean="0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公式间的等价</a:t>
            </a:r>
          </a:p>
        </p:txBody>
      </p:sp>
      <p:sp>
        <p:nvSpPr>
          <p:cNvPr id="60423" name="Rectangle 7"/>
          <p:cNvSpPr>
            <a:spLocks noGrp="1" noChangeArrowheads="1"/>
          </p:cNvSpPr>
          <p:nvPr>
            <p:ph idx="1"/>
          </p:nvPr>
        </p:nvSpPr>
        <p:spPr>
          <a:xfrm>
            <a:off x="395535" y="1365290"/>
            <a:ext cx="8352928" cy="4654509"/>
          </a:xfrm>
        </p:spPr>
        <p:txBody>
          <a:bodyPr/>
          <a:lstStyle/>
          <a:p>
            <a:pPr marL="0" indent="0" eaLnBrk="1" hangingPunct="1">
              <a:lnSpc>
                <a:spcPct val="120000"/>
              </a:lnSpc>
              <a:buNone/>
              <a:tabLst>
                <a:tab pos="669925" algn="l"/>
              </a:tabLst>
              <a:defRPr/>
            </a:pPr>
            <a:r>
              <a:rPr lang="zh-CN" altLang="en-US" sz="3200" dirty="0" smtClean="0">
                <a:solidFill>
                  <a:schemeClr val="tx2"/>
                </a:solidFill>
                <a:latin typeface="Times New Roman" pitchFamily="18" charset="0"/>
              </a:rPr>
              <a:t>定义</a:t>
            </a:r>
            <a:r>
              <a:rPr lang="en-US" altLang="zh-CN" sz="3200" dirty="0" smtClean="0">
                <a:solidFill>
                  <a:schemeClr val="tx2"/>
                </a:solidFill>
                <a:latin typeface="Times New Roman" pitchFamily="18" charset="0"/>
              </a:rPr>
              <a:t>3.2.12 </a:t>
            </a:r>
            <a:r>
              <a:rPr lang="zh-CN" altLang="en-US" sz="3200" dirty="0" smtClean="0">
                <a:solidFill>
                  <a:schemeClr val="tx2"/>
                </a:solidFill>
                <a:latin typeface="Times New Roman" pitchFamily="18" charset="0"/>
              </a:rPr>
              <a:t>：</a:t>
            </a:r>
            <a:r>
              <a:rPr lang="zh-CN" altLang="en-US" sz="3200" dirty="0" smtClean="0">
                <a:latin typeface="Times New Roman" pitchFamily="18" charset="0"/>
              </a:rPr>
              <a:t>公式</a:t>
            </a:r>
            <a:r>
              <a:rPr lang="en-US" altLang="zh-CN" sz="3200" dirty="0" smtClean="0">
                <a:latin typeface="Times New Roman" pitchFamily="18" charset="0"/>
              </a:rPr>
              <a:t>G</a:t>
            </a:r>
            <a:r>
              <a:rPr lang="zh-CN" altLang="en-US" sz="3200" dirty="0" smtClean="0">
                <a:latin typeface="Times New Roman" pitchFamily="18" charset="0"/>
              </a:rPr>
              <a:t>，</a:t>
            </a:r>
            <a:r>
              <a:rPr lang="en-US" altLang="zh-CN" sz="3200" dirty="0" smtClean="0">
                <a:latin typeface="Times New Roman" pitchFamily="18" charset="0"/>
              </a:rPr>
              <a:t>H</a:t>
            </a:r>
            <a:r>
              <a:rPr lang="zh-CN" altLang="en-US" sz="3200" dirty="0" smtClean="0">
                <a:latin typeface="Times New Roman" pitchFamily="18" charset="0"/>
              </a:rPr>
              <a:t>称为</a:t>
            </a:r>
            <a:r>
              <a:rPr lang="zh-CN" altLang="en-US" sz="3200" dirty="0" smtClean="0">
                <a:solidFill>
                  <a:srgbClr val="FFC000"/>
                </a:solidFill>
                <a:latin typeface="Times New Roman" pitchFamily="18" charset="0"/>
              </a:rPr>
              <a:t>等价</a:t>
            </a:r>
            <a:r>
              <a:rPr lang="zh-CN" altLang="en-US" sz="3200" dirty="0" smtClean="0">
                <a:latin typeface="Times New Roman" pitchFamily="18" charset="0"/>
              </a:rPr>
              <a:t>，记以</a:t>
            </a:r>
            <a:r>
              <a:rPr lang="en-US" altLang="zh-CN" sz="3200" dirty="0" smtClean="0">
                <a:latin typeface="Times New Roman" pitchFamily="18" charset="0"/>
              </a:rPr>
              <a:t>G=H</a:t>
            </a:r>
            <a:r>
              <a:rPr lang="zh-CN" altLang="en-US" sz="3200" dirty="0" smtClean="0">
                <a:latin typeface="Times New Roman" pitchFamily="18" charset="0"/>
              </a:rPr>
              <a:t>，如 果公式</a:t>
            </a:r>
            <a:r>
              <a:rPr lang="en-US" altLang="zh-CN" sz="3200" dirty="0" smtClean="0">
                <a:latin typeface="Times New Roman" pitchFamily="18" charset="0"/>
              </a:rPr>
              <a:t>G</a:t>
            </a:r>
            <a:r>
              <a:rPr lang="en-US" altLang="zh-CN" sz="3200" dirty="0" smtClean="0">
                <a:latin typeface="Times New Roman" pitchFamily="18" charset="0"/>
                <a:sym typeface="Symbol" pitchFamily="18" charset="2"/>
              </a:rPr>
              <a:t></a:t>
            </a:r>
            <a:r>
              <a:rPr lang="en-US" altLang="zh-CN" sz="3200" dirty="0" smtClean="0">
                <a:latin typeface="Times New Roman" pitchFamily="18" charset="0"/>
              </a:rPr>
              <a:t>H</a:t>
            </a:r>
            <a:r>
              <a:rPr lang="zh-CN" altLang="en-US" sz="3200" dirty="0" smtClean="0">
                <a:latin typeface="Times New Roman" pitchFamily="18" charset="0"/>
              </a:rPr>
              <a:t>是恒真的。</a:t>
            </a:r>
          </a:p>
          <a:p>
            <a:pPr marL="0" indent="0" eaLnBrk="1" hangingPunct="1">
              <a:lnSpc>
                <a:spcPct val="120000"/>
              </a:lnSpc>
              <a:buNone/>
              <a:tabLst>
                <a:tab pos="669925" algn="l"/>
              </a:tabLst>
              <a:defRPr/>
            </a:pPr>
            <a:r>
              <a:rPr lang="zh-CN" altLang="en-US" sz="3200" dirty="0" smtClean="0">
                <a:latin typeface="Times New Roman" pitchFamily="18" charset="0"/>
              </a:rPr>
              <a:t>显然，公式</a:t>
            </a:r>
            <a:r>
              <a:rPr lang="en-US" altLang="zh-CN" sz="3200" dirty="0" smtClean="0">
                <a:latin typeface="Times New Roman" pitchFamily="18" charset="0"/>
              </a:rPr>
              <a:t>G</a:t>
            </a:r>
            <a:r>
              <a:rPr lang="zh-CN" altLang="en-US" sz="3200" dirty="0" smtClean="0">
                <a:latin typeface="Times New Roman" pitchFamily="18" charset="0"/>
              </a:rPr>
              <a:t>，</a:t>
            </a:r>
            <a:r>
              <a:rPr lang="en-US" altLang="zh-CN" sz="3200" dirty="0" smtClean="0">
                <a:latin typeface="Times New Roman" pitchFamily="18" charset="0"/>
              </a:rPr>
              <a:t>H</a:t>
            </a:r>
            <a:r>
              <a:rPr lang="zh-CN" altLang="en-US" sz="3200" dirty="0" smtClean="0">
                <a:latin typeface="Times New Roman" pitchFamily="18" charset="0"/>
              </a:rPr>
              <a:t>等价的充要条件是：对</a:t>
            </a:r>
            <a:r>
              <a:rPr lang="en-US" altLang="zh-CN" sz="3200" dirty="0" smtClean="0">
                <a:latin typeface="Times New Roman" pitchFamily="18" charset="0"/>
              </a:rPr>
              <a:t>G</a:t>
            </a:r>
            <a:r>
              <a:rPr lang="zh-CN" altLang="en-US" sz="3200" dirty="0" smtClean="0">
                <a:latin typeface="Times New Roman" pitchFamily="18" charset="0"/>
              </a:rPr>
              <a:t>，</a:t>
            </a:r>
            <a:r>
              <a:rPr lang="en-US" altLang="zh-CN" sz="3200" dirty="0" smtClean="0">
                <a:latin typeface="Times New Roman" pitchFamily="18" charset="0"/>
              </a:rPr>
              <a:t>H</a:t>
            </a:r>
            <a:r>
              <a:rPr lang="zh-CN" altLang="en-US" sz="3200" dirty="0" smtClean="0">
                <a:latin typeface="Times New Roman" pitchFamily="18" charset="0"/>
              </a:rPr>
              <a:t>的任意解释</a:t>
            </a:r>
            <a:r>
              <a:rPr lang="en-US" altLang="zh-CN" sz="3200" dirty="0" smtClean="0">
                <a:latin typeface="Times New Roman" pitchFamily="18" charset="0"/>
              </a:rPr>
              <a:t>I</a:t>
            </a:r>
            <a:r>
              <a:rPr lang="zh-CN" altLang="en-US" sz="3200" dirty="0" smtClean="0">
                <a:latin typeface="Times New Roman" pitchFamily="18" charset="0"/>
              </a:rPr>
              <a:t>，</a:t>
            </a:r>
            <a:r>
              <a:rPr lang="en-US" altLang="zh-CN" sz="3200" dirty="0" smtClean="0">
                <a:latin typeface="Times New Roman" pitchFamily="18" charset="0"/>
              </a:rPr>
              <a:t>G</a:t>
            </a:r>
            <a:r>
              <a:rPr lang="zh-CN" altLang="en-US" sz="3200" dirty="0" smtClean="0">
                <a:latin typeface="Times New Roman" pitchFamily="18" charset="0"/>
              </a:rPr>
              <a:t>，</a:t>
            </a:r>
            <a:r>
              <a:rPr lang="en-US" altLang="zh-CN" sz="3200" dirty="0" smtClean="0">
                <a:latin typeface="Times New Roman" pitchFamily="18" charset="0"/>
              </a:rPr>
              <a:t>H</a:t>
            </a:r>
            <a:r>
              <a:rPr lang="zh-CN" altLang="en-US" sz="3200" dirty="0" smtClean="0">
                <a:latin typeface="Times New Roman" pitchFamily="18" charset="0"/>
              </a:rPr>
              <a:t>在</a:t>
            </a:r>
            <a:r>
              <a:rPr lang="en-US" altLang="zh-CN" sz="3200" dirty="0" smtClean="0">
                <a:latin typeface="Times New Roman" pitchFamily="18" charset="0"/>
              </a:rPr>
              <a:t>I</a:t>
            </a:r>
            <a:r>
              <a:rPr lang="zh-CN" altLang="en-US" sz="3200" dirty="0" smtClean="0">
                <a:latin typeface="Times New Roman" pitchFamily="18" charset="0"/>
              </a:rPr>
              <a:t>下的真值相同。</a:t>
            </a:r>
          </a:p>
          <a:p>
            <a:pPr marL="0" indent="0" eaLnBrk="1" hangingPunct="1">
              <a:lnSpc>
                <a:spcPct val="120000"/>
              </a:lnSpc>
              <a:buNone/>
              <a:tabLst>
                <a:tab pos="669925" algn="l"/>
              </a:tabLst>
              <a:defRPr/>
            </a:pPr>
            <a:r>
              <a:rPr lang="zh-CN" altLang="en-US" sz="3200" dirty="0" smtClean="0">
                <a:latin typeface="Times New Roman" pitchFamily="18" charset="0"/>
              </a:rPr>
              <a:t>因为对任意公式</a:t>
            </a:r>
            <a:r>
              <a:rPr lang="en-US" altLang="zh-CN" sz="3200" dirty="0" smtClean="0">
                <a:latin typeface="Times New Roman" pitchFamily="18" charset="0"/>
              </a:rPr>
              <a:t>G</a:t>
            </a:r>
            <a:r>
              <a:rPr lang="zh-CN" altLang="en-US" sz="3200" dirty="0" smtClean="0">
                <a:latin typeface="Times New Roman" pitchFamily="18" charset="0"/>
              </a:rPr>
              <a:t>，</a:t>
            </a:r>
            <a:r>
              <a:rPr lang="en-US" altLang="zh-CN" sz="3200" dirty="0" smtClean="0">
                <a:latin typeface="Times New Roman" pitchFamily="18" charset="0"/>
              </a:rPr>
              <a:t>H</a:t>
            </a:r>
            <a:r>
              <a:rPr lang="zh-CN" altLang="en-US" sz="3200" dirty="0" smtClean="0">
                <a:latin typeface="Times New Roman" pitchFamily="18" charset="0"/>
              </a:rPr>
              <a:t>，在解释</a:t>
            </a:r>
            <a:r>
              <a:rPr lang="en-US" altLang="zh-CN" sz="3200" dirty="0" smtClean="0">
                <a:latin typeface="Times New Roman" pitchFamily="18" charset="0"/>
              </a:rPr>
              <a:t>I</a:t>
            </a:r>
            <a:r>
              <a:rPr lang="zh-CN" altLang="en-US" sz="3200" dirty="0" smtClean="0">
                <a:latin typeface="Times New Roman" pitchFamily="18" charset="0"/>
              </a:rPr>
              <a:t>下，</a:t>
            </a:r>
            <a:r>
              <a:rPr lang="en-US" altLang="zh-CN" sz="3200" dirty="0" smtClean="0">
                <a:latin typeface="Times New Roman" pitchFamily="18" charset="0"/>
              </a:rPr>
              <a:t>G</a:t>
            </a:r>
            <a:r>
              <a:rPr lang="zh-CN" altLang="en-US" sz="3200" dirty="0" smtClean="0">
                <a:latin typeface="Times New Roman" pitchFamily="18" charset="0"/>
              </a:rPr>
              <a:t>，</a:t>
            </a:r>
            <a:r>
              <a:rPr lang="en-US" altLang="zh-CN" sz="3200" dirty="0" smtClean="0">
                <a:latin typeface="Times New Roman" pitchFamily="18" charset="0"/>
              </a:rPr>
              <a:t>H</a:t>
            </a:r>
            <a:r>
              <a:rPr lang="zh-CN" altLang="en-US" sz="3200" dirty="0" smtClean="0">
                <a:latin typeface="Times New Roman" pitchFamily="18" charset="0"/>
              </a:rPr>
              <a:t>就是两个命题，所以命题逻辑中给出的</a:t>
            </a:r>
            <a:r>
              <a:rPr lang="zh-CN" altLang="en-US" sz="3200" dirty="0" smtClean="0">
                <a:solidFill>
                  <a:srgbClr val="FFC000"/>
                </a:solidFill>
                <a:latin typeface="Times New Roman" pitchFamily="18" charset="0"/>
              </a:rPr>
              <a:t>基本等价式</a:t>
            </a:r>
            <a:r>
              <a:rPr lang="zh-CN" altLang="en-US" sz="3200" dirty="0" smtClean="0">
                <a:latin typeface="Times New Roman" pitchFamily="18" charset="0"/>
              </a:rPr>
              <a:t>，在谓词逻辑中仍然成立</a:t>
            </a:r>
            <a:r>
              <a:rPr lang="zh-CN" altLang="en-US" sz="3200" b="1" dirty="0" smtClean="0">
                <a:latin typeface="Times New Roman" pitchFamily="18" charset="0"/>
              </a:rPr>
              <a:t>。</a:t>
            </a:r>
            <a:endParaRPr lang="zh-CN" altLang="en-US" sz="3200" dirty="0" smtClean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43348E5-DC88-4C97-AEED-407C1323873B}" type="slidenum">
              <a:rPr lang="en-US" altLang="zh-CN" smtClean="0"/>
              <a:pPr>
                <a:defRPr/>
              </a:pPr>
              <a:t>60</a:t>
            </a:fld>
            <a:endParaRPr lang="en-US" altLang="zh-CN"/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04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04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04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04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85" name="Rectangle 5"/>
          <p:cNvSpPr>
            <a:spLocks noGrp="1" noChangeArrowheads="1"/>
          </p:cNvSpPr>
          <p:nvPr>
            <p:ph idx="1"/>
          </p:nvPr>
        </p:nvSpPr>
        <p:spPr>
          <a:xfrm>
            <a:off x="381000" y="750888"/>
            <a:ext cx="8352928" cy="5791200"/>
          </a:xfrm>
        </p:spPr>
        <p:txBody>
          <a:bodyPr/>
          <a:lstStyle/>
          <a:p>
            <a:pPr eaLnBrk="1" hangingPunct="1">
              <a:lnSpc>
                <a:spcPct val="110000"/>
              </a:lnSpc>
              <a:spcBef>
                <a:spcPts val="700"/>
              </a:spcBef>
              <a:defRPr/>
            </a:pPr>
            <a:r>
              <a:rPr lang="zh-CN" altLang="en-US" sz="3100" dirty="0">
                <a:latin typeface="Times New Roman" pitchFamily="18" charset="0"/>
              </a:rPr>
              <a:t>设</a:t>
            </a:r>
            <a:r>
              <a:rPr lang="en-US" altLang="zh-CN" sz="3100" dirty="0"/>
              <a:t>G= </a:t>
            </a:r>
            <a:r>
              <a:rPr lang="en-US" altLang="zh-CN" sz="3100" dirty="0">
                <a:sym typeface="Symbol" pitchFamily="18" charset="2"/>
              </a:rPr>
              <a:t></a:t>
            </a:r>
            <a:r>
              <a:rPr lang="en-US" altLang="zh-CN" sz="3100" dirty="0" err="1"/>
              <a:t>xA</a:t>
            </a:r>
            <a:r>
              <a:rPr lang="en-US" altLang="zh-CN" sz="3100" dirty="0"/>
              <a:t>(x)</a:t>
            </a:r>
            <a:r>
              <a:rPr lang="en-US" altLang="zh-CN" sz="3100" dirty="0">
                <a:sym typeface="Symbol" pitchFamily="18" charset="2"/>
              </a:rPr>
              <a:t></a:t>
            </a:r>
            <a:r>
              <a:rPr lang="en-US" altLang="zh-CN" sz="3100" dirty="0"/>
              <a:t>B</a:t>
            </a:r>
            <a:r>
              <a:rPr lang="zh-CN" altLang="en-US" sz="3100" dirty="0"/>
              <a:t>，</a:t>
            </a:r>
            <a:r>
              <a:rPr lang="en-US" altLang="zh-CN" sz="3100" dirty="0"/>
              <a:t>H= </a:t>
            </a:r>
            <a:r>
              <a:rPr lang="en-US" altLang="zh-CN" sz="3100" dirty="0">
                <a:sym typeface="Symbol" pitchFamily="18" charset="2"/>
              </a:rPr>
              <a:t></a:t>
            </a:r>
            <a:r>
              <a:rPr lang="en-US" altLang="zh-CN" sz="3100" dirty="0"/>
              <a:t>x(A(x)</a:t>
            </a:r>
            <a:r>
              <a:rPr lang="en-US" altLang="zh-CN" sz="3100" dirty="0">
                <a:sym typeface="Symbol" pitchFamily="18" charset="2"/>
              </a:rPr>
              <a:t></a:t>
            </a:r>
            <a:r>
              <a:rPr lang="en-US" altLang="zh-CN" sz="3100" dirty="0"/>
              <a:t>B) </a:t>
            </a:r>
            <a:r>
              <a:rPr lang="zh-CN" altLang="en-US" sz="3100" dirty="0"/>
              <a:t>，其中</a:t>
            </a:r>
            <a:r>
              <a:rPr lang="en-US" altLang="zh-CN" sz="3100" dirty="0"/>
              <a:t>A(x)</a:t>
            </a:r>
            <a:r>
              <a:rPr lang="zh-CN" altLang="en-US" sz="3100" dirty="0"/>
              <a:t>，</a:t>
            </a:r>
            <a:r>
              <a:rPr lang="en-US" altLang="zh-CN" sz="3100" dirty="0"/>
              <a:t>B(x)</a:t>
            </a:r>
            <a:r>
              <a:rPr lang="zh-CN" altLang="en-US" sz="3100" dirty="0"/>
              <a:t>表示含自由变量</a:t>
            </a:r>
            <a:r>
              <a:rPr lang="en-US" altLang="zh-CN" sz="3100" dirty="0"/>
              <a:t>x</a:t>
            </a:r>
            <a:r>
              <a:rPr lang="zh-CN" altLang="en-US" sz="3100" dirty="0"/>
              <a:t>的公式，</a:t>
            </a:r>
            <a:r>
              <a:rPr lang="en-US" altLang="zh-CN" sz="3100" dirty="0"/>
              <a:t>A</a:t>
            </a:r>
            <a:r>
              <a:rPr lang="zh-CN" altLang="en-US" sz="3100" dirty="0"/>
              <a:t>，</a:t>
            </a:r>
            <a:r>
              <a:rPr lang="en-US" altLang="zh-CN" sz="3100" dirty="0"/>
              <a:t>B</a:t>
            </a:r>
            <a:r>
              <a:rPr lang="zh-CN" altLang="en-US" sz="3100" dirty="0"/>
              <a:t>表示不含变量</a:t>
            </a:r>
            <a:r>
              <a:rPr lang="en-US" altLang="zh-CN" sz="3100" dirty="0"/>
              <a:t>x(</a:t>
            </a:r>
            <a:r>
              <a:rPr lang="zh-CN" altLang="en-US" sz="3100" dirty="0"/>
              <a:t>不论是自由的还是约束的</a:t>
            </a:r>
            <a:r>
              <a:rPr lang="en-US" altLang="zh-CN" sz="3100" dirty="0"/>
              <a:t>)</a:t>
            </a:r>
            <a:r>
              <a:rPr lang="zh-CN" altLang="en-US" sz="3100" dirty="0"/>
              <a:t>的公式。证明 </a:t>
            </a:r>
            <a:r>
              <a:rPr lang="en-US" altLang="zh-CN" sz="3100" dirty="0"/>
              <a:t>G,H</a:t>
            </a:r>
            <a:r>
              <a:rPr lang="zh-CN" altLang="en-US" sz="3100" dirty="0"/>
              <a:t>等价。</a:t>
            </a: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900" dirty="0" smtClean="0">
                <a:latin typeface="Times New Roman" pitchFamily="18" charset="0"/>
              </a:rPr>
              <a:t>证明：任取解释</a:t>
            </a:r>
            <a:r>
              <a:rPr lang="en-US" altLang="zh-CN" sz="2900" dirty="0" smtClean="0">
                <a:latin typeface="Times New Roman" pitchFamily="18" charset="0"/>
              </a:rPr>
              <a:t>I</a:t>
            </a:r>
            <a:r>
              <a:rPr lang="zh-CN" altLang="en-US" sz="2900" dirty="0" smtClean="0">
                <a:latin typeface="Times New Roman" pitchFamily="18" charset="0"/>
              </a:rPr>
              <a:t>，</a:t>
            </a: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900" dirty="0" smtClean="0">
                <a:solidFill>
                  <a:srgbClr val="FFCC00"/>
                </a:solidFill>
                <a:latin typeface="Times New Roman" pitchFamily="18" charset="0"/>
              </a:rPr>
              <a:t>(1)</a:t>
            </a:r>
            <a:r>
              <a:rPr lang="zh-CN" altLang="en-US" sz="2900" dirty="0" smtClean="0">
                <a:solidFill>
                  <a:srgbClr val="FFCC00"/>
                </a:solidFill>
                <a:latin typeface="Times New Roman" pitchFamily="18" charset="0"/>
              </a:rPr>
              <a:t>若</a:t>
            </a:r>
            <a:r>
              <a:rPr lang="en-US" altLang="zh-CN" sz="2900" dirty="0" smtClean="0">
                <a:solidFill>
                  <a:srgbClr val="FFCC00"/>
                </a:solidFill>
                <a:latin typeface="Times New Roman" pitchFamily="18" charset="0"/>
              </a:rPr>
              <a:t>T</a:t>
            </a:r>
            <a:r>
              <a:rPr lang="en-US" altLang="zh-CN" sz="2900" baseline="-25000" dirty="0" smtClean="0">
                <a:solidFill>
                  <a:srgbClr val="FFCC00"/>
                </a:solidFill>
                <a:latin typeface="Times New Roman" pitchFamily="18" charset="0"/>
              </a:rPr>
              <a:t>I</a:t>
            </a:r>
            <a:r>
              <a:rPr lang="en-US" altLang="zh-CN" sz="2900" dirty="0" smtClean="0">
                <a:solidFill>
                  <a:srgbClr val="FFCC00"/>
                </a:solidFill>
                <a:latin typeface="Times New Roman" pitchFamily="18" charset="0"/>
              </a:rPr>
              <a:t>(G)=1</a:t>
            </a:r>
            <a:r>
              <a:rPr lang="zh-CN" altLang="en-US" sz="2900" dirty="0" smtClean="0">
                <a:solidFill>
                  <a:srgbClr val="FFCC00"/>
                </a:solidFill>
                <a:latin typeface="Times New Roman" pitchFamily="18" charset="0"/>
              </a:rPr>
              <a:t>，</a:t>
            </a:r>
            <a:r>
              <a:rPr lang="zh-CN" altLang="en-US" sz="2900" dirty="0" smtClean="0">
                <a:latin typeface="Times New Roman" pitchFamily="18" charset="0"/>
              </a:rPr>
              <a:t>则</a:t>
            </a:r>
            <a:endParaRPr lang="zh-CN" altLang="en-US" sz="2900" dirty="0" smtClean="0">
              <a:latin typeface="Times New Roman" pitchFamily="18" charset="0"/>
              <a:sym typeface="Wingdings 2" pitchFamily="18" charset="2"/>
            </a:endParaRP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900" dirty="0" smtClean="0">
                <a:latin typeface="Times New Roman" pitchFamily="18" charset="0"/>
                <a:sym typeface="Wingdings 2" pitchFamily="18" charset="2"/>
              </a:rPr>
              <a:t> </a:t>
            </a:r>
            <a:r>
              <a:rPr lang="zh-CN" altLang="en-US" sz="2900" dirty="0" smtClean="0">
                <a:latin typeface="Times New Roman" pitchFamily="18" charset="0"/>
              </a:rPr>
              <a:t>若</a:t>
            </a:r>
            <a:r>
              <a:rPr lang="en-US" altLang="zh-CN" sz="2900" dirty="0" smtClean="0">
                <a:latin typeface="Times New Roman" pitchFamily="18" charset="0"/>
              </a:rPr>
              <a:t>T</a:t>
            </a:r>
            <a:r>
              <a:rPr lang="en-US" altLang="zh-CN" sz="2900" baseline="-25000" dirty="0" smtClean="0">
                <a:latin typeface="Times New Roman" pitchFamily="18" charset="0"/>
              </a:rPr>
              <a:t>I</a:t>
            </a:r>
            <a:r>
              <a:rPr lang="en-US" altLang="zh-CN" sz="2900" dirty="0" smtClean="0">
                <a:latin typeface="Times New Roman" pitchFamily="18" charset="0"/>
              </a:rPr>
              <a:t>(B)=1</a:t>
            </a:r>
            <a:r>
              <a:rPr lang="zh-CN" altLang="en-US" sz="2900" dirty="0" smtClean="0">
                <a:latin typeface="Times New Roman" pitchFamily="18" charset="0"/>
              </a:rPr>
              <a:t>，则对于所有的</a:t>
            </a:r>
            <a:r>
              <a:rPr lang="en-US" altLang="zh-CN" sz="2900" dirty="0" smtClean="0">
                <a:latin typeface="Times New Roman" pitchFamily="18" charset="0"/>
              </a:rPr>
              <a:t>x</a:t>
            </a:r>
            <a:r>
              <a:rPr lang="zh-CN" altLang="en-US" sz="2900" dirty="0" smtClean="0">
                <a:latin typeface="Times New Roman" pitchFamily="18" charset="0"/>
              </a:rPr>
              <a:t>，无论</a:t>
            </a:r>
            <a:r>
              <a:rPr lang="en-US" altLang="zh-CN" sz="2900" dirty="0" smtClean="0">
                <a:latin typeface="Times New Roman" pitchFamily="18" charset="0"/>
              </a:rPr>
              <a:t>A(x)</a:t>
            </a:r>
            <a:r>
              <a:rPr lang="zh-CN" altLang="en-US" sz="2900" dirty="0" smtClean="0">
                <a:latin typeface="Times New Roman" pitchFamily="18" charset="0"/>
              </a:rPr>
              <a:t>取何真值，</a:t>
            </a:r>
            <a:r>
              <a:rPr lang="en-US" altLang="zh-CN" sz="2900" dirty="0">
                <a:latin typeface="Times New Roman" pitchFamily="18" charset="0"/>
                <a:sym typeface="Symbol" pitchFamily="18" charset="2"/>
              </a:rPr>
              <a:t> </a:t>
            </a:r>
            <a:r>
              <a:rPr lang="en-US" altLang="zh-CN" sz="2900" dirty="0" smtClean="0">
                <a:solidFill>
                  <a:schemeClr val="tx2"/>
                </a:solidFill>
                <a:latin typeface="Times New Roman" pitchFamily="18" charset="0"/>
              </a:rPr>
              <a:t>T</a:t>
            </a:r>
            <a:r>
              <a:rPr lang="en-US" altLang="zh-CN" sz="2900" baseline="-25000" dirty="0" smtClean="0">
                <a:solidFill>
                  <a:schemeClr val="tx2"/>
                </a:solidFill>
                <a:latin typeface="Times New Roman" pitchFamily="18" charset="0"/>
              </a:rPr>
              <a:t>I</a:t>
            </a:r>
            <a:r>
              <a:rPr lang="en-US" altLang="zh-CN" sz="2900" dirty="0" smtClean="0">
                <a:latin typeface="Times New Roman" pitchFamily="18" charset="0"/>
                <a:sym typeface="Symbol" pitchFamily="18" charset="2"/>
              </a:rPr>
              <a:t> </a:t>
            </a:r>
            <a:r>
              <a:rPr lang="en-US" altLang="zh-CN" sz="2900" dirty="0" smtClean="0">
                <a:latin typeface="Times New Roman" pitchFamily="18" charset="0"/>
              </a:rPr>
              <a:t>(</a:t>
            </a:r>
            <a:r>
              <a:rPr lang="en-US" altLang="zh-CN" sz="2900" dirty="0">
                <a:latin typeface="Times New Roman" pitchFamily="18" charset="0"/>
              </a:rPr>
              <a:t>A(x)</a:t>
            </a:r>
            <a:r>
              <a:rPr lang="en-US" altLang="zh-CN" sz="2900" dirty="0">
                <a:latin typeface="Times New Roman" pitchFamily="18" charset="0"/>
                <a:sym typeface="Symbol" pitchFamily="18" charset="2"/>
              </a:rPr>
              <a:t></a:t>
            </a:r>
            <a:r>
              <a:rPr lang="en-US" altLang="zh-CN" sz="2900" dirty="0" smtClean="0">
                <a:latin typeface="Times New Roman" pitchFamily="18" charset="0"/>
              </a:rPr>
              <a:t>B)=1</a:t>
            </a:r>
            <a:r>
              <a:rPr lang="zh-CN" altLang="en-US" sz="2900" dirty="0" smtClean="0">
                <a:latin typeface="Times New Roman" pitchFamily="18" charset="0"/>
              </a:rPr>
              <a:t>，</a:t>
            </a:r>
            <a:r>
              <a:rPr lang="en-US" altLang="zh-CN" sz="2900" dirty="0" smtClean="0">
                <a:latin typeface="Times New Roman" pitchFamily="18" charset="0"/>
              </a:rPr>
              <a:t> </a:t>
            </a:r>
            <a:r>
              <a:rPr lang="en-US" altLang="zh-CN" sz="2900" dirty="0" smtClean="0">
                <a:solidFill>
                  <a:schemeClr val="tx2"/>
                </a:solidFill>
                <a:latin typeface="Times New Roman" pitchFamily="18" charset="0"/>
              </a:rPr>
              <a:t>T</a:t>
            </a:r>
            <a:r>
              <a:rPr lang="en-US" altLang="zh-CN" sz="2900" baseline="-25000" dirty="0" smtClean="0">
                <a:solidFill>
                  <a:schemeClr val="tx2"/>
                </a:solidFill>
                <a:latin typeface="Times New Roman" pitchFamily="18" charset="0"/>
              </a:rPr>
              <a:t>I</a:t>
            </a:r>
            <a:r>
              <a:rPr lang="en-US" altLang="zh-CN" sz="2900" dirty="0" smtClean="0">
                <a:latin typeface="Times New Roman" pitchFamily="18" charset="0"/>
              </a:rPr>
              <a:t>(</a:t>
            </a:r>
            <a:r>
              <a:rPr lang="en-US" altLang="zh-CN" sz="2900" dirty="0" smtClean="0">
                <a:latin typeface="Times New Roman" pitchFamily="18" charset="0"/>
                <a:sym typeface="Symbol" pitchFamily="18" charset="2"/>
              </a:rPr>
              <a:t></a:t>
            </a:r>
            <a:r>
              <a:rPr lang="en-US" altLang="zh-CN" sz="2900" dirty="0" smtClean="0">
                <a:latin typeface="Times New Roman" pitchFamily="18" charset="0"/>
              </a:rPr>
              <a:t>x(A(x)</a:t>
            </a:r>
            <a:r>
              <a:rPr lang="en-US" altLang="zh-CN" sz="2900" dirty="0" smtClean="0">
                <a:latin typeface="Times New Roman" pitchFamily="18" charset="0"/>
                <a:sym typeface="Symbol" pitchFamily="18" charset="2"/>
              </a:rPr>
              <a:t></a:t>
            </a:r>
            <a:r>
              <a:rPr lang="en-US" altLang="zh-CN" sz="2900" dirty="0" smtClean="0">
                <a:latin typeface="Times New Roman" pitchFamily="18" charset="0"/>
              </a:rPr>
              <a:t>B))=1</a:t>
            </a:r>
            <a:r>
              <a:rPr lang="zh-CN" altLang="en-US" sz="2900" dirty="0" smtClean="0">
                <a:latin typeface="Times New Roman" pitchFamily="18" charset="0"/>
              </a:rPr>
              <a:t>，即</a:t>
            </a:r>
            <a:r>
              <a:rPr lang="en-US" altLang="zh-CN" sz="2900" dirty="0" smtClean="0">
                <a:solidFill>
                  <a:srgbClr val="FFCC00"/>
                </a:solidFill>
                <a:latin typeface="Times New Roman" pitchFamily="18" charset="0"/>
              </a:rPr>
              <a:t>T</a:t>
            </a:r>
            <a:r>
              <a:rPr lang="en-US" altLang="zh-CN" sz="2900" baseline="-25000" dirty="0" smtClean="0">
                <a:solidFill>
                  <a:srgbClr val="FFCC00"/>
                </a:solidFill>
                <a:latin typeface="Times New Roman" pitchFamily="18" charset="0"/>
              </a:rPr>
              <a:t>I</a:t>
            </a:r>
            <a:r>
              <a:rPr lang="en-US" altLang="zh-CN" sz="2900" dirty="0" smtClean="0">
                <a:solidFill>
                  <a:srgbClr val="FFCC00"/>
                </a:solidFill>
                <a:latin typeface="Times New Roman" pitchFamily="18" charset="0"/>
              </a:rPr>
              <a:t>(H)=1</a:t>
            </a:r>
            <a:r>
              <a:rPr lang="zh-CN" altLang="en-US" sz="2900" dirty="0" smtClean="0">
                <a:solidFill>
                  <a:schemeClr val="tx2"/>
                </a:solidFill>
                <a:latin typeface="Times New Roman" pitchFamily="18" charset="0"/>
              </a:rPr>
              <a:t>。</a:t>
            </a: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900" dirty="0" smtClean="0">
                <a:latin typeface="Times New Roman" pitchFamily="18" charset="0"/>
                <a:sym typeface="Wingdings 2" pitchFamily="18" charset="2"/>
              </a:rPr>
              <a:t>若</a:t>
            </a:r>
            <a:r>
              <a:rPr lang="en-US" altLang="zh-CN" sz="2900" dirty="0" smtClean="0">
                <a:latin typeface="Times New Roman" pitchFamily="18" charset="0"/>
              </a:rPr>
              <a:t>T</a:t>
            </a:r>
            <a:r>
              <a:rPr lang="en-US" altLang="zh-CN" sz="2900" baseline="-25000" dirty="0" smtClean="0">
                <a:latin typeface="Times New Roman" pitchFamily="18" charset="0"/>
              </a:rPr>
              <a:t>I</a:t>
            </a:r>
            <a:r>
              <a:rPr lang="en-US" altLang="zh-CN" sz="2900" dirty="0" smtClean="0">
                <a:latin typeface="Times New Roman" pitchFamily="18" charset="0"/>
              </a:rPr>
              <a:t>(</a:t>
            </a:r>
            <a:r>
              <a:rPr lang="en-US" altLang="zh-CN" sz="2900" dirty="0" smtClean="0">
                <a:latin typeface="Times New Roman" pitchFamily="18" charset="0"/>
                <a:sym typeface="Symbol" pitchFamily="18" charset="2"/>
              </a:rPr>
              <a:t></a:t>
            </a:r>
            <a:r>
              <a:rPr lang="en-US" altLang="zh-CN" sz="2900" dirty="0" err="1" smtClean="0">
                <a:latin typeface="Times New Roman" pitchFamily="18" charset="0"/>
              </a:rPr>
              <a:t>xA</a:t>
            </a:r>
            <a:r>
              <a:rPr lang="en-US" altLang="zh-CN" sz="2900" dirty="0" smtClean="0">
                <a:latin typeface="Times New Roman" pitchFamily="18" charset="0"/>
              </a:rPr>
              <a:t>(x))=0</a:t>
            </a:r>
            <a:r>
              <a:rPr lang="zh-CN" altLang="en-US" sz="2900" dirty="0" smtClean="0">
                <a:latin typeface="Times New Roman" pitchFamily="18" charset="0"/>
              </a:rPr>
              <a:t>，即对于所有的</a:t>
            </a:r>
            <a:r>
              <a:rPr lang="en-US" altLang="zh-CN" sz="2900" dirty="0" smtClean="0">
                <a:latin typeface="Times New Roman" pitchFamily="18" charset="0"/>
              </a:rPr>
              <a:t>x</a:t>
            </a:r>
            <a:r>
              <a:rPr lang="zh-CN" altLang="en-US" sz="2900" dirty="0" smtClean="0">
                <a:latin typeface="Times New Roman" pitchFamily="18" charset="0"/>
              </a:rPr>
              <a:t>， </a:t>
            </a:r>
            <a:r>
              <a:rPr lang="en-US" altLang="zh-CN" sz="2900" dirty="0" smtClean="0">
                <a:latin typeface="Times New Roman" pitchFamily="18" charset="0"/>
              </a:rPr>
              <a:t>T</a:t>
            </a:r>
            <a:r>
              <a:rPr lang="en-US" altLang="zh-CN" sz="2900" baseline="-25000" dirty="0" smtClean="0">
                <a:latin typeface="Times New Roman" pitchFamily="18" charset="0"/>
              </a:rPr>
              <a:t>I</a:t>
            </a:r>
            <a:r>
              <a:rPr lang="en-US" altLang="zh-CN" sz="2900" dirty="0" smtClean="0">
                <a:latin typeface="Times New Roman" pitchFamily="18" charset="0"/>
              </a:rPr>
              <a:t>(A(x))=0</a:t>
            </a:r>
            <a:r>
              <a:rPr lang="zh-CN" altLang="en-US" sz="2900" dirty="0" smtClean="0">
                <a:latin typeface="Times New Roman" pitchFamily="18" charset="0"/>
              </a:rPr>
              <a:t>，所以，对于所有的</a:t>
            </a:r>
            <a:r>
              <a:rPr lang="en-US" altLang="zh-CN" sz="2900" dirty="0" smtClean="0">
                <a:latin typeface="Times New Roman" pitchFamily="18" charset="0"/>
              </a:rPr>
              <a:t>x</a:t>
            </a:r>
            <a:r>
              <a:rPr lang="zh-CN" altLang="en-US" sz="2900" dirty="0" smtClean="0">
                <a:latin typeface="Times New Roman" pitchFamily="18" charset="0"/>
              </a:rPr>
              <a:t>，</a:t>
            </a:r>
            <a:r>
              <a:rPr lang="en-US" altLang="zh-CN" sz="2900" dirty="0" smtClean="0">
                <a:latin typeface="Times New Roman" pitchFamily="18" charset="0"/>
              </a:rPr>
              <a:t>T</a:t>
            </a:r>
            <a:r>
              <a:rPr lang="en-US" altLang="zh-CN" sz="2900" baseline="-25000" dirty="0" smtClean="0">
                <a:latin typeface="Times New Roman" pitchFamily="18" charset="0"/>
              </a:rPr>
              <a:t>I</a:t>
            </a:r>
            <a:r>
              <a:rPr lang="en-US" altLang="zh-CN" sz="2900" dirty="0" smtClean="0">
                <a:latin typeface="Times New Roman" pitchFamily="18" charset="0"/>
              </a:rPr>
              <a:t>(A(x)</a:t>
            </a:r>
            <a:r>
              <a:rPr lang="en-US" altLang="zh-CN" sz="2900" dirty="0" smtClean="0">
                <a:latin typeface="Times New Roman" pitchFamily="18" charset="0"/>
                <a:sym typeface="Symbol" pitchFamily="18" charset="2"/>
              </a:rPr>
              <a:t></a:t>
            </a:r>
            <a:r>
              <a:rPr lang="en-US" altLang="zh-CN" sz="2900" dirty="0" smtClean="0">
                <a:latin typeface="Times New Roman" pitchFamily="18" charset="0"/>
              </a:rPr>
              <a:t>B)=1</a:t>
            </a:r>
            <a:r>
              <a:rPr lang="zh-CN" altLang="en-US" sz="2900" dirty="0" smtClean="0">
                <a:latin typeface="Times New Roman" pitchFamily="18" charset="0"/>
              </a:rPr>
              <a:t>，即</a:t>
            </a:r>
            <a:r>
              <a:rPr lang="en-US" altLang="zh-CN" sz="2900" dirty="0" smtClean="0">
                <a:solidFill>
                  <a:schemeClr val="tx2"/>
                </a:solidFill>
                <a:latin typeface="Times New Roman" pitchFamily="18" charset="0"/>
              </a:rPr>
              <a:t>T</a:t>
            </a:r>
            <a:r>
              <a:rPr lang="en-US" altLang="zh-CN" sz="2900" baseline="-25000" dirty="0" smtClean="0">
                <a:solidFill>
                  <a:schemeClr val="tx2"/>
                </a:solidFill>
                <a:latin typeface="Times New Roman" pitchFamily="18" charset="0"/>
              </a:rPr>
              <a:t>I</a:t>
            </a:r>
            <a:r>
              <a:rPr lang="en-US" altLang="zh-CN" sz="2900" dirty="0" smtClean="0">
                <a:latin typeface="Times New Roman" pitchFamily="18" charset="0"/>
              </a:rPr>
              <a:t>(</a:t>
            </a:r>
            <a:r>
              <a:rPr lang="en-US" altLang="zh-CN" sz="2900" dirty="0" smtClean="0">
                <a:latin typeface="Times New Roman" pitchFamily="18" charset="0"/>
                <a:sym typeface="Symbol" pitchFamily="18" charset="2"/>
              </a:rPr>
              <a:t></a:t>
            </a:r>
            <a:r>
              <a:rPr lang="en-US" altLang="zh-CN" sz="2900" dirty="0" smtClean="0">
                <a:latin typeface="Times New Roman" pitchFamily="18" charset="0"/>
              </a:rPr>
              <a:t>x(A(x)</a:t>
            </a:r>
            <a:r>
              <a:rPr lang="en-US" altLang="zh-CN" sz="2900" dirty="0" smtClean="0">
                <a:latin typeface="Times New Roman" pitchFamily="18" charset="0"/>
                <a:sym typeface="Symbol" pitchFamily="18" charset="2"/>
              </a:rPr>
              <a:t></a:t>
            </a:r>
            <a:r>
              <a:rPr lang="en-US" altLang="zh-CN" sz="2900" dirty="0" smtClean="0">
                <a:latin typeface="Times New Roman" pitchFamily="18" charset="0"/>
              </a:rPr>
              <a:t>B))=1</a:t>
            </a:r>
            <a:r>
              <a:rPr lang="zh-CN" altLang="en-US" sz="2900" dirty="0" smtClean="0">
                <a:latin typeface="Times New Roman" pitchFamily="18" charset="0"/>
              </a:rPr>
              <a:t>，亦即</a:t>
            </a:r>
            <a:r>
              <a:rPr lang="en-US" altLang="zh-CN" sz="2900" dirty="0" smtClean="0">
                <a:solidFill>
                  <a:srgbClr val="FFCC00"/>
                </a:solidFill>
                <a:latin typeface="Times New Roman" pitchFamily="18" charset="0"/>
              </a:rPr>
              <a:t>T</a:t>
            </a:r>
            <a:r>
              <a:rPr lang="en-US" altLang="zh-CN" sz="2900" baseline="-25000" dirty="0" smtClean="0">
                <a:solidFill>
                  <a:srgbClr val="FFCC00"/>
                </a:solidFill>
                <a:latin typeface="Times New Roman" pitchFamily="18" charset="0"/>
              </a:rPr>
              <a:t>I</a:t>
            </a:r>
            <a:r>
              <a:rPr lang="en-US" altLang="zh-CN" sz="2900" dirty="0" smtClean="0">
                <a:solidFill>
                  <a:srgbClr val="FFCC00"/>
                </a:solidFill>
                <a:latin typeface="Times New Roman" pitchFamily="18" charset="0"/>
              </a:rPr>
              <a:t>(H)=1</a:t>
            </a:r>
            <a:r>
              <a:rPr lang="zh-CN" altLang="en-US" sz="2900" dirty="0" smtClean="0">
                <a:latin typeface="Times New Roman" pitchFamily="18" charset="0"/>
              </a:rPr>
              <a:t>。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7ED8883-DA1F-4097-8C32-C1F6F461E57F}" type="slidenum">
              <a:rPr lang="en-US" altLang="zh-CN" smtClean="0"/>
              <a:pPr>
                <a:defRPr/>
              </a:pPr>
              <a:t>61</a:t>
            </a:fld>
            <a:endParaRPr lang="en-US" altLang="zh-CN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166638" y="295057"/>
            <a:ext cx="7772400" cy="646331"/>
          </a:xfrm>
        </p:spPr>
        <p:txBody>
          <a:bodyPr/>
          <a:lstStyle/>
          <a:p>
            <a:pPr algn="l" eaLnBrk="1" hangingPunct="1">
              <a:defRPr/>
            </a:pPr>
            <a:r>
              <a:rPr lang="zh-CN" altLang="en-US" sz="3600" dirty="0" smtClean="0"/>
              <a:t>例</a:t>
            </a: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52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52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8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2528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528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8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2528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2528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1000" y="1030776"/>
            <a:ext cx="8352928" cy="5181600"/>
          </a:xfrm>
        </p:spPr>
        <p:txBody>
          <a:bodyPr/>
          <a:lstStyle/>
          <a:p>
            <a:pPr eaLnBrk="1" hangingPunct="1">
              <a:spcBef>
                <a:spcPts val="700"/>
              </a:spcBef>
              <a:defRPr/>
            </a:pPr>
            <a:r>
              <a:rPr lang="zh-CN" altLang="en-US" sz="3100" dirty="0">
                <a:latin typeface="Times New Roman" pitchFamily="18" charset="0"/>
              </a:rPr>
              <a:t>设</a:t>
            </a:r>
            <a:r>
              <a:rPr lang="en-US" altLang="zh-CN" sz="3100" dirty="0">
                <a:latin typeface="Times New Roman" pitchFamily="18" charset="0"/>
              </a:rPr>
              <a:t>G= </a:t>
            </a:r>
            <a:r>
              <a:rPr lang="en-US" altLang="zh-CN" sz="3100" dirty="0">
                <a:latin typeface="Times New Roman" pitchFamily="18" charset="0"/>
                <a:sym typeface="Symbol" pitchFamily="18" charset="2"/>
              </a:rPr>
              <a:t></a:t>
            </a:r>
            <a:r>
              <a:rPr lang="en-US" altLang="zh-CN" sz="3100" dirty="0" err="1">
                <a:latin typeface="Times New Roman" pitchFamily="18" charset="0"/>
              </a:rPr>
              <a:t>xA</a:t>
            </a:r>
            <a:r>
              <a:rPr lang="en-US" altLang="zh-CN" sz="3100" dirty="0">
                <a:latin typeface="Times New Roman" pitchFamily="18" charset="0"/>
              </a:rPr>
              <a:t>(x)</a:t>
            </a:r>
            <a:r>
              <a:rPr lang="en-US" altLang="zh-CN" sz="3100" dirty="0">
                <a:latin typeface="Times New Roman" pitchFamily="18" charset="0"/>
                <a:sym typeface="Symbol" pitchFamily="18" charset="2"/>
              </a:rPr>
              <a:t></a:t>
            </a:r>
            <a:r>
              <a:rPr lang="en-US" altLang="zh-CN" sz="3100" dirty="0">
                <a:latin typeface="Times New Roman" pitchFamily="18" charset="0"/>
              </a:rPr>
              <a:t>B</a:t>
            </a:r>
            <a:r>
              <a:rPr lang="zh-CN" altLang="en-US" sz="3100" dirty="0">
                <a:latin typeface="Times New Roman" pitchFamily="18" charset="0"/>
              </a:rPr>
              <a:t>，</a:t>
            </a:r>
            <a:r>
              <a:rPr lang="en-US" altLang="zh-CN" sz="3100" dirty="0">
                <a:latin typeface="Times New Roman" pitchFamily="18" charset="0"/>
              </a:rPr>
              <a:t>H= </a:t>
            </a:r>
            <a:r>
              <a:rPr lang="en-US" altLang="zh-CN" sz="3100" dirty="0">
                <a:latin typeface="Times New Roman" pitchFamily="18" charset="0"/>
                <a:sym typeface="Symbol" pitchFamily="18" charset="2"/>
              </a:rPr>
              <a:t></a:t>
            </a:r>
            <a:r>
              <a:rPr lang="en-US" altLang="zh-CN" sz="3100" dirty="0">
                <a:latin typeface="Times New Roman" pitchFamily="18" charset="0"/>
              </a:rPr>
              <a:t>x(A(x)</a:t>
            </a:r>
            <a:r>
              <a:rPr lang="en-US" altLang="zh-CN" sz="3100" dirty="0">
                <a:latin typeface="Times New Roman" pitchFamily="18" charset="0"/>
                <a:sym typeface="Symbol" pitchFamily="18" charset="2"/>
              </a:rPr>
              <a:t></a:t>
            </a:r>
            <a:r>
              <a:rPr lang="en-US" altLang="zh-CN" sz="3100" dirty="0">
                <a:latin typeface="Times New Roman" pitchFamily="18" charset="0"/>
              </a:rPr>
              <a:t>B) </a:t>
            </a:r>
            <a:r>
              <a:rPr lang="zh-CN" altLang="en-US" sz="3100" dirty="0">
                <a:latin typeface="Times New Roman" pitchFamily="18" charset="0"/>
              </a:rPr>
              <a:t>，其中</a:t>
            </a:r>
            <a:r>
              <a:rPr lang="en-US" altLang="zh-CN" sz="3100" dirty="0">
                <a:latin typeface="Times New Roman" pitchFamily="18" charset="0"/>
              </a:rPr>
              <a:t>A(x)</a:t>
            </a:r>
            <a:r>
              <a:rPr lang="zh-CN" altLang="en-US" sz="3100" dirty="0">
                <a:latin typeface="Times New Roman" pitchFamily="18" charset="0"/>
              </a:rPr>
              <a:t>，</a:t>
            </a:r>
            <a:r>
              <a:rPr lang="en-US" altLang="zh-CN" sz="3100" dirty="0">
                <a:latin typeface="Times New Roman" pitchFamily="18" charset="0"/>
              </a:rPr>
              <a:t>B(x)</a:t>
            </a:r>
            <a:r>
              <a:rPr lang="zh-CN" altLang="en-US" sz="3100" dirty="0">
                <a:latin typeface="Times New Roman" pitchFamily="18" charset="0"/>
              </a:rPr>
              <a:t>表示含自由变量</a:t>
            </a:r>
            <a:r>
              <a:rPr lang="en-US" altLang="zh-CN" sz="3100" dirty="0">
                <a:latin typeface="Times New Roman" pitchFamily="18" charset="0"/>
              </a:rPr>
              <a:t>x</a:t>
            </a:r>
            <a:r>
              <a:rPr lang="zh-CN" altLang="en-US" sz="3100" dirty="0">
                <a:latin typeface="Times New Roman" pitchFamily="18" charset="0"/>
              </a:rPr>
              <a:t>的公式，</a:t>
            </a:r>
            <a:r>
              <a:rPr lang="en-US" altLang="zh-CN" sz="3100" dirty="0">
                <a:latin typeface="Times New Roman" pitchFamily="18" charset="0"/>
              </a:rPr>
              <a:t>A</a:t>
            </a:r>
            <a:r>
              <a:rPr lang="zh-CN" altLang="en-US" sz="3100" dirty="0">
                <a:latin typeface="Times New Roman" pitchFamily="18" charset="0"/>
              </a:rPr>
              <a:t>，</a:t>
            </a:r>
            <a:r>
              <a:rPr lang="en-US" altLang="zh-CN" sz="3100" dirty="0">
                <a:latin typeface="Times New Roman" pitchFamily="18" charset="0"/>
              </a:rPr>
              <a:t>B</a:t>
            </a:r>
            <a:r>
              <a:rPr lang="zh-CN" altLang="en-US" sz="3100" dirty="0">
                <a:latin typeface="Times New Roman" pitchFamily="18" charset="0"/>
              </a:rPr>
              <a:t>表示不含变量</a:t>
            </a:r>
            <a:r>
              <a:rPr lang="en-US" altLang="zh-CN" sz="3100" dirty="0">
                <a:latin typeface="Times New Roman" pitchFamily="18" charset="0"/>
              </a:rPr>
              <a:t>x(</a:t>
            </a:r>
            <a:r>
              <a:rPr lang="zh-CN" altLang="en-US" sz="3100" dirty="0">
                <a:latin typeface="Times New Roman" pitchFamily="18" charset="0"/>
              </a:rPr>
              <a:t>不论是自由的还是约束的</a:t>
            </a:r>
            <a:r>
              <a:rPr lang="en-US" altLang="zh-CN" sz="3100" dirty="0">
                <a:latin typeface="Times New Roman" pitchFamily="18" charset="0"/>
              </a:rPr>
              <a:t>)</a:t>
            </a:r>
            <a:r>
              <a:rPr lang="zh-CN" altLang="en-US" sz="3100" dirty="0">
                <a:latin typeface="Times New Roman" pitchFamily="18" charset="0"/>
              </a:rPr>
              <a:t>的公式。证明 </a:t>
            </a:r>
            <a:r>
              <a:rPr lang="en-US" altLang="zh-CN" sz="3100" dirty="0">
                <a:latin typeface="Times New Roman" pitchFamily="18" charset="0"/>
              </a:rPr>
              <a:t>G,H</a:t>
            </a:r>
            <a:r>
              <a:rPr lang="zh-CN" altLang="en-US" sz="3100" dirty="0">
                <a:latin typeface="Times New Roman" pitchFamily="18" charset="0"/>
              </a:rPr>
              <a:t>等价。</a:t>
            </a:r>
            <a:endParaRPr lang="en-US" altLang="zh-CN" sz="3100" dirty="0">
              <a:latin typeface="Times New Roman" pitchFamily="18" charset="0"/>
            </a:endParaRP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3000" dirty="0" smtClean="0">
                <a:solidFill>
                  <a:srgbClr val="FFCC00"/>
                </a:solidFill>
                <a:latin typeface="Times New Roman" pitchFamily="18" charset="0"/>
              </a:rPr>
              <a:t>证明</a:t>
            </a:r>
            <a:r>
              <a:rPr lang="en-US" altLang="zh-CN" sz="3000" dirty="0" smtClean="0">
                <a:solidFill>
                  <a:srgbClr val="FFCC00"/>
                </a:solidFill>
                <a:latin typeface="Times New Roman" pitchFamily="18" charset="0"/>
              </a:rPr>
              <a:t>: </a:t>
            </a:r>
            <a:r>
              <a:rPr lang="en-US" altLang="zh-CN" sz="3000" dirty="0" smtClean="0">
                <a:solidFill>
                  <a:srgbClr val="FFCC00"/>
                </a:solidFill>
                <a:latin typeface="Times New Roman" pitchFamily="18" charset="0"/>
                <a:sym typeface="Wingdings" pitchFamily="2" charset="2"/>
              </a:rPr>
              <a:t>(2)</a:t>
            </a:r>
            <a:r>
              <a:rPr lang="zh-CN" altLang="en-US" sz="3000" dirty="0" smtClean="0">
                <a:solidFill>
                  <a:srgbClr val="FFCC00"/>
                </a:solidFill>
                <a:latin typeface="Times New Roman" pitchFamily="18" charset="0"/>
              </a:rPr>
              <a:t>若</a:t>
            </a:r>
            <a:r>
              <a:rPr lang="en-US" altLang="zh-CN" sz="3000" dirty="0" smtClean="0">
                <a:solidFill>
                  <a:srgbClr val="FFCC00"/>
                </a:solidFill>
                <a:latin typeface="Times New Roman" pitchFamily="18" charset="0"/>
              </a:rPr>
              <a:t>T</a:t>
            </a:r>
            <a:r>
              <a:rPr lang="en-US" altLang="zh-CN" sz="3000" baseline="-25000" dirty="0" smtClean="0">
                <a:solidFill>
                  <a:srgbClr val="FFCC00"/>
                </a:solidFill>
                <a:latin typeface="Times New Roman" pitchFamily="18" charset="0"/>
              </a:rPr>
              <a:t>I</a:t>
            </a:r>
            <a:r>
              <a:rPr lang="en-US" altLang="zh-CN" sz="3000" dirty="0" smtClean="0">
                <a:solidFill>
                  <a:srgbClr val="FFCC00"/>
                </a:solidFill>
                <a:latin typeface="Times New Roman" pitchFamily="18" charset="0"/>
              </a:rPr>
              <a:t>(G)=0</a:t>
            </a:r>
            <a:r>
              <a:rPr lang="zh-CN" altLang="en-US" sz="3000" dirty="0" smtClean="0">
                <a:solidFill>
                  <a:srgbClr val="FFCC00"/>
                </a:solidFill>
                <a:latin typeface="Times New Roman" pitchFamily="18" charset="0"/>
              </a:rPr>
              <a:t>，</a:t>
            </a:r>
            <a:r>
              <a:rPr lang="zh-CN" altLang="en-US" sz="3000" dirty="0" smtClean="0">
                <a:latin typeface="Times New Roman" pitchFamily="18" charset="0"/>
              </a:rPr>
              <a:t>则必有</a:t>
            </a:r>
            <a:r>
              <a:rPr lang="en-US" altLang="zh-CN" sz="3000" dirty="0" smtClean="0">
                <a:latin typeface="Times New Roman" pitchFamily="18" charset="0"/>
              </a:rPr>
              <a:t>T</a:t>
            </a:r>
            <a:r>
              <a:rPr lang="en-US" altLang="zh-CN" sz="3000" baseline="-25000" dirty="0" smtClean="0">
                <a:latin typeface="Times New Roman" pitchFamily="18" charset="0"/>
              </a:rPr>
              <a:t>I</a:t>
            </a:r>
            <a:r>
              <a:rPr lang="en-US" altLang="zh-CN" sz="3000" dirty="0" smtClean="0">
                <a:latin typeface="Times New Roman" pitchFamily="18" charset="0"/>
              </a:rPr>
              <a:t>(</a:t>
            </a:r>
            <a:r>
              <a:rPr lang="en-US" altLang="zh-CN" sz="3000" dirty="0" smtClean="0">
                <a:latin typeface="Times New Roman" pitchFamily="18" charset="0"/>
                <a:sym typeface="Symbol" pitchFamily="18" charset="2"/>
              </a:rPr>
              <a:t></a:t>
            </a:r>
            <a:r>
              <a:rPr lang="en-US" altLang="zh-CN" sz="3000" dirty="0" err="1" smtClean="0">
                <a:latin typeface="Times New Roman" pitchFamily="18" charset="0"/>
              </a:rPr>
              <a:t>xA</a:t>
            </a:r>
            <a:r>
              <a:rPr lang="en-US" altLang="zh-CN" sz="3000" dirty="0" smtClean="0">
                <a:latin typeface="Times New Roman" pitchFamily="18" charset="0"/>
              </a:rPr>
              <a:t>(x))=1</a:t>
            </a:r>
            <a:r>
              <a:rPr lang="zh-CN" altLang="en-US" sz="3000" dirty="0" smtClean="0">
                <a:latin typeface="Times New Roman" pitchFamily="18" charset="0"/>
              </a:rPr>
              <a:t>，且</a:t>
            </a:r>
            <a:r>
              <a:rPr lang="en-US" altLang="zh-CN" sz="3000" dirty="0" smtClean="0">
                <a:latin typeface="Times New Roman" pitchFamily="18" charset="0"/>
              </a:rPr>
              <a:t>T</a:t>
            </a:r>
            <a:r>
              <a:rPr lang="en-US" altLang="zh-CN" sz="3000" baseline="-25000" dirty="0" smtClean="0">
                <a:latin typeface="Times New Roman" pitchFamily="18" charset="0"/>
              </a:rPr>
              <a:t>I</a:t>
            </a:r>
            <a:r>
              <a:rPr lang="en-US" altLang="zh-CN" sz="3000" dirty="0" smtClean="0">
                <a:latin typeface="Times New Roman" pitchFamily="18" charset="0"/>
              </a:rPr>
              <a:t>(B)=0</a:t>
            </a:r>
            <a:r>
              <a:rPr lang="zh-CN" altLang="en-US" sz="3000" dirty="0" smtClean="0">
                <a:latin typeface="Times New Roman" pitchFamily="18" charset="0"/>
              </a:rPr>
              <a:t>，于是存在</a:t>
            </a:r>
            <a:r>
              <a:rPr lang="en-US" altLang="zh-CN" sz="3000" dirty="0" smtClean="0">
                <a:latin typeface="Times New Roman" pitchFamily="18" charset="0"/>
              </a:rPr>
              <a:t>x</a:t>
            </a:r>
            <a:r>
              <a:rPr lang="en-US" altLang="zh-CN" sz="3000" baseline="-25000" dirty="0" smtClean="0">
                <a:latin typeface="Times New Roman" pitchFamily="18" charset="0"/>
              </a:rPr>
              <a:t>0</a:t>
            </a:r>
            <a:r>
              <a:rPr lang="en-US" altLang="zh-CN" sz="3000" dirty="0" smtClean="0">
                <a:latin typeface="Times New Roman" pitchFamily="18" charset="0"/>
                <a:sym typeface="Symbol" pitchFamily="18" charset="2"/>
              </a:rPr>
              <a:t></a:t>
            </a:r>
            <a:r>
              <a:rPr lang="en-US" altLang="zh-CN" sz="3000" dirty="0" smtClean="0">
                <a:latin typeface="Times New Roman" pitchFamily="18" charset="0"/>
              </a:rPr>
              <a:t>D</a:t>
            </a:r>
            <a:r>
              <a:rPr lang="zh-CN" altLang="en-US" sz="3000" dirty="0" smtClean="0">
                <a:latin typeface="Times New Roman" pitchFamily="18" charset="0"/>
              </a:rPr>
              <a:t>， 使得</a:t>
            </a:r>
            <a:r>
              <a:rPr lang="en-US" altLang="zh-CN" sz="3000" dirty="0" smtClean="0">
                <a:latin typeface="Times New Roman" pitchFamily="18" charset="0"/>
              </a:rPr>
              <a:t>T</a:t>
            </a:r>
            <a:r>
              <a:rPr lang="en-US" altLang="zh-CN" sz="3000" baseline="-25000" dirty="0" smtClean="0">
                <a:latin typeface="Times New Roman" pitchFamily="18" charset="0"/>
              </a:rPr>
              <a:t>I</a:t>
            </a:r>
            <a:r>
              <a:rPr lang="en-US" altLang="zh-CN" sz="3000" dirty="0" smtClean="0">
                <a:latin typeface="Times New Roman" pitchFamily="18" charset="0"/>
              </a:rPr>
              <a:t>(A(x</a:t>
            </a:r>
            <a:r>
              <a:rPr lang="en-US" altLang="zh-CN" sz="3000" baseline="-25000" dirty="0" smtClean="0">
                <a:latin typeface="Times New Roman" pitchFamily="18" charset="0"/>
              </a:rPr>
              <a:t>0</a:t>
            </a:r>
            <a:r>
              <a:rPr lang="en-US" altLang="zh-CN" sz="3000" dirty="0" smtClean="0">
                <a:latin typeface="Times New Roman" pitchFamily="18" charset="0"/>
              </a:rPr>
              <a:t>) )=1</a:t>
            </a:r>
            <a:r>
              <a:rPr lang="zh-CN" altLang="en-US" sz="3000" dirty="0" smtClean="0">
                <a:latin typeface="Times New Roman" pitchFamily="18" charset="0"/>
              </a:rPr>
              <a:t>，即</a:t>
            </a:r>
            <a:r>
              <a:rPr lang="en-US" altLang="zh-CN" sz="3000" dirty="0" smtClean="0">
                <a:solidFill>
                  <a:schemeClr val="tx2"/>
                </a:solidFill>
                <a:latin typeface="Times New Roman" pitchFamily="18" charset="0"/>
              </a:rPr>
              <a:t>T</a:t>
            </a:r>
            <a:r>
              <a:rPr lang="en-US" altLang="zh-CN" sz="3000" baseline="-25000" dirty="0" smtClean="0">
                <a:solidFill>
                  <a:schemeClr val="tx2"/>
                </a:solidFill>
                <a:latin typeface="Times New Roman" pitchFamily="18" charset="0"/>
              </a:rPr>
              <a:t>I</a:t>
            </a:r>
            <a:r>
              <a:rPr lang="en-US" altLang="zh-CN" sz="3000" dirty="0" smtClean="0">
                <a:latin typeface="Times New Roman" pitchFamily="18" charset="0"/>
              </a:rPr>
              <a:t>(A(x</a:t>
            </a:r>
            <a:r>
              <a:rPr lang="en-US" altLang="zh-CN" sz="3000" baseline="-25000" dirty="0" smtClean="0">
                <a:latin typeface="Times New Roman" pitchFamily="18" charset="0"/>
              </a:rPr>
              <a:t>0</a:t>
            </a:r>
            <a:r>
              <a:rPr lang="en-US" altLang="zh-CN" sz="3000" dirty="0" smtClean="0">
                <a:latin typeface="Times New Roman" pitchFamily="18" charset="0"/>
              </a:rPr>
              <a:t>)</a:t>
            </a:r>
            <a:r>
              <a:rPr lang="en-US" altLang="zh-CN" sz="3000" dirty="0" smtClean="0">
                <a:latin typeface="Times New Roman" pitchFamily="18" charset="0"/>
                <a:sym typeface="Symbol" pitchFamily="18" charset="2"/>
              </a:rPr>
              <a:t></a:t>
            </a:r>
            <a:r>
              <a:rPr lang="en-US" altLang="zh-CN" sz="3000" dirty="0" smtClean="0">
                <a:latin typeface="Times New Roman" pitchFamily="18" charset="0"/>
              </a:rPr>
              <a:t>B)</a:t>
            </a:r>
            <a:r>
              <a:rPr lang="zh-CN" altLang="en-US" sz="3000" dirty="0" smtClean="0">
                <a:latin typeface="Times New Roman" pitchFamily="18" charset="0"/>
              </a:rPr>
              <a:t>）</a:t>
            </a:r>
            <a:r>
              <a:rPr lang="en-US" altLang="zh-CN" sz="3000" dirty="0" smtClean="0">
                <a:latin typeface="Times New Roman" pitchFamily="18" charset="0"/>
              </a:rPr>
              <a:t>=0</a:t>
            </a:r>
            <a:r>
              <a:rPr lang="zh-CN" altLang="en-US" sz="3000" dirty="0" smtClean="0">
                <a:latin typeface="Times New Roman" pitchFamily="18" charset="0"/>
              </a:rPr>
              <a:t>，从而</a:t>
            </a:r>
            <a:r>
              <a:rPr lang="en-US" altLang="zh-CN" sz="3000" dirty="0" smtClean="0">
                <a:solidFill>
                  <a:schemeClr val="tx2"/>
                </a:solidFill>
                <a:latin typeface="Times New Roman" pitchFamily="18" charset="0"/>
              </a:rPr>
              <a:t>T</a:t>
            </a:r>
            <a:r>
              <a:rPr lang="en-US" altLang="zh-CN" sz="3000" baseline="-25000" dirty="0" smtClean="0">
                <a:solidFill>
                  <a:schemeClr val="tx2"/>
                </a:solidFill>
                <a:latin typeface="Times New Roman" pitchFamily="18" charset="0"/>
              </a:rPr>
              <a:t>I</a:t>
            </a:r>
            <a:r>
              <a:rPr lang="en-US" altLang="zh-CN" sz="3000" dirty="0" smtClean="0">
                <a:latin typeface="Times New Roman" pitchFamily="18" charset="0"/>
              </a:rPr>
              <a:t>(</a:t>
            </a:r>
            <a:r>
              <a:rPr lang="en-US" altLang="zh-CN" sz="3000" dirty="0" smtClean="0">
                <a:solidFill>
                  <a:schemeClr val="tx2"/>
                </a:solidFill>
                <a:latin typeface="Times New Roman" pitchFamily="18" charset="0"/>
                <a:sym typeface="Symbol" pitchFamily="18" charset="2"/>
              </a:rPr>
              <a:t></a:t>
            </a:r>
            <a:r>
              <a:rPr lang="en-US" altLang="zh-CN" sz="3000" dirty="0" smtClean="0">
                <a:solidFill>
                  <a:schemeClr val="tx2"/>
                </a:solidFill>
                <a:latin typeface="Times New Roman" pitchFamily="18" charset="0"/>
              </a:rPr>
              <a:t>x</a:t>
            </a:r>
            <a:r>
              <a:rPr lang="en-US" altLang="zh-CN" sz="3000" dirty="0" smtClean="0">
                <a:latin typeface="Times New Roman" pitchFamily="18" charset="0"/>
              </a:rPr>
              <a:t>(A(x)</a:t>
            </a:r>
            <a:r>
              <a:rPr lang="en-US" altLang="zh-CN" sz="3000" dirty="0" smtClean="0">
                <a:latin typeface="Times New Roman" pitchFamily="18" charset="0"/>
                <a:sym typeface="Symbol" pitchFamily="18" charset="2"/>
              </a:rPr>
              <a:t></a:t>
            </a:r>
            <a:r>
              <a:rPr lang="en-US" altLang="zh-CN" sz="3000" dirty="0" smtClean="0">
                <a:latin typeface="Times New Roman" pitchFamily="18" charset="0"/>
              </a:rPr>
              <a:t>B)</a:t>
            </a:r>
            <a:r>
              <a:rPr lang="zh-CN" altLang="en-US" sz="3000" dirty="0" smtClean="0">
                <a:latin typeface="Times New Roman" pitchFamily="18" charset="0"/>
              </a:rPr>
              <a:t>）</a:t>
            </a:r>
            <a:r>
              <a:rPr lang="en-US" altLang="zh-CN" sz="3000" dirty="0" smtClean="0">
                <a:latin typeface="Times New Roman" pitchFamily="18" charset="0"/>
              </a:rPr>
              <a:t>=0</a:t>
            </a:r>
            <a:r>
              <a:rPr lang="zh-CN" altLang="en-US" sz="3000" dirty="0" smtClean="0">
                <a:latin typeface="Times New Roman" pitchFamily="18" charset="0"/>
              </a:rPr>
              <a:t>，亦即</a:t>
            </a:r>
            <a:r>
              <a:rPr lang="en-US" altLang="zh-CN" sz="3000" dirty="0" smtClean="0">
                <a:solidFill>
                  <a:srgbClr val="FFCC00"/>
                </a:solidFill>
                <a:latin typeface="Times New Roman" pitchFamily="18" charset="0"/>
              </a:rPr>
              <a:t>T</a:t>
            </a:r>
            <a:r>
              <a:rPr lang="en-US" altLang="zh-CN" sz="3000" baseline="-25000" dirty="0" smtClean="0">
                <a:solidFill>
                  <a:srgbClr val="FFCC00"/>
                </a:solidFill>
                <a:latin typeface="Times New Roman" pitchFamily="18" charset="0"/>
              </a:rPr>
              <a:t>I</a:t>
            </a:r>
            <a:r>
              <a:rPr lang="en-US" altLang="zh-CN" sz="3000" dirty="0" smtClean="0">
                <a:solidFill>
                  <a:srgbClr val="FFCC00"/>
                </a:solidFill>
                <a:latin typeface="Times New Roman" pitchFamily="18" charset="0"/>
              </a:rPr>
              <a:t>(H)=0</a:t>
            </a:r>
            <a:r>
              <a:rPr lang="zh-CN" altLang="en-US" sz="3000" dirty="0" smtClean="0">
                <a:latin typeface="Times New Roman" pitchFamily="18" charset="0"/>
              </a:rPr>
              <a:t>。</a:t>
            </a: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3000" dirty="0" smtClean="0">
                <a:latin typeface="Times New Roman" pitchFamily="18" charset="0"/>
              </a:rPr>
              <a:t>因此，</a:t>
            </a:r>
            <a:r>
              <a:rPr lang="en-US" altLang="zh-CN" sz="3000" dirty="0" smtClean="0">
                <a:latin typeface="Times New Roman" pitchFamily="18" charset="0"/>
              </a:rPr>
              <a:t>(</a:t>
            </a:r>
            <a:r>
              <a:rPr lang="en-US" altLang="zh-CN" sz="3000" dirty="0" smtClean="0">
                <a:latin typeface="Times New Roman" pitchFamily="18" charset="0"/>
                <a:sym typeface="Symbol" pitchFamily="18" charset="2"/>
              </a:rPr>
              <a:t></a:t>
            </a:r>
            <a:r>
              <a:rPr lang="en-US" altLang="zh-CN" sz="3000" dirty="0" err="1" smtClean="0">
                <a:latin typeface="Times New Roman" pitchFamily="18" charset="0"/>
              </a:rPr>
              <a:t>xA</a:t>
            </a:r>
            <a:r>
              <a:rPr lang="en-US" altLang="zh-CN" sz="3000" dirty="0" smtClean="0">
                <a:latin typeface="Times New Roman" pitchFamily="18" charset="0"/>
              </a:rPr>
              <a:t>(x)</a:t>
            </a:r>
            <a:r>
              <a:rPr lang="en-US" altLang="zh-CN" sz="3000" dirty="0" smtClean="0">
                <a:latin typeface="Times New Roman" pitchFamily="18" charset="0"/>
                <a:sym typeface="Symbol" pitchFamily="18" charset="2"/>
              </a:rPr>
              <a:t></a:t>
            </a:r>
            <a:r>
              <a:rPr lang="en-US" altLang="zh-CN" sz="3000" dirty="0" smtClean="0">
                <a:latin typeface="Times New Roman" pitchFamily="18" charset="0"/>
              </a:rPr>
              <a:t>B)=</a:t>
            </a:r>
            <a:r>
              <a:rPr lang="en-US" altLang="zh-CN" sz="3000" dirty="0" smtClean="0">
                <a:latin typeface="Times New Roman" pitchFamily="18" charset="0"/>
                <a:sym typeface="Symbol" pitchFamily="18" charset="2"/>
              </a:rPr>
              <a:t></a:t>
            </a:r>
            <a:r>
              <a:rPr lang="en-US" altLang="zh-CN" sz="3000" dirty="0" smtClean="0">
                <a:latin typeface="Times New Roman" pitchFamily="18" charset="0"/>
              </a:rPr>
              <a:t>x(A(x)</a:t>
            </a:r>
            <a:r>
              <a:rPr lang="en-US" altLang="zh-CN" sz="3000" dirty="0" smtClean="0">
                <a:latin typeface="Times New Roman" pitchFamily="18" charset="0"/>
                <a:sym typeface="Symbol" pitchFamily="18" charset="2"/>
              </a:rPr>
              <a:t></a:t>
            </a:r>
            <a:r>
              <a:rPr lang="en-US" altLang="zh-CN" sz="3000" dirty="0" smtClean="0">
                <a:latin typeface="Times New Roman" pitchFamily="18" charset="0"/>
              </a:rPr>
              <a:t>B)</a:t>
            </a:r>
            <a:r>
              <a:rPr lang="zh-CN" altLang="en-US" sz="3000" dirty="0" smtClean="0">
                <a:latin typeface="Times New Roman" pitchFamily="18" charset="0"/>
              </a:rPr>
              <a:t>。</a:t>
            </a:r>
          </a:p>
          <a:p>
            <a:pPr>
              <a:defRPr/>
            </a:pPr>
            <a:endParaRPr lang="zh-CN" altLang="en-US" sz="3200" b="1" dirty="0" smtClean="0">
              <a:latin typeface="Times New Roman" pitchFamily="18" charset="0"/>
            </a:endParaRPr>
          </a:p>
          <a:p>
            <a:pPr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A41CA62-9BEA-4EC6-9932-FD7C33FE87F5}" type="slidenum">
              <a:rPr lang="en-US" altLang="zh-CN" smtClean="0"/>
              <a:pPr>
                <a:defRPr/>
              </a:pPr>
              <a:t>62</a:t>
            </a:fld>
            <a:endParaRPr lang="en-US" altLang="zh-CN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166638" y="295057"/>
            <a:ext cx="7772400" cy="646331"/>
          </a:xfrm>
        </p:spPr>
        <p:txBody>
          <a:bodyPr/>
          <a:lstStyle/>
          <a:p>
            <a:pPr algn="l" eaLnBrk="1" hangingPunct="1">
              <a:defRPr/>
            </a:pPr>
            <a:r>
              <a:rPr lang="zh-CN" altLang="en-US" sz="3600" dirty="0" smtClean="0"/>
              <a:t>例</a:t>
            </a: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309" name="Rectangle 5"/>
          <p:cNvSpPr>
            <a:spLocks noGrp="1" noChangeArrowheads="1"/>
          </p:cNvSpPr>
          <p:nvPr>
            <p:ph idx="1"/>
          </p:nvPr>
        </p:nvSpPr>
        <p:spPr>
          <a:xfrm>
            <a:off x="381000" y="941388"/>
            <a:ext cx="8352928" cy="5780088"/>
          </a:xfrm>
        </p:spPr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zh-CN" altLang="en-US" sz="3100" dirty="0" smtClean="0">
                <a:latin typeface="Times New Roman" pitchFamily="18" charset="0"/>
              </a:rPr>
              <a:t>设  </a:t>
            </a:r>
            <a:r>
              <a:rPr lang="en-US" altLang="zh-CN" sz="3100" dirty="0" smtClean="0">
                <a:latin typeface="Times New Roman" pitchFamily="18" charset="0"/>
              </a:rPr>
              <a:t>G</a:t>
            </a:r>
            <a:r>
              <a:rPr lang="en-US" altLang="zh-CN" sz="3100" dirty="0">
                <a:latin typeface="Times New Roman" pitchFamily="18" charset="0"/>
              </a:rPr>
              <a:t>= </a:t>
            </a:r>
            <a:r>
              <a:rPr lang="en-US" altLang="zh-CN" sz="3100" dirty="0">
                <a:latin typeface="Times New Roman" pitchFamily="18" charset="0"/>
                <a:sym typeface="Symbol" pitchFamily="18" charset="2"/>
              </a:rPr>
              <a:t></a:t>
            </a:r>
            <a:r>
              <a:rPr lang="en-US" altLang="zh-CN" sz="3100" dirty="0">
                <a:latin typeface="Times New Roman" pitchFamily="18" charset="0"/>
              </a:rPr>
              <a:t>x(A(x)</a:t>
            </a:r>
            <a:r>
              <a:rPr lang="en-US" altLang="zh-CN" sz="3100" dirty="0">
                <a:latin typeface="Times New Roman" pitchFamily="18" charset="0"/>
                <a:sym typeface="Symbol" pitchFamily="18" charset="2"/>
              </a:rPr>
              <a:t></a:t>
            </a:r>
            <a:r>
              <a:rPr lang="en-US" altLang="zh-CN" sz="3100" dirty="0">
                <a:latin typeface="Times New Roman" pitchFamily="18" charset="0"/>
              </a:rPr>
              <a:t>B(x))</a:t>
            </a:r>
            <a:r>
              <a:rPr lang="zh-CN" altLang="en-US" sz="3100" dirty="0">
                <a:latin typeface="Times New Roman" pitchFamily="18" charset="0"/>
              </a:rPr>
              <a:t>，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3100" dirty="0" smtClean="0">
                <a:latin typeface="Times New Roman" pitchFamily="18" charset="0"/>
              </a:rPr>
              <a:t>          </a:t>
            </a:r>
            <a:r>
              <a:rPr lang="en-US" altLang="zh-CN" sz="3100" dirty="0" smtClean="0">
                <a:latin typeface="Times New Roman" pitchFamily="18" charset="0"/>
              </a:rPr>
              <a:t>H= </a:t>
            </a:r>
            <a:r>
              <a:rPr lang="en-US" altLang="zh-CN" sz="3100" dirty="0" smtClean="0">
                <a:latin typeface="Times New Roman" pitchFamily="18" charset="0"/>
                <a:sym typeface="Symbol" pitchFamily="18" charset="2"/>
              </a:rPr>
              <a:t></a:t>
            </a:r>
            <a:r>
              <a:rPr lang="en-US" altLang="zh-CN" sz="3100" dirty="0" smtClean="0">
                <a:latin typeface="Times New Roman" pitchFamily="18" charset="0"/>
              </a:rPr>
              <a:t>x A(x)</a:t>
            </a:r>
            <a:r>
              <a:rPr lang="en-US" altLang="zh-CN" sz="3100" dirty="0" smtClean="0">
                <a:latin typeface="Times New Roman" pitchFamily="18" charset="0"/>
                <a:sym typeface="Symbol" pitchFamily="18" charset="2"/>
              </a:rPr>
              <a:t> </a:t>
            </a:r>
            <a:r>
              <a:rPr lang="en-US" altLang="zh-CN" sz="3100" dirty="0" smtClean="0">
                <a:latin typeface="Times New Roman" pitchFamily="18" charset="0"/>
              </a:rPr>
              <a:t>x B(x)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3100" dirty="0" smtClean="0">
                <a:latin typeface="Times New Roman" pitchFamily="18" charset="0"/>
              </a:rPr>
              <a:t>       G</a:t>
            </a:r>
            <a:r>
              <a:rPr lang="zh-CN" altLang="en-US" sz="3100" dirty="0" smtClean="0">
                <a:latin typeface="Times New Roman" pitchFamily="18" charset="0"/>
              </a:rPr>
              <a:t>，</a:t>
            </a:r>
            <a:r>
              <a:rPr lang="en-US" altLang="zh-CN" sz="3100" dirty="0" smtClean="0">
                <a:latin typeface="Times New Roman" pitchFamily="18" charset="0"/>
              </a:rPr>
              <a:t>H</a:t>
            </a:r>
            <a:r>
              <a:rPr lang="zh-CN" altLang="en-US" sz="3100" dirty="0" smtClean="0">
                <a:latin typeface="Times New Roman" pitchFamily="18" charset="0"/>
              </a:rPr>
              <a:t>不等价。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3100" dirty="0" smtClean="0">
                <a:latin typeface="Times New Roman" pitchFamily="18" charset="0"/>
              </a:rPr>
              <a:t>举反例：简单扼要、击中要害</a:t>
            </a:r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r>
              <a:rPr lang="zh-CN" altLang="en-US" sz="3100" dirty="0" smtClean="0">
                <a:solidFill>
                  <a:schemeClr val="tx2"/>
                </a:solidFill>
                <a:latin typeface="Times New Roman" pitchFamily="18" charset="0"/>
              </a:rPr>
              <a:t>解：</a:t>
            </a:r>
            <a:r>
              <a:rPr lang="en-US" altLang="zh-CN" sz="3100" dirty="0" smtClean="0">
                <a:latin typeface="Times New Roman" pitchFamily="18" charset="0"/>
              </a:rPr>
              <a:t>I: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3300" dirty="0" smtClean="0">
                <a:latin typeface="Times New Roman" pitchFamily="18" charset="0"/>
              </a:rPr>
              <a:t>        D={</a:t>
            </a:r>
            <a:r>
              <a:rPr lang="en-US" altLang="zh-CN" sz="3300" dirty="0" smtClean="0">
                <a:solidFill>
                  <a:srgbClr val="FFCC00"/>
                </a:solidFill>
                <a:latin typeface="Times New Roman" pitchFamily="18" charset="0"/>
              </a:rPr>
              <a:t>2</a:t>
            </a:r>
            <a:r>
              <a:rPr lang="zh-CN" altLang="en-US" sz="3300" dirty="0" smtClean="0">
                <a:solidFill>
                  <a:srgbClr val="FFCC00"/>
                </a:solidFill>
                <a:latin typeface="Times New Roman" pitchFamily="18" charset="0"/>
              </a:rPr>
              <a:t>，</a:t>
            </a:r>
            <a:r>
              <a:rPr lang="en-US" altLang="zh-CN" sz="3300" dirty="0" smtClean="0">
                <a:solidFill>
                  <a:srgbClr val="FFCC00"/>
                </a:solidFill>
                <a:latin typeface="Times New Roman" pitchFamily="18" charset="0"/>
              </a:rPr>
              <a:t>3</a:t>
            </a:r>
            <a:r>
              <a:rPr lang="en-US" altLang="zh-CN" sz="3300" dirty="0" smtClean="0">
                <a:latin typeface="Times New Roman" pitchFamily="18" charset="0"/>
              </a:rPr>
              <a:t>}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3300" dirty="0" smtClean="0">
                <a:latin typeface="Times New Roman" pitchFamily="18" charset="0"/>
              </a:rPr>
              <a:t> </a:t>
            </a:r>
            <a:r>
              <a:rPr lang="en-US" altLang="zh-CN" sz="3000" u="sng" dirty="0" smtClean="0">
                <a:latin typeface="Times New Roman" pitchFamily="18" charset="0"/>
              </a:rPr>
              <a:t> </a:t>
            </a:r>
            <a:r>
              <a:rPr lang="en-US" altLang="zh-CN" sz="2800" u="sng" dirty="0" smtClean="0">
                <a:latin typeface="Times New Roman" pitchFamily="18" charset="0"/>
              </a:rPr>
              <a:t>A(2)   A(3)   B(2)   B(3) </a:t>
            </a:r>
            <a:r>
              <a:rPr lang="en-US" altLang="zh-CN" sz="2800" dirty="0" smtClean="0">
                <a:latin typeface="Times New Roman" pitchFamily="18" charset="0"/>
              </a:rPr>
              <a:t>	 </a:t>
            </a:r>
            <a:r>
              <a:rPr lang="en-US" altLang="zh-CN" sz="2800" u="sng" dirty="0">
                <a:latin typeface="Times New Roman" pitchFamily="18" charset="0"/>
              </a:rPr>
              <a:t>A(2)   A(3)   B(2)   B(3) </a:t>
            </a:r>
            <a:r>
              <a:rPr lang="en-US" altLang="zh-CN" sz="3000" dirty="0" smtClean="0">
                <a:latin typeface="Times New Roman" pitchFamily="18" charset="0"/>
              </a:rPr>
              <a:t>    </a:t>
            </a:r>
            <a:endParaRPr lang="en-US" altLang="zh-CN" sz="3000" dirty="0">
              <a:latin typeface="Times New Roman" pitchFamily="18" charset="0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3000" dirty="0">
                <a:latin typeface="Times New Roman" pitchFamily="18" charset="0"/>
              </a:rPr>
              <a:t>     1        0       0     </a:t>
            </a:r>
            <a:r>
              <a:rPr lang="en-US" altLang="zh-CN" sz="3000" dirty="0" smtClean="0">
                <a:latin typeface="Times New Roman" pitchFamily="18" charset="0"/>
              </a:rPr>
              <a:t> </a:t>
            </a:r>
            <a:r>
              <a:rPr lang="zh-CN" altLang="en-US" sz="3000" dirty="0" smtClean="0">
                <a:latin typeface="Times New Roman" pitchFamily="18" charset="0"/>
              </a:rPr>
              <a:t>任意</a:t>
            </a:r>
            <a:r>
              <a:rPr lang="en-US" altLang="zh-CN" sz="3000" dirty="0" smtClean="0">
                <a:latin typeface="Times New Roman" pitchFamily="18" charset="0"/>
              </a:rPr>
              <a:t>   </a:t>
            </a:r>
            <a:r>
              <a:rPr lang="zh-CN" altLang="en-US" sz="3000" dirty="0" smtClean="0">
                <a:latin typeface="Times New Roman" pitchFamily="18" charset="0"/>
              </a:rPr>
              <a:t>；</a:t>
            </a:r>
            <a:r>
              <a:rPr lang="en-US" altLang="zh-CN" sz="3000" dirty="0" smtClean="0">
                <a:latin typeface="Times New Roman" pitchFamily="18" charset="0"/>
              </a:rPr>
              <a:t>      0       1       </a:t>
            </a:r>
            <a:r>
              <a:rPr lang="zh-CN" altLang="en-US" sz="3000" dirty="0" smtClean="0">
                <a:latin typeface="Times New Roman" pitchFamily="18" charset="0"/>
              </a:rPr>
              <a:t>任意   </a:t>
            </a:r>
            <a:r>
              <a:rPr lang="en-US" altLang="zh-CN" sz="3000" dirty="0" smtClean="0">
                <a:latin typeface="Times New Roman" pitchFamily="18" charset="0"/>
              </a:rPr>
              <a:t>0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3300" dirty="0" smtClean="0">
                <a:solidFill>
                  <a:srgbClr val="FFCC00"/>
                </a:solidFill>
                <a:latin typeface="Times New Roman" pitchFamily="18" charset="0"/>
              </a:rPr>
              <a:t>T</a:t>
            </a:r>
            <a:r>
              <a:rPr lang="en-US" altLang="zh-CN" sz="3300" baseline="-25000" dirty="0" smtClean="0">
                <a:solidFill>
                  <a:srgbClr val="FFCC00"/>
                </a:solidFill>
                <a:latin typeface="Times New Roman" pitchFamily="18" charset="0"/>
              </a:rPr>
              <a:t>I</a:t>
            </a:r>
            <a:r>
              <a:rPr lang="en-US" altLang="zh-CN" sz="3300" dirty="0" smtClean="0">
                <a:solidFill>
                  <a:srgbClr val="FFCC00"/>
                </a:solidFill>
                <a:latin typeface="Times New Roman" pitchFamily="18" charset="0"/>
              </a:rPr>
              <a:t>(G)=0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3300" dirty="0" smtClean="0">
                <a:solidFill>
                  <a:srgbClr val="FFCC00"/>
                </a:solidFill>
                <a:latin typeface="Times New Roman" pitchFamily="18" charset="0"/>
              </a:rPr>
              <a:t>T</a:t>
            </a:r>
            <a:r>
              <a:rPr lang="en-US" altLang="zh-CN" sz="3300" baseline="-25000" dirty="0" smtClean="0">
                <a:solidFill>
                  <a:srgbClr val="FFCC00"/>
                </a:solidFill>
                <a:latin typeface="Times New Roman" pitchFamily="18" charset="0"/>
              </a:rPr>
              <a:t>I</a:t>
            </a:r>
            <a:r>
              <a:rPr lang="en-US" altLang="zh-CN" sz="3300" dirty="0" smtClean="0">
                <a:solidFill>
                  <a:srgbClr val="FFCC00"/>
                </a:solidFill>
                <a:latin typeface="Times New Roman" pitchFamily="18" charset="0"/>
              </a:rPr>
              <a:t>(H)=1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41BB772-56F9-4BC0-AFE1-41C8C014D56F}" type="slidenum">
              <a:rPr lang="en-US" altLang="zh-CN" smtClean="0"/>
              <a:pPr>
                <a:defRPr/>
              </a:pPr>
              <a:t>63</a:t>
            </a:fld>
            <a:endParaRPr lang="en-US" altLang="zh-CN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166638" y="295057"/>
            <a:ext cx="7772400" cy="646331"/>
          </a:xfrm>
        </p:spPr>
        <p:txBody>
          <a:bodyPr/>
          <a:lstStyle/>
          <a:p>
            <a:pPr algn="l" eaLnBrk="1" hangingPunct="1">
              <a:defRPr/>
            </a:pPr>
            <a:r>
              <a:rPr lang="zh-CN" altLang="en-US" sz="3600" dirty="0" smtClean="0"/>
              <a:t>例</a:t>
            </a: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0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630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630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0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2630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630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0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2630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2630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0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2630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2630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0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2630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2630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0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2630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2630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F8FA661-BD4B-4FAB-830F-A7C250F1BC52}" type="slidenum">
              <a:rPr lang="zh-CN" altLang="en-US" smtClean="0">
                <a:solidFill>
                  <a:srgbClr val="FFFFFF"/>
                </a:solidFill>
              </a:rPr>
              <a:pPr>
                <a:defRPr/>
              </a:pPr>
              <a:t>64</a:t>
            </a:fld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8228" y="228600"/>
            <a:ext cx="8813372" cy="6248400"/>
          </a:xfrm>
        </p:spPr>
        <p:txBody>
          <a:bodyPr/>
          <a:lstStyle/>
          <a:p>
            <a:pPr lvl="0">
              <a:lnSpc>
                <a:spcPct val="120000"/>
              </a:lnSpc>
              <a:spcAft>
                <a:spcPts val="0"/>
              </a:spcAft>
              <a:buFont typeface="+mj-lt"/>
              <a:buAutoNum type="arabicPeriod"/>
            </a:pPr>
            <a:r>
              <a:rPr lang="zh-CN" altLang="zh-CN" sz="28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令</a:t>
            </a:r>
            <a:r>
              <a:rPr lang="en-US" altLang="zh-CN" sz="28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A={1,2,3},B={</a:t>
            </a:r>
            <a:r>
              <a:rPr lang="en-US" altLang="zh-CN" sz="2800" kern="100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a,b,c,d,e,f</a:t>
            </a:r>
            <a:r>
              <a:rPr lang="en-US" altLang="zh-CN" sz="28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}</a:t>
            </a:r>
            <a:r>
              <a:rPr lang="zh-CN" altLang="zh-CN" sz="28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en-US" altLang="zh-CN" sz="28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</a:t>
            </a:r>
            <a:r>
              <a:rPr lang="zh-CN" altLang="zh-CN" sz="28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是</a:t>
            </a:r>
            <a:r>
              <a:rPr lang="en-US" altLang="zh-CN" sz="28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zh-CN" altLang="zh-CN" sz="28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到</a:t>
            </a:r>
            <a:r>
              <a:rPr lang="en-US" altLang="zh-CN" sz="28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zh-CN" altLang="zh-CN" sz="28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的映射，则集合</a:t>
            </a:r>
            <a:r>
              <a:rPr lang="en-US" altLang="zh-CN" sz="28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</a:t>
            </a:r>
            <a:r>
              <a:rPr lang="zh-CN" altLang="zh-CN" sz="28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的元素数必为</a:t>
            </a:r>
            <a:r>
              <a:rPr lang="en-US" altLang="zh-CN" sz="28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zh-CN" altLang="zh-CN" sz="28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。对</a:t>
            </a:r>
          </a:p>
          <a:p>
            <a:pPr marL="133350">
              <a:lnSpc>
                <a:spcPct val="120000"/>
              </a:lnSpc>
              <a:spcAft>
                <a:spcPts val="0"/>
              </a:spcAft>
            </a:pPr>
            <a:r>
              <a:rPr lang="zh-CN" altLang="zh-CN" sz="2800" kern="1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解析：</a:t>
            </a:r>
            <a:r>
              <a:rPr lang="zh-CN" altLang="zh-CN" sz="2800" kern="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zh-CN" sz="2800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根据映射的等价定义：设</a:t>
            </a:r>
            <a:r>
              <a:rPr lang="en-US" altLang="zh-CN" sz="2800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zh-CN" altLang="zh-CN" sz="2800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en-US" altLang="zh-CN" sz="2800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zh-CN" altLang="zh-CN" sz="2800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是两个集合， </a:t>
            </a:r>
            <a:r>
              <a:rPr lang="en-US" altLang="zh-CN" sz="28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</a:t>
            </a:r>
            <a:r>
              <a:rPr lang="zh-CN" altLang="zh-CN" sz="2800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是</a:t>
            </a:r>
            <a:r>
              <a:rPr lang="en-US" altLang="zh-CN" sz="2800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zh-CN" altLang="zh-CN" sz="2800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到</a:t>
            </a:r>
            <a:r>
              <a:rPr lang="en-US" altLang="zh-CN" sz="2800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zh-CN" altLang="zh-CN" sz="2800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的关系。如果对任意</a:t>
            </a:r>
            <a:r>
              <a:rPr lang="en-US" altLang="zh-CN" sz="2800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zh-CN" altLang="zh-CN" sz="2800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∈</a:t>
            </a:r>
            <a:r>
              <a:rPr lang="en-US" altLang="zh-CN" sz="2800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zh-CN" altLang="zh-CN" sz="2800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，都有</a:t>
            </a:r>
            <a:r>
              <a:rPr lang="en-US" altLang="zh-CN" sz="2800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zh-CN" altLang="zh-CN" sz="2800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中唯一的</a:t>
            </a:r>
            <a:r>
              <a:rPr lang="en-US" altLang="zh-CN" sz="2800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zh-CN" altLang="zh-CN" sz="2800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，满足</a:t>
            </a:r>
            <a:r>
              <a:rPr lang="en-US" altLang="zh-CN" sz="2800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800" kern="0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a,b</a:t>
            </a:r>
            <a:r>
              <a:rPr lang="en-US" altLang="zh-CN" sz="2800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zh-CN" altLang="zh-CN" sz="2800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∈</a:t>
            </a:r>
            <a:r>
              <a:rPr lang="en-US" altLang="zh-CN" sz="28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</a:t>
            </a:r>
            <a:r>
              <a:rPr lang="zh-CN" altLang="zh-CN" sz="2800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，则</a:t>
            </a:r>
            <a:r>
              <a:rPr lang="en-US" altLang="zh-CN" sz="28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</a:t>
            </a:r>
            <a:r>
              <a:rPr lang="zh-CN" altLang="zh-CN" sz="2800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称为由</a:t>
            </a:r>
            <a:r>
              <a:rPr lang="en-US" altLang="zh-CN" sz="2800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zh-CN" altLang="zh-CN" sz="2800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到</a:t>
            </a:r>
            <a:r>
              <a:rPr lang="en-US" altLang="zh-CN" sz="2800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zh-CN" altLang="zh-CN" sz="2800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内的一个映射</a:t>
            </a:r>
            <a:r>
              <a:rPr lang="zh-CN" altLang="zh-CN" sz="2800" kern="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endParaRPr lang="en-US" altLang="zh-CN" sz="2800" kern="100" dirty="0" smtClean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zh-CN" altLang="zh-CN" sz="2800" kern="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映射</a:t>
            </a:r>
            <a:r>
              <a:rPr lang="en-US" altLang="zh-CN" sz="2800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</a:t>
            </a:r>
            <a:r>
              <a:rPr lang="zh-CN" altLang="zh-CN" sz="2800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也可以写成关系的形式，</a:t>
            </a:r>
            <a:r>
              <a:rPr lang="en-US" altLang="zh-CN" sz="2800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</a:t>
            </a:r>
            <a:r>
              <a:rPr lang="zh-CN" altLang="zh-CN" sz="2800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中的元素</a:t>
            </a:r>
            <a:r>
              <a:rPr lang="zh-CN" altLang="zh-CN" sz="2800" kern="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个数</a:t>
            </a:r>
            <a:r>
              <a:rPr lang="en-US" altLang="zh-CN" sz="2800" kern="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zh-CN" altLang="zh-CN" sz="2800" kern="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序偶</a:t>
            </a:r>
            <a:r>
              <a:rPr lang="en-US" altLang="zh-CN" sz="2800" kern="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zh-CN" altLang="zh-CN" sz="2800" kern="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是</a:t>
            </a:r>
            <a:r>
              <a:rPr lang="en-US" altLang="zh-CN" sz="2800" kern="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3.</a:t>
            </a:r>
          </a:p>
          <a:p>
            <a:pPr marL="133350">
              <a:lnSpc>
                <a:spcPct val="120000"/>
              </a:lnSpc>
              <a:spcAft>
                <a:spcPts val="0"/>
              </a:spcAft>
            </a:pPr>
            <a:endParaRPr lang="zh-CN" altLang="zh-CN" sz="2800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endParaRPr lang="zh-CN" altLang="en-US" dirty="0"/>
          </a:p>
        </p:txBody>
      </p:sp>
      <p:sp>
        <p:nvSpPr>
          <p:cNvPr id="4" name="Oval 4"/>
          <p:cNvSpPr>
            <a:spLocks noChangeArrowheads="1"/>
          </p:cNvSpPr>
          <p:nvPr/>
        </p:nvSpPr>
        <p:spPr bwMode="auto">
          <a:xfrm>
            <a:off x="2133600" y="4495800"/>
            <a:ext cx="977937" cy="2128044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85000"/>
              <a:buFont typeface="Wingdings" panose="05000000000000000000" pitchFamily="2" charset="2"/>
              <a:buChar char="v"/>
              <a:defRPr kumimoji="1" sz="3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CN" sz="4400" b="0" dirty="0"/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CN" sz="4400" b="0" dirty="0"/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CN" sz="4400" b="0" dirty="0"/>
          </a:p>
        </p:txBody>
      </p:sp>
      <p:sp>
        <p:nvSpPr>
          <p:cNvPr id="5" name="文本框 4"/>
          <p:cNvSpPr txBox="1"/>
          <p:nvPr/>
        </p:nvSpPr>
        <p:spPr>
          <a:xfrm>
            <a:off x="2388096" y="3733800"/>
            <a:ext cx="86409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000" dirty="0" smtClean="0"/>
              <a:t>A</a:t>
            </a:r>
            <a:endParaRPr lang="zh-CN" altLang="en-US" sz="3000" dirty="0"/>
          </a:p>
        </p:txBody>
      </p:sp>
      <p:sp>
        <p:nvSpPr>
          <p:cNvPr id="6" name="文本框 5"/>
          <p:cNvSpPr txBox="1"/>
          <p:nvPr/>
        </p:nvSpPr>
        <p:spPr>
          <a:xfrm>
            <a:off x="5257800" y="3733800"/>
            <a:ext cx="86409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000" dirty="0" smtClean="0"/>
              <a:t>B</a:t>
            </a:r>
            <a:endParaRPr lang="zh-CN" altLang="en-US" sz="3000" dirty="0"/>
          </a:p>
        </p:txBody>
      </p:sp>
      <p:sp>
        <p:nvSpPr>
          <p:cNvPr id="7" name="Oval 4"/>
          <p:cNvSpPr>
            <a:spLocks noChangeArrowheads="1"/>
          </p:cNvSpPr>
          <p:nvPr/>
        </p:nvSpPr>
        <p:spPr bwMode="auto">
          <a:xfrm>
            <a:off x="5080586" y="4343400"/>
            <a:ext cx="977937" cy="2280444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85000"/>
              <a:buFont typeface="Wingdings" panose="05000000000000000000" pitchFamily="2" charset="2"/>
              <a:buChar char="v"/>
              <a:defRPr kumimoji="1" sz="3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CN" sz="4400" b="0" dirty="0"/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CN" sz="4400" b="0" dirty="0"/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CN" sz="4400" b="0" dirty="0"/>
          </a:p>
        </p:txBody>
      </p:sp>
      <p:sp>
        <p:nvSpPr>
          <p:cNvPr id="8" name="椭圆 7"/>
          <p:cNvSpPr/>
          <p:nvPr/>
        </p:nvSpPr>
        <p:spPr bwMode="auto">
          <a:xfrm>
            <a:off x="2590800" y="4800600"/>
            <a:ext cx="103776" cy="152400"/>
          </a:xfrm>
          <a:prstGeom prst="ellipse">
            <a:avLst/>
          </a:prstGeom>
          <a:noFill/>
          <a:ln w="38100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36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" name="椭圆 8"/>
          <p:cNvSpPr/>
          <p:nvPr/>
        </p:nvSpPr>
        <p:spPr bwMode="auto">
          <a:xfrm>
            <a:off x="2590800" y="5351086"/>
            <a:ext cx="103776" cy="152400"/>
          </a:xfrm>
          <a:prstGeom prst="ellipse">
            <a:avLst/>
          </a:prstGeom>
          <a:noFill/>
          <a:ln w="38100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36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" name="椭圆 9"/>
          <p:cNvSpPr/>
          <p:nvPr/>
        </p:nvSpPr>
        <p:spPr bwMode="auto">
          <a:xfrm>
            <a:off x="2570680" y="5837843"/>
            <a:ext cx="103776" cy="152400"/>
          </a:xfrm>
          <a:prstGeom prst="ellipse">
            <a:avLst/>
          </a:prstGeom>
          <a:noFill/>
          <a:ln w="38100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36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" name="椭圆 10"/>
          <p:cNvSpPr/>
          <p:nvPr/>
        </p:nvSpPr>
        <p:spPr bwMode="auto">
          <a:xfrm>
            <a:off x="5517666" y="4474308"/>
            <a:ext cx="103776" cy="152400"/>
          </a:xfrm>
          <a:prstGeom prst="ellipse">
            <a:avLst/>
          </a:prstGeom>
          <a:noFill/>
          <a:ln w="38100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36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" name="椭圆 11"/>
          <p:cNvSpPr/>
          <p:nvPr/>
        </p:nvSpPr>
        <p:spPr bwMode="auto">
          <a:xfrm>
            <a:off x="5517666" y="4800600"/>
            <a:ext cx="103776" cy="152400"/>
          </a:xfrm>
          <a:prstGeom prst="ellipse">
            <a:avLst/>
          </a:prstGeom>
          <a:noFill/>
          <a:ln w="38100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36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3" name="椭圆 12"/>
          <p:cNvSpPr/>
          <p:nvPr/>
        </p:nvSpPr>
        <p:spPr bwMode="auto">
          <a:xfrm>
            <a:off x="5517666" y="5185009"/>
            <a:ext cx="103776" cy="152400"/>
          </a:xfrm>
          <a:prstGeom prst="ellipse">
            <a:avLst/>
          </a:prstGeom>
          <a:noFill/>
          <a:ln w="38100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36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4" name="椭圆 13"/>
          <p:cNvSpPr/>
          <p:nvPr/>
        </p:nvSpPr>
        <p:spPr bwMode="auto">
          <a:xfrm>
            <a:off x="5517666" y="5471400"/>
            <a:ext cx="103776" cy="152400"/>
          </a:xfrm>
          <a:prstGeom prst="ellipse">
            <a:avLst/>
          </a:prstGeom>
          <a:noFill/>
          <a:ln w="38100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36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5" name="椭圆 14"/>
          <p:cNvSpPr/>
          <p:nvPr/>
        </p:nvSpPr>
        <p:spPr bwMode="auto">
          <a:xfrm>
            <a:off x="5517666" y="6156662"/>
            <a:ext cx="103776" cy="152400"/>
          </a:xfrm>
          <a:prstGeom prst="ellipse">
            <a:avLst/>
          </a:prstGeom>
          <a:noFill/>
          <a:ln w="38100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36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6" name="椭圆 15"/>
          <p:cNvSpPr/>
          <p:nvPr/>
        </p:nvSpPr>
        <p:spPr bwMode="auto">
          <a:xfrm>
            <a:off x="5520742" y="5798497"/>
            <a:ext cx="103776" cy="152400"/>
          </a:xfrm>
          <a:prstGeom prst="ellipse">
            <a:avLst/>
          </a:prstGeom>
          <a:noFill/>
          <a:ln w="38100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3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 </a:t>
            </a:r>
            <a:endParaRPr kumimoji="0" lang="zh-CN" altLang="en-US" sz="36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18" name="直接箭头连接符 17"/>
          <p:cNvCxnSpPr>
            <a:stCxn id="8" idx="6"/>
            <a:endCxn id="12" idx="2"/>
          </p:cNvCxnSpPr>
          <p:nvPr/>
        </p:nvCxnSpPr>
        <p:spPr bwMode="auto">
          <a:xfrm>
            <a:off x="2694576" y="4876800"/>
            <a:ext cx="2823090" cy="0"/>
          </a:xfrm>
          <a:prstGeom prst="straightConnector1">
            <a:avLst/>
          </a:prstGeom>
          <a:noFill/>
          <a:ln w="38100" cap="flat" cmpd="sng" algn="ctr">
            <a:solidFill>
              <a:schemeClr val="tx2"/>
            </a:solidFill>
            <a:prstDash val="solid"/>
            <a:round/>
            <a:headEnd type="none" w="med" len="med"/>
            <a:tailEnd type="triangle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" name="直接箭头连接符 18"/>
          <p:cNvCxnSpPr>
            <a:endCxn id="14" idx="1"/>
          </p:cNvCxnSpPr>
          <p:nvPr/>
        </p:nvCxnSpPr>
        <p:spPr bwMode="auto">
          <a:xfrm>
            <a:off x="2694576" y="5427286"/>
            <a:ext cx="2838288" cy="66432"/>
          </a:xfrm>
          <a:prstGeom prst="straightConnector1">
            <a:avLst/>
          </a:prstGeom>
          <a:noFill/>
          <a:ln w="38100" cap="flat" cmpd="sng" algn="ctr">
            <a:solidFill>
              <a:schemeClr val="tx2"/>
            </a:solidFill>
            <a:prstDash val="solid"/>
            <a:round/>
            <a:headEnd type="none" w="med" len="med"/>
            <a:tailEnd type="triangle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1" name="直接箭头连接符 20"/>
          <p:cNvCxnSpPr>
            <a:endCxn id="14" idx="2"/>
          </p:cNvCxnSpPr>
          <p:nvPr/>
        </p:nvCxnSpPr>
        <p:spPr bwMode="auto">
          <a:xfrm flipV="1">
            <a:off x="2721850" y="5547600"/>
            <a:ext cx="2795816" cy="340294"/>
          </a:xfrm>
          <a:prstGeom prst="straightConnector1">
            <a:avLst/>
          </a:prstGeom>
          <a:noFill/>
          <a:ln w="38100" cap="flat" cmpd="sng" algn="ctr">
            <a:solidFill>
              <a:schemeClr val="tx2"/>
            </a:solidFill>
            <a:prstDash val="solid"/>
            <a:round/>
            <a:headEnd type="none" w="med" len="med"/>
            <a:tailEnd type="triangle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" name="直接箭头连接符 23"/>
          <p:cNvCxnSpPr/>
          <p:nvPr/>
        </p:nvCxnSpPr>
        <p:spPr bwMode="auto">
          <a:xfrm>
            <a:off x="3429000" y="4191000"/>
            <a:ext cx="1600200" cy="0"/>
          </a:xfrm>
          <a:prstGeom prst="straightConnector1">
            <a:avLst/>
          </a:prstGeom>
          <a:noFill/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5" name="文本框 24"/>
          <p:cNvSpPr txBox="1"/>
          <p:nvPr/>
        </p:nvSpPr>
        <p:spPr>
          <a:xfrm>
            <a:off x="3847356" y="3560803"/>
            <a:ext cx="86409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000" i="1" dirty="0" smtClean="0"/>
              <a:t>f</a:t>
            </a:r>
            <a:endParaRPr lang="zh-CN" altLang="en-US" sz="3000" i="1" dirty="0"/>
          </a:p>
        </p:txBody>
      </p:sp>
    </p:spTree>
    <p:extLst>
      <p:ext uri="{BB962C8B-B14F-4D97-AF65-F5344CB8AC3E}">
        <p14:creationId xmlns:p14="http://schemas.microsoft.com/office/powerpoint/2010/main" val="841863669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F8FA661-BD4B-4FAB-830F-A7C250F1BC52}" type="slidenum">
              <a:rPr lang="zh-CN" altLang="en-US" smtClean="0">
                <a:solidFill>
                  <a:srgbClr val="FFFFFF"/>
                </a:solidFill>
              </a:rPr>
              <a:pPr>
                <a:defRPr/>
              </a:pPr>
              <a:t>65</a:t>
            </a:fld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52400" y="381000"/>
            <a:ext cx="8813372" cy="5867400"/>
          </a:xfrm>
        </p:spPr>
        <p:txBody>
          <a:bodyPr/>
          <a:lstStyle/>
          <a:p>
            <a:pPr marL="0" lvl="0" indent="0">
              <a:spcAft>
                <a:spcPts val="0"/>
              </a:spcAft>
              <a:buNone/>
            </a:pPr>
            <a:r>
              <a:rPr lang="en-US" altLang="zh-CN" kern="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en-US" altLang="zh-CN" sz="3000" kern="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. </a:t>
            </a:r>
            <a:r>
              <a:rPr lang="zh-CN" altLang="zh-CN" sz="3000" kern="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令</a:t>
            </a:r>
            <a:r>
              <a:rPr lang="en-US" altLang="zh-CN" sz="3000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A={1,2,3</a:t>
            </a:r>
            <a:r>
              <a:rPr lang="en-US" altLang="zh-CN" sz="3000" kern="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}, B</a:t>
            </a:r>
            <a:r>
              <a:rPr lang="en-US" altLang="zh-CN" sz="3000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={</a:t>
            </a:r>
            <a:r>
              <a:rPr lang="en-US" altLang="zh-CN" sz="3000" kern="0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a,b,c,d,e,f</a:t>
            </a:r>
            <a:r>
              <a:rPr lang="en-US" altLang="zh-CN" sz="3000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}</a:t>
            </a:r>
            <a:r>
              <a:rPr lang="zh-CN" altLang="zh-CN" sz="3000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en-US" altLang="zh-CN" sz="3000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</a:t>
            </a:r>
            <a:r>
              <a:rPr lang="zh-CN" altLang="zh-CN" sz="3000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是</a:t>
            </a:r>
            <a:r>
              <a:rPr lang="en-US" altLang="zh-CN" sz="3000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zh-CN" altLang="zh-CN" sz="3000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到</a:t>
            </a:r>
            <a:r>
              <a:rPr lang="en-US" altLang="zh-CN" sz="3000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zh-CN" altLang="zh-CN" sz="3000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的映射，则集合</a:t>
            </a:r>
            <a:r>
              <a:rPr lang="en-US" altLang="zh-CN" sz="3000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</a:t>
            </a:r>
            <a:r>
              <a:rPr lang="zh-CN" altLang="zh-CN" sz="3000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的元素数有可能是</a:t>
            </a:r>
            <a:r>
              <a:rPr lang="en-US" altLang="zh-CN" sz="3000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zh-CN" altLang="zh-CN" sz="3000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。错</a:t>
            </a:r>
            <a:endParaRPr lang="zh-CN" altLang="zh-CN" sz="3000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6385" indent="-153035">
              <a:spcAft>
                <a:spcPts val="0"/>
              </a:spcAft>
            </a:pPr>
            <a:r>
              <a:rPr lang="en-US" altLang="zh-CN" sz="3000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</a:t>
            </a:r>
            <a:r>
              <a:rPr lang="zh-CN" altLang="zh-CN" sz="3000" kern="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解析：</a:t>
            </a:r>
            <a:r>
              <a:rPr lang="zh-CN" altLang="zh-CN" sz="3000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根据映射的等价定义：设</a:t>
            </a:r>
            <a:r>
              <a:rPr lang="en-US" altLang="zh-CN" sz="3000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zh-CN" altLang="zh-CN" sz="3000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en-US" altLang="zh-CN" sz="3000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zh-CN" altLang="zh-CN" sz="3000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是两个集合， </a:t>
            </a:r>
            <a:r>
              <a:rPr lang="en-US" altLang="zh-CN" sz="3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</a:t>
            </a:r>
            <a:r>
              <a:rPr lang="zh-CN" altLang="zh-CN" sz="3000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是</a:t>
            </a:r>
            <a:r>
              <a:rPr lang="en-US" altLang="zh-CN" sz="3000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zh-CN" altLang="zh-CN" sz="3000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到</a:t>
            </a:r>
            <a:r>
              <a:rPr lang="en-US" altLang="zh-CN" sz="3000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zh-CN" altLang="zh-CN" sz="3000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的关系。如果对任意</a:t>
            </a:r>
            <a:r>
              <a:rPr lang="en-US" altLang="zh-CN" sz="3000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zh-CN" altLang="zh-CN" sz="3000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∈</a:t>
            </a:r>
            <a:r>
              <a:rPr lang="en-US" altLang="zh-CN" sz="3000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zh-CN" altLang="zh-CN" sz="3000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，都有</a:t>
            </a:r>
            <a:r>
              <a:rPr lang="en-US" altLang="zh-CN" sz="3000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zh-CN" altLang="zh-CN" sz="3000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中唯一的</a:t>
            </a:r>
            <a:r>
              <a:rPr lang="en-US" altLang="zh-CN" sz="3000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zh-CN" altLang="zh-CN" sz="3000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，满足</a:t>
            </a:r>
            <a:r>
              <a:rPr lang="en-US" altLang="zh-CN" sz="3000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3000" kern="0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a,b</a:t>
            </a:r>
            <a:r>
              <a:rPr lang="en-US" altLang="zh-CN" sz="3000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zh-CN" altLang="zh-CN" sz="3000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∈</a:t>
            </a:r>
            <a:r>
              <a:rPr lang="en-US" altLang="zh-CN" sz="3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</a:t>
            </a:r>
            <a:r>
              <a:rPr lang="zh-CN" altLang="zh-CN" sz="3000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，则</a:t>
            </a:r>
            <a:r>
              <a:rPr lang="en-US" altLang="zh-CN" sz="3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</a:t>
            </a:r>
            <a:r>
              <a:rPr lang="zh-CN" altLang="zh-CN" sz="3000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称为</a:t>
            </a:r>
            <a:r>
              <a:rPr lang="en-US" altLang="zh-CN" sz="3000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zh-CN" altLang="zh-CN" sz="3000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到</a:t>
            </a:r>
            <a:r>
              <a:rPr lang="en-US" altLang="zh-CN" sz="3000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zh-CN" altLang="zh-CN" sz="3000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内的一个映射</a:t>
            </a:r>
            <a:r>
              <a:rPr lang="zh-CN" altLang="zh-CN" sz="3000" kern="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endParaRPr lang="en-US" altLang="zh-CN" sz="3000" kern="0" dirty="0" smtClean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133350" indent="0">
              <a:spcAft>
                <a:spcPts val="0"/>
              </a:spcAft>
              <a:buNone/>
            </a:pPr>
            <a:r>
              <a:rPr lang="zh-CN" altLang="zh-CN" sz="3000" kern="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映射</a:t>
            </a:r>
            <a:r>
              <a:rPr lang="en-US" altLang="zh-CN" sz="3000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</a:t>
            </a:r>
            <a:r>
              <a:rPr lang="zh-CN" altLang="zh-CN" sz="3000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lang="en-US" altLang="zh-CN" sz="3000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zh-CN" altLang="zh-CN" sz="3000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到</a:t>
            </a:r>
            <a:r>
              <a:rPr lang="en-US" altLang="zh-CN" sz="3000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zh-CN" altLang="zh-CN" sz="3000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）也可以写成关系的形式，</a:t>
            </a:r>
            <a:r>
              <a:rPr lang="en-US" altLang="zh-CN" sz="3000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</a:t>
            </a:r>
            <a:r>
              <a:rPr lang="zh-CN" altLang="zh-CN" sz="3000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中的元素个数（序偶）是</a:t>
            </a:r>
            <a:r>
              <a:rPr lang="en-US" altLang="zh-CN" sz="3000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6</a:t>
            </a:r>
            <a:r>
              <a:rPr lang="zh-CN" altLang="zh-CN" sz="3000" kern="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endParaRPr lang="en-US" altLang="zh-CN" sz="3000" kern="0" dirty="0" smtClean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0" indent="0">
              <a:buNone/>
            </a:pPr>
            <a:r>
              <a:rPr lang="en-US" altLang="zh-CN" sz="3000" kern="0" dirty="0" smtClean="0">
                <a:cs typeface="Times New Roman" panose="02020603050405020304" pitchFamily="18" charset="0"/>
              </a:rPr>
              <a:t>3.</a:t>
            </a:r>
            <a:r>
              <a:rPr lang="zh-CN" altLang="zh-CN" sz="2800" dirty="0"/>
              <a:t>集合</a:t>
            </a:r>
            <a:r>
              <a:rPr lang="en-US" altLang="zh-CN" sz="2800" dirty="0"/>
              <a:t>A={{2,3}, ∅}</a:t>
            </a:r>
            <a:r>
              <a:rPr lang="zh-CN" altLang="zh-CN" sz="2800" dirty="0"/>
              <a:t>，从</a:t>
            </a:r>
            <a:r>
              <a:rPr lang="en-US" altLang="zh-CN" sz="2800" dirty="0"/>
              <a:t>ρ(A)</a:t>
            </a:r>
            <a:r>
              <a:rPr lang="zh-CN" altLang="zh-CN" sz="2800" dirty="0"/>
              <a:t>到</a:t>
            </a:r>
            <a:r>
              <a:rPr lang="en-US" altLang="zh-CN" sz="2800" dirty="0"/>
              <a:t>A×A</a:t>
            </a:r>
            <a:r>
              <a:rPr lang="zh-CN" altLang="zh-CN" sz="2800" dirty="0"/>
              <a:t>共有</a:t>
            </a:r>
            <a:r>
              <a:rPr lang="en-US" altLang="zh-CN" sz="2800" dirty="0"/>
              <a:t>16</a:t>
            </a:r>
            <a:r>
              <a:rPr lang="zh-CN" altLang="zh-CN" sz="2800" dirty="0"/>
              <a:t>个不同的映射。错 </a:t>
            </a:r>
          </a:p>
          <a:p>
            <a:r>
              <a:rPr lang="zh-CN" altLang="zh-CN" sz="2800" dirty="0">
                <a:solidFill>
                  <a:schemeClr val="tx2"/>
                </a:solidFill>
              </a:rPr>
              <a:t>解析：</a:t>
            </a:r>
            <a:r>
              <a:rPr lang="en-US" altLang="zh-CN" sz="2800" dirty="0"/>
              <a:t>256</a:t>
            </a:r>
            <a:endParaRPr lang="zh-CN" altLang="zh-CN" sz="2800" dirty="0"/>
          </a:p>
          <a:p>
            <a:pPr marL="133350" indent="0">
              <a:spcAft>
                <a:spcPts val="0"/>
              </a:spcAft>
              <a:buNone/>
            </a:pPr>
            <a:endParaRPr lang="zh-CN" altLang="zh-CN" sz="3000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10594524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F8FA661-BD4B-4FAB-830F-A7C250F1BC52}" type="slidenum">
              <a:rPr lang="zh-CN" altLang="en-US" smtClean="0">
                <a:solidFill>
                  <a:srgbClr val="FFFFFF"/>
                </a:solidFill>
              </a:rPr>
              <a:pPr>
                <a:defRPr/>
              </a:pPr>
              <a:t>66</a:t>
            </a:fld>
            <a:endParaRPr lang="en-US" altLang="zh-CN">
              <a:solidFill>
                <a:srgbClr val="FFFFF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162597" y="219442"/>
                <a:ext cx="8813372" cy="632460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altLang="zh-CN" sz="3000" dirty="0" smtClean="0"/>
                  <a:t>4.</a:t>
                </a:r>
                <a:r>
                  <a:rPr lang="zh-CN" altLang="zh-CN" sz="3000" dirty="0"/>
                  <a:t>对于集合</a:t>
                </a:r>
                <a:r>
                  <a:rPr lang="en-US" altLang="zh-CN" sz="3000" dirty="0"/>
                  <a:t>A={a, b ,c, d} , </a:t>
                </a:r>
                <a:r>
                  <a:rPr lang="zh-CN" altLang="zh-CN" sz="3000" dirty="0"/>
                  <a:t>不可能存在</a:t>
                </a:r>
                <a:r>
                  <a:rPr lang="en-US" altLang="zh-CN" sz="3000" dirty="0"/>
                  <a:t>A</a:t>
                </a:r>
                <a:r>
                  <a:rPr lang="zh-CN" altLang="zh-CN" sz="3000" dirty="0"/>
                  <a:t>上的一种关系</a:t>
                </a:r>
                <a:r>
                  <a:rPr lang="en-US" altLang="zh-CN" sz="3000" dirty="0"/>
                  <a:t>R</a:t>
                </a:r>
                <a:r>
                  <a:rPr lang="zh-CN" altLang="zh-CN" sz="3000" dirty="0"/>
                  <a:t>，满足</a:t>
                </a:r>
                <a:r>
                  <a:rPr lang="en-US" altLang="zh-CN" sz="3000" dirty="0"/>
                  <a:t>R</a:t>
                </a:r>
                <a:r>
                  <a:rPr lang="zh-CN" altLang="zh-CN" sz="3000" dirty="0"/>
                  <a:t>既是等价关系又是偏序关系。 错</a:t>
                </a:r>
              </a:p>
              <a:p>
                <a:r>
                  <a:rPr lang="zh-CN" altLang="zh-CN" sz="3000" dirty="0">
                    <a:solidFill>
                      <a:schemeClr val="tx2"/>
                    </a:solidFill>
                  </a:rPr>
                  <a:t>解析：</a:t>
                </a:r>
                <a:r>
                  <a:rPr lang="zh-CN" altLang="zh-CN" sz="3000" dirty="0"/>
                  <a:t>相等</a:t>
                </a:r>
                <a:r>
                  <a:rPr lang="zh-CN" altLang="zh-CN" sz="3000" dirty="0" smtClean="0"/>
                  <a:t>关系</a:t>
                </a:r>
                <a:r>
                  <a:rPr lang="en-US" altLang="zh-CN" sz="3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zh-CN" sz="3000" baseline="-25000" dirty="0" smtClean="0"/>
                  <a:t>A</a:t>
                </a:r>
                <a:endParaRPr lang="zh-CN" altLang="zh-CN" sz="3000" baseline="-25000" dirty="0" smtClean="0"/>
              </a:p>
              <a:p>
                <a:pPr marL="0" lvl="0" indent="0">
                  <a:buNone/>
                </a:pPr>
                <a:r>
                  <a:rPr lang="en-US" altLang="zh-CN" sz="3000" dirty="0" smtClean="0"/>
                  <a:t>5.</a:t>
                </a:r>
                <a:r>
                  <a:rPr lang="zh-CN" altLang="zh-CN" sz="3000" dirty="0" smtClean="0"/>
                  <a:t>非空集合</a:t>
                </a:r>
                <a:r>
                  <a:rPr lang="en-US" altLang="zh-CN" sz="3000" dirty="0" smtClean="0"/>
                  <a:t>A</a:t>
                </a:r>
                <a:r>
                  <a:rPr lang="zh-CN" altLang="zh-CN" sz="3000" dirty="0" smtClean="0"/>
                  <a:t>，</a:t>
                </a:r>
                <a:r>
                  <a:rPr lang="en-US" altLang="zh-CN" sz="3000" dirty="0" smtClean="0"/>
                  <a:t>B</a:t>
                </a:r>
                <a:r>
                  <a:rPr lang="zh-CN" altLang="zh-CN" sz="3000" dirty="0" smtClean="0"/>
                  <a:t>，已知</a:t>
                </a:r>
                <a:r>
                  <a:rPr lang="en-US" altLang="zh-CN" sz="3000" dirty="0" smtClean="0"/>
                  <a:t>A</a:t>
                </a:r>
                <a:r>
                  <a:rPr lang="zh-CN" altLang="zh-CN" sz="3000" dirty="0" smtClean="0"/>
                  <a:t>与</a:t>
                </a:r>
                <a:r>
                  <a:rPr lang="en-US" altLang="zh-CN" sz="3000" dirty="0" smtClean="0"/>
                  <a:t>B</a:t>
                </a:r>
                <a:r>
                  <a:rPr lang="zh-CN" altLang="zh-CN" sz="3000" dirty="0" smtClean="0"/>
                  <a:t>的基数相同，</a:t>
                </a:r>
                <a:r>
                  <a:rPr lang="en-US" altLang="zh-CN" sz="3000" dirty="0" smtClean="0"/>
                  <a:t>f</a:t>
                </a:r>
                <a:r>
                  <a:rPr lang="zh-CN" altLang="zh-CN" sz="3000" dirty="0" smtClean="0"/>
                  <a:t>为</a:t>
                </a:r>
                <a:r>
                  <a:rPr lang="en-US" altLang="zh-CN" sz="3000" dirty="0" smtClean="0"/>
                  <a:t>A</a:t>
                </a:r>
                <a:r>
                  <a:rPr lang="zh-CN" altLang="zh-CN" sz="3000" dirty="0" smtClean="0"/>
                  <a:t>到</a:t>
                </a:r>
                <a:r>
                  <a:rPr lang="en-US" altLang="zh-CN" sz="3000" dirty="0" smtClean="0"/>
                  <a:t>B</a:t>
                </a:r>
                <a:r>
                  <a:rPr lang="zh-CN" altLang="zh-CN" sz="3000" dirty="0" smtClean="0"/>
                  <a:t>的满射，则</a:t>
                </a:r>
                <a:r>
                  <a:rPr lang="en-US" altLang="zh-CN" sz="3000" dirty="0" smtClean="0"/>
                  <a:t>f</a:t>
                </a:r>
                <a:r>
                  <a:rPr lang="zh-CN" altLang="zh-CN" sz="3000" dirty="0" smtClean="0"/>
                  <a:t>也必定为</a:t>
                </a:r>
                <a:r>
                  <a:rPr lang="en-US" altLang="zh-CN" sz="3000" dirty="0" smtClean="0"/>
                  <a:t>A</a:t>
                </a:r>
                <a:r>
                  <a:rPr lang="zh-CN" altLang="zh-CN" sz="3000" dirty="0" smtClean="0"/>
                  <a:t>到</a:t>
                </a:r>
                <a:r>
                  <a:rPr lang="en-US" altLang="zh-CN" sz="3000" dirty="0" smtClean="0"/>
                  <a:t>B</a:t>
                </a:r>
                <a:r>
                  <a:rPr lang="zh-CN" altLang="zh-CN" sz="3000" dirty="0" smtClean="0"/>
                  <a:t>的双射。错</a:t>
                </a:r>
                <a:r>
                  <a:rPr lang="en-US" altLang="zh-CN" sz="3000" dirty="0" smtClean="0"/>
                  <a:t>  </a:t>
                </a:r>
                <a:endParaRPr lang="zh-CN" altLang="zh-CN" sz="3000" dirty="0" smtClean="0"/>
              </a:p>
              <a:p>
                <a:r>
                  <a:rPr lang="zh-CN" altLang="zh-CN" sz="3000" dirty="0" smtClean="0">
                    <a:solidFill>
                      <a:schemeClr val="tx2"/>
                    </a:solidFill>
                  </a:rPr>
                  <a:t>解析</a:t>
                </a:r>
                <a:r>
                  <a:rPr lang="zh-CN" altLang="zh-CN" sz="3000" dirty="0">
                    <a:solidFill>
                      <a:schemeClr val="tx2"/>
                    </a:solidFill>
                  </a:rPr>
                  <a:t>：</a:t>
                </a:r>
                <a:r>
                  <a:rPr lang="en-US" altLang="zh-CN" sz="3000" dirty="0"/>
                  <a:t>Z</a:t>
                </a:r>
                <a:r>
                  <a:rPr lang="zh-CN" altLang="zh-CN" sz="3000" dirty="0"/>
                  <a:t>到</a:t>
                </a:r>
                <a:r>
                  <a:rPr lang="en-US" altLang="zh-CN" sz="3000" dirty="0"/>
                  <a:t>Z</a:t>
                </a:r>
                <a:r>
                  <a:rPr lang="zh-CN" altLang="zh-CN" sz="3000" dirty="0"/>
                  <a:t>的映射，</a:t>
                </a:r>
                <a:r>
                  <a:rPr lang="en-US" altLang="zh-CN" sz="3000" dirty="0"/>
                  <a:t>n </a:t>
                </a:r>
                <a:r>
                  <a:rPr lang="en-US" altLang="zh-CN" sz="3000" dirty="0">
                    <a:sym typeface="Symbol" panose="05050102010706020507" pitchFamily="18" charset="2"/>
                  </a:rPr>
                  <a:t></a:t>
                </a:r>
                <a:r>
                  <a:rPr lang="en-US" altLang="zh-CN" sz="3000" dirty="0"/>
                  <a:t>n/2</a:t>
                </a:r>
                <a:r>
                  <a:rPr lang="en-US" altLang="zh-CN" sz="3000" dirty="0">
                    <a:sym typeface="Symbol" panose="05050102010706020507" pitchFamily="18" charset="2"/>
                  </a:rPr>
                  <a:t></a:t>
                </a:r>
                <a:r>
                  <a:rPr lang="en-US" altLang="zh-CN" sz="3000" dirty="0"/>
                  <a:t> </a:t>
                </a:r>
                <a:r>
                  <a:rPr lang="zh-CN" altLang="zh-CN" sz="3000" dirty="0"/>
                  <a:t>（取地板），满射非单射。如，</a:t>
                </a:r>
                <a:r>
                  <a:rPr lang="en-US" altLang="zh-CN" sz="3000" dirty="0"/>
                  <a:t>4</a:t>
                </a:r>
                <a:r>
                  <a:rPr lang="en-US" altLang="zh-CN" sz="3000" dirty="0">
                    <a:sym typeface="Symbol" panose="05050102010706020507" pitchFamily="18" charset="2"/>
                  </a:rPr>
                  <a:t></a:t>
                </a:r>
                <a:r>
                  <a:rPr lang="en-US" altLang="zh-CN" sz="3000" dirty="0"/>
                  <a:t>2 </a:t>
                </a:r>
                <a:r>
                  <a:rPr lang="zh-CN" altLang="zh-CN" sz="3000" dirty="0"/>
                  <a:t>，</a:t>
                </a:r>
                <a:r>
                  <a:rPr lang="en-US" altLang="zh-CN" sz="3000" dirty="0"/>
                  <a:t>5 </a:t>
                </a:r>
                <a:r>
                  <a:rPr lang="en-US" altLang="zh-CN" sz="3000" dirty="0">
                    <a:sym typeface="Symbol" panose="05050102010706020507" pitchFamily="18" charset="2"/>
                  </a:rPr>
                  <a:t></a:t>
                </a:r>
                <a:r>
                  <a:rPr lang="en-US" altLang="zh-CN" sz="3000" dirty="0"/>
                  <a:t>2</a:t>
                </a:r>
                <a:endParaRPr lang="zh-CN" altLang="zh-CN" sz="3000" dirty="0"/>
              </a:p>
              <a:p>
                <a:pPr marL="0" lvl="0" indent="0">
                  <a:buNone/>
                </a:pPr>
                <a:r>
                  <a:rPr lang="en-US" altLang="zh-CN" sz="3000" dirty="0" smtClean="0"/>
                  <a:t>6.</a:t>
                </a:r>
                <a:r>
                  <a:rPr lang="zh-CN" altLang="zh-CN" sz="3000" dirty="0" smtClean="0"/>
                  <a:t>集合</a:t>
                </a:r>
                <a:r>
                  <a:rPr lang="en-US" altLang="zh-CN" sz="3000" dirty="0"/>
                  <a:t>A = {1,{1,0}}</a:t>
                </a:r>
                <a:r>
                  <a:rPr lang="zh-CN" altLang="zh-CN" sz="3000" dirty="0"/>
                  <a:t>，则从</a:t>
                </a:r>
                <a:r>
                  <a:rPr lang="en-US" altLang="zh-CN" sz="3000" dirty="0"/>
                  <a:t>A</a:t>
                </a:r>
                <a:r>
                  <a:rPr lang="zh-CN" altLang="zh-CN" sz="3000" dirty="0"/>
                  <a:t>到</a:t>
                </a:r>
                <a:r>
                  <a:rPr lang="en-US" altLang="zh-CN" sz="3000" dirty="0"/>
                  <a:t>A×A</a:t>
                </a:r>
                <a:r>
                  <a:rPr lang="zh-CN" altLang="zh-CN" sz="3000" dirty="0"/>
                  <a:t>有</a:t>
                </a:r>
                <a:r>
                  <a:rPr lang="en-US" altLang="zh-CN" sz="3000" dirty="0"/>
                  <a:t>12</a:t>
                </a:r>
                <a:r>
                  <a:rPr lang="zh-CN" altLang="zh-CN" sz="3000" dirty="0"/>
                  <a:t>个不同的单射。对</a:t>
                </a:r>
              </a:p>
              <a:p>
                <a:r>
                  <a:rPr lang="zh-CN" altLang="zh-CN" sz="3000" dirty="0">
                    <a:solidFill>
                      <a:schemeClr val="tx2"/>
                    </a:solidFill>
                  </a:rPr>
                  <a:t>解析：</a:t>
                </a:r>
                <a:r>
                  <a:rPr lang="en-US" altLang="zh-CN" sz="3000" dirty="0"/>
                  <a:t>|A| =2 </a:t>
                </a:r>
                <a:r>
                  <a:rPr lang="zh-CN" altLang="zh-CN" sz="3000" dirty="0"/>
                  <a:t>，</a:t>
                </a:r>
                <a:r>
                  <a:rPr lang="en-US" altLang="zh-CN" sz="3000" dirty="0"/>
                  <a:t>|A×A|=4 </a:t>
                </a:r>
                <a:r>
                  <a:rPr lang="zh-CN" altLang="zh-CN" sz="3000" dirty="0"/>
                  <a:t>，</a:t>
                </a:r>
                <a:r>
                  <a:rPr lang="en-US" altLang="zh-CN" sz="3000" dirty="0"/>
                  <a:t>A</a:t>
                </a:r>
                <a:r>
                  <a:rPr lang="zh-CN" altLang="zh-CN" sz="3000" dirty="0"/>
                  <a:t>到</a:t>
                </a:r>
                <a:r>
                  <a:rPr lang="en-US" altLang="zh-CN" sz="3000" dirty="0"/>
                  <a:t>A×A</a:t>
                </a:r>
                <a:r>
                  <a:rPr lang="zh-CN" altLang="zh-CN" sz="3000" dirty="0"/>
                  <a:t>有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3000" b="0">
                        <a:latin typeface="Cambria Math" panose="02040503050406030204" pitchFamily="18" charset="0"/>
                      </a:rPr>
                      <m:t>C</m:t>
                    </m:r>
                    <m:m>
                      <m:mPr>
                        <m:mcs>
                          <m:mc>
                            <m:mcPr>
                              <m:count m:val="1"/>
                              <m:mcJc m:val="center"/>
                            </m:mcPr>
                          </m:mc>
                        </m:mcs>
                        <m:ctrlPr>
                          <a:rPr lang="zh-CN" altLang="zh-CN" sz="3000" i="1">
                            <a:latin typeface="Cambria Math" panose="02040503050406030204" pitchFamily="18" charset="0"/>
                          </a:rPr>
                        </m:ctrlPr>
                      </m:mPr>
                      <m:mr>
                        <m:e>
                          <m:r>
                            <a:rPr lang="en-US" altLang="zh-CN" sz="3000" b="0" i="1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mr>
                      <m:mr>
                        <m:e>
                          <m:r>
                            <a:rPr lang="en-US" altLang="zh-CN" sz="3000" b="0" i="1"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</m:mr>
                    </m:m>
                    <m:r>
                      <a:rPr lang="en-US" altLang="zh-CN" sz="3000" b="0" i="1">
                        <a:latin typeface="Cambria Math" panose="02040503050406030204" pitchFamily="18" charset="0"/>
                      </a:rPr>
                      <m:t>.</m:t>
                    </m:r>
                    <m:r>
                      <m:rPr>
                        <m:sty m:val="p"/>
                      </m:rPr>
                      <a:rPr lang="en-US" altLang="zh-CN" sz="3000" b="0">
                        <a:latin typeface="Cambria Math" panose="02040503050406030204" pitchFamily="18" charset="0"/>
                      </a:rPr>
                      <m:t>C</m:t>
                    </m:r>
                    <m:m>
                      <m:mPr>
                        <m:mcs>
                          <m:mc>
                            <m:mcPr>
                              <m:count m:val="1"/>
                              <m:mcJc m:val="center"/>
                            </m:mcPr>
                          </m:mc>
                        </m:mcs>
                        <m:ctrlPr>
                          <a:rPr lang="zh-CN" altLang="zh-CN" sz="3000" i="1">
                            <a:latin typeface="Cambria Math" panose="02040503050406030204" pitchFamily="18" charset="0"/>
                          </a:rPr>
                        </m:ctrlPr>
                      </m:mPr>
                      <m:mr>
                        <m:e>
                          <m:r>
                            <a:rPr lang="en-US" altLang="zh-CN" sz="3000" b="0" i="1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mr>
                      <m:mr>
                        <m:e>
                          <m:r>
                            <a:rPr lang="en-US" altLang="zh-CN" sz="3000" b="0" i="1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mr>
                    </m:m>
                  </m:oMath>
                </a14:m>
                <a:r>
                  <a:rPr lang="en-US" altLang="zh-CN" sz="3000" dirty="0"/>
                  <a:t>=12</a:t>
                </a:r>
                <a:r>
                  <a:rPr lang="zh-CN" altLang="zh-CN" sz="3000" dirty="0"/>
                  <a:t>个不同的单射。</a:t>
                </a:r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2597" y="219442"/>
                <a:ext cx="8813372" cy="6324600"/>
              </a:xfrm>
              <a:blipFill rotWithShape="0">
                <a:blip r:embed="rId2"/>
                <a:stretch>
                  <a:fillRect l="-1661" t="-1254" r="-110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26977259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F8FA661-BD4B-4FAB-830F-A7C250F1BC52}" type="slidenum">
              <a:rPr lang="zh-CN" altLang="en-US" smtClean="0">
                <a:solidFill>
                  <a:srgbClr val="FFFFFF"/>
                </a:solidFill>
              </a:rPr>
              <a:pPr>
                <a:defRPr/>
              </a:pPr>
              <a:t>67</a:t>
            </a:fld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52400" y="367934"/>
            <a:ext cx="8813372" cy="6400800"/>
          </a:xfrm>
        </p:spPr>
        <p:txBody>
          <a:bodyPr/>
          <a:lstStyle/>
          <a:p>
            <a:pPr marL="0" indent="0">
              <a:spcAft>
                <a:spcPts val="0"/>
              </a:spcAft>
              <a:buNone/>
            </a:pPr>
            <a:r>
              <a:rPr lang="en-US" altLang="zh-CN" sz="2800" kern="0" dirty="0" smtClean="0">
                <a:cs typeface="Times New Roman" panose="02020603050405020304" pitchFamily="18" charset="0"/>
              </a:rPr>
              <a:t>7. </a:t>
            </a:r>
            <a:r>
              <a:rPr lang="zh-CN" altLang="zh-CN" sz="2800" kern="0" dirty="0" smtClean="0">
                <a:cs typeface="Times New Roman" panose="02020603050405020304" pitchFamily="18" charset="0"/>
              </a:rPr>
              <a:t>空集</a:t>
            </a:r>
            <a:r>
              <a:rPr lang="zh-CN" altLang="zh-CN" sz="2800" kern="0" dirty="0">
                <a:cs typeface="Times New Roman" panose="02020603050405020304" pitchFamily="18" charset="0"/>
              </a:rPr>
              <a:t>上的空关系是一种全序关系。对</a:t>
            </a:r>
          </a:p>
          <a:p>
            <a:pPr>
              <a:spcAft>
                <a:spcPts val="0"/>
              </a:spcAft>
            </a:pPr>
            <a:r>
              <a:rPr lang="zh-CN" altLang="zh-CN" sz="2800" kern="0" dirty="0">
                <a:solidFill>
                  <a:schemeClr val="tx2"/>
                </a:solidFill>
                <a:cs typeface="Times New Roman" panose="02020603050405020304" pitchFamily="18" charset="0"/>
              </a:rPr>
              <a:t>解析：</a:t>
            </a:r>
            <a:r>
              <a:rPr lang="zh-CN" altLang="zh-CN" sz="2800" kern="0" dirty="0">
                <a:cs typeface="Times New Roman" panose="02020603050405020304" pitchFamily="18" charset="0"/>
              </a:rPr>
              <a:t>因前提为假，空集上的空关系是全序</a:t>
            </a:r>
            <a:r>
              <a:rPr lang="zh-CN" altLang="zh-CN" sz="2800" kern="0" dirty="0" smtClean="0">
                <a:cs typeface="Times New Roman" panose="02020603050405020304" pitchFamily="18" charset="0"/>
              </a:rPr>
              <a:t>关系</a:t>
            </a:r>
            <a:endParaRPr lang="en-US" altLang="zh-CN" sz="2800" kern="0" dirty="0" smtClean="0"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sz="2800" dirty="0" smtClean="0"/>
              <a:t>8. </a:t>
            </a:r>
            <a:r>
              <a:rPr lang="zh-CN" altLang="zh-CN" sz="2800" kern="0" dirty="0" smtClean="0">
                <a:cs typeface="Times New Roman" panose="02020603050405020304" pitchFamily="18" charset="0"/>
              </a:rPr>
              <a:t>设</a:t>
            </a:r>
            <a:r>
              <a:rPr lang="en-US" altLang="zh-CN" sz="2800" kern="0" dirty="0">
                <a:cs typeface="Times New Roman" panose="02020603050405020304" pitchFamily="18" charset="0"/>
              </a:rPr>
              <a:t>A</a:t>
            </a:r>
            <a:r>
              <a:rPr lang="zh-CN" altLang="zh-CN" sz="2800" kern="0" dirty="0">
                <a:cs typeface="Times New Roman" panose="02020603050405020304" pitchFamily="18" charset="0"/>
              </a:rPr>
              <a:t>是可数集合，则</a:t>
            </a:r>
            <a:r>
              <a:rPr lang="en-US" altLang="zh-CN" sz="2800" kern="0" dirty="0">
                <a:cs typeface="Times New Roman" panose="02020603050405020304" pitchFamily="18" charset="0"/>
              </a:rPr>
              <a:t>ρ(A)</a:t>
            </a:r>
            <a:r>
              <a:rPr lang="zh-CN" altLang="zh-CN" sz="2800" kern="0" dirty="0">
                <a:cs typeface="Times New Roman" panose="02020603050405020304" pitchFamily="18" charset="0"/>
              </a:rPr>
              <a:t>也必定是可数集合，错</a:t>
            </a:r>
          </a:p>
          <a:p>
            <a:r>
              <a:rPr lang="zh-CN" altLang="zh-CN" sz="2800" kern="0" dirty="0">
                <a:solidFill>
                  <a:schemeClr val="tx2"/>
                </a:solidFill>
                <a:cs typeface="Times New Roman" panose="02020603050405020304" pitchFamily="18" charset="0"/>
              </a:rPr>
              <a:t>解析：</a:t>
            </a:r>
            <a:r>
              <a:rPr lang="zh-CN" altLang="zh-CN" sz="2800" kern="0" dirty="0">
                <a:cs typeface="Times New Roman" panose="02020603050405020304" pitchFamily="18" charset="0"/>
              </a:rPr>
              <a:t>设</a:t>
            </a:r>
            <a:r>
              <a:rPr lang="en-US" altLang="zh-CN" sz="2800" kern="0" dirty="0">
                <a:cs typeface="Times New Roman" panose="02020603050405020304" pitchFamily="18" charset="0"/>
              </a:rPr>
              <a:t>A</a:t>
            </a:r>
            <a:r>
              <a:rPr lang="zh-CN" altLang="zh-CN" sz="2800" kern="0" dirty="0">
                <a:cs typeface="Times New Roman" panose="02020603050405020304" pitchFamily="18" charset="0"/>
              </a:rPr>
              <a:t>是自然数集合，</a:t>
            </a:r>
            <a:r>
              <a:rPr lang="en-US" altLang="zh-CN" sz="2800" kern="0" dirty="0">
                <a:cs typeface="Times New Roman" panose="02020603050405020304" pitchFamily="18" charset="0"/>
              </a:rPr>
              <a:t>|A|=</a:t>
            </a:r>
            <a:r>
              <a:rPr lang="en-US" altLang="zh-CN" sz="2800" kern="0" dirty="0">
                <a:cs typeface="Times New Roman" panose="02020603050405020304" pitchFamily="18" charset="0"/>
                <a:sym typeface="Symbol" panose="05050102010706020507" pitchFamily="18" charset="2"/>
              </a:rPr>
              <a:t></a:t>
            </a:r>
            <a:r>
              <a:rPr lang="en-US" altLang="zh-CN" sz="2800" kern="0" baseline="-25000" dirty="0">
                <a:cs typeface="Times New Roman" panose="02020603050405020304" pitchFamily="18" charset="0"/>
              </a:rPr>
              <a:t>0</a:t>
            </a:r>
            <a:r>
              <a:rPr lang="en-US" altLang="zh-CN" sz="2800" kern="0" dirty="0">
                <a:cs typeface="Times New Roman" panose="02020603050405020304" pitchFamily="18" charset="0"/>
              </a:rPr>
              <a:t> </a:t>
            </a:r>
            <a:r>
              <a:rPr lang="zh-CN" altLang="zh-CN" sz="2800" kern="0" dirty="0">
                <a:cs typeface="Times New Roman" panose="02020603050405020304" pitchFamily="18" charset="0"/>
              </a:rPr>
              <a:t>，</a:t>
            </a:r>
            <a:r>
              <a:rPr lang="en-US" altLang="zh-CN" sz="2800" kern="0" dirty="0">
                <a:cs typeface="Times New Roman" panose="02020603050405020304" pitchFamily="18" charset="0"/>
              </a:rPr>
              <a:t>  |A| </a:t>
            </a:r>
            <a:r>
              <a:rPr lang="en-US" altLang="zh-CN" sz="2800" kern="0" dirty="0">
                <a:cs typeface="Times New Roman" panose="02020603050405020304" pitchFamily="18" charset="0"/>
                <a:sym typeface="Symbol" panose="05050102010706020507" pitchFamily="18" charset="2"/>
              </a:rPr>
              <a:t></a:t>
            </a:r>
            <a:r>
              <a:rPr lang="en-US" altLang="zh-CN" sz="2800" kern="0" dirty="0">
                <a:cs typeface="Times New Roman" panose="02020603050405020304" pitchFamily="18" charset="0"/>
              </a:rPr>
              <a:t> |2</a:t>
            </a:r>
            <a:r>
              <a:rPr lang="en-US" altLang="zh-CN" sz="2800" kern="0" baseline="30000" dirty="0">
                <a:cs typeface="Times New Roman" panose="02020603050405020304" pitchFamily="18" charset="0"/>
              </a:rPr>
              <a:t>A</a:t>
            </a:r>
            <a:r>
              <a:rPr lang="en-US" altLang="zh-CN" sz="2800" kern="0" dirty="0">
                <a:cs typeface="Times New Roman" panose="02020603050405020304" pitchFamily="18" charset="0"/>
              </a:rPr>
              <a:t>| </a:t>
            </a:r>
            <a:endParaRPr lang="en-US" altLang="zh-CN" sz="2800" kern="0" dirty="0" smtClean="0"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sz="2800" kern="0" dirty="0" smtClean="0">
                <a:cs typeface="Times New Roman" panose="02020603050405020304" pitchFamily="18" charset="0"/>
              </a:rPr>
              <a:t>9.</a:t>
            </a:r>
            <a:r>
              <a:rPr lang="zh-CN" altLang="zh-CN" sz="2800" dirty="0"/>
              <a:t>集合</a:t>
            </a:r>
            <a:r>
              <a:rPr lang="en-US" altLang="zh-CN" sz="2800" dirty="0"/>
              <a:t>A = {1,{1},0}</a:t>
            </a:r>
            <a:r>
              <a:rPr lang="zh-CN" altLang="zh-CN" sz="2800" dirty="0"/>
              <a:t>，≤为集合</a:t>
            </a:r>
            <a:r>
              <a:rPr lang="en-US" altLang="zh-CN" sz="2800" dirty="0"/>
              <a:t>A</a:t>
            </a:r>
            <a:r>
              <a:rPr lang="zh-CN" altLang="zh-CN" sz="2800" dirty="0"/>
              <a:t>上的全序关系，则集合≤的元素数为</a:t>
            </a:r>
            <a:r>
              <a:rPr lang="en-US" altLang="zh-CN" sz="2800" dirty="0"/>
              <a:t> </a:t>
            </a:r>
            <a:r>
              <a:rPr lang="en-US" altLang="zh-CN" sz="2800" dirty="0" smtClean="0"/>
              <a:t>(  )</a:t>
            </a:r>
            <a:r>
              <a:rPr lang="zh-CN" altLang="en-US" sz="2800" dirty="0" smtClean="0"/>
              <a:t>个。</a:t>
            </a:r>
            <a:endParaRPr lang="en-US" altLang="zh-CN" sz="2800" dirty="0" smtClean="0"/>
          </a:p>
          <a:p>
            <a:r>
              <a:rPr lang="zh-CN" altLang="zh-CN" sz="2800" dirty="0" smtClean="0">
                <a:solidFill>
                  <a:schemeClr val="tx2"/>
                </a:solidFill>
              </a:rPr>
              <a:t>解</a:t>
            </a:r>
            <a:r>
              <a:rPr lang="zh-CN" altLang="en-US" sz="2800" dirty="0" smtClean="0">
                <a:solidFill>
                  <a:schemeClr val="tx2"/>
                </a:solidFill>
              </a:rPr>
              <a:t>析</a:t>
            </a:r>
            <a:r>
              <a:rPr lang="zh-CN" altLang="zh-CN" sz="2800" dirty="0" smtClean="0">
                <a:solidFill>
                  <a:schemeClr val="tx2"/>
                </a:solidFill>
              </a:rPr>
              <a:t>：</a:t>
            </a:r>
            <a:r>
              <a:rPr lang="en-US" altLang="zh-CN" sz="2800" dirty="0"/>
              <a:t>A</a:t>
            </a:r>
            <a:r>
              <a:rPr lang="zh-CN" altLang="zh-CN" sz="2800" dirty="0"/>
              <a:t>有</a:t>
            </a:r>
            <a:r>
              <a:rPr lang="en-US" altLang="zh-CN" sz="2800" dirty="0"/>
              <a:t>3</a:t>
            </a:r>
            <a:r>
              <a:rPr lang="zh-CN" altLang="zh-CN" sz="2800" dirty="0"/>
              <a:t>个元素，</a:t>
            </a:r>
            <a:r>
              <a:rPr lang="en-US" altLang="zh-CN" sz="2800" dirty="0"/>
              <a:t>R</a:t>
            </a:r>
            <a:r>
              <a:rPr lang="zh-CN" altLang="zh-CN" sz="2800" dirty="0"/>
              <a:t>为集合</a:t>
            </a:r>
            <a:r>
              <a:rPr lang="en-US" altLang="zh-CN" sz="2800" dirty="0"/>
              <a:t>A</a:t>
            </a:r>
            <a:r>
              <a:rPr lang="zh-CN" altLang="zh-CN" sz="2800" dirty="0"/>
              <a:t>上的全序关系，</a:t>
            </a:r>
            <a:r>
              <a:rPr lang="en-US" altLang="zh-CN" sz="2800" dirty="0"/>
              <a:t>(A, R) </a:t>
            </a:r>
            <a:r>
              <a:rPr lang="zh-CN" altLang="zh-CN" sz="2800" dirty="0"/>
              <a:t>是包含</a:t>
            </a:r>
            <a:r>
              <a:rPr lang="en-US" altLang="zh-CN" sz="2800" dirty="0"/>
              <a:t>3</a:t>
            </a:r>
            <a:r>
              <a:rPr lang="zh-CN" altLang="zh-CN" sz="2800" dirty="0"/>
              <a:t>个元素的链，如下</a:t>
            </a:r>
            <a:r>
              <a:rPr lang="zh-CN" altLang="zh-CN" sz="2800" dirty="0" smtClean="0"/>
              <a:t>：</a:t>
            </a:r>
            <a:endParaRPr lang="en-US" altLang="zh-CN" sz="2800" dirty="0" smtClean="0"/>
          </a:p>
          <a:p>
            <a:pPr marL="0" indent="0">
              <a:buNone/>
            </a:pPr>
            <a:r>
              <a:rPr lang="en-US" altLang="zh-CN" sz="2800" dirty="0" smtClean="0"/>
              <a:t>                        </a:t>
            </a:r>
          </a:p>
          <a:p>
            <a:pPr marL="0" indent="0">
              <a:buNone/>
            </a:pPr>
            <a:endParaRPr lang="en-US" altLang="zh-CN" sz="2800" dirty="0"/>
          </a:p>
          <a:p>
            <a:pPr marL="0" indent="0">
              <a:buNone/>
            </a:pPr>
            <a:r>
              <a:rPr lang="en-US" altLang="zh-CN" sz="2800" dirty="0" smtClean="0"/>
              <a:t>                     R</a:t>
            </a:r>
            <a:r>
              <a:rPr lang="en-US" altLang="zh-CN" sz="2800" dirty="0"/>
              <a:t>=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800" baseline="-25000" dirty="0"/>
              <a:t>A</a:t>
            </a:r>
            <a:r>
              <a:rPr lang="en-US" altLang="zh-CN" sz="2800" dirty="0">
                <a:sym typeface="Symbol" panose="05050102010706020507" pitchFamily="18" charset="2"/>
              </a:rPr>
              <a:t></a:t>
            </a:r>
            <a:r>
              <a:rPr lang="en-US" altLang="zh-CN" sz="2800" dirty="0"/>
              <a:t>{(</a:t>
            </a:r>
            <a:r>
              <a:rPr lang="en-US" altLang="zh-CN" sz="2800" dirty="0" err="1"/>
              <a:t>a,b</a:t>
            </a:r>
            <a:r>
              <a:rPr lang="en-US" altLang="zh-CN" sz="2800" dirty="0"/>
              <a:t>),(</a:t>
            </a:r>
            <a:r>
              <a:rPr lang="en-US" altLang="zh-CN" sz="2800" dirty="0" err="1"/>
              <a:t>b,c</a:t>
            </a:r>
            <a:r>
              <a:rPr lang="en-US" altLang="zh-CN" sz="2800" dirty="0"/>
              <a:t>),(</a:t>
            </a:r>
            <a:r>
              <a:rPr lang="en-US" altLang="zh-CN" sz="2800" dirty="0" err="1"/>
              <a:t>a,c</a:t>
            </a:r>
            <a:r>
              <a:rPr lang="en-US" altLang="zh-CN" sz="2800" dirty="0"/>
              <a:t>)}</a:t>
            </a:r>
            <a:endParaRPr lang="zh-CN" altLang="zh-CN" sz="2800" dirty="0"/>
          </a:p>
          <a:p>
            <a:pPr marL="0" indent="0">
              <a:buNone/>
            </a:pPr>
            <a:endParaRPr lang="en-US" altLang="zh-CN" sz="2800" dirty="0" smtClean="0"/>
          </a:p>
          <a:p>
            <a:pPr marL="0" indent="0">
              <a:buNone/>
            </a:pPr>
            <a:r>
              <a:rPr lang="en-US" altLang="zh-CN" sz="2800" dirty="0"/>
              <a:t> </a:t>
            </a:r>
            <a:r>
              <a:rPr lang="en-US" altLang="zh-CN" sz="2800" dirty="0" smtClean="0"/>
              <a:t>  </a:t>
            </a:r>
            <a:endParaRPr lang="zh-CN" altLang="zh-CN" sz="2800" dirty="0"/>
          </a:p>
          <a:p>
            <a:pPr marL="0" indent="0">
              <a:buNone/>
            </a:pPr>
            <a:endParaRPr lang="zh-CN" altLang="zh-CN" sz="2800" kern="0" dirty="0"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endParaRPr lang="zh-CN" altLang="zh-CN" kern="0" dirty="0">
              <a:cs typeface="Times New Roman" panose="02020603050405020304" pitchFamily="18" charset="0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1073241" y="4753305"/>
            <a:ext cx="228600" cy="1317563"/>
            <a:chOff x="0" y="0"/>
            <a:chExt cx="53703" cy="475887"/>
          </a:xfrm>
        </p:grpSpPr>
        <p:cxnSp>
          <p:nvCxnSpPr>
            <p:cNvPr id="5" name="直接连接符 4"/>
            <p:cNvCxnSpPr/>
            <p:nvPr/>
          </p:nvCxnSpPr>
          <p:spPr>
            <a:xfrm>
              <a:off x="21772" y="59871"/>
              <a:ext cx="0" cy="31813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直接连接符 5"/>
            <p:cNvCxnSpPr/>
            <p:nvPr/>
          </p:nvCxnSpPr>
          <p:spPr>
            <a:xfrm>
              <a:off x="21772" y="293914"/>
              <a:ext cx="4717" cy="18197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椭圆 6"/>
            <p:cNvSpPr/>
            <p:nvPr/>
          </p:nvSpPr>
          <p:spPr>
            <a:xfrm>
              <a:off x="5443" y="228600"/>
              <a:ext cx="48260" cy="6223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8" name="椭圆 7"/>
            <p:cNvSpPr/>
            <p:nvPr/>
          </p:nvSpPr>
          <p:spPr>
            <a:xfrm>
              <a:off x="0" y="413657"/>
              <a:ext cx="48260" cy="6223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9" name="椭圆 8"/>
            <p:cNvSpPr/>
            <p:nvPr/>
          </p:nvSpPr>
          <p:spPr>
            <a:xfrm>
              <a:off x="0" y="0"/>
              <a:ext cx="48260" cy="6223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1427725" y="4495800"/>
            <a:ext cx="609601" cy="1699268"/>
            <a:chOff x="1427725" y="4925598"/>
            <a:chExt cx="609601" cy="1699268"/>
          </a:xfrm>
        </p:grpSpPr>
        <p:sp>
          <p:nvSpPr>
            <p:cNvPr id="10" name="文本框 9"/>
            <p:cNvSpPr txBox="1"/>
            <p:nvPr/>
          </p:nvSpPr>
          <p:spPr>
            <a:xfrm>
              <a:off x="1427726" y="6070868"/>
              <a:ext cx="586431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000" dirty="0" smtClean="0"/>
                <a:t> </a:t>
              </a:r>
              <a:r>
                <a:rPr lang="en-US" altLang="zh-CN" sz="2500" dirty="0" smtClean="0"/>
                <a:t>a</a:t>
              </a:r>
              <a:endParaRPr lang="zh-CN" altLang="en-US" sz="2500" dirty="0"/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1450895" y="5565360"/>
              <a:ext cx="586431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000" dirty="0" smtClean="0"/>
                <a:t> </a:t>
              </a:r>
              <a:r>
                <a:rPr lang="en-US" altLang="zh-CN" sz="2500" dirty="0" smtClean="0"/>
                <a:t>b</a:t>
              </a:r>
              <a:endParaRPr lang="zh-CN" altLang="en-US" sz="2500" dirty="0"/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1427725" y="4925598"/>
              <a:ext cx="586431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000" dirty="0" smtClean="0"/>
                <a:t> </a:t>
              </a:r>
              <a:r>
                <a:rPr lang="en-US" altLang="zh-CN" sz="2500" dirty="0" smtClean="0"/>
                <a:t>c</a:t>
              </a:r>
              <a:endParaRPr lang="zh-CN" altLang="en-US" sz="2500" dirty="0"/>
            </a:p>
          </p:txBody>
        </p:sp>
      </p:grpSp>
    </p:spTree>
    <p:extLst>
      <p:ext uri="{BB962C8B-B14F-4D97-AF65-F5344CB8AC3E}">
        <p14:creationId xmlns:p14="http://schemas.microsoft.com/office/powerpoint/2010/main" val="3339212139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F8FA661-BD4B-4FAB-830F-A7C250F1BC52}" type="slidenum">
              <a:rPr lang="zh-CN" altLang="en-US" smtClean="0">
                <a:solidFill>
                  <a:srgbClr val="FFFFFF"/>
                </a:solidFill>
              </a:rPr>
              <a:pPr>
                <a:defRPr/>
              </a:pPr>
              <a:t>68</a:t>
            </a:fld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6200" y="459765"/>
            <a:ext cx="8813372" cy="5867400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10</a:t>
            </a:r>
            <a:r>
              <a:rPr lang="en-US" altLang="zh-CN" dirty="0" smtClean="0">
                <a:cs typeface="宋体" panose="02010600030101010101" pitchFamily="2" charset="-122"/>
              </a:rPr>
              <a:t>. </a:t>
            </a:r>
            <a:r>
              <a:rPr lang="zh-CN" altLang="zh-CN" dirty="0" smtClean="0">
                <a:cs typeface="宋体" panose="02010600030101010101" pitchFamily="2" charset="-122"/>
              </a:rPr>
              <a:t>偏序</a:t>
            </a:r>
            <a:r>
              <a:rPr lang="zh-CN" altLang="zh-CN" dirty="0">
                <a:cs typeface="宋体" panose="02010600030101010101" pitchFamily="2" charset="-122"/>
              </a:rPr>
              <a:t>关系是指非空集合上具有自反性、</a:t>
            </a:r>
            <a:r>
              <a:rPr lang="zh-CN" altLang="zh-CN" dirty="0" smtClean="0">
                <a:cs typeface="宋体" panose="02010600030101010101" pitchFamily="2" charset="-122"/>
              </a:rPr>
              <a:t>反对称性</a:t>
            </a:r>
            <a:r>
              <a:rPr lang="zh-CN" altLang="zh-CN" dirty="0">
                <a:cs typeface="宋体" panose="02010600030101010101" pitchFamily="2" charset="-122"/>
              </a:rPr>
              <a:t>和传递性的二元关系 错</a:t>
            </a:r>
          </a:p>
          <a:p>
            <a:pPr marL="0"/>
            <a:r>
              <a:rPr lang="zh-CN" altLang="zh-CN" dirty="0">
                <a:solidFill>
                  <a:schemeClr val="tx2"/>
                </a:solidFill>
                <a:cs typeface="宋体" panose="02010600030101010101" pitchFamily="2" charset="-122"/>
              </a:rPr>
              <a:t>解析：</a:t>
            </a:r>
            <a:r>
              <a:rPr lang="zh-CN" altLang="zh-CN" dirty="0">
                <a:cs typeface="宋体" panose="02010600030101010101" pitchFamily="2" charset="-122"/>
              </a:rPr>
              <a:t>偏序关系定义：设</a:t>
            </a:r>
            <a:r>
              <a:rPr lang="en-US" altLang="zh-CN" dirty="0">
                <a:cs typeface="宋体" panose="02010600030101010101" pitchFamily="2" charset="-122"/>
              </a:rPr>
              <a:t>R</a:t>
            </a:r>
            <a:r>
              <a:rPr lang="zh-CN" altLang="zh-CN" dirty="0">
                <a:cs typeface="宋体" panose="02010600030101010101" pitchFamily="2" charset="-122"/>
              </a:rPr>
              <a:t>是</a:t>
            </a:r>
            <a:r>
              <a:rPr lang="zh-CN" altLang="zh-CN" dirty="0">
                <a:solidFill>
                  <a:schemeClr val="tx2"/>
                </a:solidFill>
                <a:cs typeface="宋体" panose="02010600030101010101" pitchFamily="2" charset="-122"/>
              </a:rPr>
              <a:t>集合</a:t>
            </a:r>
            <a:r>
              <a:rPr lang="en-US" altLang="zh-CN" dirty="0">
                <a:solidFill>
                  <a:schemeClr val="tx2"/>
                </a:solidFill>
                <a:cs typeface="宋体" panose="02010600030101010101" pitchFamily="2" charset="-122"/>
              </a:rPr>
              <a:t>A</a:t>
            </a:r>
            <a:r>
              <a:rPr lang="zh-CN" altLang="zh-CN" dirty="0">
                <a:cs typeface="宋体" panose="02010600030101010101" pitchFamily="2" charset="-122"/>
              </a:rPr>
              <a:t>上的一个关系。如果</a:t>
            </a:r>
            <a:r>
              <a:rPr lang="en-US" altLang="zh-CN" dirty="0">
                <a:cs typeface="宋体" panose="02010600030101010101" pitchFamily="2" charset="-122"/>
              </a:rPr>
              <a:t>R</a:t>
            </a:r>
            <a:r>
              <a:rPr lang="zh-CN" altLang="zh-CN" dirty="0">
                <a:cs typeface="宋体" panose="02010600030101010101" pitchFamily="2" charset="-122"/>
              </a:rPr>
              <a:t>具有自反性，反对称性，传递性，则称</a:t>
            </a:r>
            <a:r>
              <a:rPr lang="en-US" altLang="zh-CN" dirty="0">
                <a:cs typeface="宋体" panose="02010600030101010101" pitchFamily="2" charset="-122"/>
              </a:rPr>
              <a:t>R</a:t>
            </a:r>
            <a:r>
              <a:rPr lang="zh-CN" altLang="zh-CN" dirty="0">
                <a:cs typeface="宋体" panose="02010600030101010101" pitchFamily="2" charset="-122"/>
              </a:rPr>
              <a:t>为一个偏序关系</a:t>
            </a:r>
            <a:r>
              <a:rPr lang="en-US" altLang="zh-CN" dirty="0">
                <a:cs typeface="宋体" panose="02010600030101010101" pitchFamily="2" charset="-122"/>
              </a:rPr>
              <a:t> (</a:t>
            </a:r>
            <a:r>
              <a:rPr lang="zh-CN" altLang="zh-CN" dirty="0">
                <a:cs typeface="宋体" panose="02010600030101010101" pitchFamily="2" charset="-122"/>
              </a:rPr>
              <a:t>半序关系、部分序关系</a:t>
            </a:r>
            <a:r>
              <a:rPr lang="en-US" altLang="zh-CN" dirty="0">
                <a:cs typeface="宋体" panose="02010600030101010101" pitchFamily="2" charset="-122"/>
              </a:rPr>
              <a:t>)</a:t>
            </a:r>
            <a:r>
              <a:rPr lang="zh-CN" altLang="zh-CN" dirty="0">
                <a:cs typeface="宋体" panose="02010600030101010101" pitchFamily="2" charset="-122"/>
              </a:rPr>
              <a:t>。</a:t>
            </a:r>
          </a:p>
          <a:p>
            <a:pPr marL="0" lvl="0" indent="0">
              <a:buNone/>
            </a:pP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11. </a:t>
            </a:r>
            <a:r>
              <a:rPr lang="zh-CN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设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集合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A={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a,b,c,d,e,f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 },  R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是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A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上的等价关系，则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|R|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的最小值和最大值分别是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( D )</a:t>
            </a:r>
            <a:endParaRPr lang="zh-CN" altLang="zh-CN" dirty="0"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marL="457200" lvl="1" indent="0">
              <a:spcAft>
                <a:spcPts val="0"/>
              </a:spcAft>
              <a:buNone/>
            </a:pPr>
            <a:r>
              <a:rPr lang="en-US" altLang="zh-CN" sz="3200" kern="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A.</a:t>
            </a:r>
            <a:r>
              <a:rPr lang="en-US" altLang="zh-CN" kern="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0</a:t>
            </a:r>
            <a:r>
              <a:rPr lang="zh-CN" altLang="zh-CN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6</a:t>
            </a:r>
            <a:r>
              <a:rPr lang="zh-CN" altLang="zh-CN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；</a:t>
            </a:r>
            <a:r>
              <a:rPr lang="en-US" altLang="zh-CN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B.1</a:t>
            </a:r>
            <a:r>
              <a:rPr lang="zh-CN" altLang="zh-CN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6</a:t>
            </a:r>
            <a:r>
              <a:rPr lang="zh-CN" altLang="zh-CN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；</a:t>
            </a:r>
            <a:r>
              <a:rPr lang="en-US" altLang="zh-CN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C. 1</a:t>
            </a:r>
            <a:r>
              <a:rPr lang="zh-CN" altLang="zh-CN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36; D. 6</a:t>
            </a:r>
            <a:r>
              <a:rPr lang="zh-CN" altLang="zh-CN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36</a:t>
            </a:r>
            <a:endParaRPr lang="zh-CN" altLang="zh-CN" sz="2000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66700">
              <a:spcAft>
                <a:spcPts val="0"/>
              </a:spcAft>
            </a:pPr>
            <a:r>
              <a:rPr lang="zh-CN" altLang="zh-CN" kern="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解析：</a:t>
            </a:r>
            <a:r>
              <a:rPr lang="en-US" altLang="zh-CN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|</a:t>
            </a:r>
            <a:r>
              <a:rPr lang="en-US" altLang="zh-CN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kern="0" baseline="-25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|=6 ,  | E</a:t>
            </a:r>
            <a:r>
              <a:rPr lang="en-US" altLang="zh-CN" kern="0" baseline="-25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|= |A</a:t>
            </a:r>
            <a:r>
              <a:rPr lang="en-US" altLang="zh-CN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A|=|A|</a:t>
            </a:r>
            <a:r>
              <a:rPr lang="en-US" altLang="zh-CN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|A|=</a:t>
            </a:r>
            <a:r>
              <a:rPr lang="en-US" altLang="zh-CN" kern="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36</a:t>
            </a:r>
          </a:p>
        </p:txBody>
      </p:sp>
    </p:spTree>
    <p:extLst>
      <p:ext uri="{BB962C8B-B14F-4D97-AF65-F5344CB8AC3E}">
        <p14:creationId xmlns:p14="http://schemas.microsoft.com/office/powerpoint/2010/main" val="1764396541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F8FA661-BD4B-4FAB-830F-A7C250F1BC52}" type="slidenum">
              <a:rPr lang="zh-CN" altLang="en-US" smtClean="0">
                <a:solidFill>
                  <a:srgbClr val="FFFFFF"/>
                </a:solidFill>
              </a:rPr>
              <a:pPr>
                <a:defRPr/>
              </a:pPr>
              <a:t>69</a:t>
            </a:fld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8228" y="533400"/>
            <a:ext cx="8813372" cy="5867400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12.</a:t>
            </a:r>
            <a:r>
              <a:rPr lang="zh-CN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集合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A={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∅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, {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∅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}, 1, {1}}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R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S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是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A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上的二元关系，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R={(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∅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,{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∅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}), ({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∅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}, 1), (1, {1})}, S={(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∅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, {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∅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}), ({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∅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}, 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∅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), (1, {1}), ({1}, 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∅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)}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，则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(R◦S)∩(S◦R)= 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∅。对</a:t>
            </a:r>
          </a:p>
          <a:p>
            <a:r>
              <a:rPr lang="zh-CN" altLang="en-US" dirty="0">
                <a:solidFill>
                  <a:schemeClr val="tx2"/>
                </a:solidFill>
              </a:rPr>
              <a:t>解析</a:t>
            </a:r>
            <a:r>
              <a:rPr lang="zh-CN" altLang="en-US" dirty="0" smtClean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dirty="0" smtClean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R◦S={(</a:t>
            </a:r>
            <a:r>
              <a:rPr lang="zh-CN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∅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, </a:t>
            </a:r>
            <a:r>
              <a:rPr lang="zh-CN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∅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), ({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∅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},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 {1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}), (1,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 ∅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 )}</a:t>
            </a:r>
          </a:p>
          <a:p>
            <a:pPr marL="0" indent="0">
              <a:buNone/>
            </a:pP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S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◦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R={(</a:t>
            </a:r>
            <a:r>
              <a:rPr lang="zh-CN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∅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, 1), ({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∅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},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 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{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∅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}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 ), ({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1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},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 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{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∅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})}</a:t>
            </a:r>
          </a:p>
          <a:p>
            <a:pPr marL="0" indent="0">
              <a:buNone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(R◦S)∩(S◦R)= 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∅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33590515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F8FA661-BD4B-4FAB-830F-A7C250F1BC52}" type="slidenum">
              <a:rPr lang="zh-CN" altLang="en-US" smtClean="0">
                <a:solidFill>
                  <a:srgbClr val="FFFFFF"/>
                </a:solidFill>
              </a:rPr>
              <a:pPr>
                <a:defRPr/>
              </a:pPr>
              <a:t>70</a:t>
            </a:fld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52400" y="446088"/>
            <a:ext cx="8813372" cy="5867400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800" dirty="0" smtClean="0"/>
              <a:t>13.</a:t>
            </a:r>
            <a:r>
              <a:rPr lang="zh-CN" altLang="en-US" sz="2800" dirty="0" smtClean="0"/>
              <a:t>以下</a:t>
            </a:r>
            <a:r>
              <a:rPr lang="zh-CN" altLang="en-US" sz="2800" dirty="0"/>
              <a:t>说法中，正确的是（</a:t>
            </a:r>
            <a:r>
              <a:rPr lang="en-US" altLang="zh-CN" sz="2800" dirty="0"/>
              <a:t>B</a:t>
            </a:r>
            <a:r>
              <a:rPr lang="zh-CN" altLang="en-US" sz="2800" dirty="0" smtClean="0"/>
              <a:t>）</a:t>
            </a:r>
            <a:endParaRPr lang="en-US" altLang="zh-CN" sz="2800" dirty="0"/>
          </a:p>
          <a:p>
            <a:pPr marL="0" indent="0">
              <a:buNone/>
            </a:pPr>
            <a:r>
              <a:rPr lang="en-US" altLang="zh-CN" sz="2800" dirty="0"/>
              <a:t>A. </a:t>
            </a:r>
            <a:r>
              <a:rPr lang="zh-CN" altLang="en-US" sz="2800" dirty="0"/>
              <a:t>若集合</a:t>
            </a:r>
            <a:r>
              <a:rPr lang="en-US" altLang="zh-CN" sz="2800" dirty="0"/>
              <a:t>A</a:t>
            </a:r>
            <a:r>
              <a:rPr lang="zh-CN" altLang="en-US" sz="2800" dirty="0"/>
              <a:t>中元素个数多于</a:t>
            </a:r>
            <a:r>
              <a:rPr lang="en-US" altLang="zh-CN" sz="2800" dirty="0"/>
              <a:t>1</a:t>
            </a:r>
            <a:r>
              <a:rPr lang="zh-CN" altLang="en-US" sz="2800" dirty="0"/>
              <a:t>个，则</a:t>
            </a:r>
            <a:r>
              <a:rPr lang="en-US" altLang="zh-CN" sz="2800" dirty="0"/>
              <a:t>A</a:t>
            </a:r>
            <a:r>
              <a:rPr lang="zh-CN" altLang="en-US" sz="2800" dirty="0"/>
              <a:t>的基数必定小于</a:t>
            </a:r>
            <a:r>
              <a:rPr lang="en-US" altLang="zh-CN" sz="2800" dirty="0"/>
              <a:t>A×A</a:t>
            </a:r>
            <a:r>
              <a:rPr lang="zh-CN" altLang="en-US" sz="2800" dirty="0"/>
              <a:t>的基数</a:t>
            </a:r>
          </a:p>
          <a:p>
            <a:pPr marL="0" indent="0">
              <a:buNone/>
            </a:pPr>
            <a:r>
              <a:rPr lang="en-US" altLang="zh-CN" sz="2800" dirty="0"/>
              <a:t>B. </a:t>
            </a:r>
            <a:r>
              <a:rPr lang="zh-CN" altLang="en-US" sz="2800" dirty="0"/>
              <a:t>对任一集合</a:t>
            </a:r>
            <a:r>
              <a:rPr lang="en-US" altLang="zh-CN" sz="2800" dirty="0"/>
              <a:t>A</a:t>
            </a:r>
            <a:r>
              <a:rPr lang="zh-CN" altLang="en-US" sz="2800" dirty="0"/>
              <a:t>，</a:t>
            </a:r>
            <a:r>
              <a:rPr lang="en-US" altLang="zh-CN" sz="2800" dirty="0"/>
              <a:t>A</a:t>
            </a:r>
            <a:r>
              <a:rPr lang="zh-CN" altLang="en-US" sz="2800" dirty="0"/>
              <a:t>的基数必定小于</a:t>
            </a:r>
            <a:r>
              <a:rPr lang="en-US" altLang="zh-CN" sz="2800" dirty="0"/>
              <a:t>ρ(A)</a:t>
            </a:r>
            <a:r>
              <a:rPr lang="zh-CN" altLang="en-US" sz="2800" dirty="0"/>
              <a:t>的基数</a:t>
            </a:r>
          </a:p>
          <a:p>
            <a:pPr marL="0" indent="0">
              <a:buNone/>
            </a:pPr>
            <a:r>
              <a:rPr lang="en-US" altLang="zh-CN" sz="2800" dirty="0"/>
              <a:t>C. </a:t>
            </a:r>
            <a:r>
              <a:rPr lang="zh-CN" altLang="en-US" sz="2800" dirty="0"/>
              <a:t>对任意两个集合</a:t>
            </a:r>
            <a:r>
              <a:rPr lang="en-US" altLang="zh-CN" sz="2800" dirty="0"/>
              <a:t>A</a:t>
            </a:r>
            <a:r>
              <a:rPr lang="zh-CN" altLang="en-US" sz="2800" dirty="0"/>
              <a:t>、</a:t>
            </a:r>
            <a:r>
              <a:rPr lang="en-US" altLang="zh-CN" sz="2800" dirty="0"/>
              <a:t>B</a:t>
            </a:r>
            <a:r>
              <a:rPr lang="zh-CN" altLang="en-US" sz="2800" dirty="0"/>
              <a:t>，若</a:t>
            </a:r>
            <a:r>
              <a:rPr lang="en-US" altLang="zh-CN" sz="2800" dirty="0"/>
              <a:t>A </a:t>
            </a:r>
            <a:r>
              <a:rPr lang="en-US" altLang="zh-CN" sz="2800" dirty="0" smtClean="0">
                <a:sym typeface="Symbol" panose="05050102010706020507" pitchFamily="18" charset="2"/>
              </a:rPr>
              <a:t></a:t>
            </a:r>
            <a:r>
              <a:rPr lang="en-US" altLang="zh-CN" sz="2800" dirty="0" smtClean="0"/>
              <a:t> </a:t>
            </a:r>
            <a:r>
              <a:rPr lang="en-US" altLang="zh-CN" sz="2800" dirty="0"/>
              <a:t>B</a:t>
            </a:r>
            <a:r>
              <a:rPr lang="zh-CN" altLang="en-US" sz="2800" dirty="0"/>
              <a:t>，则必有</a:t>
            </a:r>
            <a:r>
              <a:rPr lang="en-US" altLang="zh-CN" sz="2800" dirty="0"/>
              <a:t>|A|&lt;|B|</a:t>
            </a:r>
          </a:p>
          <a:p>
            <a:pPr marL="0" indent="0">
              <a:buNone/>
            </a:pPr>
            <a:r>
              <a:rPr lang="en-US" altLang="zh-CN" sz="2800" dirty="0"/>
              <a:t>D. </a:t>
            </a:r>
            <a:r>
              <a:rPr lang="zh-CN" altLang="en-US" sz="2800" dirty="0"/>
              <a:t>对任意两个集合</a:t>
            </a:r>
            <a:r>
              <a:rPr lang="en-US" altLang="zh-CN" sz="2800" dirty="0" smtClean="0"/>
              <a:t>A</a:t>
            </a:r>
            <a:r>
              <a:rPr lang="zh-CN" altLang="en-US" sz="2800" dirty="0" smtClean="0"/>
              <a:t>、</a:t>
            </a:r>
            <a:r>
              <a:rPr lang="en-US" altLang="zh-CN" sz="2800" dirty="0" smtClean="0"/>
              <a:t>B,</a:t>
            </a:r>
            <a:r>
              <a:rPr lang="zh-CN" altLang="en-US" sz="2800" dirty="0" smtClean="0"/>
              <a:t>若</a:t>
            </a:r>
            <a:r>
              <a:rPr lang="en-US" altLang="zh-CN" sz="2800" dirty="0" smtClean="0"/>
              <a:t>A</a:t>
            </a:r>
            <a:r>
              <a:rPr lang="en-US" altLang="zh-CN" sz="2800" dirty="0">
                <a:sym typeface="Symbol" panose="05050102010706020507" pitchFamily="18" charset="2"/>
              </a:rPr>
              <a:t> </a:t>
            </a:r>
            <a:r>
              <a:rPr lang="en-US" altLang="zh-CN" sz="2800" dirty="0" smtClean="0">
                <a:sym typeface="Symbol" panose="05050102010706020507" pitchFamily="18" charset="2"/>
              </a:rPr>
              <a:t> </a:t>
            </a:r>
            <a:r>
              <a:rPr lang="en-US" altLang="zh-CN" sz="2800" dirty="0" smtClean="0"/>
              <a:t>B</a:t>
            </a:r>
            <a:r>
              <a:rPr lang="zh-CN" altLang="en-US" sz="2800" dirty="0"/>
              <a:t>，则必有</a:t>
            </a:r>
            <a:r>
              <a:rPr lang="en-US" altLang="zh-CN" sz="2800" dirty="0"/>
              <a:t>|ρ(A)|&lt;|ρ(B)|</a:t>
            </a:r>
          </a:p>
          <a:p>
            <a:r>
              <a:rPr lang="zh-CN" altLang="en-US" sz="2800" dirty="0">
                <a:solidFill>
                  <a:schemeClr val="tx2"/>
                </a:solidFill>
              </a:rPr>
              <a:t>解析：</a:t>
            </a:r>
            <a:r>
              <a:rPr lang="en-US" altLang="zh-CN" sz="2800" dirty="0" smtClean="0"/>
              <a:t>A. </a:t>
            </a:r>
            <a:r>
              <a:rPr lang="zh-CN" altLang="en-US" sz="2800" dirty="0" smtClean="0"/>
              <a:t>是</a:t>
            </a:r>
            <a:r>
              <a:rPr lang="zh-CN" altLang="en-US" sz="2800" dirty="0"/>
              <a:t>错的，见书上定理</a:t>
            </a:r>
            <a:r>
              <a:rPr lang="en-US" altLang="zh-CN" sz="2800" dirty="0"/>
              <a:t>1.3.4</a:t>
            </a:r>
            <a:r>
              <a:rPr lang="zh-CN" altLang="en-US" sz="2800" dirty="0"/>
              <a:t>：设</a:t>
            </a:r>
            <a:r>
              <a:rPr lang="en-US" altLang="zh-CN" sz="2800" dirty="0"/>
              <a:t>A</a:t>
            </a:r>
            <a:r>
              <a:rPr lang="zh-CN" altLang="en-US" sz="2800" dirty="0"/>
              <a:t>，</a:t>
            </a:r>
            <a:r>
              <a:rPr lang="en-US" altLang="zh-CN" sz="2800" dirty="0"/>
              <a:t>B</a:t>
            </a:r>
            <a:r>
              <a:rPr lang="zh-CN" altLang="en-US" sz="2800" dirty="0"/>
              <a:t>是可数集合，则</a:t>
            </a:r>
            <a:r>
              <a:rPr lang="en-US" altLang="zh-CN" sz="2800" dirty="0" smtClean="0"/>
              <a:t>A</a:t>
            </a:r>
            <a:r>
              <a:rPr lang="en-US" altLang="zh-CN" sz="2800" dirty="0"/>
              <a:t>×</a:t>
            </a:r>
            <a:r>
              <a:rPr lang="en-US" altLang="zh-CN" sz="2800" dirty="0" smtClean="0"/>
              <a:t>B</a:t>
            </a:r>
            <a:r>
              <a:rPr lang="zh-CN" altLang="en-US" sz="2800" dirty="0"/>
              <a:t>是可数集合。</a:t>
            </a:r>
          </a:p>
          <a:p>
            <a:pPr marL="0" indent="0">
              <a:buNone/>
            </a:pPr>
            <a:r>
              <a:rPr lang="en-US" altLang="zh-CN" sz="2800" dirty="0"/>
              <a:t>C.</a:t>
            </a:r>
            <a:r>
              <a:rPr lang="zh-CN" altLang="en-US" sz="2800" dirty="0"/>
              <a:t>是错的，设</a:t>
            </a:r>
            <a:r>
              <a:rPr lang="en-US" altLang="zh-CN" sz="2800" dirty="0"/>
              <a:t>A</a:t>
            </a:r>
            <a:r>
              <a:rPr lang="zh-CN" altLang="en-US" sz="2800" dirty="0"/>
              <a:t>为正偶数集合，</a:t>
            </a:r>
            <a:r>
              <a:rPr lang="en-US" altLang="zh-CN" sz="2800" dirty="0"/>
              <a:t>B</a:t>
            </a:r>
            <a:r>
              <a:rPr lang="zh-CN" altLang="en-US" sz="2800" dirty="0"/>
              <a:t>为正整数集合，</a:t>
            </a:r>
            <a:r>
              <a:rPr lang="en-US" altLang="zh-CN" sz="2800" dirty="0" smtClean="0"/>
              <a:t>A</a:t>
            </a:r>
            <a:r>
              <a:rPr lang="en-US" altLang="zh-CN" sz="2800" dirty="0">
                <a:sym typeface="Symbol" panose="05050102010706020507" pitchFamily="18" charset="2"/>
              </a:rPr>
              <a:t> </a:t>
            </a:r>
            <a:r>
              <a:rPr lang="en-US" altLang="zh-CN" sz="2800" dirty="0" smtClean="0">
                <a:sym typeface="Symbol" panose="05050102010706020507" pitchFamily="18" charset="2"/>
              </a:rPr>
              <a:t></a:t>
            </a:r>
            <a:r>
              <a:rPr lang="en-US" altLang="zh-CN" sz="2800" dirty="0" smtClean="0"/>
              <a:t> </a:t>
            </a:r>
            <a:r>
              <a:rPr lang="en-US" altLang="zh-CN" sz="2800" dirty="0"/>
              <a:t>B</a:t>
            </a:r>
            <a:r>
              <a:rPr lang="zh-CN" altLang="en-US" sz="2800" dirty="0"/>
              <a:t>，</a:t>
            </a:r>
            <a:r>
              <a:rPr lang="en-US" altLang="zh-CN" sz="2800" dirty="0"/>
              <a:t>|A|=|B|</a:t>
            </a:r>
          </a:p>
          <a:p>
            <a:pPr marL="0" indent="0">
              <a:buNone/>
            </a:pPr>
            <a:r>
              <a:rPr lang="en-US" altLang="zh-CN" sz="2800" dirty="0"/>
              <a:t>D.</a:t>
            </a:r>
            <a:r>
              <a:rPr lang="zh-CN" altLang="en-US" sz="2800" dirty="0"/>
              <a:t>是错的，设</a:t>
            </a:r>
            <a:r>
              <a:rPr lang="en-US" altLang="zh-CN" sz="2800" dirty="0"/>
              <a:t>A</a:t>
            </a:r>
            <a:r>
              <a:rPr lang="zh-CN" altLang="en-US" sz="2800" dirty="0"/>
              <a:t>为正偶数集合，</a:t>
            </a:r>
            <a:r>
              <a:rPr lang="en-US" altLang="zh-CN" sz="2800" dirty="0"/>
              <a:t>B</a:t>
            </a:r>
            <a:r>
              <a:rPr lang="zh-CN" altLang="en-US" sz="2800" dirty="0"/>
              <a:t>为正整数集合，</a:t>
            </a:r>
            <a:r>
              <a:rPr lang="en-US" altLang="zh-CN" sz="2800" dirty="0" smtClean="0"/>
              <a:t>A</a:t>
            </a:r>
            <a:r>
              <a:rPr lang="en-US" altLang="zh-CN" sz="2800" dirty="0">
                <a:sym typeface="Symbol" panose="05050102010706020507" pitchFamily="18" charset="2"/>
              </a:rPr>
              <a:t> </a:t>
            </a:r>
            <a:r>
              <a:rPr lang="en-US" altLang="zh-CN" sz="2800" dirty="0" smtClean="0"/>
              <a:t>  </a:t>
            </a:r>
            <a:r>
              <a:rPr lang="en-US" altLang="zh-CN" sz="2800" dirty="0"/>
              <a:t>B</a:t>
            </a:r>
            <a:r>
              <a:rPr lang="zh-CN" altLang="en-US" sz="2800" dirty="0"/>
              <a:t>，</a:t>
            </a:r>
            <a:r>
              <a:rPr lang="en-US" altLang="zh-CN" sz="2800" dirty="0"/>
              <a:t>|A|=|B|</a:t>
            </a:r>
            <a:r>
              <a:rPr lang="zh-CN" altLang="en-US" sz="2800" dirty="0"/>
              <a:t>，</a:t>
            </a:r>
            <a:r>
              <a:rPr lang="en-US" altLang="zh-CN" sz="2800" dirty="0"/>
              <a:t>|ρ(A</a:t>
            </a:r>
            <a:r>
              <a:rPr lang="en-US" altLang="zh-CN" sz="2800" dirty="0" smtClean="0"/>
              <a:t>)|=|</a:t>
            </a:r>
            <a:r>
              <a:rPr lang="en-US" altLang="zh-CN" sz="2800" dirty="0"/>
              <a:t>ρ(B)|</a:t>
            </a:r>
          </a:p>
          <a:p>
            <a:endParaRPr lang="en-US" altLang="zh-CN" sz="2800" dirty="0"/>
          </a:p>
          <a:p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322448497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F8FA661-BD4B-4FAB-830F-A7C250F1BC52}" type="slidenum">
              <a:rPr lang="zh-CN" altLang="en-US" smtClean="0">
                <a:solidFill>
                  <a:srgbClr val="FFFFFF"/>
                </a:solidFill>
              </a:rPr>
              <a:pPr>
                <a:defRPr/>
              </a:pPr>
              <a:t>71</a:t>
            </a:fld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52400" y="479303"/>
            <a:ext cx="8813372" cy="5867400"/>
          </a:xfrm>
        </p:spPr>
        <p:txBody>
          <a:bodyPr/>
          <a:lstStyle/>
          <a:p>
            <a:pPr marL="0" lvl="0" indent="0">
              <a:spcAft>
                <a:spcPts val="0"/>
              </a:spcAft>
              <a:buNone/>
            </a:pPr>
            <a:r>
              <a:rPr lang="en-US" altLang="zh-CN" kern="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14.</a:t>
            </a:r>
            <a:r>
              <a:rPr lang="zh-CN" altLang="zh-CN" kern="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对</a:t>
            </a:r>
            <a:r>
              <a:rPr lang="zh-CN" altLang="zh-CN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任意的集合</a:t>
            </a:r>
            <a:r>
              <a:rPr lang="en-US" altLang="zh-CN" kern="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A,B,</a:t>
            </a:r>
            <a:r>
              <a:rPr lang="zh-CN" altLang="zh-CN" kern="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则</a:t>
            </a:r>
            <a:r>
              <a:rPr lang="zh-CN" altLang="zh-CN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下面选项错误的是（</a:t>
            </a:r>
            <a:r>
              <a:rPr lang="en-US" altLang="zh-CN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</a:t>
            </a:r>
            <a:r>
              <a:rPr lang="zh-CN" altLang="zh-CN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  <a:endParaRPr lang="zh-CN" altLang="zh-CN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457200" lvl="1" indent="0">
              <a:spcAft>
                <a:spcPts val="0"/>
              </a:spcAft>
              <a:buNone/>
            </a:pPr>
            <a:r>
              <a:rPr lang="en-US" altLang="zh-CN" sz="3200" kern="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A. ρ(A</a:t>
            </a:r>
            <a:r>
              <a:rPr lang="en-US" altLang="zh-CN" sz="3200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zh-CN" altLang="zh-CN" sz="3200" kern="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∪</a:t>
            </a:r>
            <a:r>
              <a:rPr lang="en-US" altLang="zh-CN" sz="3200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ρ(B)</a:t>
            </a:r>
            <a:r>
              <a:rPr lang="en-US" altLang="zh-CN" sz="3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sz="3200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3200" kern="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ρ (</a:t>
            </a:r>
            <a:r>
              <a:rPr lang="en-US" altLang="zh-CN" sz="3200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zh-CN" altLang="zh-CN" sz="3200" kern="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∪</a:t>
            </a:r>
            <a:r>
              <a:rPr lang="en-US" altLang="zh-CN" sz="3200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B)</a:t>
            </a:r>
            <a:endParaRPr lang="zh-CN" altLang="zh-CN" sz="3200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457200" lvl="1" indent="0">
              <a:spcAft>
                <a:spcPts val="0"/>
              </a:spcAft>
              <a:buNone/>
            </a:pPr>
            <a:r>
              <a:rPr lang="en-US" altLang="zh-CN" sz="3200" kern="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B. ρ(A</a:t>
            </a:r>
            <a:r>
              <a:rPr lang="en-US" altLang="zh-CN" sz="3200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∩B) </a:t>
            </a:r>
            <a:r>
              <a:rPr lang="en-US" altLang="zh-CN" sz="3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sz="3200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ρ(A)∩ρ(B)</a:t>
            </a:r>
            <a:endParaRPr lang="zh-CN" altLang="zh-CN" sz="3200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457200" lvl="1" indent="0">
              <a:spcAft>
                <a:spcPts val="0"/>
              </a:spcAft>
              <a:buNone/>
            </a:pPr>
            <a:r>
              <a:rPr lang="en-US" altLang="zh-CN" sz="3200" kern="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C. ρ(A-B</a:t>
            </a:r>
            <a:r>
              <a:rPr lang="en-US" altLang="zh-CN" sz="3200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) </a:t>
            </a:r>
            <a:r>
              <a:rPr lang="en-US" altLang="zh-CN" sz="3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sz="3200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ρ(A)-ρ(B)</a:t>
            </a:r>
            <a:endParaRPr lang="zh-CN" altLang="zh-CN" sz="3200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457200" lvl="1" indent="0">
              <a:spcAft>
                <a:spcPts val="0"/>
              </a:spcAft>
              <a:buNone/>
            </a:pPr>
            <a:r>
              <a:rPr lang="en-US" altLang="zh-CN" sz="3200" kern="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D. ρ(A</a:t>
            </a:r>
            <a:r>
              <a:rPr lang="en-US" altLang="zh-CN" sz="3200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)∩ρ(B) </a:t>
            </a:r>
            <a:r>
              <a:rPr lang="en-US" altLang="zh-CN" sz="3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sz="3200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ρ(A∩B)</a:t>
            </a:r>
            <a:endParaRPr lang="zh-CN" altLang="zh-CN" sz="3200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66700" indent="266700">
              <a:spcAft>
                <a:spcPts val="0"/>
              </a:spcAft>
            </a:pPr>
            <a:r>
              <a:rPr lang="zh-CN" altLang="zh-CN" kern="1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解析：</a:t>
            </a:r>
            <a:r>
              <a:rPr lang="en-US" altLang="zh-CN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A={1</a:t>
            </a:r>
            <a:r>
              <a:rPr lang="zh-CN" altLang="zh-CN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en-US" altLang="zh-CN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2,}  B={1}</a:t>
            </a:r>
            <a:r>
              <a:rPr lang="zh-CN" altLang="zh-CN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en-US" altLang="zh-CN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ρ(A-B)= {</a:t>
            </a:r>
            <a:r>
              <a:rPr lang="en-US" altLang="zh-CN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</a:t>
            </a:r>
            <a:r>
              <a:rPr lang="zh-CN" altLang="zh-CN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en-US" altLang="zh-CN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{2}} , ρ(A)-ρ(B)={{2</a:t>
            </a:r>
            <a:r>
              <a:rPr lang="en-US" altLang="zh-CN" kern="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}, {</a:t>
            </a:r>
            <a:r>
              <a:rPr lang="en-US" altLang="zh-CN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1,2</a:t>
            </a:r>
            <a:r>
              <a:rPr lang="en-US" altLang="zh-CN" kern="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}}</a:t>
            </a:r>
          </a:p>
          <a:p>
            <a:pPr marL="266700" indent="0">
              <a:spcAft>
                <a:spcPts val="0"/>
              </a:spcAft>
              <a:buNone/>
            </a:pPr>
            <a:r>
              <a:rPr lang="zh-CN" altLang="en-US" kern="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应为：</a:t>
            </a:r>
            <a:r>
              <a:rPr lang="en-US" altLang="zh-CN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ρ(A-B) </a:t>
            </a:r>
            <a:r>
              <a:rPr lang="en-US" altLang="zh-CN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ρ(A)-ρ(B</a:t>
            </a:r>
            <a:r>
              <a:rPr lang="en-US" altLang="zh-CN" kern="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zh-CN" altLang="zh-CN" kern="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 </a:t>
            </a:r>
            <a:r>
              <a:rPr lang="zh-CN" altLang="zh-CN" kern="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∪</a:t>
            </a:r>
            <a:r>
              <a:rPr lang="en-US" altLang="zh-CN" kern="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{</a:t>
            </a:r>
            <a:r>
              <a:rPr lang="en-US" altLang="zh-CN" kern="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}</a:t>
            </a:r>
            <a:endParaRPr lang="zh-CN" altLang="zh-CN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66700" indent="0">
              <a:spcAft>
                <a:spcPts val="0"/>
              </a:spcAft>
              <a:buNone/>
            </a:pPr>
            <a:endParaRPr lang="zh-CN" altLang="zh-CN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66700" indent="266700">
              <a:spcAft>
                <a:spcPts val="0"/>
              </a:spcAft>
            </a:pPr>
            <a:r>
              <a:rPr lang="zh-CN" altLang="zh-CN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其它</a:t>
            </a:r>
            <a:r>
              <a:rPr lang="en-US" altLang="zh-CN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zh-CN" altLang="zh-CN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en-US" altLang="zh-CN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zh-CN" altLang="zh-CN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en-US" altLang="zh-CN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r>
              <a:rPr lang="zh-CN" altLang="zh-CN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解析见书后习题</a:t>
            </a:r>
            <a:r>
              <a:rPr lang="en-US" altLang="zh-CN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1.1-3</a:t>
            </a:r>
            <a:endParaRPr lang="zh-CN" altLang="zh-CN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06216366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F8FA661-BD4B-4FAB-830F-A7C250F1BC52}" type="slidenum">
              <a:rPr lang="zh-CN" altLang="en-US" smtClean="0">
                <a:solidFill>
                  <a:srgbClr val="FFFFFF"/>
                </a:solidFill>
              </a:rPr>
              <a:pPr>
                <a:defRPr/>
              </a:pPr>
              <a:t>72</a:t>
            </a:fld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28600" y="446088"/>
            <a:ext cx="8813372" cy="5867400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练习：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设集合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A={1,2,3}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上共有多少个不同的偏序关系？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解：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19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个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0800" y="1905000"/>
            <a:ext cx="5091766" cy="4508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6120795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F8FA661-BD4B-4FAB-830F-A7C250F1BC52}" type="slidenum">
              <a:rPr lang="zh-CN" altLang="en-US" smtClean="0">
                <a:solidFill>
                  <a:srgbClr val="FFFFFF"/>
                </a:solidFill>
              </a:rPr>
              <a:pPr>
                <a:defRPr/>
              </a:pPr>
              <a:t>73</a:t>
            </a:fld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8228" y="228600"/>
            <a:ext cx="8813372" cy="6324600"/>
          </a:xfrm>
        </p:spPr>
        <p:txBody>
          <a:bodyPr/>
          <a:lstStyle/>
          <a:p>
            <a:pPr marL="0" lvl="0" indent="0">
              <a:buNone/>
            </a:pPr>
            <a:r>
              <a:rPr lang="en-US" altLang="zh-CN" sz="3100" kern="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15.</a:t>
            </a:r>
            <a:r>
              <a:rPr lang="zh-CN" altLang="zh-CN" sz="31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若</a:t>
            </a:r>
            <a:r>
              <a:rPr lang="en-US" altLang="zh-CN" sz="31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R</a:t>
            </a:r>
            <a:r>
              <a:rPr lang="zh-CN" altLang="zh-CN" sz="31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是非空集合</a:t>
            </a:r>
            <a:r>
              <a:rPr lang="en-US" altLang="zh-CN" sz="31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A</a:t>
            </a:r>
            <a:r>
              <a:rPr lang="zh-CN" altLang="zh-CN" sz="31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上的具有自反性和传递性的关系，则</a:t>
            </a:r>
            <a:r>
              <a:rPr lang="en-US" altLang="zh-CN" sz="31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R∩R</a:t>
            </a:r>
            <a:r>
              <a:rPr lang="en-US" altLang="zh-CN" sz="3100" baseline="300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-1</a:t>
            </a:r>
            <a:r>
              <a:rPr lang="zh-CN" altLang="zh-CN" sz="31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必为</a:t>
            </a:r>
            <a:r>
              <a:rPr lang="en-US" altLang="zh-CN" sz="31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A</a:t>
            </a:r>
            <a:r>
              <a:rPr lang="zh-CN" altLang="zh-CN" sz="31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上的等价关系。对</a:t>
            </a:r>
          </a:p>
          <a:p>
            <a:pPr marL="0" lvl="0" indent="0">
              <a:spcAft>
                <a:spcPts val="0"/>
              </a:spcAft>
              <a:buNone/>
            </a:pPr>
            <a:r>
              <a:rPr lang="zh-CN" altLang="en-US" sz="3100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证明：</a:t>
            </a:r>
            <a:r>
              <a:rPr lang="en-US" altLang="zh-CN" sz="3100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sz="3100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）集合</a:t>
            </a:r>
            <a:r>
              <a:rPr lang="en-US" altLang="zh-CN" sz="3100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zh-CN" altLang="en-US" sz="3100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非空</a:t>
            </a:r>
            <a:endParaRPr lang="en-US" altLang="zh-CN" sz="3100" kern="100" dirty="0" smtClean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0" indent="0">
              <a:spcAft>
                <a:spcPts val="0"/>
              </a:spcAft>
              <a:buNone/>
            </a:pPr>
            <a:r>
              <a:rPr lang="en-US" altLang="zh-CN" sz="3100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zh-CN" altLang="en-US" sz="3100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）自反性：任取</a:t>
            </a:r>
            <a:r>
              <a:rPr lang="en-US" altLang="zh-CN" sz="3100" kern="100" dirty="0" err="1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3100" kern="100" dirty="0" err="1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A</a:t>
            </a:r>
            <a:r>
              <a:rPr lang="zh-CN" altLang="en-US" sz="3100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，由</a:t>
            </a:r>
            <a:r>
              <a:rPr lang="en-US" altLang="zh-CN" sz="3100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zh-CN" altLang="en-US" sz="3100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具有自反性，知</a:t>
            </a:r>
            <a:r>
              <a:rPr lang="en-US" altLang="zh-CN" sz="3100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3100" kern="100" dirty="0" err="1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x,x</a:t>
            </a:r>
            <a:r>
              <a:rPr lang="en-US" altLang="zh-CN" sz="3100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en-US" altLang="zh-CN" sz="31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3100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R,</a:t>
            </a:r>
            <a:r>
              <a:rPr lang="zh-CN" altLang="en-US" sz="3100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故</a:t>
            </a:r>
            <a:r>
              <a:rPr lang="en-US" altLang="zh-CN" sz="31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3100" kern="100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x,x</a:t>
            </a:r>
            <a:r>
              <a:rPr lang="en-US" altLang="zh-CN" sz="31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) </a:t>
            </a:r>
            <a:r>
              <a:rPr lang="en-US" altLang="zh-CN" sz="3100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 sz="3100" kern="100" baseline="300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-1</a:t>
            </a:r>
            <a:r>
              <a:rPr lang="zh-CN" altLang="en-US" sz="3100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，因此</a:t>
            </a:r>
            <a:r>
              <a:rPr lang="en-US" altLang="zh-CN" sz="31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3100" kern="100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x,x</a:t>
            </a:r>
            <a:r>
              <a:rPr lang="en-US" altLang="zh-CN" sz="31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) </a:t>
            </a:r>
            <a:r>
              <a:rPr lang="en-US" altLang="zh-CN" sz="3100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 sz="31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∩</a:t>
            </a:r>
            <a:r>
              <a:rPr lang="en-US" altLang="zh-CN" sz="3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R</a:t>
            </a:r>
            <a:r>
              <a:rPr lang="en-US" altLang="zh-CN" sz="3100" baseline="300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-1</a:t>
            </a:r>
            <a:r>
              <a:rPr lang="zh-CN" altLang="en-US" sz="3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。</a:t>
            </a:r>
            <a:endParaRPr lang="en-US" altLang="zh-CN" sz="3100" dirty="0" smtClean="0"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marL="0" lvl="0" indent="0">
              <a:spcAft>
                <a:spcPts val="0"/>
              </a:spcAft>
              <a:buNone/>
            </a:pPr>
            <a:r>
              <a:rPr lang="en-US" altLang="zh-CN" sz="31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zh-CN" altLang="en-US" sz="3100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）对称性</a:t>
            </a:r>
            <a:r>
              <a:rPr lang="en-US" altLang="zh-CN" sz="3100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: </a:t>
            </a:r>
            <a:r>
              <a:rPr lang="zh-CN" altLang="en-US" sz="3100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任取</a:t>
            </a:r>
            <a:r>
              <a:rPr lang="en-US" altLang="zh-CN" sz="31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3100" kern="100" dirty="0" err="1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x,y</a:t>
            </a:r>
            <a:r>
              <a:rPr lang="en-US" altLang="zh-CN" sz="3100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) </a:t>
            </a:r>
            <a:r>
              <a:rPr lang="en-US" altLang="zh-CN" sz="31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R</a:t>
            </a:r>
            <a:r>
              <a:rPr lang="en-US" altLang="zh-CN" sz="31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∩</a:t>
            </a:r>
            <a:r>
              <a:rPr lang="en-US" altLang="zh-CN" sz="3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R</a:t>
            </a:r>
            <a:r>
              <a:rPr lang="en-US" altLang="zh-CN" sz="3100" baseline="300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-1</a:t>
            </a:r>
            <a:r>
              <a:rPr lang="zh-CN" altLang="en-US" sz="3100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，则</a:t>
            </a:r>
            <a:r>
              <a:rPr lang="en-US" altLang="zh-CN" sz="31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3100" kern="100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x,y</a:t>
            </a:r>
            <a:r>
              <a:rPr lang="en-US" altLang="zh-CN" sz="31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) </a:t>
            </a:r>
            <a:r>
              <a:rPr lang="en-US" altLang="zh-CN" sz="3100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zh-CN" altLang="en-US" sz="3100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且</a:t>
            </a:r>
            <a:r>
              <a:rPr lang="en-US" altLang="zh-CN" sz="31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3100" kern="100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x,y</a:t>
            </a:r>
            <a:r>
              <a:rPr lang="en-US" altLang="zh-CN" sz="31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) </a:t>
            </a:r>
            <a:r>
              <a:rPr lang="en-US" altLang="zh-CN" sz="3100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 sz="3100" kern="100" baseline="300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-1</a:t>
            </a:r>
            <a:r>
              <a:rPr lang="zh-CN" altLang="en-US" sz="3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得</a:t>
            </a:r>
            <a:r>
              <a:rPr lang="en-US" altLang="zh-CN" sz="3100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(y, x) </a:t>
            </a:r>
            <a:r>
              <a:rPr lang="en-US" altLang="zh-CN" sz="31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R</a:t>
            </a:r>
            <a:r>
              <a:rPr lang="zh-CN" altLang="en-US" sz="31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且</a:t>
            </a:r>
            <a:r>
              <a:rPr lang="en-US" altLang="zh-CN" sz="3100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(y, x) </a:t>
            </a:r>
            <a:r>
              <a:rPr lang="en-US" altLang="zh-CN" sz="31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3100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 sz="3100" kern="100" baseline="300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-1</a:t>
            </a:r>
            <a:r>
              <a:rPr lang="zh-CN" altLang="en-US" sz="3100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，故</a:t>
            </a:r>
            <a:r>
              <a:rPr lang="en-US" altLang="zh-CN" sz="31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(y, x) </a:t>
            </a:r>
            <a:r>
              <a:rPr lang="en-US" altLang="zh-CN" sz="3100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 sz="31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∩</a:t>
            </a:r>
            <a:r>
              <a:rPr lang="en-US" altLang="zh-CN" sz="3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R</a:t>
            </a:r>
            <a:r>
              <a:rPr lang="en-US" altLang="zh-CN" sz="3100" baseline="300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-1</a:t>
            </a:r>
          </a:p>
          <a:p>
            <a:pPr marL="0" indent="0">
              <a:buNone/>
            </a:pPr>
            <a:r>
              <a:rPr lang="en-US" altLang="zh-CN" sz="3100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4</a:t>
            </a:r>
            <a:r>
              <a:rPr lang="zh-CN" altLang="en-US" sz="3100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）传递性：</a:t>
            </a:r>
            <a:r>
              <a:rPr lang="zh-CN" altLang="en-US" sz="31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任取</a:t>
            </a:r>
            <a:r>
              <a:rPr lang="en-US" altLang="zh-CN" sz="31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3100" kern="100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x,y</a:t>
            </a:r>
            <a:r>
              <a:rPr lang="en-US" altLang="zh-CN" sz="31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) R</a:t>
            </a:r>
            <a:r>
              <a:rPr lang="en-US" altLang="zh-CN" sz="31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∩R</a:t>
            </a:r>
            <a:r>
              <a:rPr lang="en-US" altLang="zh-CN" sz="3100" baseline="300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-1</a:t>
            </a:r>
            <a:r>
              <a:rPr lang="zh-CN" altLang="en-US" sz="3100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，</a:t>
            </a:r>
            <a:r>
              <a:rPr lang="en-US" altLang="zh-CN" sz="3100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3100" kern="100" dirty="0" err="1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y,z</a:t>
            </a:r>
            <a:r>
              <a:rPr lang="en-US" altLang="zh-CN" sz="3100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) </a:t>
            </a:r>
            <a:r>
              <a:rPr lang="en-US" altLang="zh-CN" sz="31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R</a:t>
            </a:r>
            <a:r>
              <a:rPr lang="en-US" altLang="zh-CN" sz="31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∩</a:t>
            </a:r>
            <a:r>
              <a:rPr lang="en-US" altLang="zh-CN" sz="3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R</a:t>
            </a:r>
            <a:r>
              <a:rPr lang="en-US" altLang="zh-CN" sz="3100" baseline="300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-1</a:t>
            </a:r>
            <a:r>
              <a:rPr lang="zh-CN" altLang="en-US" sz="3100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，得</a:t>
            </a:r>
            <a:r>
              <a:rPr lang="en-US" altLang="zh-CN" sz="31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3100" kern="100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x,y</a:t>
            </a:r>
            <a:r>
              <a:rPr lang="en-US" altLang="zh-CN" sz="31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) </a:t>
            </a:r>
            <a:r>
              <a:rPr lang="en-US" altLang="zh-CN" sz="3100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R,(</a:t>
            </a:r>
            <a:r>
              <a:rPr lang="en-US" altLang="zh-CN" sz="3100" kern="100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y,z</a:t>
            </a:r>
            <a:r>
              <a:rPr lang="en-US" altLang="zh-CN" sz="31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) </a:t>
            </a:r>
            <a:r>
              <a:rPr lang="en-US" altLang="zh-CN" sz="3100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zh-CN" altLang="en-US" sz="3100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，</a:t>
            </a:r>
            <a:r>
              <a:rPr lang="en-US" altLang="zh-CN" sz="3100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zh-CN" altLang="en-US" sz="3100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具有传递性，知</a:t>
            </a:r>
            <a:r>
              <a:rPr lang="en-US" altLang="zh-CN" sz="31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3100" kern="100" dirty="0" err="1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x,z</a:t>
            </a:r>
            <a:r>
              <a:rPr lang="en-US" altLang="zh-CN" sz="3100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) </a:t>
            </a:r>
            <a:r>
              <a:rPr lang="en-US" altLang="zh-CN" sz="31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3100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endParaRPr lang="en-US" altLang="zh-CN" sz="3100" baseline="30000" dirty="0" smtClean="0"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 sz="3100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又</a:t>
            </a:r>
            <a:r>
              <a:rPr lang="en-US" altLang="zh-CN" sz="31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3100" kern="100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x,y</a:t>
            </a:r>
            <a:r>
              <a:rPr lang="en-US" altLang="zh-CN" sz="31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) </a:t>
            </a:r>
            <a:r>
              <a:rPr lang="en-US" altLang="zh-CN" sz="3100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 sz="3100" kern="100" baseline="300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-1</a:t>
            </a:r>
            <a:r>
              <a:rPr lang="en-US" altLang="zh-CN" sz="3100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,(</a:t>
            </a:r>
            <a:r>
              <a:rPr lang="en-US" altLang="zh-CN" sz="3100" kern="100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y,z</a:t>
            </a:r>
            <a:r>
              <a:rPr lang="en-US" altLang="zh-CN" sz="31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) </a:t>
            </a:r>
            <a:r>
              <a:rPr lang="en-US" altLang="zh-CN" sz="3100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 sz="3100" kern="100" baseline="300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-1</a:t>
            </a:r>
            <a:r>
              <a:rPr lang="en-US" altLang="zh-CN" sz="3100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zh-CN" altLang="en-US" sz="3100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得</a:t>
            </a:r>
            <a:r>
              <a:rPr lang="en-US" altLang="zh-CN" sz="3100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3100" kern="100" dirty="0" err="1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y,x</a:t>
            </a:r>
            <a:r>
              <a:rPr lang="en-US" altLang="zh-CN" sz="3100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) </a:t>
            </a:r>
            <a:r>
              <a:rPr lang="en-US" altLang="zh-CN" sz="31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R</a:t>
            </a:r>
            <a:r>
              <a:rPr lang="en-US" altLang="zh-CN" sz="3100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,(</a:t>
            </a:r>
            <a:r>
              <a:rPr lang="en-US" altLang="zh-CN" sz="3100" kern="100" dirty="0" err="1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z,y</a:t>
            </a:r>
            <a:r>
              <a:rPr lang="en-US" altLang="zh-CN" sz="3100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) </a:t>
            </a:r>
            <a:r>
              <a:rPr lang="en-US" altLang="zh-CN" sz="31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R</a:t>
            </a:r>
            <a:r>
              <a:rPr lang="zh-CN" altLang="en-US" sz="3100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，</a:t>
            </a:r>
            <a:r>
              <a:rPr lang="en-US" altLang="zh-CN" sz="31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zh-CN" altLang="en-US" sz="31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具有</a:t>
            </a:r>
            <a:r>
              <a:rPr lang="zh-CN" altLang="en-US" sz="3100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传递性</a:t>
            </a:r>
            <a:r>
              <a:rPr lang="en-US" altLang="zh-CN" sz="3100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sz="31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3100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3100" kern="100" dirty="0" err="1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z,x</a:t>
            </a:r>
            <a:r>
              <a:rPr lang="en-US" altLang="zh-CN" sz="3100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) </a:t>
            </a:r>
            <a:r>
              <a:rPr lang="en-US" altLang="zh-CN" sz="31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3100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R,</a:t>
            </a:r>
            <a:r>
              <a:rPr lang="zh-CN" altLang="en-US" sz="3100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故</a:t>
            </a:r>
            <a:r>
              <a:rPr lang="en-US" altLang="zh-CN" sz="3100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3100" kern="100" dirty="0" err="1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x,z</a:t>
            </a:r>
            <a:r>
              <a:rPr lang="en-US" altLang="zh-CN" sz="3100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en-US" altLang="zh-CN" sz="31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 </a:t>
            </a:r>
            <a:r>
              <a:rPr lang="en-US" altLang="zh-CN" sz="3100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 sz="3100" kern="100" baseline="300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-1</a:t>
            </a:r>
            <a:r>
              <a:rPr lang="en-US" altLang="zh-CN" sz="3100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zh-CN" altLang="en-US" sz="3100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因此，</a:t>
            </a:r>
            <a:r>
              <a:rPr lang="en-US" altLang="zh-CN" sz="31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3100" kern="100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x,z</a:t>
            </a:r>
            <a:r>
              <a:rPr lang="en-US" altLang="zh-CN" sz="31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) R</a:t>
            </a:r>
            <a:r>
              <a:rPr lang="en-US" altLang="zh-CN" sz="31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∩</a:t>
            </a:r>
            <a:r>
              <a:rPr lang="en-US" altLang="zh-CN" sz="3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R</a:t>
            </a:r>
            <a:r>
              <a:rPr lang="en-US" altLang="zh-CN" sz="3100" baseline="300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-</a:t>
            </a:r>
            <a:r>
              <a:rPr lang="en-US" altLang="zh-CN" sz="3100" b="1" baseline="300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zh-CN" altLang="en-US" sz="31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。</a:t>
            </a:r>
            <a:endParaRPr lang="zh-CN" altLang="zh-CN" sz="31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lvl="0" indent="0">
              <a:buNone/>
            </a:pPr>
            <a:endParaRPr lang="zh-CN" altLang="en-US" dirty="0">
              <a:solidFill>
                <a:srgbClr val="FFFFFF"/>
              </a:solidFill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89650947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F8FA661-BD4B-4FAB-830F-A7C250F1BC52}" type="slidenum">
              <a:rPr lang="zh-CN" altLang="en-US" smtClean="0">
                <a:solidFill>
                  <a:srgbClr val="FFFFFF"/>
                </a:solidFill>
              </a:rPr>
              <a:pPr>
                <a:defRPr/>
              </a:pPr>
              <a:t>74</a:t>
            </a:fld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52400" y="990600"/>
            <a:ext cx="8813372" cy="4495800"/>
          </a:xfrm>
        </p:spPr>
        <p:txBody>
          <a:bodyPr/>
          <a:lstStyle/>
          <a:p>
            <a:r>
              <a:rPr lang="zh-CN" altLang="en-US" dirty="0" smtClean="0"/>
              <a:t>第</a:t>
            </a:r>
            <a:r>
              <a:rPr lang="en-US" altLang="zh-CN" dirty="0" smtClean="0"/>
              <a:t>3</a:t>
            </a:r>
            <a:r>
              <a:rPr lang="zh-CN" altLang="en-US" dirty="0" smtClean="0"/>
              <a:t>次作业今晚</a:t>
            </a:r>
            <a:r>
              <a:rPr lang="en-US" altLang="zh-CN" dirty="0" smtClean="0"/>
              <a:t> (4</a:t>
            </a:r>
            <a:r>
              <a:rPr lang="zh-CN" altLang="en-US" dirty="0" smtClean="0"/>
              <a:t>月</a:t>
            </a:r>
            <a:r>
              <a:rPr lang="en-US" altLang="zh-CN" dirty="0" smtClean="0"/>
              <a:t>30</a:t>
            </a:r>
            <a:r>
              <a:rPr lang="zh-CN" altLang="en-US" dirty="0" smtClean="0"/>
              <a:t>日</a:t>
            </a:r>
            <a:r>
              <a:rPr lang="en-US" altLang="zh-CN" dirty="0" smtClean="0"/>
              <a:t>)</a:t>
            </a:r>
            <a:r>
              <a:rPr lang="en-US" altLang="zh-CN" dirty="0"/>
              <a:t> 23</a:t>
            </a:r>
            <a:r>
              <a:rPr lang="zh-CN" altLang="en-US" dirty="0" smtClean="0"/>
              <a:t>点截止！！！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06444249"/>
      </p:ext>
    </p:extLst>
  </p:cSld>
  <p:clrMapOvr>
    <a:masterClrMapping/>
  </p:clrMapOvr>
  <p:transition spd="med">
    <p:random/>
  </p:transition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>
              <a:defRPr/>
            </a:pPr>
            <a:r>
              <a:rPr lang="en-US" altLang="zh-CN" sz="3600" dirty="0" smtClean="0"/>
              <a:t>2 </a:t>
            </a:r>
            <a:r>
              <a:rPr lang="zh-CN" altLang="en-US" sz="3600" dirty="0" smtClean="0"/>
              <a:t>公式间的蕴涵</a:t>
            </a:r>
          </a:p>
        </p:txBody>
      </p:sp>
      <p:sp>
        <p:nvSpPr>
          <p:cNvPr id="6246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 eaLnBrk="1" hangingPunct="1">
              <a:lnSpc>
                <a:spcPct val="110000"/>
              </a:lnSpc>
              <a:buNone/>
              <a:tabLst>
                <a:tab pos="669925" algn="l"/>
              </a:tabLst>
              <a:defRPr/>
            </a:pPr>
            <a:r>
              <a:rPr lang="zh-CN" altLang="en-US" sz="3200" dirty="0" smtClean="0">
                <a:solidFill>
                  <a:srgbClr val="FFCC00"/>
                </a:solidFill>
                <a:latin typeface="Times New Roman" pitchFamily="18" charset="0"/>
              </a:rPr>
              <a:t>定义</a:t>
            </a:r>
            <a:r>
              <a:rPr lang="en-US" altLang="zh-CN" sz="3200" dirty="0" smtClean="0">
                <a:solidFill>
                  <a:srgbClr val="FFCC00"/>
                </a:solidFill>
                <a:latin typeface="Times New Roman" pitchFamily="18" charset="0"/>
              </a:rPr>
              <a:t>3.2.13</a:t>
            </a:r>
            <a:r>
              <a:rPr lang="en-US" altLang="zh-CN" sz="3200" dirty="0" smtClean="0">
                <a:latin typeface="Times New Roman" pitchFamily="18" charset="0"/>
              </a:rPr>
              <a:t> </a:t>
            </a:r>
            <a:r>
              <a:rPr lang="zh-CN" altLang="en-US" sz="3200" dirty="0" smtClean="0">
                <a:solidFill>
                  <a:schemeClr val="tx2"/>
                </a:solidFill>
                <a:latin typeface="Times New Roman" pitchFamily="18" charset="0"/>
              </a:rPr>
              <a:t>：</a:t>
            </a:r>
            <a:r>
              <a:rPr lang="en-US" altLang="zh-CN" sz="3200" dirty="0" smtClean="0">
                <a:latin typeface="Times New Roman" pitchFamily="18" charset="0"/>
              </a:rPr>
              <a:t> </a:t>
            </a:r>
            <a:r>
              <a:rPr lang="zh-CN" altLang="en-US" sz="3200" dirty="0" smtClean="0">
                <a:latin typeface="Times New Roman" pitchFamily="18" charset="0"/>
              </a:rPr>
              <a:t>设</a:t>
            </a:r>
            <a:r>
              <a:rPr lang="en-US" altLang="zh-CN" sz="3200" dirty="0" smtClean="0">
                <a:latin typeface="Times New Roman" pitchFamily="18" charset="0"/>
              </a:rPr>
              <a:t>G</a:t>
            </a:r>
            <a:r>
              <a:rPr lang="zh-CN" altLang="en-US" sz="3200" dirty="0" smtClean="0">
                <a:latin typeface="Times New Roman" pitchFamily="18" charset="0"/>
              </a:rPr>
              <a:t>，</a:t>
            </a:r>
            <a:r>
              <a:rPr lang="en-US" altLang="zh-CN" sz="3200" dirty="0" smtClean="0">
                <a:latin typeface="Times New Roman" pitchFamily="18" charset="0"/>
              </a:rPr>
              <a:t>H</a:t>
            </a:r>
            <a:r>
              <a:rPr lang="zh-CN" altLang="en-US" sz="3200" dirty="0" smtClean="0">
                <a:latin typeface="Times New Roman" pitchFamily="18" charset="0"/>
              </a:rPr>
              <a:t>是公式，称</a:t>
            </a:r>
            <a:r>
              <a:rPr lang="en-US" altLang="zh-CN" sz="3200" dirty="0" smtClean="0">
                <a:latin typeface="Times New Roman" pitchFamily="18" charset="0"/>
              </a:rPr>
              <a:t>G</a:t>
            </a:r>
            <a:r>
              <a:rPr lang="zh-CN" altLang="en-US" sz="3200" dirty="0" smtClean="0">
                <a:latin typeface="Times New Roman" pitchFamily="18" charset="0"/>
              </a:rPr>
              <a:t>蕴涵</a:t>
            </a:r>
            <a:r>
              <a:rPr lang="en-US" altLang="zh-CN" sz="3200" dirty="0" smtClean="0">
                <a:latin typeface="Times New Roman" pitchFamily="18" charset="0"/>
              </a:rPr>
              <a:t>H</a:t>
            </a:r>
            <a:r>
              <a:rPr lang="zh-CN" altLang="en-US" sz="3200" dirty="0" smtClean="0">
                <a:latin typeface="Times New Roman" pitchFamily="18" charset="0"/>
              </a:rPr>
              <a:t>，或</a:t>
            </a:r>
            <a:r>
              <a:rPr lang="en-US" altLang="zh-CN" sz="3200" dirty="0" smtClean="0">
                <a:latin typeface="Times New Roman" pitchFamily="18" charset="0"/>
              </a:rPr>
              <a:t>H</a:t>
            </a:r>
            <a:r>
              <a:rPr lang="zh-CN" altLang="en-US" sz="3200" dirty="0" smtClean="0">
                <a:latin typeface="Times New Roman" pitchFamily="18" charset="0"/>
              </a:rPr>
              <a:t>是</a:t>
            </a:r>
            <a:r>
              <a:rPr lang="en-US" altLang="zh-CN" sz="3200" dirty="0" smtClean="0">
                <a:latin typeface="Times New Roman" pitchFamily="18" charset="0"/>
              </a:rPr>
              <a:t>G</a:t>
            </a:r>
            <a:r>
              <a:rPr lang="zh-CN" altLang="en-US" sz="3200" dirty="0" smtClean="0">
                <a:latin typeface="Times New Roman" pitchFamily="18" charset="0"/>
              </a:rPr>
              <a:t>的逻辑结果，如果公式</a:t>
            </a:r>
            <a:r>
              <a:rPr lang="en-US" altLang="zh-CN" sz="3200" dirty="0" smtClean="0">
                <a:latin typeface="Times New Roman" pitchFamily="18" charset="0"/>
              </a:rPr>
              <a:t>G</a:t>
            </a:r>
            <a:r>
              <a:rPr lang="en-US" altLang="zh-CN" sz="3200" dirty="0" smtClean="0">
                <a:latin typeface="Times New Roman" pitchFamily="18" charset="0"/>
                <a:sym typeface="Symbol" pitchFamily="18" charset="2"/>
              </a:rPr>
              <a:t></a:t>
            </a:r>
            <a:r>
              <a:rPr lang="en-US" altLang="zh-CN" sz="3200" dirty="0" smtClean="0">
                <a:latin typeface="Times New Roman" pitchFamily="18" charset="0"/>
              </a:rPr>
              <a:t>H</a:t>
            </a:r>
            <a:r>
              <a:rPr lang="zh-CN" altLang="en-US" sz="3200" dirty="0" smtClean="0">
                <a:latin typeface="Times New Roman" pitchFamily="18" charset="0"/>
              </a:rPr>
              <a:t>是恒真的，并记以</a:t>
            </a:r>
            <a:r>
              <a:rPr lang="en-US" altLang="zh-CN" sz="3200" dirty="0" smtClean="0">
                <a:latin typeface="Times New Roman" pitchFamily="18" charset="0"/>
              </a:rPr>
              <a:t>G</a:t>
            </a:r>
            <a:r>
              <a:rPr lang="en-US" altLang="zh-CN" sz="3200" dirty="0" smtClean="0">
                <a:latin typeface="Times New Roman" pitchFamily="18" charset="0"/>
                <a:sym typeface="Symbol" pitchFamily="18" charset="2"/>
              </a:rPr>
              <a:t></a:t>
            </a:r>
            <a:r>
              <a:rPr lang="en-US" altLang="zh-CN" sz="3200" dirty="0" smtClean="0">
                <a:latin typeface="Times New Roman" pitchFamily="18" charset="0"/>
              </a:rPr>
              <a:t>H</a:t>
            </a:r>
            <a:r>
              <a:rPr lang="zh-CN" altLang="en-US" sz="3200" dirty="0" smtClean="0">
                <a:latin typeface="Times New Roman" pitchFamily="18" charset="0"/>
              </a:rPr>
              <a:t>。</a:t>
            </a:r>
          </a:p>
          <a:p>
            <a:pPr marL="0" indent="0" eaLnBrk="1" hangingPunct="1">
              <a:lnSpc>
                <a:spcPct val="110000"/>
              </a:lnSpc>
              <a:buNone/>
              <a:tabLst>
                <a:tab pos="669925" algn="l"/>
              </a:tabLst>
              <a:defRPr/>
            </a:pPr>
            <a:r>
              <a:rPr lang="zh-CN" altLang="en-US" sz="3200" dirty="0" smtClean="0">
                <a:latin typeface="Times New Roman" pitchFamily="18" charset="0"/>
              </a:rPr>
              <a:t>显然，对任意两个公式</a:t>
            </a:r>
            <a:r>
              <a:rPr lang="en-US" altLang="zh-CN" sz="3200" dirty="0" smtClean="0">
                <a:latin typeface="Times New Roman" pitchFamily="18" charset="0"/>
              </a:rPr>
              <a:t>G</a:t>
            </a:r>
            <a:r>
              <a:rPr lang="zh-CN" altLang="en-US" sz="3200" dirty="0" smtClean="0">
                <a:latin typeface="Times New Roman" pitchFamily="18" charset="0"/>
              </a:rPr>
              <a:t>，</a:t>
            </a:r>
            <a:r>
              <a:rPr lang="en-US" altLang="zh-CN" sz="3200" dirty="0" smtClean="0">
                <a:latin typeface="Times New Roman" pitchFamily="18" charset="0"/>
              </a:rPr>
              <a:t>H</a:t>
            </a:r>
            <a:r>
              <a:rPr lang="zh-CN" altLang="en-US" sz="3200" dirty="0" smtClean="0">
                <a:latin typeface="Times New Roman" pitchFamily="18" charset="0"/>
              </a:rPr>
              <a:t>，</a:t>
            </a:r>
            <a:r>
              <a:rPr lang="en-US" altLang="zh-CN" sz="3200" dirty="0" smtClean="0">
                <a:latin typeface="Times New Roman" pitchFamily="18" charset="0"/>
              </a:rPr>
              <a:t>G</a:t>
            </a:r>
            <a:r>
              <a:rPr lang="zh-CN" altLang="en-US" sz="3200" dirty="0" smtClean="0">
                <a:latin typeface="Times New Roman" pitchFamily="18" charset="0"/>
              </a:rPr>
              <a:t>蕴涵</a:t>
            </a:r>
            <a:r>
              <a:rPr lang="en-US" altLang="zh-CN" sz="3200" dirty="0" smtClean="0">
                <a:latin typeface="Times New Roman" pitchFamily="18" charset="0"/>
              </a:rPr>
              <a:t>H</a:t>
            </a:r>
            <a:r>
              <a:rPr lang="zh-CN" altLang="en-US" sz="3200" dirty="0" smtClean="0">
                <a:latin typeface="Times New Roman" pitchFamily="18" charset="0"/>
              </a:rPr>
              <a:t>的充要条件是：对任意解释</a:t>
            </a:r>
            <a:r>
              <a:rPr lang="en-US" altLang="zh-CN" sz="3200" dirty="0" smtClean="0">
                <a:latin typeface="Times New Roman" pitchFamily="18" charset="0"/>
              </a:rPr>
              <a:t>I</a:t>
            </a:r>
            <a:r>
              <a:rPr lang="zh-CN" altLang="en-US" sz="3200" dirty="0" smtClean="0">
                <a:latin typeface="Times New Roman" pitchFamily="18" charset="0"/>
              </a:rPr>
              <a:t>，若</a:t>
            </a:r>
            <a:r>
              <a:rPr lang="en-US" altLang="zh-CN" sz="3200" dirty="0" smtClean="0">
                <a:latin typeface="Times New Roman" pitchFamily="18" charset="0"/>
              </a:rPr>
              <a:t>I</a:t>
            </a:r>
            <a:r>
              <a:rPr lang="zh-CN" altLang="en-US" sz="3200" dirty="0" smtClean="0">
                <a:latin typeface="Times New Roman" pitchFamily="18" charset="0"/>
              </a:rPr>
              <a:t>满足</a:t>
            </a:r>
            <a:r>
              <a:rPr lang="en-US" altLang="zh-CN" sz="3200" dirty="0" smtClean="0">
                <a:latin typeface="Times New Roman" pitchFamily="18" charset="0"/>
              </a:rPr>
              <a:t>G</a:t>
            </a:r>
            <a:r>
              <a:rPr lang="zh-CN" altLang="en-US" sz="3200" dirty="0" smtClean="0">
                <a:latin typeface="Times New Roman" pitchFamily="18" charset="0"/>
              </a:rPr>
              <a:t>，则</a:t>
            </a:r>
            <a:r>
              <a:rPr lang="en-US" altLang="zh-CN" sz="3200" dirty="0" smtClean="0">
                <a:latin typeface="Times New Roman" pitchFamily="18" charset="0"/>
              </a:rPr>
              <a:t>I</a:t>
            </a:r>
            <a:r>
              <a:rPr lang="zh-CN" altLang="en-US" sz="3200" dirty="0" smtClean="0">
                <a:latin typeface="Times New Roman" pitchFamily="18" charset="0"/>
              </a:rPr>
              <a:t>必满足</a:t>
            </a:r>
            <a:r>
              <a:rPr lang="en-US" altLang="zh-CN" sz="3200" dirty="0" smtClean="0">
                <a:latin typeface="Times New Roman" pitchFamily="18" charset="0"/>
              </a:rPr>
              <a:t>H</a:t>
            </a:r>
            <a:r>
              <a:rPr lang="zh-CN" altLang="en-US" sz="3200" dirty="0" smtClean="0">
                <a:latin typeface="Times New Roman" pitchFamily="18" charset="0"/>
              </a:rPr>
              <a:t>。</a:t>
            </a:r>
            <a:endParaRPr lang="en-US" altLang="zh-CN" sz="3200" dirty="0" smtClean="0">
              <a:latin typeface="Times New Roman" pitchFamily="18" charset="0"/>
            </a:endParaRPr>
          </a:p>
          <a:p>
            <a:pPr marL="0" indent="0" eaLnBrk="1" hangingPunct="1">
              <a:lnSpc>
                <a:spcPct val="110000"/>
              </a:lnSpc>
              <a:buNone/>
              <a:tabLst>
                <a:tab pos="669925" algn="l"/>
              </a:tabLst>
              <a:defRPr/>
            </a:pPr>
            <a:r>
              <a:rPr lang="zh-CN" altLang="en-US" sz="3200" dirty="0" smtClean="0">
                <a:latin typeface="宋体" pitchFamily="2" charset="-122"/>
              </a:rPr>
              <a:t>同样，命题逻辑中的基本蕴涵式仍成立</a:t>
            </a:r>
            <a:r>
              <a:rPr lang="zh-CN" altLang="en-US" dirty="0" smtClean="0">
                <a:latin typeface="宋体" pitchFamily="2" charset="-122"/>
              </a:rPr>
              <a:t>。</a:t>
            </a:r>
            <a:r>
              <a:rPr lang="zh-CN" altLang="en-US" dirty="0" smtClean="0">
                <a:latin typeface="Times New Roman" pitchFamily="18" charset="0"/>
              </a:rPr>
              <a:t> 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620821D-2184-40CE-A55A-326D8AD6A826}" type="slidenum">
              <a:rPr lang="en-US" altLang="zh-CN" smtClean="0"/>
              <a:pPr>
                <a:defRPr/>
              </a:pPr>
              <a:t>75</a:t>
            </a:fld>
            <a:endParaRPr lang="en-US" altLang="zh-CN"/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24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24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24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24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>
              <a:defRPr/>
            </a:pPr>
            <a:r>
              <a:rPr lang="zh-CN" altLang="en-US" sz="3600" dirty="0" smtClean="0"/>
              <a:t>例</a:t>
            </a:r>
          </a:p>
        </p:txBody>
      </p:sp>
      <p:sp>
        <p:nvSpPr>
          <p:cNvPr id="227331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941388"/>
            <a:ext cx="8352928" cy="5562600"/>
          </a:xfrm>
        </p:spPr>
        <p:txBody>
          <a:bodyPr/>
          <a:lstStyle/>
          <a:p>
            <a:pPr eaLnBrk="1" hangingPunct="1">
              <a:spcBef>
                <a:spcPts val="0"/>
              </a:spcBef>
              <a:defRPr/>
            </a:pPr>
            <a:r>
              <a:rPr lang="zh-CN" altLang="en-US" sz="3200" dirty="0" smtClean="0">
                <a:latin typeface="Times New Roman" pitchFamily="18" charset="0"/>
              </a:rPr>
              <a:t>设</a:t>
            </a:r>
            <a:r>
              <a:rPr lang="en-US" altLang="zh-CN" sz="3200" dirty="0" smtClean="0">
                <a:latin typeface="Times New Roman" pitchFamily="18" charset="0"/>
              </a:rPr>
              <a:t>G= </a:t>
            </a:r>
            <a:r>
              <a:rPr lang="en-US" altLang="zh-CN" sz="3200" dirty="0" smtClean="0">
                <a:latin typeface="Times New Roman" pitchFamily="18" charset="0"/>
                <a:sym typeface="Symbol" pitchFamily="18" charset="2"/>
              </a:rPr>
              <a:t></a:t>
            </a:r>
            <a:r>
              <a:rPr lang="en-US" altLang="zh-CN" sz="3200" dirty="0" smtClean="0">
                <a:latin typeface="Times New Roman" pitchFamily="18" charset="0"/>
              </a:rPr>
              <a:t>x(A(x)</a:t>
            </a:r>
            <a:r>
              <a:rPr lang="en-US" altLang="zh-CN" sz="3200" dirty="0" smtClean="0">
                <a:latin typeface="Times New Roman" pitchFamily="18" charset="0"/>
                <a:sym typeface="Symbol" pitchFamily="18" charset="2"/>
              </a:rPr>
              <a:t></a:t>
            </a:r>
            <a:r>
              <a:rPr lang="en-US" altLang="zh-CN" sz="3200" dirty="0" smtClean="0">
                <a:latin typeface="Times New Roman" pitchFamily="18" charset="0"/>
              </a:rPr>
              <a:t>B(x))</a:t>
            </a:r>
            <a:r>
              <a:rPr lang="zh-CN" altLang="en-US" sz="3200" dirty="0" smtClean="0">
                <a:latin typeface="Times New Roman" pitchFamily="18" charset="0"/>
              </a:rPr>
              <a:t>，</a:t>
            </a:r>
          </a:p>
          <a:p>
            <a:pPr eaLnBrk="1" hangingPunct="1"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3200" dirty="0" smtClean="0">
                <a:latin typeface="Times New Roman" pitchFamily="18" charset="0"/>
              </a:rPr>
              <a:t>       H= </a:t>
            </a:r>
            <a:r>
              <a:rPr lang="en-US" altLang="zh-CN" sz="3200" dirty="0" smtClean="0">
                <a:latin typeface="Times New Roman" pitchFamily="18" charset="0"/>
                <a:sym typeface="Symbol" pitchFamily="18" charset="2"/>
              </a:rPr>
              <a:t></a:t>
            </a:r>
            <a:r>
              <a:rPr lang="en-US" altLang="zh-CN" sz="3200" dirty="0" smtClean="0">
                <a:latin typeface="Times New Roman" pitchFamily="18" charset="0"/>
              </a:rPr>
              <a:t>x A(x)</a:t>
            </a:r>
            <a:r>
              <a:rPr lang="en-US" altLang="zh-CN" sz="3200" dirty="0" smtClean="0">
                <a:latin typeface="Times New Roman" pitchFamily="18" charset="0"/>
                <a:sym typeface="Symbol" pitchFamily="18" charset="2"/>
              </a:rPr>
              <a:t> </a:t>
            </a:r>
            <a:r>
              <a:rPr lang="en-US" altLang="zh-CN" sz="3200" dirty="0" smtClean="0">
                <a:latin typeface="Times New Roman" pitchFamily="18" charset="0"/>
              </a:rPr>
              <a:t>x B(x) </a:t>
            </a:r>
          </a:p>
          <a:p>
            <a:pPr eaLnBrk="1" hangingPunct="1"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3200" dirty="0" smtClean="0">
                <a:latin typeface="Times New Roman" pitchFamily="18" charset="0"/>
              </a:rPr>
              <a:t>        </a:t>
            </a:r>
            <a:r>
              <a:rPr lang="zh-CN" altLang="en-US" sz="3200" dirty="0" smtClean="0">
                <a:latin typeface="Times New Roman" pitchFamily="18" charset="0"/>
              </a:rPr>
              <a:t>证明： </a:t>
            </a:r>
            <a:r>
              <a:rPr lang="en-US" altLang="zh-CN" sz="3200" dirty="0" smtClean="0">
                <a:latin typeface="Times New Roman" pitchFamily="18" charset="0"/>
              </a:rPr>
              <a:t>G</a:t>
            </a:r>
            <a:r>
              <a:rPr lang="en-US" altLang="zh-CN" sz="3200" dirty="0" smtClean="0">
                <a:latin typeface="Times New Roman" pitchFamily="18" charset="0"/>
                <a:sym typeface="Symbol" pitchFamily="18" charset="2"/>
              </a:rPr>
              <a:t></a:t>
            </a:r>
            <a:r>
              <a:rPr lang="en-US" altLang="zh-CN" sz="3200" dirty="0" smtClean="0">
                <a:latin typeface="Times New Roman" pitchFamily="18" charset="0"/>
              </a:rPr>
              <a:t>H</a:t>
            </a:r>
          </a:p>
          <a:p>
            <a:pPr eaLnBrk="1" hangingPunct="1"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3200" dirty="0" smtClean="0">
                <a:latin typeface="Times New Roman" pitchFamily="18" charset="0"/>
              </a:rPr>
              <a:t>证明：设</a:t>
            </a:r>
            <a:r>
              <a:rPr lang="en-US" altLang="zh-CN" sz="3200" dirty="0" smtClean="0">
                <a:latin typeface="Times New Roman" pitchFamily="18" charset="0"/>
              </a:rPr>
              <a:t>I</a:t>
            </a:r>
            <a:r>
              <a:rPr lang="zh-CN" altLang="en-US" sz="3200" dirty="0" smtClean="0">
                <a:latin typeface="Times New Roman" pitchFamily="18" charset="0"/>
              </a:rPr>
              <a:t>是满足</a:t>
            </a:r>
            <a:r>
              <a:rPr lang="en-US" altLang="zh-CN" sz="3200" dirty="0" smtClean="0">
                <a:latin typeface="Times New Roman" pitchFamily="18" charset="0"/>
              </a:rPr>
              <a:t>G</a:t>
            </a:r>
            <a:r>
              <a:rPr lang="zh-CN" altLang="en-US" sz="3200" dirty="0" smtClean="0">
                <a:latin typeface="Times New Roman" pitchFamily="18" charset="0"/>
              </a:rPr>
              <a:t>的任意一个解释。</a:t>
            </a:r>
          </a:p>
          <a:p>
            <a:pPr eaLnBrk="1" hangingPunct="1">
              <a:spcBef>
                <a:spcPts val="0"/>
              </a:spcBef>
              <a:buClr>
                <a:srgbClr val="FFCC00"/>
              </a:buClr>
              <a:buFont typeface="Wingdings" panose="05000000000000000000" pitchFamily="2" charset="2"/>
              <a:buChar char="u"/>
              <a:defRPr/>
            </a:pPr>
            <a:r>
              <a:rPr lang="zh-CN" altLang="en-US" sz="3200" dirty="0" smtClean="0">
                <a:solidFill>
                  <a:srgbClr val="FFC000"/>
                </a:solidFill>
                <a:latin typeface="Times New Roman" pitchFamily="18" charset="0"/>
              </a:rPr>
              <a:t>若</a:t>
            </a:r>
            <a:r>
              <a:rPr lang="en-US" altLang="zh-CN" sz="3200" dirty="0" smtClean="0">
                <a:solidFill>
                  <a:srgbClr val="FFC000"/>
                </a:solidFill>
                <a:latin typeface="Times New Roman" pitchFamily="18" charset="0"/>
              </a:rPr>
              <a:t>T</a:t>
            </a:r>
            <a:r>
              <a:rPr lang="en-US" altLang="zh-CN" sz="3200" baseline="-25000" dirty="0" smtClean="0">
                <a:solidFill>
                  <a:srgbClr val="FFC000"/>
                </a:solidFill>
                <a:latin typeface="Times New Roman" pitchFamily="18" charset="0"/>
              </a:rPr>
              <a:t>I</a:t>
            </a:r>
            <a:r>
              <a:rPr lang="en-US" altLang="zh-CN" sz="3200" dirty="0" smtClean="0">
                <a:solidFill>
                  <a:srgbClr val="FFC000"/>
                </a:solidFill>
                <a:latin typeface="Times New Roman" pitchFamily="18" charset="0"/>
              </a:rPr>
              <a:t>(</a:t>
            </a:r>
            <a:r>
              <a:rPr lang="en-US" altLang="zh-CN" sz="3200" dirty="0" smtClean="0">
                <a:solidFill>
                  <a:srgbClr val="FFC000"/>
                </a:solidFill>
                <a:latin typeface="Times New Roman" pitchFamily="18" charset="0"/>
                <a:sym typeface="Symbol" pitchFamily="18" charset="2"/>
              </a:rPr>
              <a:t></a:t>
            </a:r>
            <a:r>
              <a:rPr lang="en-US" altLang="zh-CN" sz="3200" dirty="0" smtClean="0">
                <a:solidFill>
                  <a:srgbClr val="FFC000"/>
                </a:solidFill>
                <a:latin typeface="Times New Roman" pitchFamily="18" charset="0"/>
              </a:rPr>
              <a:t>x A(x))=0</a:t>
            </a:r>
            <a:r>
              <a:rPr lang="en-US" altLang="zh-CN" sz="3200" dirty="0" smtClean="0">
                <a:latin typeface="Times New Roman" pitchFamily="18" charset="0"/>
              </a:rPr>
              <a:t>,</a:t>
            </a:r>
            <a:r>
              <a:rPr lang="zh-CN" altLang="en-US" sz="3200" dirty="0" smtClean="0">
                <a:latin typeface="Times New Roman" pitchFamily="18" charset="0"/>
              </a:rPr>
              <a:t>则</a:t>
            </a:r>
            <a:r>
              <a:rPr lang="en-US" altLang="zh-CN" sz="3200" dirty="0" smtClean="0">
                <a:latin typeface="Times New Roman" pitchFamily="18" charset="0"/>
              </a:rPr>
              <a:t>T</a:t>
            </a:r>
            <a:r>
              <a:rPr lang="en-US" altLang="zh-CN" sz="3200" baseline="-25000" dirty="0" smtClean="0">
                <a:latin typeface="Times New Roman" pitchFamily="18" charset="0"/>
              </a:rPr>
              <a:t>I </a:t>
            </a:r>
            <a:r>
              <a:rPr lang="en-US" altLang="zh-CN" sz="3200" dirty="0" smtClean="0">
                <a:latin typeface="Times New Roman" pitchFamily="18" charset="0"/>
              </a:rPr>
              <a:t>(</a:t>
            </a:r>
            <a:r>
              <a:rPr lang="en-US" altLang="zh-CN" sz="3200" dirty="0" smtClean="0">
                <a:latin typeface="Times New Roman" pitchFamily="18" charset="0"/>
                <a:sym typeface="Symbol" pitchFamily="18" charset="2"/>
              </a:rPr>
              <a:t></a:t>
            </a:r>
            <a:r>
              <a:rPr lang="en-US" altLang="zh-CN" sz="3200" dirty="0" err="1" smtClean="0">
                <a:latin typeface="Times New Roman" pitchFamily="18" charset="0"/>
              </a:rPr>
              <a:t>xA</a:t>
            </a:r>
            <a:r>
              <a:rPr lang="en-US" altLang="zh-CN" sz="3200" dirty="0" smtClean="0">
                <a:latin typeface="Times New Roman" pitchFamily="18" charset="0"/>
              </a:rPr>
              <a:t>(x)</a:t>
            </a:r>
            <a:r>
              <a:rPr lang="en-US" altLang="zh-CN" sz="3200" dirty="0" smtClean="0">
                <a:latin typeface="Times New Roman" pitchFamily="18" charset="0"/>
                <a:sym typeface="Symbol" pitchFamily="18" charset="2"/>
              </a:rPr>
              <a:t></a:t>
            </a:r>
            <a:r>
              <a:rPr lang="en-US" altLang="zh-CN" sz="3200" dirty="0" err="1" smtClean="0">
                <a:latin typeface="Times New Roman" pitchFamily="18" charset="0"/>
              </a:rPr>
              <a:t>xB</a:t>
            </a:r>
            <a:r>
              <a:rPr lang="en-US" altLang="zh-CN" sz="3200" dirty="0" smtClean="0">
                <a:latin typeface="Times New Roman" pitchFamily="18" charset="0"/>
              </a:rPr>
              <a:t>(x) )=1;</a:t>
            </a:r>
          </a:p>
          <a:p>
            <a:pPr eaLnBrk="1" hangingPunct="1">
              <a:spcBef>
                <a:spcPts val="0"/>
              </a:spcBef>
              <a:buClr>
                <a:srgbClr val="FFC000"/>
              </a:buClr>
              <a:buFont typeface="Wingdings" panose="05000000000000000000" pitchFamily="2" charset="2"/>
              <a:buChar char="u"/>
              <a:defRPr/>
            </a:pPr>
            <a:r>
              <a:rPr lang="zh-CN" altLang="en-US" sz="3200" dirty="0" smtClean="0">
                <a:solidFill>
                  <a:srgbClr val="FFC000"/>
                </a:solidFill>
                <a:latin typeface="Times New Roman" pitchFamily="18" charset="0"/>
              </a:rPr>
              <a:t>若</a:t>
            </a:r>
            <a:r>
              <a:rPr lang="en-US" altLang="zh-CN" sz="3200" dirty="0" smtClean="0">
                <a:solidFill>
                  <a:srgbClr val="FFC000"/>
                </a:solidFill>
                <a:latin typeface="Times New Roman" pitchFamily="18" charset="0"/>
              </a:rPr>
              <a:t>T</a:t>
            </a:r>
            <a:r>
              <a:rPr lang="en-US" altLang="zh-CN" sz="3200" baseline="-25000" dirty="0" smtClean="0">
                <a:solidFill>
                  <a:srgbClr val="FFC000"/>
                </a:solidFill>
                <a:latin typeface="Times New Roman" pitchFamily="18" charset="0"/>
              </a:rPr>
              <a:t>I</a:t>
            </a:r>
            <a:r>
              <a:rPr lang="en-US" altLang="zh-CN" sz="3200" dirty="0" smtClean="0">
                <a:solidFill>
                  <a:srgbClr val="FFC000"/>
                </a:solidFill>
                <a:latin typeface="Times New Roman" pitchFamily="18" charset="0"/>
              </a:rPr>
              <a:t>(</a:t>
            </a:r>
            <a:r>
              <a:rPr lang="en-US" altLang="zh-CN" sz="3200" dirty="0" smtClean="0">
                <a:solidFill>
                  <a:srgbClr val="FFC000"/>
                </a:solidFill>
                <a:latin typeface="Times New Roman" pitchFamily="18" charset="0"/>
                <a:sym typeface="Symbol" pitchFamily="18" charset="2"/>
              </a:rPr>
              <a:t></a:t>
            </a:r>
            <a:r>
              <a:rPr lang="en-US" altLang="zh-CN" sz="3200" dirty="0" smtClean="0">
                <a:solidFill>
                  <a:srgbClr val="FFC000"/>
                </a:solidFill>
                <a:latin typeface="Times New Roman" pitchFamily="18" charset="0"/>
              </a:rPr>
              <a:t>x A(x))=1</a:t>
            </a:r>
            <a:r>
              <a:rPr lang="en-US" altLang="zh-CN" sz="3200" dirty="0" smtClean="0">
                <a:latin typeface="Times New Roman" pitchFamily="18" charset="0"/>
              </a:rPr>
              <a:t>,</a:t>
            </a:r>
            <a:r>
              <a:rPr lang="zh-CN" altLang="en-US" sz="3200" dirty="0" smtClean="0">
                <a:latin typeface="Times New Roman" pitchFamily="18" charset="0"/>
              </a:rPr>
              <a:t>则在</a:t>
            </a:r>
            <a:r>
              <a:rPr lang="en-US" altLang="zh-CN" sz="3200" dirty="0" smtClean="0">
                <a:latin typeface="Times New Roman" pitchFamily="18" charset="0"/>
              </a:rPr>
              <a:t>I</a:t>
            </a:r>
            <a:r>
              <a:rPr lang="zh-CN" altLang="en-US" sz="3200" dirty="0" smtClean="0">
                <a:latin typeface="Times New Roman" pitchFamily="18" charset="0"/>
              </a:rPr>
              <a:t>下对任意</a:t>
            </a:r>
            <a:r>
              <a:rPr lang="en-US" altLang="zh-CN" sz="3200" dirty="0" err="1" smtClean="0">
                <a:latin typeface="Times New Roman" pitchFamily="18" charset="0"/>
              </a:rPr>
              <a:t>x</a:t>
            </a:r>
            <a:r>
              <a:rPr lang="en-US" altLang="zh-CN" dirty="0" err="1" smtClean="0">
                <a:latin typeface="Times New Roman" pitchFamily="18" charset="0"/>
                <a:sym typeface="Symbol" pitchFamily="18" charset="2"/>
              </a:rPr>
              <a:t></a:t>
            </a:r>
            <a:r>
              <a:rPr lang="en-US" altLang="zh-CN" sz="3200" dirty="0" err="1" smtClean="0">
                <a:latin typeface="Times New Roman" pitchFamily="18" charset="0"/>
              </a:rPr>
              <a:t>D</a:t>
            </a:r>
            <a:r>
              <a:rPr lang="zh-CN" altLang="en-US" sz="3200" dirty="0" smtClean="0">
                <a:latin typeface="Times New Roman" pitchFamily="18" charset="0"/>
              </a:rPr>
              <a:t>，有</a:t>
            </a:r>
          </a:p>
          <a:p>
            <a:pPr algn="ctr" eaLnBrk="1" hangingPunct="1"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3200" dirty="0" smtClean="0">
                <a:solidFill>
                  <a:srgbClr val="FFCC00"/>
                </a:solidFill>
                <a:latin typeface="Times New Roman" pitchFamily="18" charset="0"/>
              </a:rPr>
              <a:t>T</a:t>
            </a:r>
            <a:r>
              <a:rPr lang="en-US" altLang="zh-CN" sz="3200" baseline="-25000" dirty="0" smtClean="0">
                <a:solidFill>
                  <a:srgbClr val="FFCC00"/>
                </a:solidFill>
                <a:latin typeface="Times New Roman" pitchFamily="18" charset="0"/>
              </a:rPr>
              <a:t>I</a:t>
            </a:r>
            <a:r>
              <a:rPr lang="en-US" altLang="zh-CN" sz="3200" dirty="0" smtClean="0">
                <a:solidFill>
                  <a:srgbClr val="FFCC00"/>
                </a:solidFill>
                <a:latin typeface="Times New Roman" pitchFamily="18" charset="0"/>
              </a:rPr>
              <a:t>(A(x))=1</a:t>
            </a:r>
            <a:r>
              <a:rPr lang="zh-CN" altLang="en-US" sz="3200" dirty="0" smtClean="0">
                <a:latin typeface="Times New Roman" pitchFamily="18" charset="0"/>
              </a:rPr>
              <a:t>，</a:t>
            </a:r>
          </a:p>
          <a:p>
            <a:pPr eaLnBrk="1" hangingPunct="1"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3200" dirty="0" smtClean="0">
                <a:latin typeface="Times New Roman" pitchFamily="18" charset="0"/>
              </a:rPr>
              <a:t>又由</a:t>
            </a:r>
            <a:r>
              <a:rPr lang="en-US" altLang="zh-CN" sz="3200" dirty="0" smtClean="0">
                <a:latin typeface="Times New Roman" pitchFamily="18" charset="0"/>
              </a:rPr>
              <a:t>T</a:t>
            </a:r>
            <a:r>
              <a:rPr lang="en-US" altLang="zh-CN" sz="3200" baseline="-25000" dirty="0" smtClean="0">
                <a:latin typeface="Times New Roman" pitchFamily="18" charset="0"/>
              </a:rPr>
              <a:t>I</a:t>
            </a:r>
            <a:r>
              <a:rPr lang="en-US" altLang="zh-CN" sz="3200" dirty="0" smtClean="0">
                <a:latin typeface="Times New Roman" pitchFamily="18" charset="0"/>
              </a:rPr>
              <a:t>(</a:t>
            </a:r>
            <a:r>
              <a:rPr lang="en-US" altLang="zh-CN" sz="3200" dirty="0" smtClean="0">
                <a:latin typeface="Times New Roman" pitchFamily="18" charset="0"/>
                <a:sym typeface="Symbol" pitchFamily="18" charset="2"/>
              </a:rPr>
              <a:t></a:t>
            </a:r>
            <a:r>
              <a:rPr lang="en-US" altLang="zh-CN" sz="3200" dirty="0" smtClean="0">
                <a:latin typeface="Times New Roman" pitchFamily="18" charset="0"/>
              </a:rPr>
              <a:t>x(A(x)</a:t>
            </a:r>
            <a:r>
              <a:rPr lang="en-US" altLang="zh-CN" sz="3200" dirty="0" smtClean="0">
                <a:latin typeface="Times New Roman" pitchFamily="18" charset="0"/>
                <a:sym typeface="Symbol" pitchFamily="18" charset="2"/>
              </a:rPr>
              <a:t></a:t>
            </a:r>
            <a:r>
              <a:rPr lang="en-US" altLang="zh-CN" sz="3200" dirty="0" smtClean="0">
                <a:latin typeface="Times New Roman" pitchFamily="18" charset="0"/>
              </a:rPr>
              <a:t>B(x)))=1</a:t>
            </a:r>
            <a:r>
              <a:rPr lang="zh-CN" altLang="en-US" sz="3200" dirty="0" smtClean="0">
                <a:latin typeface="Times New Roman" pitchFamily="18" charset="0"/>
              </a:rPr>
              <a:t>知，对</a:t>
            </a:r>
          </a:p>
          <a:p>
            <a:pPr eaLnBrk="1" hangingPunct="1"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3200" dirty="0" smtClean="0">
                <a:latin typeface="Times New Roman" pitchFamily="18" charset="0"/>
              </a:rPr>
              <a:t>任意</a:t>
            </a:r>
            <a:r>
              <a:rPr lang="en-US" altLang="zh-CN" sz="3200" dirty="0" err="1" smtClean="0">
                <a:latin typeface="Times New Roman" pitchFamily="18" charset="0"/>
              </a:rPr>
              <a:t>x</a:t>
            </a:r>
            <a:r>
              <a:rPr lang="en-US" altLang="zh-CN" dirty="0" err="1" smtClean="0">
                <a:latin typeface="Times New Roman" pitchFamily="18" charset="0"/>
                <a:sym typeface="Symbol" pitchFamily="18" charset="2"/>
              </a:rPr>
              <a:t></a:t>
            </a:r>
            <a:r>
              <a:rPr lang="en-US" altLang="zh-CN" sz="3200" dirty="0" err="1" smtClean="0">
                <a:latin typeface="Times New Roman" pitchFamily="18" charset="0"/>
              </a:rPr>
              <a:t>D</a:t>
            </a:r>
            <a:r>
              <a:rPr lang="zh-CN" altLang="en-US" sz="3200" dirty="0" smtClean="0">
                <a:latin typeface="Times New Roman" pitchFamily="18" charset="0"/>
              </a:rPr>
              <a:t>，</a:t>
            </a:r>
            <a:r>
              <a:rPr lang="zh-CN" altLang="en-US" sz="3200" dirty="0" smtClean="0">
                <a:solidFill>
                  <a:srgbClr val="FFCC00"/>
                </a:solidFill>
                <a:latin typeface="Times New Roman" pitchFamily="18" charset="0"/>
              </a:rPr>
              <a:t> </a:t>
            </a:r>
            <a:r>
              <a:rPr lang="en-US" altLang="zh-CN" sz="3200" dirty="0" smtClean="0">
                <a:solidFill>
                  <a:srgbClr val="FFCC00"/>
                </a:solidFill>
                <a:latin typeface="Times New Roman" pitchFamily="18" charset="0"/>
              </a:rPr>
              <a:t>T</a:t>
            </a:r>
            <a:r>
              <a:rPr lang="en-US" altLang="zh-CN" sz="3200" baseline="-25000" dirty="0" smtClean="0">
                <a:solidFill>
                  <a:srgbClr val="FFCC00"/>
                </a:solidFill>
                <a:latin typeface="Times New Roman" pitchFamily="18" charset="0"/>
              </a:rPr>
              <a:t>I</a:t>
            </a:r>
            <a:r>
              <a:rPr lang="en-US" altLang="zh-CN" sz="3200" dirty="0" smtClean="0">
                <a:solidFill>
                  <a:srgbClr val="FFCC00"/>
                </a:solidFill>
                <a:latin typeface="Times New Roman" pitchFamily="18" charset="0"/>
              </a:rPr>
              <a:t>(A(x)</a:t>
            </a:r>
            <a:r>
              <a:rPr lang="en-US" altLang="zh-CN" sz="3200" dirty="0" smtClean="0">
                <a:solidFill>
                  <a:srgbClr val="FFCC00"/>
                </a:solidFill>
                <a:latin typeface="Times New Roman" pitchFamily="18" charset="0"/>
                <a:sym typeface="Symbol" pitchFamily="18" charset="2"/>
              </a:rPr>
              <a:t></a:t>
            </a:r>
            <a:r>
              <a:rPr lang="en-US" altLang="zh-CN" sz="3200" dirty="0" smtClean="0">
                <a:solidFill>
                  <a:srgbClr val="FFCC00"/>
                </a:solidFill>
                <a:latin typeface="Times New Roman" pitchFamily="18" charset="0"/>
              </a:rPr>
              <a:t>B(x)) =1</a:t>
            </a:r>
            <a:r>
              <a:rPr lang="zh-CN" altLang="en-US" sz="3200" dirty="0" smtClean="0">
                <a:latin typeface="Times New Roman" pitchFamily="18" charset="0"/>
              </a:rPr>
              <a:t>，故</a:t>
            </a:r>
          </a:p>
          <a:p>
            <a:pPr algn="ctr" eaLnBrk="1" hangingPunct="1"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3200" dirty="0" smtClean="0">
                <a:latin typeface="Times New Roman" pitchFamily="18" charset="0"/>
              </a:rPr>
              <a:t>T</a:t>
            </a:r>
            <a:r>
              <a:rPr lang="en-US" altLang="zh-CN" sz="3200" baseline="-25000" dirty="0" smtClean="0">
                <a:latin typeface="Times New Roman" pitchFamily="18" charset="0"/>
              </a:rPr>
              <a:t>I</a:t>
            </a:r>
            <a:r>
              <a:rPr lang="en-US" altLang="zh-CN" sz="3200" dirty="0" smtClean="0">
                <a:latin typeface="Times New Roman" pitchFamily="18" charset="0"/>
              </a:rPr>
              <a:t>(B(x))=1</a:t>
            </a:r>
            <a:r>
              <a:rPr lang="zh-CN" altLang="en-US" sz="3200" dirty="0" smtClean="0">
                <a:latin typeface="Times New Roman" pitchFamily="18" charset="0"/>
              </a:rPr>
              <a:t>， 即，</a:t>
            </a:r>
            <a:r>
              <a:rPr lang="en-US" altLang="zh-CN" sz="3200" dirty="0" smtClean="0">
                <a:latin typeface="Times New Roman" pitchFamily="18" charset="0"/>
              </a:rPr>
              <a:t>T</a:t>
            </a:r>
            <a:r>
              <a:rPr lang="en-US" altLang="zh-CN" sz="3200" baseline="-25000" dirty="0" smtClean="0">
                <a:latin typeface="Times New Roman" pitchFamily="18" charset="0"/>
              </a:rPr>
              <a:t>I</a:t>
            </a:r>
            <a:r>
              <a:rPr lang="en-US" altLang="zh-CN" sz="3200" dirty="0" smtClean="0">
                <a:latin typeface="Times New Roman" pitchFamily="18" charset="0"/>
              </a:rPr>
              <a:t>(</a:t>
            </a:r>
            <a:r>
              <a:rPr lang="en-US" altLang="zh-CN" sz="3200" dirty="0" smtClean="0">
                <a:latin typeface="Times New Roman" pitchFamily="18" charset="0"/>
                <a:sym typeface="Symbol" pitchFamily="18" charset="2"/>
              </a:rPr>
              <a:t></a:t>
            </a:r>
            <a:r>
              <a:rPr lang="en-US" altLang="zh-CN" sz="3200" dirty="0" smtClean="0">
                <a:latin typeface="Times New Roman" pitchFamily="18" charset="0"/>
              </a:rPr>
              <a:t>x(B(x)))=1</a:t>
            </a:r>
            <a:r>
              <a:rPr lang="zh-CN" altLang="en-US" sz="3200" dirty="0" smtClean="0">
                <a:latin typeface="Times New Roman" pitchFamily="18" charset="0"/>
              </a:rPr>
              <a:t>，</a:t>
            </a:r>
          </a:p>
          <a:p>
            <a:pPr eaLnBrk="1" hangingPunct="1"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3200" dirty="0" smtClean="0">
                <a:latin typeface="Times New Roman" pitchFamily="18" charset="0"/>
              </a:rPr>
              <a:t>因此， </a:t>
            </a:r>
            <a:r>
              <a:rPr lang="en-US" altLang="zh-CN" sz="3200" dirty="0" smtClean="0">
                <a:latin typeface="Times New Roman" pitchFamily="18" charset="0"/>
              </a:rPr>
              <a:t>T</a:t>
            </a:r>
            <a:r>
              <a:rPr lang="en-US" altLang="zh-CN" sz="3200" baseline="-25000" dirty="0" smtClean="0">
                <a:latin typeface="Times New Roman" pitchFamily="18" charset="0"/>
              </a:rPr>
              <a:t>I </a:t>
            </a:r>
            <a:r>
              <a:rPr lang="en-US" altLang="zh-CN" sz="3200" dirty="0" smtClean="0">
                <a:latin typeface="Times New Roman" pitchFamily="18" charset="0"/>
              </a:rPr>
              <a:t>(</a:t>
            </a:r>
            <a:r>
              <a:rPr lang="en-US" altLang="zh-CN" sz="3200" dirty="0" smtClean="0">
                <a:latin typeface="Times New Roman" pitchFamily="18" charset="0"/>
                <a:sym typeface="Symbol" pitchFamily="18" charset="2"/>
              </a:rPr>
              <a:t></a:t>
            </a:r>
            <a:r>
              <a:rPr lang="en-US" altLang="zh-CN" sz="3200" dirty="0" err="1" smtClean="0">
                <a:latin typeface="Times New Roman" pitchFamily="18" charset="0"/>
              </a:rPr>
              <a:t>xA</a:t>
            </a:r>
            <a:r>
              <a:rPr lang="en-US" altLang="zh-CN" sz="3200" dirty="0" smtClean="0">
                <a:latin typeface="Times New Roman" pitchFamily="18" charset="0"/>
              </a:rPr>
              <a:t>(x)</a:t>
            </a:r>
            <a:r>
              <a:rPr lang="en-US" altLang="zh-CN" sz="3200" dirty="0" smtClean="0">
                <a:latin typeface="Times New Roman" pitchFamily="18" charset="0"/>
                <a:sym typeface="Symbol" pitchFamily="18" charset="2"/>
              </a:rPr>
              <a:t></a:t>
            </a:r>
            <a:r>
              <a:rPr lang="en-US" altLang="zh-CN" sz="3200" dirty="0" err="1" smtClean="0">
                <a:latin typeface="Times New Roman" pitchFamily="18" charset="0"/>
              </a:rPr>
              <a:t>xB</a:t>
            </a:r>
            <a:r>
              <a:rPr lang="en-US" altLang="zh-CN" sz="3200" dirty="0" smtClean="0">
                <a:latin typeface="Times New Roman" pitchFamily="18" charset="0"/>
              </a:rPr>
              <a:t>(x) )=1</a:t>
            </a:r>
            <a:r>
              <a:rPr lang="zh-CN" altLang="en-US" sz="3200" dirty="0" smtClean="0">
                <a:latin typeface="Times New Roman" pitchFamily="18" charset="0"/>
              </a:rPr>
              <a:t>。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618A2-48AF-4D31-979A-B4C8714BD75E}" type="slidenum">
              <a:rPr lang="en-US" altLang="zh-CN" smtClean="0"/>
              <a:pPr>
                <a:defRPr/>
              </a:pPr>
              <a:t>76</a:t>
            </a:fld>
            <a:endParaRPr lang="en-US" altLang="zh-CN"/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73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73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273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73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273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273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273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273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273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273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3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2733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2733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>
              <a:defRPr/>
            </a:pPr>
            <a:r>
              <a:rPr lang="zh-CN" altLang="en-US" sz="3600" dirty="0" smtClean="0"/>
              <a:t>例</a:t>
            </a:r>
          </a:p>
        </p:txBody>
      </p:sp>
      <p:sp>
        <p:nvSpPr>
          <p:cNvPr id="64515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990600"/>
            <a:ext cx="8352928" cy="5562600"/>
          </a:xfrm>
        </p:spPr>
        <p:txBody>
          <a:bodyPr/>
          <a:lstStyle/>
          <a:p>
            <a:pPr marL="0" indent="0" eaLnBrk="1" hangingPunct="1">
              <a:lnSpc>
                <a:spcPct val="110000"/>
              </a:lnSpc>
              <a:spcBef>
                <a:spcPct val="10000"/>
              </a:spcBef>
              <a:tabLst>
                <a:tab pos="669925" algn="l"/>
              </a:tabLst>
              <a:defRPr/>
            </a:pPr>
            <a:r>
              <a:rPr lang="zh-CN" altLang="en-US" sz="3200" dirty="0" smtClean="0">
                <a:latin typeface="Times New Roman" pitchFamily="18" charset="0"/>
              </a:rPr>
              <a:t>令</a:t>
            </a:r>
            <a:r>
              <a:rPr lang="en-US" altLang="zh-CN" sz="3200" dirty="0" smtClean="0">
                <a:latin typeface="Times New Roman" pitchFamily="18" charset="0"/>
              </a:rPr>
              <a:t>G</a:t>
            </a:r>
            <a:r>
              <a:rPr lang="en-US" altLang="zh-CN" sz="3200" baseline="-25000" dirty="0" smtClean="0">
                <a:latin typeface="Times New Roman" pitchFamily="18" charset="0"/>
              </a:rPr>
              <a:t>1 </a:t>
            </a:r>
            <a:r>
              <a:rPr lang="en-US" altLang="zh-CN" sz="3200" dirty="0" smtClean="0">
                <a:latin typeface="Times New Roman" pitchFamily="18" charset="0"/>
              </a:rPr>
              <a:t>=</a:t>
            </a:r>
            <a:r>
              <a:rPr lang="en-US" altLang="zh-CN" sz="3200" dirty="0" smtClean="0">
                <a:latin typeface="Times New Roman" pitchFamily="18" charset="0"/>
                <a:sym typeface="Symbol" pitchFamily="18" charset="2"/>
              </a:rPr>
              <a:t></a:t>
            </a:r>
            <a:r>
              <a:rPr lang="en-US" altLang="zh-CN" sz="3200" dirty="0" smtClean="0">
                <a:latin typeface="Times New Roman" pitchFamily="18" charset="0"/>
              </a:rPr>
              <a:t>x(H(x)</a:t>
            </a:r>
            <a:r>
              <a:rPr lang="en-US" altLang="zh-CN" sz="3200" dirty="0" smtClean="0">
                <a:latin typeface="Times New Roman" pitchFamily="18" charset="0"/>
                <a:sym typeface="Symbol" pitchFamily="18" charset="2"/>
              </a:rPr>
              <a:t></a:t>
            </a:r>
            <a:r>
              <a:rPr lang="en-US" altLang="zh-CN" sz="3200" dirty="0" smtClean="0">
                <a:latin typeface="Times New Roman" pitchFamily="18" charset="0"/>
              </a:rPr>
              <a:t>M(x))</a:t>
            </a:r>
            <a:r>
              <a:rPr lang="zh-CN" altLang="en-US" sz="3200" dirty="0" smtClean="0">
                <a:latin typeface="Times New Roman" pitchFamily="18" charset="0"/>
              </a:rPr>
              <a:t>，</a:t>
            </a:r>
            <a:r>
              <a:rPr lang="en-US" altLang="zh-CN" sz="3200" dirty="0" smtClean="0">
                <a:latin typeface="Times New Roman" pitchFamily="18" charset="0"/>
              </a:rPr>
              <a:t>G</a:t>
            </a:r>
            <a:r>
              <a:rPr lang="en-US" altLang="zh-CN" sz="3200" baseline="-25000" dirty="0" smtClean="0">
                <a:latin typeface="Times New Roman" pitchFamily="18" charset="0"/>
              </a:rPr>
              <a:t>2</a:t>
            </a:r>
            <a:r>
              <a:rPr lang="en-US" altLang="zh-CN" sz="3200" dirty="0" smtClean="0">
                <a:latin typeface="Times New Roman" pitchFamily="18" charset="0"/>
              </a:rPr>
              <a:t>=H(a)</a:t>
            </a:r>
            <a:r>
              <a:rPr lang="zh-CN" altLang="en-US" sz="3200" dirty="0" smtClean="0">
                <a:latin typeface="Times New Roman" pitchFamily="18" charset="0"/>
              </a:rPr>
              <a:t>，</a:t>
            </a:r>
          </a:p>
          <a:p>
            <a:pPr marL="0" indent="0" eaLnBrk="1" hangingPunct="1">
              <a:lnSpc>
                <a:spcPct val="110000"/>
              </a:lnSpc>
              <a:spcBef>
                <a:spcPct val="10000"/>
              </a:spcBef>
              <a:buFont typeface="Wingdings" panose="05000000000000000000" pitchFamily="2" charset="2"/>
              <a:buNone/>
              <a:tabLst>
                <a:tab pos="669925" algn="l"/>
              </a:tabLst>
              <a:defRPr/>
            </a:pPr>
            <a:r>
              <a:rPr lang="zh-CN" altLang="en-US" sz="3200" dirty="0" smtClean="0">
                <a:latin typeface="Times New Roman" pitchFamily="18" charset="0"/>
              </a:rPr>
              <a:t>            </a:t>
            </a:r>
            <a:r>
              <a:rPr lang="en-US" altLang="zh-CN" sz="3200" dirty="0" smtClean="0">
                <a:latin typeface="Times New Roman" pitchFamily="18" charset="0"/>
              </a:rPr>
              <a:t>H=M(a)</a:t>
            </a:r>
            <a:br>
              <a:rPr lang="en-US" altLang="zh-CN" sz="3200" dirty="0" smtClean="0">
                <a:latin typeface="Times New Roman" pitchFamily="18" charset="0"/>
              </a:rPr>
            </a:br>
            <a:r>
              <a:rPr lang="zh-CN" altLang="en-US" sz="3200" dirty="0" smtClean="0">
                <a:latin typeface="Times New Roman" pitchFamily="18" charset="0"/>
              </a:rPr>
              <a:t>证明：</a:t>
            </a:r>
            <a:r>
              <a:rPr lang="en-US" altLang="zh-CN" sz="3200" dirty="0" smtClean="0">
                <a:latin typeface="Times New Roman" pitchFamily="18" charset="0"/>
              </a:rPr>
              <a:t>H</a:t>
            </a:r>
            <a:r>
              <a:rPr lang="zh-CN" altLang="en-US" sz="3200" dirty="0" smtClean="0">
                <a:latin typeface="Times New Roman" pitchFamily="18" charset="0"/>
              </a:rPr>
              <a:t>是</a:t>
            </a:r>
            <a:r>
              <a:rPr lang="en-US" altLang="zh-CN" sz="3200" dirty="0" smtClean="0">
                <a:latin typeface="Times New Roman" pitchFamily="18" charset="0"/>
              </a:rPr>
              <a:t>G</a:t>
            </a:r>
            <a:r>
              <a:rPr lang="en-US" altLang="zh-CN" sz="3200" baseline="-25000" dirty="0" smtClean="0">
                <a:latin typeface="Times New Roman" pitchFamily="18" charset="0"/>
              </a:rPr>
              <a:t>1</a:t>
            </a:r>
            <a:r>
              <a:rPr lang="en-US" altLang="zh-CN" sz="3200" dirty="0" smtClean="0">
                <a:latin typeface="Times New Roman" pitchFamily="18" charset="0"/>
              </a:rPr>
              <a:t> </a:t>
            </a:r>
            <a:r>
              <a:rPr lang="en-US" altLang="zh-CN" sz="3200" dirty="0" smtClean="0">
                <a:latin typeface="Times New Roman" pitchFamily="18" charset="0"/>
                <a:sym typeface="Symbol" pitchFamily="18" charset="2"/>
              </a:rPr>
              <a:t></a:t>
            </a:r>
            <a:r>
              <a:rPr lang="en-US" altLang="zh-CN" sz="3200" dirty="0" smtClean="0">
                <a:latin typeface="Times New Roman" pitchFamily="18" charset="0"/>
              </a:rPr>
              <a:t>G</a:t>
            </a:r>
            <a:r>
              <a:rPr lang="en-US" altLang="zh-CN" sz="3200" baseline="-25000" dirty="0" smtClean="0">
                <a:latin typeface="Times New Roman" pitchFamily="18" charset="0"/>
              </a:rPr>
              <a:t>2</a:t>
            </a:r>
            <a:r>
              <a:rPr lang="zh-CN" altLang="en-US" sz="3200" dirty="0" smtClean="0">
                <a:latin typeface="Times New Roman" pitchFamily="18" charset="0"/>
              </a:rPr>
              <a:t>的逻辑结果。</a:t>
            </a:r>
          </a:p>
          <a:p>
            <a:pPr marL="0" indent="0" eaLnBrk="1" hangingPunct="1">
              <a:lnSpc>
                <a:spcPct val="110000"/>
              </a:lnSpc>
              <a:spcBef>
                <a:spcPct val="10000"/>
              </a:spcBef>
              <a:buFont typeface="Wingdings" panose="05000000000000000000" pitchFamily="2" charset="2"/>
              <a:buNone/>
              <a:tabLst>
                <a:tab pos="669925" algn="l"/>
              </a:tabLst>
              <a:defRPr/>
            </a:pPr>
            <a:r>
              <a:rPr lang="zh-CN" altLang="en-US" sz="3200" dirty="0" smtClean="0">
                <a:solidFill>
                  <a:schemeClr val="tx2"/>
                </a:solidFill>
                <a:latin typeface="Times New Roman" pitchFamily="18" charset="0"/>
              </a:rPr>
              <a:t>证明：</a:t>
            </a:r>
            <a:r>
              <a:rPr lang="zh-CN" altLang="en-US" sz="3200" dirty="0" smtClean="0">
                <a:latin typeface="Times New Roman" pitchFamily="18" charset="0"/>
              </a:rPr>
              <a:t>设</a:t>
            </a:r>
            <a:r>
              <a:rPr lang="en-US" altLang="zh-CN" sz="3200" dirty="0" smtClean="0">
                <a:latin typeface="Times New Roman" pitchFamily="18" charset="0"/>
              </a:rPr>
              <a:t>I</a:t>
            </a:r>
            <a:r>
              <a:rPr lang="zh-CN" altLang="en-US" sz="3200" dirty="0" smtClean="0">
                <a:latin typeface="Times New Roman" pitchFamily="18" charset="0"/>
              </a:rPr>
              <a:t>是</a:t>
            </a:r>
            <a:r>
              <a:rPr lang="en-US" altLang="zh-CN" sz="3200" dirty="0" smtClean="0">
                <a:latin typeface="Times New Roman" pitchFamily="18" charset="0"/>
              </a:rPr>
              <a:t>G</a:t>
            </a:r>
            <a:r>
              <a:rPr lang="en-US" altLang="zh-CN" sz="3200" baseline="-25000" dirty="0" smtClean="0">
                <a:latin typeface="Times New Roman" pitchFamily="18" charset="0"/>
              </a:rPr>
              <a:t>1</a:t>
            </a:r>
            <a:r>
              <a:rPr lang="en-US" altLang="zh-CN" sz="3200" dirty="0" smtClean="0">
                <a:latin typeface="Times New Roman" pitchFamily="18" charset="0"/>
              </a:rPr>
              <a:t> </a:t>
            </a:r>
            <a:r>
              <a:rPr lang="zh-CN" altLang="en-US" sz="3200" dirty="0" smtClean="0">
                <a:latin typeface="Times New Roman" pitchFamily="18" charset="0"/>
              </a:rPr>
              <a:t>，</a:t>
            </a:r>
            <a:r>
              <a:rPr lang="en-US" altLang="zh-CN" sz="3200" dirty="0" smtClean="0">
                <a:latin typeface="Times New Roman" pitchFamily="18" charset="0"/>
              </a:rPr>
              <a:t>G</a:t>
            </a:r>
            <a:r>
              <a:rPr lang="en-US" altLang="zh-CN" sz="3200" baseline="-25000" dirty="0" smtClean="0">
                <a:latin typeface="Times New Roman" pitchFamily="18" charset="0"/>
              </a:rPr>
              <a:t>2</a:t>
            </a:r>
            <a:r>
              <a:rPr lang="zh-CN" altLang="en-US" sz="3200" dirty="0" smtClean="0">
                <a:latin typeface="Times New Roman" pitchFamily="18" charset="0"/>
              </a:rPr>
              <a:t>，</a:t>
            </a:r>
            <a:r>
              <a:rPr lang="en-US" altLang="zh-CN" sz="3200" dirty="0" smtClean="0">
                <a:latin typeface="Times New Roman" pitchFamily="18" charset="0"/>
              </a:rPr>
              <a:t>H</a:t>
            </a:r>
            <a:r>
              <a:rPr lang="zh-CN" altLang="en-US" sz="3200" dirty="0" smtClean="0">
                <a:latin typeface="Times New Roman" pitchFamily="18" charset="0"/>
              </a:rPr>
              <a:t>的一个解释，且</a:t>
            </a:r>
            <a:r>
              <a:rPr lang="en-US" altLang="zh-CN" sz="3200" dirty="0" smtClean="0">
                <a:latin typeface="Times New Roman" pitchFamily="18" charset="0"/>
              </a:rPr>
              <a:t>I</a:t>
            </a:r>
            <a:r>
              <a:rPr lang="zh-CN" altLang="en-US" sz="3200" dirty="0" smtClean="0">
                <a:latin typeface="Times New Roman" pitchFamily="18" charset="0"/>
              </a:rPr>
              <a:t>满足</a:t>
            </a:r>
            <a:r>
              <a:rPr lang="en-US" altLang="zh-CN" sz="3200" dirty="0" smtClean="0">
                <a:latin typeface="Times New Roman" pitchFamily="18" charset="0"/>
              </a:rPr>
              <a:t>G</a:t>
            </a:r>
            <a:r>
              <a:rPr lang="en-US" altLang="zh-CN" sz="3200" baseline="-25000" dirty="0" smtClean="0">
                <a:latin typeface="Times New Roman" pitchFamily="18" charset="0"/>
              </a:rPr>
              <a:t>1</a:t>
            </a:r>
            <a:r>
              <a:rPr lang="en-US" altLang="zh-CN" sz="3200" dirty="0" smtClean="0">
                <a:latin typeface="Times New Roman" pitchFamily="18" charset="0"/>
                <a:sym typeface="Symbol" pitchFamily="18" charset="2"/>
              </a:rPr>
              <a:t></a:t>
            </a:r>
            <a:r>
              <a:rPr lang="en-US" altLang="zh-CN" sz="3200" dirty="0" smtClean="0">
                <a:latin typeface="Times New Roman" pitchFamily="18" charset="0"/>
              </a:rPr>
              <a:t>G</a:t>
            </a:r>
            <a:r>
              <a:rPr lang="en-US" altLang="zh-CN" sz="3200" baseline="-25000" dirty="0" smtClean="0">
                <a:latin typeface="Times New Roman" pitchFamily="18" charset="0"/>
              </a:rPr>
              <a:t>2</a:t>
            </a:r>
            <a:r>
              <a:rPr lang="zh-CN" altLang="en-US" sz="3200" dirty="0" smtClean="0">
                <a:latin typeface="Times New Roman" pitchFamily="18" charset="0"/>
              </a:rPr>
              <a:t>，即</a:t>
            </a:r>
            <a:r>
              <a:rPr lang="en-US" altLang="zh-CN" sz="3200" dirty="0" smtClean="0">
                <a:latin typeface="Times New Roman" pitchFamily="18" charset="0"/>
              </a:rPr>
              <a:t>I</a:t>
            </a:r>
            <a:r>
              <a:rPr lang="zh-CN" altLang="en-US" sz="3200" dirty="0" smtClean="0">
                <a:latin typeface="Times New Roman" pitchFamily="18" charset="0"/>
              </a:rPr>
              <a:t>满足</a:t>
            </a:r>
            <a:br>
              <a:rPr lang="zh-CN" altLang="en-US" sz="3200" dirty="0" smtClean="0">
                <a:latin typeface="Times New Roman" pitchFamily="18" charset="0"/>
              </a:rPr>
            </a:br>
            <a:r>
              <a:rPr lang="zh-CN" altLang="en-US" sz="3200" dirty="0" smtClean="0">
                <a:latin typeface="Times New Roman" pitchFamily="18" charset="0"/>
              </a:rPr>
              <a:t>			</a:t>
            </a:r>
            <a:r>
              <a:rPr lang="zh-CN" altLang="en-US" sz="3200" dirty="0" smtClean="0">
                <a:latin typeface="Times New Roman" pitchFamily="18" charset="0"/>
                <a:sym typeface="Symbol" pitchFamily="18" charset="2"/>
              </a:rPr>
              <a:t></a:t>
            </a:r>
            <a:r>
              <a:rPr lang="en-US" altLang="zh-CN" sz="3200" dirty="0" smtClean="0">
                <a:latin typeface="Times New Roman" pitchFamily="18" charset="0"/>
              </a:rPr>
              <a:t>x(H(x)</a:t>
            </a:r>
            <a:r>
              <a:rPr lang="en-US" altLang="zh-CN" sz="3200" dirty="0" smtClean="0">
                <a:latin typeface="Times New Roman" pitchFamily="18" charset="0"/>
                <a:sym typeface="Symbol" pitchFamily="18" charset="2"/>
              </a:rPr>
              <a:t></a:t>
            </a:r>
            <a:r>
              <a:rPr lang="en-US" altLang="zh-CN" sz="3200" dirty="0" smtClean="0">
                <a:latin typeface="Times New Roman" pitchFamily="18" charset="0"/>
              </a:rPr>
              <a:t>M(x))</a:t>
            </a:r>
            <a:r>
              <a:rPr lang="en-US" altLang="zh-CN" sz="3200" dirty="0" smtClean="0">
                <a:latin typeface="Times New Roman" pitchFamily="18" charset="0"/>
                <a:sym typeface="Symbol" pitchFamily="18" charset="2"/>
              </a:rPr>
              <a:t></a:t>
            </a:r>
            <a:r>
              <a:rPr lang="en-US" altLang="zh-CN" sz="3200" dirty="0" smtClean="0">
                <a:latin typeface="Times New Roman" pitchFamily="18" charset="0"/>
              </a:rPr>
              <a:t>H(a)</a:t>
            </a:r>
            <a:br>
              <a:rPr lang="en-US" altLang="zh-CN" sz="3200" dirty="0" smtClean="0">
                <a:latin typeface="Times New Roman" pitchFamily="18" charset="0"/>
              </a:rPr>
            </a:br>
            <a:r>
              <a:rPr lang="zh-CN" altLang="en-US" sz="3200" dirty="0" smtClean="0">
                <a:latin typeface="Times New Roman" pitchFamily="18" charset="0"/>
              </a:rPr>
              <a:t>则</a:t>
            </a:r>
            <a:r>
              <a:rPr lang="en-US" altLang="zh-CN" sz="3200" dirty="0" smtClean="0">
                <a:latin typeface="Times New Roman" pitchFamily="18" charset="0"/>
              </a:rPr>
              <a:t>I</a:t>
            </a:r>
            <a:r>
              <a:rPr lang="zh-CN" altLang="en-US" sz="3200" dirty="0" smtClean="0">
                <a:latin typeface="Times New Roman" pitchFamily="18" charset="0"/>
              </a:rPr>
              <a:t>应该满足</a:t>
            </a:r>
            <a:r>
              <a:rPr lang="en-US" altLang="zh-CN" sz="3200" dirty="0" smtClean="0">
                <a:latin typeface="Times New Roman" pitchFamily="18" charset="0"/>
              </a:rPr>
              <a:t>M(a)</a:t>
            </a:r>
            <a:r>
              <a:rPr lang="zh-CN" altLang="en-US" sz="3200" dirty="0" smtClean="0">
                <a:latin typeface="Times New Roman" pitchFamily="18" charset="0"/>
              </a:rPr>
              <a:t>。否则，令</a:t>
            </a:r>
            <a:r>
              <a:rPr lang="en-US" altLang="zh-CN" sz="3200" dirty="0" smtClean="0">
                <a:latin typeface="Times New Roman" pitchFamily="18" charset="0"/>
              </a:rPr>
              <a:t>M(a)</a:t>
            </a:r>
            <a:r>
              <a:rPr lang="zh-CN" altLang="en-US" sz="3200" dirty="0" smtClean="0">
                <a:latin typeface="Times New Roman" pitchFamily="18" charset="0"/>
              </a:rPr>
              <a:t>在</a:t>
            </a:r>
            <a:r>
              <a:rPr lang="en-US" altLang="zh-CN" sz="3200" dirty="0" smtClean="0">
                <a:latin typeface="Times New Roman" pitchFamily="18" charset="0"/>
              </a:rPr>
              <a:t>I</a:t>
            </a:r>
            <a:r>
              <a:rPr lang="zh-CN" altLang="en-US" sz="3200" dirty="0" smtClean="0">
                <a:latin typeface="Times New Roman" pitchFamily="18" charset="0"/>
              </a:rPr>
              <a:t>下为假，而</a:t>
            </a:r>
            <a:r>
              <a:rPr lang="en-US" altLang="zh-CN" sz="3200" dirty="0" smtClean="0">
                <a:latin typeface="Times New Roman" pitchFamily="18" charset="0"/>
              </a:rPr>
              <a:t>H(a)</a:t>
            </a:r>
            <a:r>
              <a:rPr lang="zh-CN" altLang="en-US" sz="3200" dirty="0" smtClean="0">
                <a:latin typeface="Times New Roman" pitchFamily="18" charset="0"/>
              </a:rPr>
              <a:t>在</a:t>
            </a:r>
            <a:r>
              <a:rPr lang="en-US" altLang="zh-CN" sz="3200" dirty="0" smtClean="0">
                <a:latin typeface="Times New Roman" pitchFamily="18" charset="0"/>
              </a:rPr>
              <a:t>I</a:t>
            </a:r>
            <a:r>
              <a:rPr lang="zh-CN" altLang="en-US" sz="3200" dirty="0" smtClean="0">
                <a:latin typeface="Times New Roman" pitchFamily="18" charset="0"/>
              </a:rPr>
              <a:t>下为真，于是</a:t>
            </a:r>
            <a:r>
              <a:rPr lang="en-US" altLang="zh-CN" sz="3200" dirty="0" smtClean="0">
                <a:latin typeface="Times New Roman" pitchFamily="18" charset="0"/>
              </a:rPr>
              <a:t>H(a)</a:t>
            </a:r>
            <a:r>
              <a:rPr lang="en-US" altLang="zh-CN" sz="3200" dirty="0" smtClean="0">
                <a:latin typeface="Times New Roman" pitchFamily="18" charset="0"/>
                <a:sym typeface="Symbol" pitchFamily="18" charset="2"/>
              </a:rPr>
              <a:t></a:t>
            </a:r>
            <a:r>
              <a:rPr lang="en-US" altLang="zh-CN" sz="3200" dirty="0" smtClean="0">
                <a:latin typeface="Times New Roman" pitchFamily="18" charset="0"/>
              </a:rPr>
              <a:t>M(a)</a:t>
            </a:r>
            <a:r>
              <a:rPr lang="zh-CN" altLang="en-US" sz="3200" dirty="0" smtClean="0">
                <a:latin typeface="Times New Roman" pitchFamily="18" charset="0"/>
              </a:rPr>
              <a:t>在</a:t>
            </a:r>
            <a:r>
              <a:rPr lang="en-US" altLang="zh-CN" sz="3200" dirty="0" smtClean="0">
                <a:latin typeface="Times New Roman" pitchFamily="18" charset="0"/>
              </a:rPr>
              <a:t>I</a:t>
            </a:r>
            <a:r>
              <a:rPr lang="zh-CN" altLang="en-US" sz="3200" dirty="0" smtClean="0">
                <a:latin typeface="Times New Roman" pitchFamily="18" charset="0"/>
              </a:rPr>
              <a:t>下为假，故</a:t>
            </a:r>
            <a:r>
              <a:rPr lang="zh-CN" altLang="en-US" sz="3200" dirty="0" smtClean="0">
                <a:solidFill>
                  <a:srgbClr val="FFC000"/>
                </a:solidFill>
                <a:latin typeface="Times New Roman" pitchFamily="18" charset="0"/>
                <a:sym typeface="Symbol" pitchFamily="18" charset="2"/>
              </a:rPr>
              <a:t></a:t>
            </a:r>
            <a:r>
              <a:rPr lang="en-US" altLang="zh-CN" sz="3200" dirty="0" smtClean="0">
                <a:solidFill>
                  <a:srgbClr val="FFC000"/>
                </a:solidFill>
                <a:latin typeface="Times New Roman" pitchFamily="18" charset="0"/>
              </a:rPr>
              <a:t>x</a:t>
            </a:r>
            <a:r>
              <a:rPr lang="en-US" altLang="zh-CN" sz="3200" dirty="0" smtClean="0">
                <a:latin typeface="Times New Roman" pitchFamily="18" charset="0"/>
              </a:rPr>
              <a:t>(H(x)</a:t>
            </a:r>
            <a:r>
              <a:rPr lang="en-US" altLang="zh-CN" sz="3200" dirty="0" smtClean="0">
                <a:latin typeface="Times New Roman" pitchFamily="18" charset="0"/>
                <a:sym typeface="Symbol" pitchFamily="18" charset="2"/>
              </a:rPr>
              <a:t></a:t>
            </a:r>
            <a:r>
              <a:rPr lang="en-US" altLang="zh-CN" sz="3200" dirty="0" smtClean="0">
                <a:latin typeface="Times New Roman" pitchFamily="18" charset="0"/>
              </a:rPr>
              <a:t>M(x))</a:t>
            </a:r>
            <a:r>
              <a:rPr lang="zh-CN" altLang="en-US" sz="3200" dirty="0" smtClean="0">
                <a:latin typeface="Times New Roman" pitchFamily="18" charset="0"/>
              </a:rPr>
              <a:t>在</a:t>
            </a:r>
            <a:r>
              <a:rPr lang="en-US" altLang="zh-CN" sz="3200" dirty="0" smtClean="0">
                <a:latin typeface="Times New Roman" pitchFamily="18" charset="0"/>
              </a:rPr>
              <a:t>I</a:t>
            </a:r>
            <a:r>
              <a:rPr lang="zh-CN" altLang="en-US" sz="3200" dirty="0" smtClean="0">
                <a:latin typeface="Times New Roman" pitchFamily="18" charset="0"/>
              </a:rPr>
              <a:t>下为假，矛盾。</a:t>
            </a:r>
            <a:br>
              <a:rPr lang="zh-CN" altLang="en-US" sz="3200" dirty="0" smtClean="0">
                <a:latin typeface="Times New Roman" pitchFamily="18" charset="0"/>
              </a:rPr>
            </a:br>
            <a:r>
              <a:rPr lang="zh-CN" altLang="en-US" sz="3200" dirty="0" smtClean="0">
                <a:latin typeface="Times New Roman" pitchFamily="18" charset="0"/>
              </a:rPr>
              <a:t>故</a:t>
            </a:r>
            <a:r>
              <a:rPr lang="en-US" altLang="zh-CN" sz="3200" dirty="0" smtClean="0">
                <a:latin typeface="Times New Roman" pitchFamily="18" charset="0"/>
              </a:rPr>
              <a:t>M(a)</a:t>
            </a:r>
            <a:r>
              <a:rPr lang="zh-CN" altLang="en-US" sz="3200" dirty="0" smtClean="0">
                <a:latin typeface="Times New Roman" pitchFamily="18" charset="0"/>
              </a:rPr>
              <a:t>在</a:t>
            </a:r>
            <a:r>
              <a:rPr lang="en-US" altLang="zh-CN" sz="3200" dirty="0" smtClean="0">
                <a:latin typeface="Times New Roman" pitchFamily="18" charset="0"/>
              </a:rPr>
              <a:t>I</a:t>
            </a:r>
            <a:r>
              <a:rPr lang="zh-CN" altLang="en-US" sz="3200" dirty="0" smtClean="0">
                <a:latin typeface="Times New Roman" pitchFamily="18" charset="0"/>
              </a:rPr>
              <a:t>下为真命题。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71D66A6-0339-40E5-A906-60F22B6E2114}" type="slidenum">
              <a:rPr lang="en-US" altLang="zh-CN" smtClean="0"/>
              <a:pPr>
                <a:defRPr/>
              </a:pPr>
              <a:t>77</a:t>
            </a:fld>
            <a:endParaRPr lang="en-US" altLang="zh-CN"/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45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45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>
              <a:defRPr/>
            </a:pPr>
            <a:r>
              <a:rPr lang="zh-CN" altLang="en-US" sz="3600" dirty="0"/>
              <a:t>谓词</a:t>
            </a:r>
            <a:r>
              <a:rPr lang="zh-CN" altLang="en-US" sz="3600" dirty="0" smtClean="0"/>
              <a:t>公式蕴涵的证明方法</a:t>
            </a:r>
          </a:p>
        </p:txBody>
      </p:sp>
      <p:sp>
        <p:nvSpPr>
          <p:cNvPr id="243715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143000"/>
            <a:ext cx="8352928" cy="51054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zh-CN" altLang="en-US" sz="2900" dirty="0" smtClean="0">
                <a:latin typeface="Times New Roman" pitchFamily="18" charset="0"/>
              </a:rPr>
              <a:t>对于谓词公式</a:t>
            </a:r>
            <a:r>
              <a:rPr lang="en-US" altLang="zh-CN" sz="2900" dirty="0" smtClean="0">
                <a:latin typeface="Times New Roman" pitchFamily="18" charset="0"/>
              </a:rPr>
              <a:t>A,B</a:t>
            </a:r>
            <a:r>
              <a:rPr lang="zh-CN" altLang="en-US" sz="2900" dirty="0" smtClean="0">
                <a:latin typeface="Times New Roman" pitchFamily="18" charset="0"/>
              </a:rPr>
              <a:t>，一般有如下证明</a:t>
            </a:r>
            <a:r>
              <a:rPr lang="en-US" altLang="zh-CN" sz="2900" dirty="0" smtClean="0">
                <a:latin typeface="Times New Roman" pitchFamily="18" charset="0"/>
              </a:rPr>
              <a:t>A</a:t>
            </a:r>
            <a:r>
              <a:rPr lang="en-US" altLang="zh-CN" sz="2900" dirty="0" smtClean="0">
                <a:latin typeface="Times New Roman" pitchFamily="18" charset="0"/>
                <a:sym typeface="Symbol" pitchFamily="18" charset="2"/>
              </a:rPr>
              <a:t></a:t>
            </a:r>
            <a:r>
              <a:rPr lang="en-US" altLang="zh-CN" sz="2900" dirty="0" smtClean="0">
                <a:latin typeface="Times New Roman" pitchFamily="18" charset="0"/>
              </a:rPr>
              <a:t>B</a:t>
            </a:r>
            <a:r>
              <a:rPr lang="zh-CN" altLang="en-US" sz="2900" dirty="0" smtClean="0">
                <a:latin typeface="Times New Roman" pitchFamily="18" charset="0"/>
              </a:rPr>
              <a:t>的方法：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zh-CN" altLang="en-US" sz="2900" dirty="0" smtClean="0">
                <a:solidFill>
                  <a:srgbClr val="FFCC00"/>
                </a:solidFill>
                <a:latin typeface="Times New Roman" pitchFamily="18" charset="0"/>
              </a:rPr>
              <a:t>方法一</a:t>
            </a:r>
            <a:r>
              <a:rPr lang="en-US" altLang="zh-CN" sz="2900" dirty="0" smtClean="0">
                <a:solidFill>
                  <a:srgbClr val="FFCC00"/>
                </a:solidFill>
                <a:latin typeface="Times New Roman" pitchFamily="18" charset="0"/>
              </a:rPr>
              <a:t>. </a:t>
            </a:r>
            <a:r>
              <a:rPr lang="zh-CN" altLang="en-US" sz="2900" dirty="0" smtClean="0">
                <a:solidFill>
                  <a:srgbClr val="FFCC00"/>
                </a:solidFill>
                <a:latin typeface="Times New Roman" pitchFamily="18" charset="0"/>
              </a:rPr>
              <a:t>证明</a:t>
            </a:r>
            <a:r>
              <a:rPr lang="en-US" altLang="zh-CN" sz="2900" dirty="0" smtClean="0">
                <a:solidFill>
                  <a:srgbClr val="FFCC00"/>
                </a:solidFill>
                <a:latin typeface="Times New Roman" pitchFamily="18" charset="0"/>
              </a:rPr>
              <a:t>A</a:t>
            </a:r>
            <a:r>
              <a:rPr lang="en-US" altLang="zh-CN" sz="2900" dirty="0" smtClean="0">
                <a:solidFill>
                  <a:srgbClr val="FFCC00"/>
                </a:solidFill>
                <a:latin typeface="Times New Roman" pitchFamily="18" charset="0"/>
                <a:sym typeface="Symbol" pitchFamily="18" charset="2"/>
              </a:rPr>
              <a:t></a:t>
            </a:r>
            <a:r>
              <a:rPr lang="en-US" altLang="zh-CN" sz="2900" dirty="0" smtClean="0">
                <a:solidFill>
                  <a:srgbClr val="FFCC00"/>
                </a:solidFill>
                <a:latin typeface="Times New Roman" pitchFamily="18" charset="0"/>
              </a:rPr>
              <a:t>B</a:t>
            </a:r>
            <a:r>
              <a:rPr lang="zh-CN" altLang="en-US" sz="2900" dirty="0" smtClean="0">
                <a:solidFill>
                  <a:srgbClr val="FFCC00"/>
                </a:solidFill>
                <a:latin typeface="Times New Roman" pitchFamily="18" charset="0"/>
              </a:rPr>
              <a:t>是恒真公式。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zh-CN" altLang="en-US" sz="2900" dirty="0" smtClean="0">
                <a:solidFill>
                  <a:srgbClr val="FFCC00"/>
                </a:solidFill>
                <a:latin typeface="Times New Roman" pitchFamily="18" charset="0"/>
              </a:rPr>
              <a:t>方法二</a:t>
            </a:r>
            <a:r>
              <a:rPr lang="en-US" altLang="zh-CN" sz="2900" dirty="0" smtClean="0">
                <a:solidFill>
                  <a:srgbClr val="FFCC00"/>
                </a:solidFill>
                <a:latin typeface="Times New Roman" pitchFamily="18" charset="0"/>
              </a:rPr>
              <a:t>. </a:t>
            </a:r>
            <a:r>
              <a:rPr lang="zh-CN" altLang="en-US" sz="2900" dirty="0" smtClean="0">
                <a:solidFill>
                  <a:srgbClr val="FFCC00"/>
                </a:solidFill>
                <a:latin typeface="Times New Roman" pitchFamily="18" charset="0"/>
              </a:rPr>
              <a:t>由基本等价式和基本蕴涵式推导出</a:t>
            </a:r>
            <a:r>
              <a:rPr lang="en-US" altLang="zh-CN" sz="2900" dirty="0" smtClean="0">
                <a:solidFill>
                  <a:srgbClr val="FFCC00"/>
                </a:solidFill>
                <a:latin typeface="Times New Roman" pitchFamily="18" charset="0"/>
              </a:rPr>
              <a:t>A</a:t>
            </a:r>
            <a:r>
              <a:rPr lang="en-US" altLang="zh-CN" sz="2900" dirty="0" smtClean="0">
                <a:solidFill>
                  <a:srgbClr val="FFCC00"/>
                </a:solidFill>
                <a:latin typeface="Times New Roman" pitchFamily="18" charset="0"/>
                <a:sym typeface="Symbol" pitchFamily="18" charset="2"/>
              </a:rPr>
              <a:t></a:t>
            </a:r>
            <a:r>
              <a:rPr lang="en-US" altLang="zh-CN" sz="2900" dirty="0" smtClean="0">
                <a:solidFill>
                  <a:srgbClr val="FFCC00"/>
                </a:solidFill>
                <a:latin typeface="Times New Roman" pitchFamily="18" charset="0"/>
              </a:rPr>
              <a:t>B</a:t>
            </a:r>
            <a:r>
              <a:rPr lang="zh-CN" altLang="en-US" sz="2900" dirty="0" smtClean="0">
                <a:solidFill>
                  <a:srgbClr val="FFCC00"/>
                </a:solidFill>
                <a:latin typeface="Times New Roman" pitchFamily="18" charset="0"/>
              </a:rPr>
              <a:t>。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zh-CN" altLang="en-US" sz="2900" dirty="0" smtClean="0">
                <a:latin typeface="Times New Roman" pitchFamily="18" charset="0"/>
              </a:rPr>
              <a:t>常用的基本蕴涵式有：</a:t>
            </a:r>
            <a:endParaRPr lang="zh-CN" altLang="en-US" sz="2900" dirty="0" smtClean="0">
              <a:latin typeface="Times New Roman" pitchFamily="18" charset="0"/>
              <a:sym typeface="Symbol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zh-CN" altLang="en-US" sz="2900" dirty="0" smtClean="0">
                <a:latin typeface="Times New Roman" pitchFamily="18" charset="0"/>
                <a:sym typeface="Symbol" pitchFamily="18" charset="2"/>
              </a:rPr>
              <a:t></a:t>
            </a:r>
            <a:r>
              <a:rPr lang="en-US" altLang="zh-CN" sz="2900" dirty="0" smtClean="0">
                <a:latin typeface="Times New Roman" pitchFamily="18" charset="0"/>
              </a:rPr>
              <a:t>x(A(x)</a:t>
            </a:r>
            <a:r>
              <a:rPr lang="en-US" altLang="zh-CN" sz="2900" dirty="0" smtClean="0">
                <a:latin typeface="Times New Roman" pitchFamily="18" charset="0"/>
                <a:sym typeface="Symbol" pitchFamily="18" charset="2"/>
              </a:rPr>
              <a:t></a:t>
            </a:r>
            <a:r>
              <a:rPr lang="en-US" altLang="zh-CN" sz="2900" dirty="0" smtClean="0">
                <a:latin typeface="Times New Roman" pitchFamily="18" charset="0"/>
              </a:rPr>
              <a:t>B(x))</a:t>
            </a:r>
            <a:r>
              <a:rPr lang="en-US" altLang="zh-CN" sz="2900" dirty="0" smtClean="0">
                <a:latin typeface="Times New Roman" pitchFamily="18" charset="0"/>
                <a:sym typeface="Symbol" pitchFamily="18" charset="2"/>
              </a:rPr>
              <a:t></a:t>
            </a:r>
            <a:r>
              <a:rPr lang="en-US" altLang="zh-CN" sz="2900" dirty="0" smtClean="0">
                <a:latin typeface="Times New Roman" pitchFamily="18" charset="0"/>
              </a:rPr>
              <a:t>(</a:t>
            </a:r>
            <a:r>
              <a:rPr lang="en-US" altLang="zh-CN" sz="2900" dirty="0" smtClean="0">
                <a:latin typeface="Times New Roman" pitchFamily="18" charset="0"/>
                <a:sym typeface="Symbol" pitchFamily="18" charset="2"/>
              </a:rPr>
              <a:t></a:t>
            </a:r>
            <a:r>
              <a:rPr lang="en-US" altLang="zh-CN" sz="2900" dirty="0" err="1" smtClean="0">
                <a:latin typeface="Times New Roman" pitchFamily="18" charset="0"/>
              </a:rPr>
              <a:t>xA</a:t>
            </a:r>
            <a:r>
              <a:rPr lang="en-US" altLang="zh-CN" sz="2900" dirty="0" smtClean="0">
                <a:latin typeface="Times New Roman" pitchFamily="18" charset="0"/>
              </a:rPr>
              <a:t>(x)</a:t>
            </a:r>
            <a:r>
              <a:rPr lang="en-US" altLang="zh-CN" sz="2900" dirty="0" smtClean="0">
                <a:latin typeface="Times New Roman" pitchFamily="18" charset="0"/>
                <a:sym typeface="Symbol" pitchFamily="18" charset="2"/>
              </a:rPr>
              <a:t></a:t>
            </a:r>
            <a:r>
              <a:rPr lang="en-US" altLang="zh-CN" sz="2900" dirty="0" smtClean="0">
                <a:latin typeface="Times New Roman" pitchFamily="18" charset="0"/>
              </a:rPr>
              <a:t>x(B(x))       </a:t>
            </a:r>
            <a:r>
              <a:rPr lang="zh-CN" altLang="en-US" sz="2900" dirty="0" smtClean="0">
                <a:latin typeface="Times New Roman" pitchFamily="18" charset="0"/>
              </a:rPr>
              <a:t>（</a:t>
            </a:r>
            <a:r>
              <a:rPr lang="en-US" altLang="zh-CN" sz="2900" dirty="0" smtClean="0">
                <a:latin typeface="Times New Roman" pitchFamily="18" charset="0"/>
              </a:rPr>
              <a:t>a</a:t>
            </a:r>
            <a:r>
              <a:rPr lang="zh-CN" altLang="en-US" sz="2900" dirty="0" smtClean="0">
                <a:latin typeface="Times New Roman" pitchFamily="18" charset="0"/>
              </a:rPr>
              <a:t>）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900" dirty="0" smtClean="0">
                <a:latin typeface="Times New Roman" pitchFamily="18" charset="0"/>
              </a:rPr>
              <a:t>(</a:t>
            </a:r>
            <a:r>
              <a:rPr lang="en-US" altLang="zh-CN" sz="2900" dirty="0" smtClean="0">
                <a:latin typeface="Times New Roman" pitchFamily="18" charset="0"/>
                <a:sym typeface="Symbol" pitchFamily="18" charset="2"/>
              </a:rPr>
              <a:t></a:t>
            </a:r>
            <a:r>
              <a:rPr lang="en-US" altLang="zh-CN" sz="2900" dirty="0" err="1" smtClean="0">
                <a:latin typeface="Times New Roman" pitchFamily="18" charset="0"/>
              </a:rPr>
              <a:t>xA</a:t>
            </a:r>
            <a:r>
              <a:rPr lang="en-US" altLang="zh-CN" sz="2900" dirty="0" smtClean="0">
                <a:latin typeface="Times New Roman" pitchFamily="18" charset="0"/>
              </a:rPr>
              <a:t>(x)</a:t>
            </a:r>
            <a:r>
              <a:rPr lang="en-US" altLang="zh-CN" sz="2900" dirty="0" smtClean="0">
                <a:latin typeface="Times New Roman" pitchFamily="18" charset="0"/>
                <a:sym typeface="Symbol" pitchFamily="18" charset="2"/>
              </a:rPr>
              <a:t></a:t>
            </a:r>
            <a:r>
              <a:rPr lang="en-US" altLang="zh-CN" sz="2900" dirty="0" err="1" smtClean="0">
                <a:latin typeface="Times New Roman" pitchFamily="18" charset="0"/>
              </a:rPr>
              <a:t>xB</a:t>
            </a:r>
            <a:r>
              <a:rPr lang="en-US" altLang="zh-CN" sz="2900" dirty="0" smtClean="0">
                <a:latin typeface="Times New Roman" pitchFamily="18" charset="0"/>
              </a:rPr>
              <a:t>(x))</a:t>
            </a:r>
            <a:r>
              <a:rPr lang="en-US" altLang="zh-CN" sz="2900" dirty="0" smtClean="0">
                <a:latin typeface="Times New Roman" pitchFamily="18" charset="0"/>
                <a:sym typeface="Symbol" pitchFamily="18" charset="2"/>
              </a:rPr>
              <a:t></a:t>
            </a:r>
            <a:r>
              <a:rPr lang="en-US" altLang="zh-CN" sz="2900" dirty="0" smtClean="0">
                <a:latin typeface="Times New Roman" pitchFamily="18" charset="0"/>
              </a:rPr>
              <a:t>x(A(x)</a:t>
            </a:r>
            <a:r>
              <a:rPr lang="en-US" altLang="zh-CN" sz="2900" dirty="0" smtClean="0">
                <a:latin typeface="Times New Roman" pitchFamily="18" charset="0"/>
                <a:sym typeface="Symbol" pitchFamily="18" charset="2"/>
              </a:rPr>
              <a:t></a:t>
            </a:r>
            <a:r>
              <a:rPr lang="en-US" altLang="zh-CN" sz="2900" dirty="0" smtClean="0">
                <a:latin typeface="Times New Roman" pitchFamily="18" charset="0"/>
              </a:rPr>
              <a:t>B(x))         (b)</a:t>
            </a:r>
            <a:endParaRPr lang="en-US" altLang="zh-CN" sz="2900" dirty="0" smtClean="0">
              <a:latin typeface="Times New Roman" pitchFamily="18" charset="0"/>
              <a:sym typeface="Symbol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900" dirty="0" smtClean="0">
                <a:latin typeface="Times New Roman" pitchFamily="18" charset="0"/>
                <a:sym typeface="Symbol" pitchFamily="18" charset="2"/>
              </a:rPr>
              <a:t></a:t>
            </a:r>
            <a:r>
              <a:rPr lang="en-US" altLang="zh-CN" sz="2900" dirty="0" smtClean="0">
                <a:latin typeface="Times New Roman" pitchFamily="18" charset="0"/>
              </a:rPr>
              <a:t>x(A(x)</a:t>
            </a:r>
            <a:r>
              <a:rPr lang="en-US" altLang="zh-CN" sz="2900" dirty="0" smtClean="0">
                <a:latin typeface="Times New Roman" pitchFamily="18" charset="0"/>
                <a:sym typeface="Symbol" pitchFamily="18" charset="2"/>
              </a:rPr>
              <a:t></a:t>
            </a:r>
            <a:r>
              <a:rPr lang="en-US" altLang="zh-CN" sz="2900" dirty="0" smtClean="0">
                <a:latin typeface="Times New Roman" pitchFamily="18" charset="0"/>
              </a:rPr>
              <a:t>B(x)) </a:t>
            </a:r>
            <a:r>
              <a:rPr lang="en-US" altLang="zh-CN" sz="2900" dirty="0" smtClean="0">
                <a:solidFill>
                  <a:srgbClr val="FFC000"/>
                </a:solidFill>
                <a:latin typeface="Times New Roman" pitchFamily="18" charset="0"/>
                <a:sym typeface="Symbol" pitchFamily="18" charset="2"/>
              </a:rPr>
              <a:t></a:t>
            </a:r>
            <a:r>
              <a:rPr lang="en-US" altLang="zh-CN" sz="2900" dirty="0" smtClean="0">
                <a:latin typeface="Times New Roman" pitchFamily="18" charset="0"/>
                <a:sym typeface="Symbol" pitchFamily="18" charset="2"/>
              </a:rPr>
              <a:t></a:t>
            </a:r>
            <a:r>
              <a:rPr lang="en-US" altLang="zh-CN" sz="2900" dirty="0" err="1" smtClean="0">
                <a:latin typeface="Times New Roman" pitchFamily="18" charset="0"/>
              </a:rPr>
              <a:t>xA</a:t>
            </a:r>
            <a:r>
              <a:rPr lang="en-US" altLang="zh-CN" sz="2900" dirty="0" smtClean="0">
                <a:latin typeface="Times New Roman" pitchFamily="18" charset="0"/>
              </a:rPr>
              <a:t>(x)</a:t>
            </a:r>
            <a:r>
              <a:rPr lang="en-US" altLang="zh-CN" sz="2900" dirty="0" smtClean="0">
                <a:latin typeface="Times New Roman" pitchFamily="18" charset="0"/>
                <a:sym typeface="Symbol" pitchFamily="18" charset="2"/>
              </a:rPr>
              <a:t></a:t>
            </a:r>
            <a:r>
              <a:rPr lang="en-US" altLang="zh-CN" sz="2900" dirty="0" smtClean="0">
                <a:latin typeface="Times New Roman" pitchFamily="18" charset="0"/>
              </a:rPr>
              <a:t> </a:t>
            </a:r>
            <a:r>
              <a:rPr lang="en-US" altLang="zh-CN" sz="2900" dirty="0" smtClean="0">
                <a:latin typeface="Times New Roman" pitchFamily="18" charset="0"/>
                <a:sym typeface="Symbol" pitchFamily="18" charset="2"/>
              </a:rPr>
              <a:t></a:t>
            </a:r>
            <a:r>
              <a:rPr lang="en-US" altLang="zh-CN" sz="2900" dirty="0" smtClean="0">
                <a:latin typeface="Times New Roman" pitchFamily="18" charset="0"/>
              </a:rPr>
              <a:t>x B(x)      (c)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zh-CN" altLang="en-US" sz="2900" dirty="0" smtClean="0">
                <a:solidFill>
                  <a:srgbClr val="FFCC00"/>
                </a:solidFill>
                <a:latin typeface="Times New Roman" pitchFamily="18" charset="0"/>
              </a:rPr>
              <a:t>方法三</a:t>
            </a:r>
            <a:r>
              <a:rPr lang="en-US" altLang="zh-CN" sz="2900" dirty="0" smtClean="0">
                <a:solidFill>
                  <a:srgbClr val="FFCC00"/>
                </a:solidFill>
                <a:latin typeface="Times New Roman" pitchFamily="18" charset="0"/>
              </a:rPr>
              <a:t>. </a:t>
            </a:r>
            <a:r>
              <a:rPr lang="zh-CN" altLang="en-US" sz="2900" dirty="0" smtClean="0">
                <a:solidFill>
                  <a:srgbClr val="FFCC00"/>
                </a:solidFill>
                <a:latin typeface="Times New Roman" pitchFamily="18" charset="0"/>
              </a:rPr>
              <a:t>任取解释</a:t>
            </a:r>
            <a:r>
              <a:rPr lang="en-US" altLang="zh-CN" sz="2900" dirty="0" smtClean="0">
                <a:solidFill>
                  <a:srgbClr val="FFCC00"/>
                </a:solidFill>
                <a:latin typeface="Times New Roman" pitchFamily="18" charset="0"/>
              </a:rPr>
              <a:t>I</a:t>
            </a:r>
            <a:r>
              <a:rPr lang="zh-CN" altLang="en-US" sz="2900" dirty="0" smtClean="0">
                <a:solidFill>
                  <a:srgbClr val="FFCC00"/>
                </a:solidFill>
                <a:latin typeface="Times New Roman" pitchFamily="18" charset="0"/>
              </a:rPr>
              <a:t>，若</a:t>
            </a:r>
            <a:r>
              <a:rPr lang="en-US" altLang="zh-CN" sz="2900" dirty="0" smtClean="0">
                <a:solidFill>
                  <a:srgbClr val="FFCC00"/>
                </a:solidFill>
                <a:latin typeface="Times New Roman" pitchFamily="18" charset="0"/>
              </a:rPr>
              <a:t>I</a:t>
            </a:r>
            <a:r>
              <a:rPr lang="zh-CN" altLang="en-US" sz="2900" dirty="0" smtClean="0">
                <a:solidFill>
                  <a:srgbClr val="FFCC00"/>
                </a:solidFill>
                <a:latin typeface="Times New Roman" pitchFamily="18" charset="0"/>
              </a:rPr>
              <a:t>满足</a:t>
            </a:r>
            <a:r>
              <a:rPr lang="en-US" altLang="zh-CN" sz="2900" dirty="0" smtClean="0">
                <a:solidFill>
                  <a:srgbClr val="FFCC00"/>
                </a:solidFill>
                <a:latin typeface="Times New Roman" pitchFamily="18" charset="0"/>
              </a:rPr>
              <a:t>A</a:t>
            </a:r>
            <a:r>
              <a:rPr lang="zh-CN" altLang="en-US" sz="2900" dirty="0" smtClean="0">
                <a:solidFill>
                  <a:srgbClr val="FFCC00"/>
                </a:solidFill>
                <a:latin typeface="Times New Roman" pitchFamily="18" charset="0"/>
              </a:rPr>
              <a:t>，往证</a:t>
            </a:r>
            <a:r>
              <a:rPr lang="en-US" altLang="zh-CN" sz="2900" dirty="0" smtClean="0">
                <a:solidFill>
                  <a:srgbClr val="FFCC00"/>
                </a:solidFill>
                <a:latin typeface="Times New Roman" pitchFamily="18" charset="0"/>
              </a:rPr>
              <a:t>I</a:t>
            </a:r>
            <a:r>
              <a:rPr lang="zh-CN" altLang="en-US" sz="2900" dirty="0" smtClean="0">
                <a:solidFill>
                  <a:srgbClr val="FFCC00"/>
                </a:solidFill>
                <a:latin typeface="Times New Roman" pitchFamily="18" charset="0"/>
              </a:rPr>
              <a:t>满足</a:t>
            </a:r>
            <a:r>
              <a:rPr lang="en-US" altLang="zh-CN" sz="2900" dirty="0" smtClean="0">
                <a:solidFill>
                  <a:srgbClr val="FFCC00"/>
                </a:solidFill>
                <a:latin typeface="Times New Roman" pitchFamily="18" charset="0"/>
              </a:rPr>
              <a:t>B</a:t>
            </a:r>
            <a:r>
              <a:rPr lang="zh-CN" altLang="en-US" sz="2900" dirty="0" smtClean="0">
                <a:solidFill>
                  <a:srgbClr val="FFCC00"/>
                </a:solidFill>
                <a:latin typeface="Times New Roman" pitchFamily="18" charset="0"/>
              </a:rPr>
              <a:t>。</a:t>
            </a:r>
          </a:p>
          <a:p>
            <a:pPr eaLnBrk="1" hangingPunct="1">
              <a:buNone/>
              <a:defRPr/>
            </a:pPr>
            <a:r>
              <a:rPr lang="zh-CN" altLang="en-US" sz="2900" dirty="0" smtClean="0">
                <a:solidFill>
                  <a:srgbClr val="FFCC00"/>
                </a:solidFill>
                <a:latin typeface="Times New Roman" pitchFamily="18" charset="0"/>
              </a:rPr>
              <a:t>方法四</a:t>
            </a:r>
            <a:r>
              <a:rPr lang="en-US" altLang="zh-CN" sz="2900" dirty="0" smtClean="0">
                <a:solidFill>
                  <a:srgbClr val="FFCC00"/>
                </a:solidFill>
                <a:latin typeface="Times New Roman" pitchFamily="18" charset="0"/>
              </a:rPr>
              <a:t>. </a:t>
            </a:r>
            <a:r>
              <a:rPr lang="zh-CN" altLang="en-US" sz="2900" dirty="0" smtClean="0">
                <a:solidFill>
                  <a:srgbClr val="FFCC00"/>
                </a:solidFill>
                <a:latin typeface="Times New Roman" pitchFamily="18" charset="0"/>
              </a:rPr>
              <a:t>证</a:t>
            </a:r>
            <a:r>
              <a:rPr lang="zh-CN" altLang="en-US" sz="2900" dirty="0" smtClean="0">
                <a:latin typeface="Times New Roman" pitchFamily="18" charset="0"/>
              </a:rPr>
              <a:t> </a:t>
            </a:r>
            <a:r>
              <a:rPr lang="zh-CN" altLang="en-US" sz="2900" dirty="0" smtClean="0">
                <a:solidFill>
                  <a:srgbClr val="FFCC00"/>
                </a:solidFill>
                <a:latin typeface="Times New Roman" pitchFamily="18" charset="0"/>
                <a:sym typeface="Symbol" pitchFamily="18" charset="2"/>
              </a:rPr>
              <a:t></a:t>
            </a:r>
            <a:r>
              <a:rPr lang="en-US" altLang="zh-CN" sz="2900" dirty="0" smtClean="0">
                <a:solidFill>
                  <a:srgbClr val="FFCC00"/>
                </a:solidFill>
                <a:latin typeface="Times New Roman" pitchFamily="18" charset="0"/>
              </a:rPr>
              <a:t>B </a:t>
            </a:r>
            <a:r>
              <a:rPr lang="en-US" altLang="zh-CN" sz="2900" dirty="0" smtClean="0">
                <a:solidFill>
                  <a:srgbClr val="FFCC00"/>
                </a:solidFill>
                <a:latin typeface="Times New Roman" pitchFamily="18" charset="0"/>
                <a:sym typeface="Symbol" pitchFamily="18" charset="2"/>
              </a:rPr>
              <a:t></a:t>
            </a:r>
            <a:r>
              <a:rPr lang="en-US" altLang="zh-CN" sz="2900" dirty="0" smtClean="0">
                <a:solidFill>
                  <a:srgbClr val="FFCC00"/>
                </a:solidFill>
                <a:latin typeface="Times New Roman" pitchFamily="18" charset="0"/>
              </a:rPr>
              <a:t> </a:t>
            </a:r>
            <a:r>
              <a:rPr lang="en-US" altLang="zh-CN" sz="2900" dirty="0" smtClean="0">
                <a:solidFill>
                  <a:srgbClr val="FFCC00"/>
                </a:solidFill>
                <a:latin typeface="Times New Roman" pitchFamily="18" charset="0"/>
                <a:sym typeface="Symbol" pitchFamily="18" charset="2"/>
              </a:rPr>
              <a:t></a:t>
            </a:r>
            <a:r>
              <a:rPr lang="en-US" altLang="zh-CN" sz="2900" dirty="0" smtClean="0">
                <a:solidFill>
                  <a:srgbClr val="FFCC00"/>
                </a:solidFill>
                <a:latin typeface="Times New Roman" pitchFamily="18" charset="0"/>
              </a:rPr>
              <a:t>A </a:t>
            </a:r>
            <a:r>
              <a:rPr lang="zh-CN" altLang="en-US" sz="2900" dirty="0" smtClean="0">
                <a:solidFill>
                  <a:srgbClr val="FFCC00"/>
                </a:solidFill>
                <a:latin typeface="Times New Roman" pitchFamily="18" charset="0"/>
              </a:rPr>
              <a:t>。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4574555-BD2E-4F08-986F-29753AC0672B}" type="slidenum">
              <a:rPr lang="en-US" altLang="zh-CN" smtClean="0"/>
              <a:pPr>
                <a:defRPr/>
              </a:pPr>
              <a:t>78</a:t>
            </a:fld>
            <a:endParaRPr lang="en-US" altLang="zh-CN"/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37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37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437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437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437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437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437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437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437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437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437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437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437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437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437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437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>
              <a:defRPr/>
            </a:pPr>
            <a:r>
              <a:rPr lang="zh-CN" altLang="en-US" sz="3600" dirty="0" smtClean="0"/>
              <a:t>例</a:t>
            </a:r>
          </a:p>
        </p:txBody>
      </p:sp>
      <p:sp>
        <p:nvSpPr>
          <p:cNvPr id="244739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941388"/>
            <a:ext cx="8352928" cy="5829300"/>
          </a:xfrm>
        </p:spPr>
        <p:txBody>
          <a:bodyPr/>
          <a:lstStyle/>
          <a:p>
            <a:pPr eaLnBrk="1" hangingPunct="1">
              <a:spcBef>
                <a:spcPts val="30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3000" dirty="0" smtClean="0"/>
              <a:t>证明下列蕴涵式，其中</a:t>
            </a:r>
            <a:r>
              <a:rPr lang="en-US" altLang="zh-CN" sz="3000" dirty="0" smtClean="0"/>
              <a:t>A(x)</a:t>
            </a:r>
            <a:r>
              <a:rPr lang="zh-CN" altLang="en-US" sz="3000" dirty="0" smtClean="0"/>
              <a:t>，</a:t>
            </a:r>
            <a:r>
              <a:rPr lang="en-US" altLang="zh-CN" sz="3000" dirty="0" smtClean="0"/>
              <a:t>B(x)</a:t>
            </a:r>
            <a:r>
              <a:rPr lang="zh-CN" altLang="en-US" sz="3000" dirty="0" smtClean="0"/>
              <a:t>表示含自由变量</a:t>
            </a:r>
            <a:r>
              <a:rPr lang="en-US" altLang="zh-CN" sz="3000" dirty="0" smtClean="0"/>
              <a:t>x</a:t>
            </a:r>
            <a:r>
              <a:rPr lang="zh-CN" altLang="en-US" sz="3000" dirty="0" smtClean="0"/>
              <a:t>的公式。</a:t>
            </a:r>
          </a:p>
          <a:p>
            <a:pPr eaLnBrk="1" hangingPunct="1">
              <a:spcBef>
                <a:spcPts val="30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3000" dirty="0" smtClean="0"/>
              <a:t>(1) </a:t>
            </a:r>
            <a:r>
              <a:rPr lang="zh-CN" altLang="en-US" sz="3000" dirty="0" smtClean="0">
                <a:sym typeface="Symbol" pitchFamily="18" charset="2"/>
              </a:rPr>
              <a:t></a:t>
            </a:r>
            <a:r>
              <a:rPr lang="en-US" altLang="zh-CN" sz="3000" dirty="0" err="1" smtClean="0"/>
              <a:t>x</a:t>
            </a:r>
            <a:r>
              <a:rPr lang="en-US" altLang="zh-CN" sz="3000" dirty="0" err="1" smtClean="0">
                <a:sym typeface="Symbol" pitchFamily="18" charset="2"/>
              </a:rPr>
              <a:t></a:t>
            </a:r>
            <a:r>
              <a:rPr lang="en-US" altLang="zh-CN" sz="3000" dirty="0" err="1" smtClean="0"/>
              <a:t>y</a:t>
            </a:r>
            <a:r>
              <a:rPr lang="en-US" altLang="zh-CN" sz="3000" dirty="0" smtClean="0"/>
              <a:t>(A(x)</a:t>
            </a:r>
            <a:r>
              <a:rPr lang="en-US" altLang="zh-CN" sz="3000" dirty="0" smtClean="0">
                <a:sym typeface="Symbol" pitchFamily="18" charset="2"/>
              </a:rPr>
              <a:t></a:t>
            </a:r>
            <a:r>
              <a:rPr lang="en-US" altLang="zh-CN" sz="3000" dirty="0" smtClean="0"/>
              <a:t>B(y))</a:t>
            </a:r>
            <a:r>
              <a:rPr lang="en-US" altLang="zh-CN" sz="3000" dirty="0" smtClean="0">
                <a:sym typeface="Symbol" pitchFamily="18" charset="2"/>
              </a:rPr>
              <a:t></a:t>
            </a:r>
            <a:r>
              <a:rPr lang="en-US" altLang="zh-CN" sz="3000" dirty="0" err="1" smtClean="0"/>
              <a:t>xA</a:t>
            </a:r>
            <a:r>
              <a:rPr lang="en-US" altLang="zh-CN" sz="3000" dirty="0" smtClean="0"/>
              <a:t>(x);</a:t>
            </a:r>
          </a:p>
          <a:p>
            <a:pPr eaLnBrk="1" hangingPunct="1">
              <a:spcBef>
                <a:spcPts val="30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3000" dirty="0" smtClean="0"/>
              <a:t>证明：往证</a:t>
            </a:r>
            <a:r>
              <a:rPr lang="zh-CN" altLang="en-US" sz="3000" dirty="0" smtClean="0">
                <a:sym typeface="Symbol" pitchFamily="18" charset="2"/>
              </a:rPr>
              <a:t></a:t>
            </a:r>
            <a:r>
              <a:rPr lang="en-US" altLang="zh-CN" sz="3000" dirty="0" err="1" smtClean="0"/>
              <a:t>x</a:t>
            </a:r>
            <a:r>
              <a:rPr lang="en-US" altLang="zh-CN" sz="3000" dirty="0" err="1" smtClean="0">
                <a:sym typeface="Symbol" pitchFamily="18" charset="2"/>
              </a:rPr>
              <a:t></a:t>
            </a:r>
            <a:r>
              <a:rPr lang="en-US" altLang="zh-CN" sz="3000" dirty="0" err="1" smtClean="0"/>
              <a:t>y</a:t>
            </a:r>
            <a:r>
              <a:rPr lang="en-US" altLang="zh-CN" sz="3000" dirty="0" smtClean="0"/>
              <a:t>(A(x)</a:t>
            </a:r>
            <a:r>
              <a:rPr lang="en-US" altLang="zh-CN" sz="3000" dirty="0" smtClean="0">
                <a:sym typeface="Symbol" pitchFamily="18" charset="2"/>
              </a:rPr>
              <a:t></a:t>
            </a:r>
            <a:r>
              <a:rPr lang="en-US" altLang="zh-CN" sz="3000" dirty="0" smtClean="0"/>
              <a:t>B(y)) </a:t>
            </a:r>
            <a:r>
              <a:rPr lang="en-US" altLang="zh-CN" sz="3000" dirty="0" smtClean="0">
                <a:sym typeface="Symbol" pitchFamily="18" charset="2"/>
              </a:rPr>
              <a:t></a:t>
            </a:r>
            <a:r>
              <a:rPr lang="en-US" altLang="zh-CN" sz="3000" dirty="0" err="1" smtClean="0"/>
              <a:t>xA</a:t>
            </a:r>
            <a:r>
              <a:rPr lang="en-US" altLang="zh-CN" sz="3000" dirty="0" smtClean="0"/>
              <a:t>(x)</a:t>
            </a:r>
            <a:r>
              <a:rPr lang="zh-CN" altLang="en-US" sz="3000" dirty="0" smtClean="0"/>
              <a:t>是恒真公式。</a:t>
            </a:r>
            <a:endParaRPr lang="zh-CN" altLang="en-US" sz="3000" dirty="0" smtClean="0">
              <a:sym typeface="Symbol" pitchFamily="18" charset="2"/>
            </a:endParaRPr>
          </a:p>
          <a:p>
            <a:pPr eaLnBrk="1" hangingPunct="1">
              <a:spcBef>
                <a:spcPts val="30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3000" dirty="0" smtClean="0">
                <a:sym typeface="Symbol" pitchFamily="18" charset="2"/>
              </a:rPr>
              <a:t>           </a:t>
            </a:r>
            <a:r>
              <a:rPr lang="en-US" altLang="zh-CN" sz="3000" dirty="0" err="1" smtClean="0"/>
              <a:t>x</a:t>
            </a:r>
            <a:r>
              <a:rPr lang="en-US" altLang="zh-CN" sz="3000" dirty="0" err="1" smtClean="0">
                <a:sym typeface="Symbol" pitchFamily="18" charset="2"/>
              </a:rPr>
              <a:t></a:t>
            </a:r>
            <a:r>
              <a:rPr lang="en-US" altLang="zh-CN" sz="3000" dirty="0" err="1" smtClean="0"/>
              <a:t>y</a:t>
            </a:r>
            <a:r>
              <a:rPr lang="en-US" altLang="zh-CN" sz="3000" dirty="0" smtClean="0"/>
              <a:t>(A(x)</a:t>
            </a:r>
            <a:r>
              <a:rPr lang="en-US" altLang="zh-CN" sz="3000" dirty="0" smtClean="0">
                <a:sym typeface="Symbol" pitchFamily="18" charset="2"/>
              </a:rPr>
              <a:t></a:t>
            </a:r>
            <a:r>
              <a:rPr lang="en-US" altLang="zh-CN" sz="3000" dirty="0" smtClean="0"/>
              <a:t>B(y)) </a:t>
            </a:r>
            <a:r>
              <a:rPr lang="en-US" altLang="zh-CN" sz="3000" dirty="0" smtClean="0">
                <a:sym typeface="Symbol" pitchFamily="18" charset="2"/>
              </a:rPr>
              <a:t></a:t>
            </a:r>
            <a:r>
              <a:rPr lang="en-US" altLang="zh-CN" sz="3000" dirty="0" err="1" smtClean="0"/>
              <a:t>xA</a:t>
            </a:r>
            <a:r>
              <a:rPr lang="en-US" altLang="zh-CN" sz="3000" dirty="0" smtClean="0"/>
              <a:t>(x)</a:t>
            </a:r>
          </a:p>
          <a:p>
            <a:pPr eaLnBrk="1" hangingPunct="1">
              <a:spcBef>
                <a:spcPts val="30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3000" dirty="0" smtClean="0"/>
              <a:t>        = </a:t>
            </a:r>
            <a:r>
              <a:rPr lang="en-US" altLang="zh-CN" sz="3000" dirty="0" smtClean="0">
                <a:sym typeface="Symbol" pitchFamily="18" charset="2"/>
              </a:rPr>
              <a:t></a:t>
            </a:r>
            <a:r>
              <a:rPr lang="en-US" altLang="zh-CN" sz="3000" dirty="0" err="1" smtClean="0"/>
              <a:t>xA</a:t>
            </a:r>
            <a:r>
              <a:rPr lang="en-US" altLang="zh-CN" sz="3000" dirty="0" smtClean="0"/>
              <a:t>(x)</a:t>
            </a:r>
            <a:r>
              <a:rPr lang="en-US" altLang="zh-CN" sz="3000" dirty="0" smtClean="0">
                <a:sym typeface="Symbol" pitchFamily="18" charset="2"/>
              </a:rPr>
              <a:t></a:t>
            </a:r>
            <a:r>
              <a:rPr lang="en-US" altLang="zh-CN" sz="3000" dirty="0" smtClean="0"/>
              <a:t> </a:t>
            </a:r>
            <a:r>
              <a:rPr lang="en-US" altLang="zh-CN" sz="3000" dirty="0" smtClean="0">
                <a:sym typeface="Symbol" pitchFamily="18" charset="2"/>
              </a:rPr>
              <a:t></a:t>
            </a:r>
            <a:r>
              <a:rPr lang="en-US" altLang="zh-CN" sz="3000" dirty="0" smtClean="0"/>
              <a:t>y B(y) </a:t>
            </a:r>
            <a:r>
              <a:rPr lang="en-US" altLang="zh-CN" sz="3000" dirty="0" smtClean="0">
                <a:sym typeface="Symbol" pitchFamily="18" charset="2"/>
              </a:rPr>
              <a:t></a:t>
            </a:r>
            <a:r>
              <a:rPr lang="en-US" altLang="zh-CN" sz="3000" dirty="0" err="1" smtClean="0"/>
              <a:t>xA</a:t>
            </a:r>
            <a:r>
              <a:rPr lang="en-US" altLang="zh-CN" sz="3000" dirty="0" smtClean="0"/>
              <a:t>(x)</a:t>
            </a:r>
            <a:r>
              <a:rPr lang="zh-CN" altLang="en-US" sz="3000" dirty="0" smtClean="0"/>
              <a:t>（下一节</a:t>
            </a:r>
            <a:r>
              <a:rPr lang="zh-CN" altLang="en-US" sz="3000" dirty="0" smtClean="0">
                <a:solidFill>
                  <a:srgbClr val="FFC000"/>
                </a:solidFill>
                <a:hlinkClick r:id="rId2" action="ppaction://hlinksldjump"/>
              </a:rPr>
              <a:t>引理</a:t>
            </a:r>
            <a:r>
              <a:rPr lang="en-US" altLang="zh-CN" sz="3000" dirty="0" smtClean="0">
                <a:solidFill>
                  <a:srgbClr val="FFC000"/>
                </a:solidFill>
                <a:hlinkClick r:id="rId2" action="ppaction://hlinksldjump"/>
              </a:rPr>
              <a:t>3.2.1</a:t>
            </a:r>
            <a:r>
              <a:rPr lang="zh-CN" altLang="en-US" sz="3000" dirty="0" smtClean="0"/>
              <a:t>）</a:t>
            </a:r>
          </a:p>
          <a:p>
            <a:pPr eaLnBrk="1" hangingPunct="1">
              <a:spcBef>
                <a:spcPts val="30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3000" dirty="0" smtClean="0"/>
              <a:t>        </a:t>
            </a:r>
            <a:r>
              <a:rPr lang="en-US" altLang="zh-CN" sz="3000" dirty="0" smtClean="0"/>
              <a:t>= </a:t>
            </a:r>
            <a:r>
              <a:rPr lang="en-US" altLang="zh-CN" sz="3000" dirty="0" smtClean="0">
                <a:sym typeface="Symbol" pitchFamily="18" charset="2"/>
              </a:rPr>
              <a:t></a:t>
            </a:r>
            <a:r>
              <a:rPr lang="en-US" altLang="zh-CN" sz="3000" dirty="0" err="1" smtClean="0"/>
              <a:t>xA</a:t>
            </a:r>
            <a:r>
              <a:rPr lang="en-US" altLang="zh-CN" sz="3000" dirty="0" smtClean="0"/>
              <a:t>(x) </a:t>
            </a:r>
            <a:r>
              <a:rPr lang="en-US" altLang="zh-CN" sz="3000" dirty="0" smtClean="0">
                <a:sym typeface="Symbol" pitchFamily="18" charset="2"/>
              </a:rPr>
              <a:t></a:t>
            </a:r>
            <a:r>
              <a:rPr lang="en-US" altLang="zh-CN" sz="3000" dirty="0" err="1" smtClean="0"/>
              <a:t>yB</a:t>
            </a:r>
            <a:r>
              <a:rPr lang="en-US" altLang="zh-CN" sz="3000" dirty="0" smtClean="0"/>
              <a:t>(y) </a:t>
            </a:r>
            <a:r>
              <a:rPr lang="en-US" altLang="zh-CN" sz="3000" dirty="0" smtClean="0">
                <a:sym typeface="Symbol" pitchFamily="18" charset="2"/>
              </a:rPr>
              <a:t></a:t>
            </a:r>
            <a:r>
              <a:rPr lang="en-US" altLang="zh-CN" sz="3000" dirty="0" err="1" smtClean="0"/>
              <a:t>xA</a:t>
            </a:r>
            <a:r>
              <a:rPr lang="en-US" altLang="zh-CN" sz="3000" dirty="0" smtClean="0"/>
              <a:t>(x)</a:t>
            </a:r>
          </a:p>
          <a:p>
            <a:pPr eaLnBrk="1" hangingPunct="1">
              <a:spcBef>
                <a:spcPts val="30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3000" dirty="0" smtClean="0"/>
              <a:t>        =(</a:t>
            </a:r>
            <a:r>
              <a:rPr lang="en-US" altLang="zh-CN" sz="3000" dirty="0" smtClean="0">
                <a:sym typeface="Symbol" pitchFamily="18" charset="2"/>
              </a:rPr>
              <a:t></a:t>
            </a:r>
            <a:r>
              <a:rPr lang="en-US" altLang="zh-CN" sz="3000" dirty="0" err="1" smtClean="0"/>
              <a:t>xA</a:t>
            </a:r>
            <a:r>
              <a:rPr lang="en-US" altLang="zh-CN" sz="3000" dirty="0" smtClean="0"/>
              <a:t>(x) </a:t>
            </a:r>
            <a:r>
              <a:rPr lang="en-US" altLang="zh-CN" sz="3000" dirty="0" smtClean="0">
                <a:sym typeface="Symbol" pitchFamily="18" charset="2"/>
              </a:rPr>
              <a:t></a:t>
            </a:r>
            <a:r>
              <a:rPr lang="en-US" altLang="zh-CN" sz="3000" dirty="0" err="1" smtClean="0"/>
              <a:t>xA</a:t>
            </a:r>
            <a:r>
              <a:rPr lang="en-US" altLang="zh-CN" sz="3000" dirty="0" smtClean="0"/>
              <a:t>(x)) </a:t>
            </a:r>
            <a:r>
              <a:rPr lang="en-US" altLang="zh-CN" sz="3000" dirty="0" smtClean="0">
                <a:sym typeface="Symbol" pitchFamily="18" charset="2"/>
              </a:rPr>
              <a:t></a:t>
            </a:r>
            <a:r>
              <a:rPr lang="en-US" altLang="zh-CN" sz="3000" dirty="0" err="1" smtClean="0"/>
              <a:t>yB</a:t>
            </a:r>
            <a:r>
              <a:rPr lang="en-US" altLang="zh-CN" sz="3000" dirty="0" smtClean="0"/>
              <a:t>(y)</a:t>
            </a:r>
          </a:p>
          <a:p>
            <a:pPr eaLnBrk="1" hangingPunct="1">
              <a:spcBef>
                <a:spcPts val="30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3000" dirty="0" smtClean="0"/>
              <a:t>        =1</a:t>
            </a:r>
            <a:r>
              <a:rPr lang="en-US" altLang="zh-CN" sz="3000" dirty="0" smtClean="0">
                <a:sym typeface="Symbol" pitchFamily="18" charset="2"/>
              </a:rPr>
              <a:t></a:t>
            </a:r>
            <a:r>
              <a:rPr lang="en-US" altLang="zh-CN" sz="3000" dirty="0" err="1" smtClean="0"/>
              <a:t>yB</a:t>
            </a:r>
            <a:r>
              <a:rPr lang="en-US" altLang="zh-CN" sz="3000" dirty="0" smtClean="0"/>
              <a:t>(y) = 1</a:t>
            </a:r>
          </a:p>
          <a:p>
            <a:pPr eaLnBrk="1" hangingPunct="1">
              <a:spcBef>
                <a:spcPts val="30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3000" dirty="0" smtClean="0"/>
              <a:t>        </a:t>
            </a:r>
            <a:r>
              <a:rPr lang="zh-CN" altLang="en-US" sz="3000" dirty="0" smtClean="0"/>
              <a:t>因此，</a:t>
            </a:r>
            <a:r>
              <a:rPr lang="zh-CN" altLang="en-US" sz="3000" dirty="0" smtClean="0">
                <a:sym typeface="Symbol" pitchFamily="18" charset="2"/>
              </a:rPr>
              <a:t></a:t>
            </a:r>
            <a:r>
              <a:rPr lang="en-US" altLang="zh-CN" sz="3000" dirty="0" err="1" smtClean="0"/>
              <a:t>x</a:t>
            </a:r>
            <a:r>
              <a:rPr lang="en-US" altLang="zh-CN" sz="3000" dirty="0" err="1" smtClean="0">
                <a:sym typeface="Symbol" pitchFamily="18" charset="2"/>
              </a:rPr>
              <a:t></a:t>
            </a:r>
            <a:r>
              <a:rPr lang="en-US" altLang="zh-CN" sz="3000" dirty="0" err="1" smtClean="0"/>
              <a:t>y</a:t>
            </a:r>
            <a:r>
              <a:rPr lang="en-US" altLang="zh-CN" sz="3000" dirty="0" smtClean="0"/>
              <a:t>(A(x)</a:t>
            </a:r>
            <a:r>
              <a:rPr lang="en-US" altLang="zh-CN" sz="3000" dirty="0" smtClean="0">
                <a:sym typeface="Symbol" pitchFamily="18" charset="2"/>
              </a:rPr>
              <a:t></a:t>
            </a:r>
            <a:r>
              <a:rPr lang="en-US" altLang="zh-CN" sz="3000" dirty="0" smtClean="0"/>
              <a:t>B(y))</a:t>
            </a:r>
            <a:r>
              <a:rPr lang="en-US" altLang="zh-CN" sz="3000" dirty="0" smtClean="0">
                <a:sym typeface="Symbol" pitchFamily="18" charset="2"/>
              </a:rPr>
              <a:t></a:t>
            </a:r>
            <a:r>
              <a:rPr lang="en-US" altLang="zh-CN" sz="3000" dirty="0" err="1" smtClean="0"/>
              <a:t>xA</a:t>
            </a:r>
            <a:r>
              <a:rPr lang="en-US" altLang="zh-CN" sz="3000" dirty="0" smtClean="0"/>
              <a:t>(x)</a:t>
            </a:r>
            <a:r>
              <a:rPr lang="zh-CN" altLang="en-US" sz="3000" dirty="0" smtClean="0"/>
              <a:t>。</a:t>
            </a:r>
            <a:endParaRPr lang="en-US" altLang="zh-CN" sz="3000" dirty="0" smtClean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32EDC01-C6F5-4E52-BCCD-F760853BE542}" type="slidenum">
              <a:rPr lang="en-US" altLang="zh-CN" smtClean="0"/>
              <a:pPr>
                <a:defRPr/>
              </a:pPr>
              <a:t>79</a:t>
            </a:fld>
            <a:endParaRPr lang="en-US" altLang="zh-CN"/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47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47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447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447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447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447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447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447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447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447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>
              <a:defRPr/>
            </a:pPr>
            <a:r>
              <a:rPr lang="zh-CN" altLang="en-US" sz="3600" dirty="0" smtClean="0"/>
              <a:t>例</a:t>
            </a:r>
          </a:p>
        </p:txBody>
      </p:sp>
      <p:sp>
        <p:nvSpPr>
          <p:cNvPr id="245763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066800"/>
            <a:ext cx="8352928" cy="53340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3200" dirty="0" smtClean="0"/>
              <a:t>(2)(</a:t>
            </a:r>
            <a:r>
              <a:rPr lang="en-US" altLang="zh-CN" sz="3200" dirty="0">
                <a:sym typeface="Symbol" pitchFamily="18" charset="2"/>
              </a:rPr>
              <a:t></a:t>
            </a:r>
            <a:r>
              <a:rPr lang="en-US" altLang="zh-CN" sz="3200" dirty="0" err="1"/>
              <a:t>xA</a:t>
            </a:r>
            <a:r>
              <a:rPr lang="en-US" altLang="zh-CN" sz="3200" dirty="0"/>
              <a:t>(x)</a:t>
            </a:r>
            <a:r>
              <a:rPr lang="en-US" altLang="zh-CN" sz="3200" dirty="0">
                <a:sym typeface="Symbol" pitchFamily="18" charset="2"/>
              </a:rPr>
              <a:t></a:t>
            </a:r>
            <a:r>
              <a:rPr lang="en-US" altLang="zh-CN" sz="3200" dirty="0" err="1"/>
              <a:t>xB</a:t>
            </a:r>
            <a:r>
              <a:rPr lang="en-US" altLang="zh-CN" sz="3200" dirty="0"/>
              <a:t>(x))</a:t>
            </a:r>
            <a:r>
              <a:rPr lang="en-US" altLang="zh-CN" sz="3200" dirty="0">
                <a:sym typeface="Symbol" pitchFamily="18" charset="2"/>
              </a:rPr>
              <a:t></a:t>
            </a:r>
            <a:r>
              <a:rPr lang="en-US" altLang="zh-CN" sz="3200" dirty="0"/>
              <a:t>x(A(x)</a:t>
            </a:r>
            <a:r>
              <a:rPr lang="en-US" altLang="zh-CN" sz="3200" dirty="0">
                <a:sym typeface="Symbol" pitchFamily="18" charset="2"/>
              </a:rPr>
              <a:t></a:t>
            </a:r>
            <a:r>
              <a:rPr lang="en-US" altLang="zh-CN" sz="3200" dirty="0"/>
              <a:t>B(x))</a:t>
            </a:r>
            <a:r>
              <a:rPr lang="zh-CN" altLang="en-US" sz="3200" dirty="0"/>
              <a:t>；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zh-CN" altLang="en-US" sz="3200" dirty="0" smtClean="0"/>
              <a:t>使用方法二。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zh-CN" altLang="en-US" sz="3200" dirty="0" smtClean="0"/>
              <a:t>    </a:t>
            </a:r>
            <a:r>
              <a:rPr lang="en-US" altLang="zh-CN" sz="3200" dirty="0" smtClean="0"/>
              <a:t>(</a:t>
            </a:r>
            <a:r>
              <a:rPr lang="en-US" altLang="zh-CN" sz="3200" dirty="0" smtClean="0">
                <a:sym typeface="Symbol" pitchFamily="18" charset="2"/>
              </a:rPr>
              <a:t></a:t>
            </a:r>
            <a:r>
              <a:rPr lang="en-US" altLang="zh-CN" sz="3200" dirty="0" err="1" smtClean="0"/>
              <a:t>xA</a:t>
            </a:r>
            <a:r>
              <a:rPr lang="en-US" altLang="zh-CN" sz="3200" dirty="0" smtClean="0"/>
              <a:t>(x)</a:t>
            </a:r>
            <a:r>
              <a:rPr lang="en-US" altLang="zh-CN" sz="3200" dirty="0" smtClean="0">
                <a:sym typeface="Symbol" pitchFamily="18" charset="2"/>
              </a:rPr>
              <a:t></a:t>
            </a:r>
            <a:r>
              <a:rPr lang="en-US" altLang="zh-CN" sz="3200" dirty="0" err="1" smtClean="0"/>
              <a:t>xB</a:t>
            </a:r>
            <a:r>
              <a:rPr lang="en-US" altLang="zh-CN" sz="3200" dirty="0" smtClean="0"/>
              <a:t>(x))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3200" dirty="0" smtClean="0"/>
              <a:t>  = </a:t>
            </a:r>
            <a:r>
              <a:rPr lang="en-US" altLang="zh-CN" sz="3200" dirty="0" smtClean="0">
                <a:sym typeface="Symbol" pitchFamily="18" charset="2"/>
              </a:rPr>
              <a:t></a:t>
            </a:r>
            <a:r>
              <a:rPr lang="en-US" altLang="zh-CN" sz="3200" dirty="0" err="1" smtClean="0"/>
              <a:t>xA</a:t>
            </a:r>
            <a:r>
              <a:rPr lang="en-US" altLang="zh-CN" sz="3200" dirty="0" smtClean="0"/>
              <a:t>(x) </a:t>
            </a:r>
            <a:r>
              <a:rPr lang="en-US" altLang="zh-CN" sz="3200" dirty="0" smtClean="0">
                <a:sym typeface="Symbol" pitchFamily="18" charset="2"/>
              </a:rPr>
              <a:t></a:t>
            </a:r>
            <a:r>
              <a:rPr lang="en-US" altLang="zh-CN" sz="3200" dirty="0" err="1" smtClean="0"/>
              <a:t>xB</a:t>
            </a:r>
            <a:r>
              <a:rPr lang="en-US" altLang="zh-CN" sz="3200" dirty="0" smtClean="0"/>
              <a:t>(x)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3200" dirty="0" smtClean="0"/>
              <a:t>  = </a:t>
            </a:r>
            <a:r>
              <a:rPr lang="en-US" altLang="zh-CN" sz="3200" dirty="0" smtClean="0">
                <a:sym typeface="Symbol" pitchFamily="18" charset="2"/>
              </a:rPr>
              <a:t></a:t>
            </a:r>
            <a:r>
              <a:rPr lang="en-US" altLang="zh-CN" sz="3200" dirty="0" smtClean="0"/>
              <a:t>x(</a:t>
            </a:r>
            <a:r>
              <a:rPr lang="en-US" altLang="zh-CN" sz="3200" dirty="0" smtClean="0">
                <a:sym typeface="Symbol" pitchFamily="18" charset="2"/>
              </a:rPr>
              <a:t></a:t>
            </a:r>
            <a:r>
              <a:rPr lang="en-US" altLang="zh-CN" sz="3200" dirty="0" smtClean="0"/>
              <a:t>A(x))</a:t>
            </a:r>
            <a:r>
              <a:rPr lang="en-US" altLang="zh-CN" sz="3200" dirty="0" smtClean="0">
                <a:sym typeface="Symbol" pitchFamily="18" charset="2"/>
              </a:rPr>
              <a:t></a:t>
            </a:r>
            <a:r>
              <a:rPr lang="en-US" altLang="zh-CN" sz="3200" dirty="0" smtClean="0"/>
              <a:t> </a:t>
            </a:r>
            <a:r>
              <a:rPr lang="en-US" altLang="zh-CN" sz="3200" dirty="0" smtClean="0">
                <a:sym typeface="Symbol" pitchFamily="18" charset="2"/>
              </a:rPr>
              <a:t></a:t>
            </a:r>
            <a:r>
              <a:rPr lang="en-US" altLang="zh-CN" sz="3200" dirty="0" err="1" smtClean="0"/>
              <a:t>xB</a:t>
            </a:r>
            <a:r>
              <a:rPr lang="en-US" altLang="zh-CN" sz="3200" dirty="0" smtClean="0"/>
              <a:t>(x) </a:t>
            </a:r>
            <a:r>
              <a:rPr lang="zh-CN" altLang="en-US" sz="3200" dirty="0" smtClean="0"/>
              <a:t>（下一节</a:t>
            </a:r>
            <a:r>
              <a:rPr lang="zh-CN" altLang="en-US" sz="3200" dirty="0" smtClean="0">
                <a:solidFill>
                  <a:srgbClr val="FFC000"/>
                </a:solidFill>
              </a:rPr>
              <a:t>引理</a:t>
            </a:r>
            <a:r>
              <a:rPr lang="en-US" altLang="zh-CN" sz="3200" dirty="0" smtClean="0">
                <a:solidFill>
                  <a:srgbClr val="FFC000"/>
                </a:solidFill>
              </a:rPr>
              <a:t>3.2.1</a:t>
            </a:r>
            <a:r>
              <a:rPr lang="zh-CN" altLang="en-US" sz="3200" dirty="0" smtClean="0"/>
              <a:t>）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zh-CN" altLang="en-US" sz="3200" dirty="0" smtClean="0"/>
              <a:t> 由基本蕴涵式（</a:t>
            </a:r>
            <a:r>
              <a:rPr lang="en-US" altLang="zh-CN" sz="3200" dirty="0" smtClean="0"/>
              <a:t>b</a:t>
            </a:r>
            <a:r>
              <a:rPr lang="zh-CN" altLang="en-US" sz="3200" dirty="0" smtClean="0"/>
              <a:t>）知，</a:t>
            </a:r>
            <a:endParaRPr lang="zh-CN" altLang="en-US" sz="3200" dirty="0" smtClean="0">
              <a:sym typeface="Symbol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zh-CN" altLang="en-US" sz="3200" dirty="0" smtClean="0">
                <a:solidFill>
                  <a:srgbClr val="FFC000"/>
                </a:solidFill>
                <a:sym typeface="Symbol" pitchFamily="18" charset="2"/>
              </a:rPr>
              <a:t></a:t>
            </a:r>
            <a:r>
              <a:rPr lang="en-US" altLang="zh-CN" sz="3200" dirty="0" smtClean="0">
                <a:solidFill>
                  <a:srgbClr val="FFC000"/>
                </a:solidFill>
              </a:rPr>
              <a:t>x(</a:t>
            </a:r>
            <a:r>
              <a:rPr lang="en-US" altLang="zh-CN" sz="3200" dirty="0" smtClean="0">
                <a:solidFill>
                  <a:srgbClr val="FFC000"/>
                </a:solidFill>
                <a:sym typeface="Symbol" pitchFamily="18" charset="2"/>
              </a:rPr>
              <a:t></a:t>
            </a:r>
            <a:r>
              <a:rPr lang="en-US" altLang="zh-CN" sz="3200" dirty="0" smtClean="0">
                <a:solidFill>
                  <a:srgbClr val="FFC000"/>
                </a:solidFill>
              </a:rPr>
              <a:t> A(x))</a:t>
            </a:r>
            <a:r>
              <a:rPr lang="en-US" altLang="zh-CN" sz="3200" dirty="0" smtClean="0">
                <a:solidFill>
                  <a:srgbClr val="FFC000"/>
                </a:solidFill>
                <a:sym typeface="Symbol" pitchFamily="18" charset="2"/>
              </a:rPr>
              <a:t></a:t>
            </a:r>
            <a:r>
              <a:rPr lang="en-US" altLang="zh-CN" sz="3200" dirty="0" smtClean="0">
                <a:solidFill>
                  <a:srgbClr val="FFC000"/>
                </a:solidFill>
              </a:rPr>
              <a:t> </a:t>
            </a:r>
            <a:r>
              <a:rPr lang="en-US" altLang="zh-CN" sz="3200" dirty="0" smtClean="0">
                <a:solidFill>
                  <a:srgbClr val="FFC000"/>
                </a:solidFill>
                <a:sym typeface="Symbol" pitchFamily="18" charset="2"/>
              </a:rPr>
              <a:t></a:t>
            </a:r>
            <a:r>
              <a:rPr lang="en-US" altLang="zh-CN" sz="3200" dirty="0" err="1" smtClean="0">
                <a:solidFill>
                  <a:srgbClr val="FFC000"/>
                </a:solidFill>
              </a:rPr>
              <a:t>xB</a:t>
            </a:r>
            <a:r>
              <a:rPr lang="en-US" altLang="zh-CN" sz="3200" dirty="0" smtClean="0">
                <a:solidFill>
                  <a:srgbClr val="FFC000"/>
                </a:solidFill>
              </a:rPr>
              <a:t>(x) </a:t>
            </a:r>
            <a:r>
              <a:rPr lang="en-US" altLang="zh-CN" sz="3200" dirty="0" smtClean="0">
                <a:solidFill>
                  <a:srgbClr val="FFC000"/>
                </a:solidFill>
                <a:sym typeface="Symbol" pitchFamily="18" charset="2"/>
              </a:rPr>
              <a:t></a:t>
            </a:r>
            <a:r>
              <a:rPr lang="en-US" altLang="zh-CN" sz="3200" dirty="0" smtClean="0">
                <a:solidFill>
                  <a:srgbClr val="FFC000"/>
                </a:solidFill>
              </a:rPr>
              <a:t>x(</a:t>
            </a:r>
            <a:r>
              <a:rPr lang="en-US" altLang="zh-CN" sz="3200" dirty="0" smtClean="0">
                <a:solidFill>
                  <a:srgbClr val="FFC000"/>
                </a:solidFill>
                <a:sym typeface="Symbol" pitchFamily="18" charset="2"/>
              </a:rPr>
              <a:t></a:t>
            </a:r>
            <a:r>
              <a:rPr lang="en-US" altLang="zh-CN" sz="3200" dirty="0" smtClean="0">
                <a:solidFill>
                  <a:srgbClr val="FFC000"/>
                </a:solidFill>
              </a:rPr>
              <a:t> A(x)</a:t>
            </a:r>
            <a:r>
              <a:rPr lang="en-US" altLang="zh-CN" sz="3200" dirty="0" smtClean="0">
                <a:solidFill>
                  <a:srgbClr val="FFC000"/>
                </a:solidFill>
                <a:sym typeface="Symbol" pitchFamily="18" charset="2"/>
              </a:rPr>
              <a:t></a:t>
            </a:r>
            <a:r>
              <a:rPr lang="en-US" altLang="zh-CN" sz="3200" dirty="0" smtClean="0">
                <a:solidFill>
                  <a:srgbClr val="FFC000"/>
                </a:solidFill>
              </a:rPr>
              <a:t> B(x))</a:t>
            </a:r>
            <a:r>
              <a:rPr lang="zh-CN" altLang="en-US" sz="3200" dirty="0" smtClean="0"/>
              <a:t>，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zh-CN" altLang="en-US" sz="3200" dirty="0" smtClean="0"/>
              <a:t>而</a:t>
            </a:r>
            <a:r>
              <a:rPr lang="zh-CN" altLang="en-US" sz="3200" dirty="0" smtClean="0">
                <a:sym typeface="Symbol" pitchFamily="18" charset="2"/>
              </a:rPr>
              <a:t></a:t>
            </a:r>
            <a:r>
              <a:rPr lang="en-US" altLang="zh-CN" sz="3200" dirty="0" smtClean="0"/>
              <a:t>x(</a:t>
            </a:r>
            <a:r>
              <a:rPr lang="en-US" altLang="zh-CN" sz="3200" dirty="0" smtClean="0">
                <a:sym typeface="Symbol" pitchFamily="18" charset="2"/>
              </a:rPr>
              <a:t></a:t>
            </a:r>
            <a:r>
              <a:rPr lang="en-US" altLang="zh-CN" sz="3200" dirty="0" smtClean="0"/>
              <a:t> A(x)</a:t>
            </a:r>
            <a:r>
              <a:rPr lang="en-US" altLang="zh-CN" sz="3200" dirty="0" smtClean="0">
                <a:sym typeface="Symbol" pitchFamily="18" charset="2"/>
              </a:rPr>
              <a:t></a:t>
            </a:r>
            <a:r>
              <a:rPr lang="en-US" altLang="zh-CN" sz="3200" dirty="0" smtClean="0"/>
              <a:t> B(x))=</a:t>
            </a:r>
            <a:r>
              <a:rPr lang="en-US" altLang="zh-CN" sz="3200" dirty="0" smtClean="0">
                <a:sym typeface="Symbol" pitchFamily="18" charset="2"/>
              </a:rPr>
              <a:t></a:t>
            </a:r>
            <a:r>
              <a:rPr lang="en-US" altLang="zh-CN" sz="3200" dirty="0" smtClean="0"/>
              <a:t>x(A(x) </a:t>
            </a:r>
            <a:r>
              <a:rPr lang="en-US" altLang="zh-CN" sz="3200" dirty="0" smtClean="0">
                <a:sym typeface="Symbol" pitchFamily="18" charset="2"/>
              </a:rPr>
              <a:t></a:t>
            </a:r>
            <a:r>
              <a:rPr lang="en-US" altLang="zh-CN" sz="3200" dirty="0" smtClean="0"/>
              <a:t>B(x))</a:t>
            </a:r>
            <a:r>
              <a:rPr lang="zh-CN" altLang="en-US" sz="3200" dirty="0" smtClean="0"/>
              <a:t>。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zh-CN" altLang="en-US" sz="3200" dirty="0" smtClean="0"/>
              <a:t>因此，</a:t>
            </a:r>
            <a:r>
              <a:rPr lang="en-US" altLang="zh-CN" sz="3200" dirty="0" smtClean="0"/>
              <a:t>(</a:t>
            </a:r>
            <a:r>
              <a:rPr lang="en-US" altLang="zh-CN" sz="3200" dirty="0" smtClean="0">
                <a:sym typeface="Symbol" pitchFamily="18" charset="2"/>
              </a:rPr>
              <a:t></a:t>
            </a:r>
            <a:r>
              <a:rPr lang="en-US" altLang="zh-CN" sz="3200" dirty="0" err="1" smtClean="0"/>
              <a:t>xA</a:t>
            </a:r>
            <a:r>
              <a:rPr lang="en-US" altLang="zh-CN" sz="3200" dirty="0" smtClean="0"/>
              <a:t>(x)</a:t>
            </a:r>
            <a:r>
              <a:rPr lang="en-US" altLang="zh-CN" sz="3200" dirty="0" smtClean="0">
                <a:sym typeface="Symbol" pitchFamily="18" charset="2"/>
              </a:rPr>
              <a:t></a:t>
            </a:r>
            <a:r>
              <a:rPr lang="en-US" altLang="zh-CN" sz="3200" dirty="0" err="1" smtClean="0"/>
              <a:t>xB</a:t>
            </a:r>
            <a:r>
              <a:rPr lang="en-US" altLang="zh-CN" sz="3200" dirty="0" smtClean="0"/>
              <a:t>(x))</a:t>
            </a:r>
            <a:r>
              <a:rPr lang="en-US" altLang="zh-CN" sz="3200" dirty="0" smtClean="0">
                <a:sym typeface="Symbol" pitchFamily="18" charset="2"/>
              </a:rPr>
              <a:t></a:t>
            </a:r>
            <a:r>
              <a:rPr lang="en-US" altLang="zh-CN" sz="3200" dirty="0" smtClean="0"/>
              <a:t>x(A(x)</a:t>
            </a:r>
            <a:r>
              <a:rPr lang="en-US" altLang="zh-CN" sz="3200" dirty="0" smtClean="0">
                <a:sym typeface="Symbol" pitchFamily="18" charset="2"/>
              </a:rPr>
              <a:t></a:t>
            </a:r>
            <a:r>
              <a:rPr lang="en-US" altLang="zh-CN" sz="3200" dirty="0" smtClean="0"/>
              <a:t>B(x))</a:t>
            </a:r>
            <a:r>
              <a:rPr lang="zh-CN" altLang="en-US" sz="3200" dirty="0" smtClean="0">
                <a:latin typeface="Times New Roman" pitchFamily="18" charset="0"/>
              </a:rPr>
              <a:t>。</a:t>
            </a:r>
            <a:endParaRPr lang="en-US" altLang="zh-CN" sz="3200" dirty="0" smtClean="0">
              <a:latin typeface="Times New Roman" pitchFamily="18" charset="0"/>
            </a:endParaRPr>
          </a:p>
          <a:p>
            <a:pPr algn="r" eaLnBrk="1" hangingPunct="1">
              <a:buFont typeface="Wingdings" panose="05000000000000000000" pitchFamily="2" charset="2"/>
              <a:buNone/>
              <a:defRPr/>
            </a:pPr>
            <a:endParaRPr lang="zh-CN" altLang="en-US" sz="2000" b="1" dirty="0" smtClean="0">
              <a:solidFill>
                <a:srgbClr val="FFC000"/>
              </a:solidFill>
              <a:latin typeface="Times New Roman" pitchFamily="18" charset="0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62D30FB-C251-4FE9-9914-D3B30B3EE04D}" type="slidenum">
              <a:rPr lang="en-US" altLang="zh-CN" smtClean="0"/>
              <a:pPr>
                <a:defRPr/>
              </a:pPr>
              <a:t>80</a:t>
            </a:fld>
            <a:endParaRPr lang="en-US" altLang="zh-CN"/>
          </a:p>
        </p:txBody>
      </p:sp>
      <p:sp>
        <p:nvSpPr>
          <p:cNvPr id="2" name="文本框 1"/>
          <p:cNvSpPr txBox="1"/>
          <p:nvPr/>
        </p:nvSpPr>
        <p:spPr>
          <a:xfrm>
            <a:off x="533400" y="3886200"/>
            <a:ext cx="7253238" cy="830997"/>
          </a:xfrm>
          <a:prstGeom prst="rect">
            <a:avLst/>
          </a:prstGeom>
          <a:solidFill>
            <a:srgbClr val="FFFFCC"/>
          </a:solidFill>
        </p:spPr>
        <p:txBody>
          <a:bodyPr wrap="square" rtlCol="0">
            <a:spAutoFit/>
          </a:bodyPr>
          <a:lstStyle/>
          <a:p>
            <a:r>
              <a:rPr lang="en-US" altLang="zh-CN" sz="3000" dirty="0">
                <a:solidFill>
                  <a:schemeClr val="bg2"/>
                </a:solidFill>
                <a:latin typeface="Times New Roman" pitchFamily="18" charset="0"/>
              </a:rPr>
              <a:t>(</a:t>
            </a:r>
            <a:r>
              <a:rPr lang="en-US" altLang="zh-CN" sz="3000" dirty="0">
                <a:solidFill>
                  <a:schemeClr val="bg2"/>
                </a:solidFill>
                <a:latin typeface="Times New Roman" pitchFamily="18" charset="0"/>
                <a:sym typeface="Symbol" pitchFamily="18" charset="2"/>
              </a:rPr>
              <a:t></a:t>
            </a:r>
            <a:r>
              <a:rPr lang="en-US" altLang="zh-CN" sz="3000" dirty="0" err="1">
                <a:solidFill>
                  <a:schemeClr val="bg2"/>
                </a:solidFill>
                <a:latin typeface="Times New Roman" pitchFamily="18" charset="0"/>
              </a:rPr>
              <a:t>xA</a:t>
            </a:r>
            <a:r>
              <a:rPr lang="en-US" altLang="zh-CN" sz="3000" dirty="0">
                <a:solidFill>
                  <a:schemeClr val="bg2"/>
                </a:solidFill>
                <a:latin typeface="Times New Roman" pitchFamily="18" charset="0"/>
              </a:rPr>
              <a:t>(x)</a:t>
            </a:r>
            <a:r>
              <a:rPr lang="en-US" altLang="zh-CN" sz="3000" dirty="0">
                <a:solidFill>
                  <a:schemeClr val="bg2"/>
                </a:solidFill>
                <a:latin typeface="Times New Roman" pitchFamily="18" charset="0"/>
                <a:sym typeface="Symbol" pitchFamily="18" charset="2"/>
              </a:rPr>
              <a:t></a:t>
            </a:r>
            <a:r>
              <a:rPr lang="en-US" altLang="zh-CN" sz="3000" dirty="0" err="1">
                <a:solidFill>
                  <a:schemeClr val="bg2"/>
                </a:solidFill>
                <a:latin typeface="Times New Roman" pitchFamily="18" charset="0"/>
              </a:rPr>
              <a:t>xB</a:t>
            </a:r>
            <a:r>
              <a:rPr lang="en-US" altLang="zh-CN" sz="3000" dirty="0">
                <a:solidFill>
                  <a:schemeClr val="bg2"/>
                </a:solidFill>
                <a:latin typeface="Times New Roman" pitchFamily="18" charset="0"/>
              </a:rPr>
              <a:t>(x))</a:t>
            </a:r>
            <a:r>
              <a:rPr lang="en-US" altLang="zh-CN" sz="3000" dirty="0">
                <a:solidFill>
                  <a:schemeClr val="bg2"/>
                </a:solidFill>
                <a:latin typeface="Times New Roman" pitchFamily="18" charset="0"/>
                <a:sym typeface="Symbol" pitchFamily="18" charset="2"/>
              </a:rPr>
              <a:t></a:t>
            </a:r>
            <a:r>
              <a:rPr lang="en-US" altLang="zh-CN" sz="3000" dirty="0">
                <a:solidFill>
                  <a:schemeClr val="bg2"/>
                </a:solidFill>
                <a:latin typeface="Times New Roman" pitchFamily="18" charset="0"/>
              </a:rPr>
              <a:t>x(A(x)</a:t>
            </a:r>
            <a:r>
              <a:rPr lang="en-US" altLang="zh-CN" sz="3000" dirty="0">
                <a:solidFill>
                  <a:schemeClr val="bg2"/>
                </a:solidFill>
                <a:latin typeface="Times New Roman" pitchFamily="18" charset="0"/>
                <a:sym typeface="Symbol" pitchFamily="18" charset="2"/>
              </a:rPr>
              <a:t></a:t>
            </a:r>
            <a:r>
              <a:rPr lang="en-US" altLang="zh-CN" sz="3000" dirty="0">
                <a:solidFill>
                  <a:schemeClr val="bg2"/>
                </a:solidFill>
                <a:latin typeface="Times New Roman" pitchFamily="18" charset="0"/>
              </a:rPr>
              <a:t>B(x)) </a:t>
            </a:r>
            <a:r>
              <a:rPr lang="en-US" altLang="zh-CN" sz="3000" dirty="0" smtClean="0">
                <a:solidFill>
                  <a:schemeClr val="bg2"/>
                </a:solidFill>
                <a:latin typeface="Times New Roman" pitchFamily="18" charset="0"/>
              </a:rPr>
              <a:t>       </a:t>
            </a:r>
            <a:r>
              <a:rPr lang="en-US" altLang="zh-CN" sz="3000" dirty="0">
                <a:solidFill>
                  <a:schemeClr val="bg2"/>
                </a:solidFill>
                <a:latin typeface="Times New Roman" pitchFamily="18" charset="0"/>
              </a:rPr>
              <a:t>(b)</a:t>
            </a:r>
            <a:endParaRPr lang="en-US" altLang="zh-CN" sz="3000" dirty="0">
              <a:solidFill>
                <a:schemeClr val="bg2"/>
              </a:solidFill>
              <a:latin typeface="Times New Roman" pitchFamily="18" charset="0"/>
              <a:sym typeface="Symbol" pitchFamily="18" charset="2"/>
            </a:endParaRPr>
          </a:p>
          <a:p>
            <a:endParaRPr lang="zh-CN" altLang="en-US" dirty="0"/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457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457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457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457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457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457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>
              <a:defRPr/>
            </a:pPr>
            <a:r>
              <a:rPr lang="zh-CN" altLang="en-US" sz="3600" dirty="0" smtClean="0"/>
              <a:t>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838200"/>
            <a:ext cx="8352928" cy="5592274"/>
          </a:xfrm>
        </p:spPr>
        <p:txBody>
          <a:bodyPr/>
          <a:lstStyle/>
          <a:p>
            <a:pPr eaLnBrk="1" hangingPunct="1">
              <a:buClr>
                <a:srgbClr val="86D1EC"/>
              </a:buClr>
              <a:buFont typeface="Wingdings" panose="05000000000000000000" pitchFamily="2" charset="2"/>
              <a:buNone/>
              <a:defRPr/>
            </a:pPr>
            <a:r>
              <a:rPr lang="en-US" altLang="zh-CN" sz="3200" dirty="0" smtClean="0">
                <a:solidFill>
                  <a:srgbClr val="FFFFFF"/>
                </a:solidFill>
              </a:rPr>
              <a:t>(</a:t>
            </a:r>
            <a:r>
              <a:rPr lang="en-US" altLang="zh-CN" sz="3000" dirty="0" smtClean="0">
                <a:solidFill>
                  <a:srgbClr val="FFFFFF"/>
                </a:solidFill>
              </a:rPr>
              <a:t>2) (</a:t>
            </a:r>
            <a:r>
              <a:rPr lang="en-US" altLang="zh-CN" sz="3000" dirty="0">
                <a:solidFill>
                  <a:srgbClr val="FFFFFF"/>
                </a:solidFill>
                <a:sym typeface="Symbol" pitchFamily="18" charset="2"/>
              </a:rPr>
              <a:t></a:t>
            </a:r>
            <a:r>
              <a:rPr lang="en-US" altLang="zh-CN" sz="3000" dirty="0" err="1">
                <a:solidFill>
                  <a:srgbClr val="FFFFFF"/>
                </a:solidFill>
              </a:rPr>
              <a:t>xA</a:t>
            </a:r>
            <a:r>
              <a:rPr lang="en-US" altLang="zh-CN" sz="3000" dirty="0">
                <a:solidFill>
                  <a:srgbClr val="FFFFFF"/>
                </a:solidFill>
              </a:rPr>
              <a:t>(x)</a:t>
            </a:r>
            <a:r>
              <a:rPr lang="en-US" altLang="zh-CN" sz="3000" dirty="0">
                <a:solidFill>
                  <a:srgbClr val="FFFFFF"/>
                </a:solidFill>
                <a:sym typeface="Symbol" pitchFamily="18" charset="2"/>
              </a:rPr>
              <a:t></a:t>
            </a:r>
            <a:r>
              <a:rPr lang="en-US" altLang="zh-CN" sz="3000" dirty="0" err="1">
                <a:solidFill>
                  <a:srgbClr val="FFFFFF"/>
                </a:solidFill>
              </a:rPr>
              <a:t>xB</a:t>
            </a:r>
            <a:r>
              <a:rPr lang="en-US" altLang="zh-CN" sz="3000" dirty="0">
                <a:solidFill>
                  <a:srgbClr val="FFFFFF"/>
                </a:solidFill>
              </a:rPr>
              <a:t>(x))</a:t>
            </a:r>
            <a:r>
              <a:rPr lang="en-US" altLang="zh-CN" sz="3000" dirty="0">
                <a:solidFill>
                  <a:srgbClr val="FFFFFF"/>
                </a:solidFill>
                <a:sym typeface="Symbol" pitchFamily="18" charset="2"/>
              </a:rPr>
              <a:t></a:t>
            </a:r>
            <a:r>
              <a:rPr lang="en-US" altLang="zh-CN" sz="3000" dirty="0">
                <a:solidFill>
                  <a:srgbClr val="FFFFFF"/>
                </a:solidFill>
              </a:rPr>
              <a:t>x(A(x)</a:t>
            </a:r>
            <a:r>
              <a:rPr lang="en-US" altLang="zh-CN" sz="3000" dirty="0">
                <a:solidFill>
                  <a:srgbClr val="FFFFFF"/>
                </a:solidFill>
                <a:sym typeface="Symbol" pitchFamily="18" charset="2"/>
              </a:rPr>
              <a:t></a:t>
            </a:r>
            <a:r>
              <a:rPr lang="en-US" altLang="zh-CN" sz="3000" dirty="0">
                <a:solidFill>
                  <a:srgbClr val="FFFFFF"/>
                </a:solidFill>
              </a:rPr>
              <a:t>B(x))</a:t>
            </a:r>
            <a:r>
              <a:rPr lang="zh-CN" altLang="en-US" sz="3000" dirty="0" smtClean="0">
                <a:solidFill>
                  <a:srgbClr val="FFFFFF"/>
                </a:solidFill>
              </a:rPr>
              <a:t>；使用方法三。</a:t>
            </a:r>
            <a:endParaRPr lang="en-US" altLang="zh-CN" sz="3000" dirty="0" smtClean="0">
              <a:solidFill>
                <a:srgbClr val="FFFFFF"/>
              </a:solidFill>
            </a:endParaRPr>
          </a:p>
          <a:p>
            <a:pPr eaLnBrk="1" hangingPunct="1">
              <a:buClr>
                <a:srgbClr val="86D1EC"/>
              </a:buClr>
              <a:buFont typeface="Wingdings" panose="05000000000000000000" pitchFamily="2" charset="2"/>
              <a:buNone/>
              <a:defRPr/>
            </a:pPr>
            <a:r>
              <a:rPr lang="zh-CN" altLang="en-US" sz="3000" dirty="0" smtClean="0">
                <a:solidFill>
                  <a:srgbClr val="FFFFFF"/>
                </a:solidFill>
              </a:rPr>
              <a:t>证明：任取解释</a:t>
            </a:r>
            <a:r>
              <a:rPr lang="en-US" altLang="zh-CN" sz="3000" dirty="0" smtClean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en-US" sz="3000" dirty="0" smtClean="0">
                <a:solidFill>
                  <a:srgbClr val="FFFFFF"/>
                </a:solidFill>
              </a:rPr>
              <a:t>满足</a:t>
            </a:r>
            <a:r>
              <a:rPr lang="en-US" altLang="zh-CN" sz="3000" dirty="0">
                <a:solidFill>
                  <a:srgbClr val="FFFFFF"/>
                </a:solidFill>
                <a:sym typeface="Symbol" pitchFamily="18" charset="2"/>
              </a:rPr>
              <a:t></a:t>
            </a:r>
            <a:r>
              <a:rPr lang="en-US" altLang="zh-CN" sz="3000" dirty="0" err="1">
                <a:solidFill>
                  <a:srgbClr val="FFFFFF"/>
                </a:solidFill>
              </a:rPr>
              <a:t>xA</a:t>
            </a:r>
            <a:r>
              <a:rPr lang="en-US" altLang="zh-CN" sz="3000" dirty="0">
                <a:solidFill>
                  <a:srgbClr val="FFFFFF"/>
                </a:solidFill>
              </a:rPr>
              <a:t>(x)</a:t>
            </a:r>
            <a:r>
              <a:rPr lang="en-US" altLang="zh-CN" sz="3000" dirty="0">
                <a:solidFill>
                  <a:srgbClr val="FFFFFF"/>
                </a:solidFill>
                <a:sym typeface="Symbol" pitchFamily="18" charset="2"/>
              </a:rPr>
              <a:t></a:t>
            </a:r>
            <a:r>
              <a:rPr lang="en-US" altLang="zh-CN" sz="3000" dirty="0" err="1">
                <a:solidFill>
                  <a:srgbClr val="FFFFFF"/>
                </a:solidFill>
              </a:rPr>
              <a:t>xB</a:t>
            </a:r>
            <a:r>
              <a:rPr lang="en-US" altLang="zh-CN" sz="3000" dirty="0">
                <a:solidFill>
                  <a:srgbClr val="FFFFFF"/>
                </a:solidFill>
              </a:rPr>
              <a:t>(x</a:t>
            </a:r>
            <a:r>
              <a:rPr lang="en-US" altLang="zh-CN" sz="3000" dirty="0" smtClean="0">
                <a:solidFill>
                  <a:srgbClr val="FFFFFF"/>
                </a:solidFill>
              </a:rPr>
              <a:t>)</a:t>
            </a:r>
            <a:r>
              <a:rPr lang="zh-CN" altLang="en-US" sz="3000" dirty="0" smtClean="0">
                <a:solidFill>
                  <a:srgbClr val="FFFFFF"/>
                </a:solidFill>
              </a:rPr>
              <a:t>，则</a:t>
            </a:r>
            <a:endParaRPr lang="en-US" altLang="zh-CN" sz="3000" dirty="0" smtClean="0">
              <a:solidFill>
                <a:srgbClr val="FFFFFF"/>
              </a:solidFill>
            </a:endParaRPr>
          </a:p>
          <a:p>
            <a:pPr indent="0" eaLnBrk="1" hangingPunct="1">
              <a:buClr>
                <a:srgbClr val="86D1EC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800" dirty="0"/>
              <a:t>T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800" dirty="0" smtClean="0"/>
              <a:t>(</a:t>
            </a:r>
            <a:r>
              <a:rPr lang="en-US" altLang="zh-CN" sz="2800" dirty="0" smtClean="0">
                <a:sym typeface="Symbol" pitchFamily="18" charset="2"/>
              </a:rPr>
              <a:t></a:t>
            </a:r>
            <a:r>
              <a:rPr lang="en-US" altLang="zh-CN" sz="2800" dirty="0" err="1" smtClean="0"/>
              <a:t>xA</a:t>
            </a:r>
            <a:r>
              <a:rPr lang="en-US" altLang="zh-CN" sz="2800" dirty="0" smtClean="0"/>
              <a:t>(x</a:t>
            </a:r>
            <a:r>
              <a:rPr lang="en-US" altLang="zh-CN" sz="2800" dirty="0"/>
              <a:t>))=0 </a:t>
            </a:r>
            <a:r>
              <a:rPr lang="zh-CN" altLang="en-US" sz="2800" dirty="0"/>
              <a:t>或者</a:t>
            </a:r>
            <a:r>
              <a:rPr lang="en-US" altLang="zh-CN" sz="2800" dirty="0" smtClean="0"/>
              <a:t>T</a:t>
            </a:r>
            <a:r>
              <a:rPr lang="en-US" altLang="zh-CN" sz="28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800" dirty="0"/>
              <a:t>(</a:t>
            </a:r>
            <a:r>
              <a:rPr lang="en-US" altLang="zh-CN" sz="2800" dirty="0">
                <a:sym typeface="Symbol" pitchFamily="18" charset="2"/>
              </a:rPr>
              <a:t></a:t>
            </a:r>
            <a:r>
              <a:rPr lang="en-US" altLang="zh-CN" sz="2800" dirty="0" err="1" smtClean="0"/>
              <a:t>xB</a:t>
            </a:r>
            <a:r>
              <a:rPr lang="en-US" altLang="zh-CN" sz="2800" dirty="0" smtClean="0"/>
              <a:t>(x))=1</a:t>
            </a:r>
          </a:p>
          <a:p>
            <a:pPr marL="0" indent="0" eaLnBrk="1" hangingPunct="1">
              <a:spcBef>
                <a:spcPts val="0"/>
              </a:spcBef>
              <a:buClr>
                <a:srgbClr val="86D1EC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800" dirty="0" smtClean="0"/>
              <a:t>(1)</a:t>
            </a:r>
            <a:r>
              <a:rPr lang="zh-CN" altLang="en-US" sz="2800" dirty="0" smtClean="0">
                <a:solidFill>
                  <a:srgbClr val="FFC000"/>
                </a:solidFill>
              </a:rPr>
              <a:t>若</a:t>
            </a:r>
            <a:r>
              <a:rPr lang="en-US" altLang="zh-CN" sz="3200" dirty="0">
                <a:solidFill>
                  <a:srgbClr val="FFC000"/>
                </a:solidFill>
              </a:rPr>
              <a:t>T</a:t>
            </a:r>
            <a:r>
              <a:rPr lang="en-US" altLang="zh-CN" sz="3200" baseline="-250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3200" dirty="0">
                <a:solidFill>
                  <a:srgbClr val="FFC000"/>
                </a:solidFill>
              </a:rPr>
              <a:t>(</a:t>
            </a:r>
            <a:r>
              <a:rPr lang="en-US" altLang="zh-CN" sz="3200" dirty="0">
                <a:solidFill>
                  <a:srgbClr val="FFC000"/>
                </a:solidFill>
                <a:sym typeface="Symbol" pitchFamily="18" charset="2"/>
              </a:rPr>
              <a:t></a:t>
            </a:r>
            <a:r>
              <a:rPr lang="en-US" altLang="zh-CN" sz="3200" dirty="0" err="1">
                <a:solidFill>
                  <a:srgbClr val="FFC000"/>
                </a:solidFill>
              </a:rPr>
              <a:t>xA</a:t>
            </a:r>
            <a:r>
              <a:rPr lang="en-US" altLang="zh-CN" sz="3200" dirty="0">
                <a:solidFill>
                  <a:srgbClr val="FFC000"/>
                </a:solidFill>
              </a:rPr>
              <a:t>(x))=0 </a:t>
            </a:r>
            <a:r>
              <a:rPr lang="zh-CN" altLang="en-US" sz="3200" dirty="0" smtClean="0"/>
              <a:t>，对</a:t>
            </a:r>
            <a:r>
              <a:rPr lang="en-US" altLang="zh-CN" sz="3200" dirty="0" smtClean="0"/>
              <a:t>D</a:t>
            </a:r>
            <a:r>
              <a:rPr lang="zh-CN" altLang="en-US" sz="3200" dirty="0" smtClean="0"/>
              <a:t>中任意元素</a:t>
            </a:r>
            <a:r>
              <a:rPr lang="en-US" altLang="zh-CN" sz="3200" dirty="0" smtClean="0"/>
              <a:t>x</a:t>
            </a:r>
            <a:r>
              <a:rPr lang="zh-CN" altLang="en-US" sz="3200" dirty="0" smtClean="0"/>
              <a:t>，</a:t>
            </a:r>
            <a:r>
              <a:rPr lang="en-US" altLang="zh-CN" sz="2800" dirty="0" smtClean="0"/>
              <a:t>T</a:t>
            </a:r>
            <a:r>
              <a:rPr lang="en-US" altLang="zh-CN" sz="28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800" dirty="0" smtClean="0"/>
              <a:t>(A(x</a:t>
            </a:r>
            <a:r>
              <a:rPr lang="en-US" altLang="zh-CN" sz="2800" dirty="0"/>
              <a:t>))=0 </a:t>
            </a:r>
            <a:r>
              <a:rPr lang="en-US" altLang="zh-CN" sz="2800" dirty="0" smtClean="0"/>
              <a:t> ,</a:t>
            </a:r>
            <a:r>
              <a:rPr lang="en-US" altLang="zh-CN" sz="3200" dirty="0" smtClean="0"/>
              <a:t>T</a:t>
            </a:r>
            <a:r>
              <a:rPr lang="en-US" altLang="zh-CN" sz="32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3200" baseline="-25000" dirty="0" smtClean="0"/>
              <a:t> </a:t>
            </a:r>
            <a:r>
              <a:rPr lang="en-US" altLang="zh-CN" sz="3000" dirty="0" smtClean="0"/>
              <a:t>(A(x</a:t>
            </a:r>
            <a:r>
              <a:rPr lang="en-US" altLang="zh-CN" sz="3000" dirty="0"/>
              <a:t>)</a:t>
            </a:r>
            <a:r>
              <a:rPr lang="en-US" altLang="zh-CN" sz="3000" dirty="0">
                <a:sym typeface="Symbol" pitchFamily="18" charset="2"/>
              </a:rPr>
              <a:t></a:t>
            </a:r>
            <a:r>
              <a:rPr lang="en-US" altLang="zh-CN" sz="3000" dirty="0" smtClean="0"/>
              <a:t>B(x))=1 ,</a:t>
            </a:r>
            <a:r>
              <a:rPr lang="zh-CN" altLang="en-US" sz="3000" dirty="0" smtClean="0"/>
              <a:t> 则</a:t>
            </a:r>
            <a:r>
              <a:rPr lang="en-US" altLang="zh-CN" sz="2800" dirty="0" smtClean="0"/>
              <a:t>T</a:t>
            </a:r>
            <a:r>
              <a:rPr lang="en-US" altLang="zh-CN" sz="28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3200" dirty="0"/>
              <a:t>(</a:t>
            </a:r>
            <a:r>
              <a:rPr lang="en-US" altLang="zh-CN" sz="3000" dirty="0" smtClean="0">
                <a:sym typeface="Symbol" pitchFamily="18" charset="2"/>
              </a:rPr>
              <a:t></a:t>
            </a:r>
            <a:r>
              <a:rPr lang="en-US" altLang="zh-CN" sz="3000" dirty="0"/>
              <a:t>x(A(x)</a:t>
            </a:r>
            <a:r>
              <a:rPr lang="en-US" altLang="zh-CN" sz="3000" dirty="0">
                <a:sym typeface="Symbol" pitchFamily="18" charset="2"/>
              </a:rPr>
              <a:t></a:t>
            </a:r>
            <a:r>
              <a:rPr lang="en-US" altLang="zh-CN" sz="3000" dirty="0"/>
              <a:t>B(x</a:t>
            </a:r>
            <a:r>
              <a:rPr lang="en-US" altLang="zh-CN" sz="3000" dirty="0" smtClean="0"/>
              <a:t>))=1</a:t>
            </a:r>
            <a:r>
              <a:rPr lang="zh-CN" altLang="en-US" sz="3000" dirty="0" smtClean="0"/>
              <a:t>，即</a:t>
            </a:r>
            <a:r>
              <a:rPr lang="en-US" altLang="zh-C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en-US" sz="3000" dirty="0" smtClean="0"/>
              <a:t>满足</a:t>
            </a:r>
            <a:r>
              <a:rPr lang="en-US" altLang="zh-CN" sz="3000" dirty="0" smtClean="0">
                <a:sym typeface="Symbol" pitchFamily="18" charset="2"/>
              </a:rPr>
              <a:t></a:t>
            </a:r>
            <a:r>
              <a:rPr lang="en-US" altLang="zh-CN" sz="3000" dirty="0"/>
              <a:t>x(A(x)</a:t>
            </a:r>
            <a:r>
              <a:rPr lang="en-US" altLang="zh-CN" sz="3000" dirty="0">
                <a:sym typeface="Symbol" pitchFamily="18" charset="2"/>
              </a:rPr>
              <a:t></a:t>
            </a:r>
            <a:r>
              <a:rPr lang="en-US" altLang="zh-CN" sz="3000" dirty="0"/>
              <a:t>B(x</a:t>
            </a:r>
            <a:r>
              <a:rPr lang="en-US" altLang="zh-CN" sz="3000" dirty="0" smtClean="0"/>
              <a:t>))</a:t>
            </a:r>
          </a:p>
          <a:p>
            <a:pPr marL="0" indent="0" eaLnBrk="1" hangingPunct="1">
              <a:spcBef>
                <a:spcPts val="0"/>
              </a:spcBef>
              <a:buClr>
                <a:srgbClr val="86D1EC"/>
              </a:buClr>
              <a:buFont typeface="Wingdings" panose="05000000000000000000" pitchFamily="2" charset="2"/>
              <a:buNone/>
              <a:defRPr/>
            </a:pPr>
            <a:r>
              <a:rPr lang="en-US" altLang="zh-CN" sz="3000" dirty="0" smtClean="0"/>
              <a:t>(2)</a:t>
            </a:r>
            <a:r>
              <a:rPr lang="en-US" altLang="zh-CN" sz="3200" dirty="0"/>
              <a:t> </a:t>
            </a:r>
            <a:r>
              <a:rPr lang="zh-CN" altLang="en-US" sz="3200" dirty="0">
                <a:solidFill>
                  <a:srgbClr val="FFC000"/>
                </a:solidFill>
              </a:rPr>
              <a:t>若</a:t>
            </a:r>
            <a:r>
              <a:rPr lang="en-US" altLang="zh-CN" sz="3200" dirty="0" smtClean="0">
                <a:solidFill>
                  <a:srgbClr val="FFC000"/>
                </a:solidFill>
              </a:rPr>
              <a:t>T</a:t>
            </a:r>
            <a:r>
              <a:rPr lang="en-US" altLang="zh-CN" sz="3200" baseline="-25000" dirty="0" smtClean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3200" dirty="0">
                <a:solidFill>
                  <a:srgbClr val="FFC000"/>
                </a:solidFill>
              </a:rPr>
              <a:t>(</a:t>
            </a:r>
            <a:r>
              <a:rPr lang="en-US" altLang="zh-CN" sz="3200" dirty="0">
                <a:solidFill>
                  <a:srgbClr val="FFC000"/>
                </a:solidFill>
                <a:sym typeface="Symbol" pitchFamily="18" charset="2"/>
              </a:rPr>
              <a:t></a:t>
            </a:r>
            <a:r>
              <a:rPr lang="en-US" altLang="zh-CN" sz="3200" dirty="0" err="1">
                <a:solidFill>
                  <a:srgbClr val="FFC000"/>
                </a:solidFill>
              </a:rPr>
              <a:t>xB</a:t>
            </a:r>
            <a:r>
              <a:rPr lang="en-US" altLang="zh-CN" sz="3200" dirty="0">
                <a:solidFill>
                  <a:srgbClr val="FFC000"/>
                </a:solidFill>
              </a:rPr>
              <a:t>(x))=</a:t>
            </a:r>
            <a:r>
              <a:rPr lang="en-US" altLang="zh-CN" sz="3200" dirty="0" smtClean="0">
                <a:solidFill>
                  <a:srgbClr val="FFC000"/>
                </a:solidFill>
              </a:rPr>
              <a:t>1</a:t>
            </a:r>
            <a:r>
              <a:rPr lang="zh-CN" altLang="en-US" sz="3200" dirty="0" smtClean="0">
                <a:solidFill>
                  <a:srgbClr val="FFC000"/>
                </a:solidFill>
              </a:rPr>
              <a:t>，</a:t>
            </a:r>
            <a:r>
              <a:rPr lang="zh-CN" altLang="en-US" sz="3200" dirty="0"/>
              <a:t>对</a:t>
            </a:r>
            <a:r>
              <a:rPr lang="en-US" altLang="zh-CN" sz="3200" dirty="0"/>
              <a:t>D</a:t>
            </a:r>
            <a:r>
              <a:rPr lang="zh-CN" altLang="en-US" sz="3200" dirty="0"/>
              <a:t>中任意元素</a:t>
            </a:r>
            <a:r>
              <a:rPr lang="en-US" altLang="zh-CN" sz="3200" dirty="0" smtClean="0"/>
              <a:t>x</a:t>
            </a:r>
            <a:r>
              <a:rPr lang="zh-CN" altLang="en-US" sz="3200" dirty="0" smtClean="0"/>
              <a:t>，</a:t>
            </a:r>
            <a:r>
              <a:rPr lang="en-US" altLang="zh-CN" sz="3200" dirty="0" smtClean="0"/>
              <a:t>T</a:t>
            </a:r>
            <a:r>
              <a:rPr lang="en-US" altLang="zh-CN" sz="32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3200" dirty="0" smtClean="0"/>
              <a:t>(B(x))=1 </a:t>
            </a:r>
            <a:r>
              <a:rPr lang="zh-CN" altLang="en-US" sz="3200" dirty="0" smtClean="0"/>
              <a:t>，</a:t>
            </a:r>
            <a:r>
              <a:rPr lang="en-US" altLang="zh-CN" sz="3200" dirty="0" smtClean="0"/>
              <a:t>T</a:t>
            </a:r>
            <a:r>
              <a:rPr lang="en-US" altLang="zh-CN" sz="32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3200" dirty="0" smtClean="0">
                <a:solidFill>
                  <a:srgbClr val="FFFFFF"/>
                </a:solidFill>
              </a:rPr>
              <a:t>(A(x</a:t>
            </a:r>
            <a:r>
              <a:rPr lang="en-US" altLang="zh-CN" sz="3200" dirty="0">
                <a:solidFill>
                  <a:srgbClr val="FFFFFF"/>
                </a:solidFill>
              </a:rPr>
              <a:t>)</a:t>
            </a:r>
            <a:r>
              <a:rPr lang="en-US" altLang="zh-CN" sz="3200" dirty="0">
                <a:solidFill>
                  <a:srgbClr val="FFFFFF"/>
                </a:solidFill>
                <a:sym typeface="Symbol" pitchFamily="18" charset="2"/>
              </a:rPr>
              <a:t></a:t>
            </a:r>
            <a:r>
              <a:rPr lang="en-US" altLang="zh-CN" sz="3200" dirty="0">
                <a:solidFill>
                  <a:srgbClr val="FFFFFF"/>
                </a:solidFill>
              </a:rPr>
              <a:t>B(x</a:t>
            </a:r>
            <a:r>
              <a:rPr lang="en-US" altLang="zh-CN" sz="3200" dirty="0" smtClean="0">
                <a:solidFill>
                  <a:srgbClr val="FFFFFF"/>
                </a:solidFill>
              </a:rPr>
              <a:t>))=1</a:t>
            </a:r>
            <a:r>
              <a:rPr lang="zh-CN" altLang="en-US" sz="3200" dirty="0" smtClean="0">
                <a:solidFill>
                  <a:srgbClr val="FFFFFF"/>
                </a:solidFill>
              </a:rPr>
              <a:t>，则</a:t>
            </a:r>
            <a:endParaRPr lang="en-US" altLang="zh-CN" sz="3200" dirty="0" smtClean="0">
              <a:solidFill>
                <a:srgbClr val="FFFFFF"/>
              </a:solidFill>
            </a:endParaRPr>
          </a:p>
          <a:p>
            <a:pPr marL="0" indent="0" eaLnBrk="1" hangingPunct="1">
              <a:spcBef>
                <a:spcPts val="0"/>
              </a:spcBef>
              <a:buClr>
                <a:srgbClr val="86D1EC"/>
              </a:buClr>
              <a:buFont typeface="Wingdings" panose="05000000000000000000" pitchFamily="2" charset="2"/>
              <a:buNone/>
              <a:defRPr/>
            </a:pP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3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3200" dirty="0"/>
              <a:t>(</a:t>
            </a:r>
            <a:r>
              <a:rPr lang="en-US" altLang="zh-CN" sz="3200" dirty="0">
                <a:sym typeface="Symbol" pitchFamily="18" charset="2"/>
              </a:rPr>
              <a:t></a:t>
            </a:r>
            <a:r>
              <a:rPr lang="en-US" altLang="zh-CN" sz="3200" dirty="0"/>
              <a:t>x(A(x)</a:t>
            </a:r>
            <a:r>
              <a:rPr lang="en-US" altLang="zh-CN" sz="3200" dirty="0">
                <a:sym typeface="Symbol" pitchFamily="18" charset="2"/>
              </a:rPr>
              <a:t></a:t>
            </a:r>
            <a:r>
              <a:rPr lang="en-US" altLang="zh-CN" sz="3200" dirty="0"/>
              <a:t>B(x))=</a:t>
            </a:r>
            <a:r>
              <a:rPr lang="en-US" altLang="zh-CN" sz="3200" dirty="0" smtClean="0"/>
              <a:t>1</a:t>
            </a:r>
            <a:r>
              <a:rPr lang="zh-CN" altLang="en-US" sz="3200" dirty="0" smtClean="0"/>
              <a:t>，</a:t>
            </a:r>
            <a:r>
              <a:rPr lang="zh-CN" altLang="en-US" sz="3200" dirty="0"/>
              <a:t>即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en-US" sz="3200" dirty="0"/>
              <a:t>满足</a:t>
            </a:r>
            <a:r>
              <a:rPr lang="en-US" altLang="zh-CN" sz="3200" dirty="0">
                <a:sym typeface="Symbol" pitchFamily="18" charset="2"/>
              </a:rPr>
              <a:t></a:t>
            </a:r>
            <a:r>
              <a:rPr lang="en-US" altLang="zh-CN" sz="3200" dirty="0"/>
              <a:t>x(A(x)</a:t>
            </a:r>
            <a:r>
              <a:rPr lang="en-US" altLang="zh-CN" sz="3200" dirty="0">
                <a:sym typeface="Symbol" pitchFamily="18" charset="2"/>
              </a:rPr>
              <a:t></a:t>
            </a:r>
            <a:r>
              <a:rPr lang="en-US" altLang="zh-CN" sz="3200" dirty="0"/>
              <a:t>B(x))</a:t>
            </a:r>
          </a:p>
          <a:p>
            <a:pPr marL="0" indent="0" eaLnBrk="1" hangingPunct="1">
              <a:spcBef>
                <a:spcPts val="0"/>
              </a:spcBef>
              <a:buClr>
                <a:srgbClr val="86D1EC"/>
              </a:buClr>
              <a:buFont typeface="Wingdings" panose="05000000000000000000" pitchFamily="2" charset="2"/>
              <a:buNone/>
              <a:defRPr/>
            </a:pPr>
            <a:r>
              <a:rPr lang="zh-CN" altLang="en-US" sz="3200" dirty="0" smtClean="0">
                <a:solidFill>
                  <a:srgbClr val="FFC000"/>
                </a:solidFill>
              </a:rPr>
              <a:t>综上，</a:t>
            </a:r>
            <a:r>
              <a:rPr lang="en-US" altLang="zh-CN" sz="3200" dirty="0">
                <a:solidFill>
                  <a:srgbClr val="FFFFFF"/>
                </a:solidFill>
              </a:rPr>
              <a:t>(</a:t>
            </a:r>
            <a:r>
              <a:rPr lang="en-US" altLang="zh-CN" sz="3200" dirty="0">
                <a:solidFill>
                  <a:srgbClr val="FFFFFF"/>
                </a:solidFill>
                <a:sym typeface="Symbol" pitchFamily="18" charset="2"/>
              </a:rPr>
              <a:t></a:t>
            </a:r>
            <a:r>
              <a:rPr lang="en-US" altLang="zh-CN" sz="3200" dirty="0" err="1">
                <a:solidFill>
                  <a:srgbClr val="FFFFFF"/>
                </a:solidFill>
              </a:rPr>
              <a:t>xA</a:t>
            </a:r>
            <a:r>
              <a:rPr lang="en-US" altLang="zh-CN" sz="3200" dirty="0">
                <a:solidFill>
                  <a:srgbClr val="FFFFFF"/>
                </a:solidFill>
              </a:rPr>
              <a:t>(x)</a:t>
            </a:r>
            <a:r>
              <a:rPr lang="en-US" altLang="zh-CN" sz="3200" dirty="0">
                <a:solidFill>
                  <a:srgbClr val="FFFFFF"/>
                </a:solidFill>
                <a:sym typeface="Symbol" pitchFamily="18" charset="2"/>
              </a:rPr>
              <a:t></a:t>
            </a:r>
            <a:r>
              <a:rPr lang="en-US" altLang="zh-CN" sz="3200" dirty="0" err="1">
                <a:solidFill>
                  <a:srgbClr val="FFFFFF"/>
                </a:solidFill>
              </a:rPr>
              <a:t>xB</a:t>
            </a:r>
            <a:r>
              <a:rPr lang="en-US" altLang="zh-CN" sz="3200" dirty="0">
                <a:solidFill>
                  <a:srgbClr val="FFFFFF"/>
                </a:solidFill>
              </a:rPr>
              <a:t>(x))</a:t>
            </a:r>
            <a:r>
              <a:rPr lang="en-US" altLang="zh-CN" sz="3200" dirty="0">
                <a:solidFill>
                  <a:srgbClr val="FFFFFF"/>
                </a:solidFill>
                <a:sym typeface="Symbol" pitchFamily="18" charset="2"/>
              </a:rPr>
              <a:t></a:t>
            </a:r>
            <a:r>
              <a:rPr lang="en-US" altLang="zh-CN" sz="3200" dirty="0">
                <a:solidFill>
                  <a:srgbClr val="FFFFFF"/>
                </a:solidFill>
              </a:rPr>
              <a:t>x(A(x)</a:t>
            </a:r>
            <a:r>
              <a:rPr lang="en-US" altLang="zh-CN" sz="3200" dirty="0">
                <a:solidFill>
                  <a:srgbClr val="FFFFFF"/>
                </a:solidFill>
                <a:sym typeface="Symbol" pitchFamily="18" charset="2"/>
              </a:rPr>
              <a:t></a:t>
            </a:r>
            <a:r>
              <a:rPr lang="en-US" altLang="zh-CN" sz="3200" dirty="0">
                <a:solidFill>
                  <a:srgbClr val="FFFFFF"/>
                </a:solidFill>
              </a:rPr>
              <a:t>B(x)</a:t>
            </a:r>
            <a:r>
              <a:rPr lang="en-US" altLang="zh-CN" sz="3200" b="1" dirty="0">
                <a:solidFill>
                  <a:srgbClr val="FFFFFF"/>
                </a:solidFill>
                <a:latin typeface="Times New Roman" pitchFamily="18" charset="0"/>
              </a:rPr>
              <a:t>)</a:t>
            </a:r>
            <a:endParaRPr lang="en-US" altLang="zh-CN" sz="3200" b="1" dirty="0">
              <a:solidFill>
                <a:srgbClr val="FFC000"/>
              </a:solidFill>
              <a:latin typeface="Times New Roman" pitchFamily="18" charset="0"/>
            </a:endParaRPr>
          </a:p>
          <a:p>
            <a:pPr eaLnBrk="1" hangingPunct="1">
              <a:buClr>
                <a:srgbClr val="86D1EC"/>
              </a:buClr>
              <a:buFont typeface="Wingdings" panose="05000000000000000000" pitchFamily="2" charset="2"/>
              <a:buNone/>
              <a:defRPr/>
            </a:pPr>
            <a:endParaRPr lang="zh-CN" altLang="en-US" sz="3000" b="1" dirty="0">
              <a:solidFill>
                <a:srgbClr val="FFFFFF"/>
              </a:solidFill>
              <a:latin typeface="Times New Roman" pitchFamily="18" charset="0"/>
            </a:endParaRPr>
          </a:p>
          <a:p>
            <a:pPr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76C9B59-13E2-4951-B85B-1721A0CF8730}" type="slidenum">
              <a:rPr lang="en-US" altLang="zh-CN" smtClean="0"/>
              <a:pPr>
                <a:defRPr/>
              </a:pPr>
              <a:t>81</a:t>
            </a:fld>
            <a:endParaRPr lang="en-US" altLang="zh-CN"/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>
              <a:defRPr/>
            </a:pPr>
            <a:r>
              <a:rPr lang="zh-CN" altLang="en-US" sz="3600" dirty="0" smtClean="0"/>
              <a:t>例</a:t>
            </a:r>
          </a:p>
        </p:txBody>
      </p:sp>
      <p:sp>
        <p:nvSpPr>
          <p:cNvPr id="246787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818235"/>
            <a:ext cx="8352928" cy="5688012"/>
          </a:xfrm>
        </p:spPr>
        <p:txBody>
          <a:bodyPr/>
          <a:lstStyle/>
          <a:p>
            <a:pPr algn="just" eaLnBrk="1" hangingPunct="1">
              <a:lnSpc>
                <a:spcPct val="110000"/>
              </a:lnSpc>
              <a:spcBef>
                <a:spcPts val="30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3000" dirty="0" smtClean="0"/>
              <a:t>(3) </a:t>
            </a:r>
            <a:r>
              <a:rPr lang="zh-CN" altLang="en-US" sz="3000" dirty="0" smtClean="0">
                <a:sym typeface="Symbol" pitchFamily="18" charset="2"/>
              </a:rPr>
              <a:t></a:t>
            </a:r>
            <a:r>
              <a:rPr lang="en-US" altLang="zh-CN" sz="3000" dirty="0"/>
              <a:t>x(A(x) </a:t>
            </a:r>
            <a:r>
              <a:rPr lang="en-US" altLang="zh-CN" sz="3000" dirty="0">
                <a:sym typeface="Symbol" pitchFamily="18" charset="2"/>
              </a:rPr>
              <a:t></a:t>
            </a:r>
            <a:r>
              <a:rPr lang="en-US" altLang="zh-CN" sz="3000" dirty="0"/>
              <a:t> B(x))</a:t>
            </a:r>
            <a:r>
              <a:rPr lang="en-US" altLang="zh-CN" sz="3000" dirty="0">
                <a:sym typeface="Symbol" pitchFamily="18" charset="2"/>
              </a:rPr>
              <a:t></a:t>
            </a:r>
            <a:r>
              <a:rPr lang="en-US" altLang="zh-CN" sz="3000" dirty="0" err="1"/>
              <a:t>xA</a:t>
            </a:r>
            <a:r>
              <a:rPr lang="en-US" altLang="zh-CN" sz="3000" dirty="0"/>
              <a:t>(x) </a:t>
            </a:r>
            <a:r>
              <a:rPr lang="en-US" altLang="zh-CN" sz="3000" dirty="0">
                <a:sym typeface="Symbol" pitchFamily="18" charset="2"/>
              </a:rPr>
              <a:t></a:t>
            </a:r>
            <a:r>
              <a:rPr lang="en-US" altLang="zh-CN" sz="3000" dirty="0"/>
              <a:t>x B(x)</a:t>
            </a:r>
            <a:r>
              <a:rPr lang="zh-CN" altLang="en-US" sz="3000" dirty="0">
                <a:latin typeface="Times New Roman" pitchFamily="18" charset="0"/>
              </a:rPr>
              <a:t>。</a:t>
            </a:r>
          </a:p>
          <a:p>
            <a:pPr algn="just" eaLnBrk="1" hangingPunct="1">
              <a:lnSpc>
                <a:spcPct val="110000"/>
              </a:lnSpc>
              <a:spcBef>
                <a:spcPts val="30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3000" dirty="0" smtClean="0">
                <a:latin typeface="Times New Roman" pitchFamily="18" charset="0"/>
                <a:cs typeface="Times New Roman" pitchFamily="18" charset="0"/>
              </a:rPr>
              <a:t>首先使用方法三。</a:t>
            </a:r>
          </a:p>
          <a:p>
            <a:pPr algn="just" eaLnBrk="1" hangingPunct="1">
              <a:lnSpc>
                <a:spcPct val="110000"/>
              </a:lnSpc>
              <a:spcBef>
                <a:spcPts val="30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3000" dirty="0" smtClean="0">
                <a:latin typeface="Times New Roman" pitchFamily="18" charset="0"/>
                <a:cs typeface="Times New Roman" pitchFamily="18" charset="0"/>
              </a:rPr>
              <a:t> 任取解释</a:t>
            </a:r>
            <a:r>
              <a:rPr lang="en-US" altLang="zh-CN" sz="3000" dirty="0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zh-CN" altLang="en-US" sz="3000" dirty="0" smtClean="0">
                <a:latin typeface="Times New Roman" pitchFamily="18" charset="0"/>
                <a:cs typeface="Times New Roman" pitchFamily="18" charset="0"/>
              </a:rPr>
              <a:t>，假设</a:t>
            </a:r>
            <a:r>
              <a:rPr lang="zh-CN" altLang="en-US" sz="30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</a:t>
            </a:r>
            <a:r>
              <a:rPr lang="en-US" altLang="zh-CN" sz="3000" dirty="0" smtClean="0">
                <a:latin typeface="Times New Roman" pitchFamily="18" charset="0"/>
                <a:cs typeface="Times New Roman" pitchFamily="18" charset="0"/>
              </a:rPr>
              <a:t>x(A(x)</a:t>
            </a:r>
            <a:r>
              <a:rPr lang="en-US" altLang="zh-CN" sz="30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</a:t>
            </a:r>
            <a:r>
              <a:rPr lang="en-US" altLang="zh-CN" sz="3000" dirty="0" smtClean="0">
                <a:latin typeface="Times New Roman" pitchFamily="18" charset="0"/>
                <a:cs typeface="Times New Roman" pitchFamily="18" charset="0"/>
              </a:rPr>
              <a:t>B(x))</a:t>
            </a:r>
            <a:r>
              <a:rPr lang="zh-CN" altLang="en-US" sz="3000" dirty="0" smtClean="0">
                <a:latin typeface="Times New Roman" pitchFamily="18" charset="0"/>
                <a:cs typeface="Times New Roman" pitchFamily="18" charset="0"/>
              </a:rPr>
              <a:t>在</a:t>
            </a:r>
            <a:r>
              <a:rPr lang="en-US" altLang="zh-CN" sz="3000" dirty="0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zh-CN" altLang="en-US" sz="3000" dirty="0" smtClean="0">
                <a:latin typeface="Times New Roman" pitchFamily="18" charset="0"/>
                <a:cs typeface="Times New Roman" pitchFamily="18" charset="0"/>
              </a:rPr>
              <a:t>下为真，则对</a:t>
            </a:r>
            <a:r>
              <a:rPr lang="en-US" altLang="zh-CN" sz="3000" dirty="0" smtClean="0">
                <a:latin typeface="Times New Roman" pitchFamily="18" charset="0"/>
                <a:cs typeface="Times New Roman" pitchFamily="18" charset="0"/>
              </a:rPr>
              <a:t>D</a:t>
            </a:r>
            <a:r>
              <a:rPr lang="zh-CN" altLang="en-US" sz="3000" dirty="0" smtClean="0">
                <a:latin typeface="Times New Roman" pitchFamily="18" charset="0"/>
                <a:cs typeface="Times New Roman" pitchFamily="18" charset="0"/>
              </a:rPr>
              <a:t>中每个元素</a:t>
            </a:r>
            <a:r>
              <a:rPr lang="en-US" altLang="zh-CN" sz="3000" dirty="0" smtClean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zh-CN" altLang="en-US" sz="3000" dirty="0" smtClean="0">
                <a:latin typeface="Times New Roman" pitchFamily="18" charset="0"/>
                <a:cs typeface="Times New Roman" pitchFamily="18" charset="0"/>
              </a:rPr>
              <a:t>，都有</a:t>
            </a:r>
            <a:r>
              <a:rPr lang="en-US" altLang="zh-CN" sz="3000" dirty="0" smtClean="0">
                <a:latin typeface="Times New Roman" pitchFamily="18" charset="0"/>
                <a:cs typeface="Times New Roman" pitchFamily="18" charset="0"/>
              </a:rPr>
              <a:t>A(x)</a:t>
            </a:r>
            <a:r>
              <a:rPr lang="en-US" altLang="zh-CN" sz="30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</a:t>
            </a:r>
            <a:r>
              <a:rPr lang="en-US" altLang="zh-CN" sz="3000" dirty="0" smtClean="0">
                <a:latin typeface="Times New Roman" pitchFamily="18" charset="0"/>
                <a:cs typeface="Times New Roman" pitchFamily="18" charset="0"/>
              </a:rPr>
              <a:t>B(x)</a:t>
            </a:r>
            <a:r>
              <a:rPr lang="zh-CN" altLang="en-US" sz="3000" dirty="0" smtClean="0">
                <a:latin typeface="Times New Roman" pitchFamily="18" charset="0"/>
                <a:cs typeface="Times New Roman" pitchFamily="18" charset="0"/>
              </a:rPr>
              <a:t>为真。</a:t>
            </a:r>
          </a:p>
          <a:p>
            <a:pPr algn="just" eaLnBrk="1" hangingPunct="1">
              <a:lnSpc>
                <a:spcPct val="110000"/>
              </a:lnSpc>
              <a:spcBef>
                <a:spcPts val="30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3000" dirty="0" smtClean="0">
                <a:solidFill>
                  <a:srgbClr val="FFC000"/>
                </a:solidFill>
                <a:latin typeface="Times New Roman" pitchFamily="18" charset="0"/>
                <a:cs typeface="Times New Roman" pitchFamily="18" charset="0"/>
              </a:rPr>
              <a:t>① 若对</a:t>
            </a:r>
            <a:r>
              <a:rPr lang="en-US" altLang="zh-CN" sz="3000" dirty="0" smtClean="0">
                <a:solidFill>
                  <a:srgbClr val="FFC000"/>
                </a:solidFill>
                <a:latin typeface="Times New Roman" pitchFamily="18" charset="0"/>
                <a:cs typeface="Times New Roman" pitchFamily="18" charset="0"/>
              </a:rPr>
              <a:t>D</a:t>
            </a:r>
            <a:r>
              <a:rPr lang="zh-CN" altLang="en-US" sz="3000" dirty="0" smtClean="0">
                <a:solidFill>
                  <a:srgbClr val="FFC000"/>
                </a:solidFill>
                <a:latin typeface="Times New Roman" pitchFamily="18" charset="0"/>
                <a:cs typeface="Times New Roman" pitchFamily="18" charset="0"/>
              </a:rPr>
              <a:t>中某个元素</a:t>
            </a:r>
            <a:r>
              <a:rPr lang="en-US" altLang="zh-CN" sz="3000" dirty="0" smtClean="0">
                <a:solidFill>
                  <a:srgbClr val="FFC000"/>
                </a:solidFill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zh-CN" sz="3000" baseline="-30000" dirty="0" smtClean="0">
                <a:solidFill>
                  <a:srgbClr val="FFC000"/>
                </a:solidFill>
                <a:latin typeface="Times New Roman" pitchFamily="18" charset="0"/>
                <a:cs typeface="Times New Roman" pitchFamily="18" charset="0"/>
              </a:rPr>
              <a:t>0</a:t>
            </a:r>
            <a:r>
              <a:rPr lang="zh-CN" altLang="en-US" sz="3000" dirty="0" smtClean="0">
                <a:solidFill>
                  <a:srgbClr val="FFC000"/>
                </a:solidFill>
                <a:latin typeface="Times New Roman" pitchFamily="18" charset="0"/>
                <a:cs typeface="Times New Roman" pitchFamily="18" charset="0"/>
              </a:rPr>
              <a:t>，</a:t>
            </a:r>
            <a:r>
              <a:rPr lang="en-US" altLang="zh-CN" sz="3000" dirty="0" smtClean="0">
                <a:solidFill>
                  <a:srgbClr val="FFC000"/>
                </a:solidFill>
                <a:latin typeface="Times New Roman" pitchFamily="18" charset="0"/>
                <a:cs typeface="Times New Roman" pitchFamily="18" charset="0"/>
              </a:rPr>
              <a:t>B(x</a:t>
            </a:r>
            <a:r>
              <a:rPr lang="en-US" altLang="zh-CN" sz="3000" baseline="-30000" dirty="0" smtClean="0">
                <a:solidFill>
                  <a:srgbClr val="FFC000"/>
                </a:solidFill>
                <a:latin typeface="Times New Roman" pitchFamily="18" charset="0"/>
                <a:cs typeface="Times New Roman" pitchFamily="18" charset="0"/>
              </a:rPr>
              <a:t>0</a:t>
            </a:r>
            <a:r>
              <a:rPr lang="en-US" altLang="zh-CN" sz="3000" dirty="0" smtClean="0">
                <a:solidFill>
                  <a:srgbClr val="FFC000"/>
                </a:solidFill>
                <a:latin typeface="Times New Roman" pitchFamily="18" charset="0"/>
                <a:cs typeface="Times New Roman" pitchFamily="18" charset="0"/>
              </a:rPr>
              <a:t>)</a:t>
            </a:r>
            <a:r>
              <a:rPr lang="zh-CN" altLang="en-US" sz="3000" dirty="0" smtClean="0">
                <a:solidFill>
                  <a:srgbClr val="FFC000"/>
                </a:solidFill>
                <a:latin typeface="Times New Roman" pitchFamily="18" charset="0"/>
                <a:cs typeface="Times New Roman" pitchFamily="18" charset="0"/>
              </a:rPr>
              <a:t>为真</a:t>
            </a:r>
            <a:r>
              <a:rPr lang="zh-CN" altLang="en-US" sz="3000" dirty="0" smtClean="0">
                <a:latin typeface="Times New Roman" pitchFamily="18" charset="0"/>
                <a:cs typeface="Times New Roman" pitchFamily="18" charset="0"/>
              </a:rPr>
              <a:t>，则</a:t>
            </a:r>
            <a:r>
              <a:rPr lang="zh-CN" altLang="en-US" sz="30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</a:t>
            </a:r>
            <a:r>
              <a:rPr lang="en-US" altLang="zh-CN" sz="3000" dirty="0" err="1" smtClean="0">
                <a:latin typeface="Times New Roman" pitchFamily="18" charset="0"/>
                <a:cs typeface="Times New Roman" pitchFamily="18" charset="0"/>
              </a:rPr>
              <a:t>xB</a:t>
            </a:r>
            <a:r>
              <a:rPr lang="en-US" altLang="zh-CN" sz="3000" dirty="0" smtClean="0">
                <a:latin typeface="Times New Roman" pitchFamily="18" charset="0"/>
                <a:cs typeface="Times New Roman" pitchFamily="18" charset="0"/>
              </a:rPr>
              <a:t>(x)</a:t>
            </a:r>
            <a:r>
              <a:rPr lang="zh-CN" altLang="en-US" sz="3000" dirty="0" smtClean="0">
                <a:latin typeface="Times New Roman" pitchFamily="18" charset="0"/>
                <a:cs typeface="Times New Roman" pitchFamily="18" charset="0"/>
              </a:rPr>
              <a:t>为真，因此，</a:t>
            </a:r>
            <a:r>
              <a:rPr lang="zh-CN" altLang="en-US" sz="30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</a:t>
            </a:r>
            <a:r>
              <a:rPr lang="en-US" altLang="zh-CN" sz="3000" dirty="0" err="1" smtClean="0">
                <a:latin typeface="Times New Roman" pitchFamily="18" charset="0"/>
                <a:cs typeface="Times New Roman" pitchFamily="18" charset="0"/>
              </a:rPr>
              <a:t>xA</a:t>
            </a:r>
            <a:r>
              <a:rPr lang="en-US" altLang="zh-CN" sz="3000" dirty="0" smtClean="0">
                <a:latin typeface="Times New Roman" pitchFamily="18" charset="0"/>
                <a:cs typeface="Times New Roman" pitchFamily="18" charset="0"/>
              </a:rPr>
              <a:t>(x) </a:t>
            </a:r>
            <a:r>
              <a:rPr lang="en-US" altLang="zh-CN" sz="30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</a:t>
            </a:r>
            <a:r>
              <a:rPr lang="en-US" altLang="zh-CN" sz="3000" dirty="0" smtClean="0">
                <a:latin typeface="Times New Roman" pitchFamily="18" charset="0"/>
                <a:cs typeface="Times New Roman" pitchFamily="18" charset="0"/>
              </a:rPr>
              <a:t>x B(x)</a:t>
            </a:r>
            <a:r>
              <a:rPr lang="zh-CN" altLang="en-US" sz="3000" dirty="0" smtClean="0">
                <a:latin typeface="Times New Roman" pitchFamily="18" charset="0"/>
                <a:cs typeface="Times New Roman" pitchFamily="18" charset="0"/>
              </a:rPr>
              <a:t>为真。</a:t>
            </a:r>
          </a:p>
          <a:p>
            <a:pPr algn="just" eaLnBrk="1" hangingPunct="1">
              <a:lnSpc>
                <a:spcPct val="110000"/>
              </a:lnSpc>
              <a:spcBef>
                <a:spcPts val="30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3000" dirty="0" smtClean="0">
                <a:solidFill>
                  <a:srgbClr val="FFC000"/>
                </a:solidFill>
                <a:latin typeface="Times New Roman" pitchFamily="18" charset="0"/>
                <a:cs typeface="Times New Roman" pitchFamily="18" charset="0"/>
              </a:rPr>
              <a:t>② 若对</a:t>
            </a:r>
            <a:r>
              <a:rPr lang="en-US" altLang="zh-CN" sz="3000" dirty="0" smtClean="0">
                <a:solidFill>
                  <a:srgbClr val="FFC000"/>
                </a:solidFill>
                <a:latin typeface="Times New Roman" pitchFamily="18" charset="0"/>
                <a:cs typeface="Times New Roman" pitchFamily="18" charset="0"/>
              </a:rPr>
              <a:t>D</a:t>
            </a:r>
            <a:r>
              <a:rPr lang="zh-CN" altLang="en-US" sz="3000" dirty="0" smtClean="0">
                <a:solidFill>
                  <a:srgbClr val="FFC000"/>
                </a:solidFill>
                <a:latin typeface="Times New Roman" pitchFamily="18" charset="0"/>
                <a:cs typeface="Times New Roman" pitchFamily="18" charset="0"/>
              </a:rPr>
              <a:t>中每个元素</a:t>
            </a:r>
            <a:r>
              <a:rPr lang="en-US" altLang="zh-CN" sz="3000" dirty="0" smtClean="0">
                <a:solidFill>
                  <a:srgbClr val="FFC000"/>
                </a:solidFill>
                <a:latin typeface="Times New Roman" pitchFamily="18" charset="0"/>
                <a:cs typeface="Times New Roman" pitchFamily="18" charset="0"/>
              </a:rPr>
              <a:t>x</a:t>
            </a:r>
            <a:r>
              <a:rPr lang="zh-CN" altLang="en-US" sz="3000" dirty="0" smtClean="0">
                <a:solidFill>
                  <a:srgbClr val="FFC000"/>
                </a:solidFill>
                <a:latin typeface="Times New Roman" pitchFamily="18" charset="0"/>
                <a:cs typeface="Times New Roman" pitchFamily="18" charset="0"/>
              </a:rPr>
              <a:t>，</a:t>
            </a:r>
            <a:r>
              <a:rPr lang="en-US" altLang="zh-CN" sz="3000" dirty="0" smtClean="0">
                <a:solidFill>
                  <a:srgbClr val="FFC000"/>
                </a:solidFill>
                <a:latin typeface="Times New Roman" pitchFamily="18" charset="0"/>
                <a:cs typeface="Times New Roman" pitchFamily="18" charset="0"/>
              </a:rPr>
              <a:t>B(x)</a:t>
            </a:r>
            <a:r>
              <a:rPr lang="zh-CN" altLang="en-US" sz="3000" dirty="0" smtClean="0">
                <a:solidFill>
                  <a:srgbClr val="FFC000"/>
                </a:solidFill>
                <a:latin typeface="Times New Roman" pitchFamily="18" charset="0"/>
                <a:cs typeface="Times New Roman" pitchFamily="18" charset="0"/>
              </a:rPr>
              <a:t>都为假</a:t>
            </a:r>
            <a:r>
              <a:rPr lang="zh-CN" altLang="en-US" sz="3000" dirty="0" smtClean="0">
                <a:latin typeface="Times New Roman" pitchFamily="18" charset="0"/>
                <a:cs typeface="Times New Roman" pitchFamily="18" charset="0"/>
              </a:rPr>
              <a:t>，由</a:t>
            </a:r>
            <a:r>
              <a:rPr lang="en-US" altLang="zh-CN" sz="3000" dirty="0" smtClean="0">
                <a:latin typeface="Times New Roman" pitchFamily="18" charset="0"/>
                <a:cs typeface="Times New Roman" pitchFamily="18" charset="0"/>
              </a:rPr>
              <a:t>A(x) </a:t>
            </a:r>
            <a:r>
              <a:rPr lang="en-US" altLang="zh-CN" sz="30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</a:t>
            </a:r>
            <a:r>
              <a:rPr lang="en-US" altLang="zh-CN" sz="3000" dirty="0" smtClean="0">
                <a:latin typeface="Times New Roman" pitchFamily="18" charset="0"/>
                <a:cs typeface="Times New Roman" pitchFamily="18" charset="0"/>
              </a:rPr>
              <a:t> B(x)</a:t>
            </a:r>
            <a:r>
              <a:rPr lang="zh-CN" altLang="en-US" sz="3000" dirty="0" smtClean="0">
                <a:latin typeface="Times New Roman" pitchFamily="18" charset="0"/>
                <a:cs typeface="Times New Roman" pitchFamily="18" charset="0"/>
              </a:rPr>
              <a:t>为真知，一定有对</a:t>
            </a:r>
            <a:r>
              <a:rPr lang="en-US" altLang="zh-CN" sz="3000" dirty="0" smtClean="0">
                <a:latin typeface="Times New Roman" pitchFamily="18" charset="0"/>
                <a:cs typeface="Times New Roman" pitchFamily="18" charset="0"/>
              </a:rPr>
              <a:t>D</a:t>
            </a:r>
            <a:r>
              <a:rPr lang="zh-CN" altLang="en-US" sz="3000" dirty="0" smtClean="0">
                <a:latin typeface="Times New Roman" pitchFamily="18" charset="0"/>
                <a:cs typeface="Times New Roman" pitchFamily="18" charset="0"/>
              </a:rPr>
              <a:t>中每个元素</a:t>
            </a:r>
            <a:r>
              <a:rPr lang="en-US" altLang="zh-CN" sz="3000" dirty="0" smtClean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zh-CN" altLang="en-US" sz="3000" dirty="0" smtClean="0">
                <a:latin typeface="Times New Roman" pitchFamily="18" charset="0"/>
                <a:cs typeface="Times New Roman" pitchFamily="18" charset="0"/>
              </a:rPr>
              <a:t>，</a:t>
            </a:r>
            <a:r>
              <a:rPr lang="en-US" altLang="zh-CN" sz="3000" dirty="0" smtClean="0">
                <a:latin typeface="Times New Roman" pitchFamily="18" charset="0"/>
                <a:cs typeface="Times New Roman" pitchFamily="18" charset="0"/>
              </a:rPr>
              <a:t>A(x)</a:t>
            </a:r>
            <a:r>
              <a:rPr lang="zh-CN" altLang="en-US" sz="3000" dirty="0" smtClean="0">
                <a:latin typeface="Times New Roman" pitchFamily="18" charset="0"/>
                <a:cs typeface="Times New Roman" pitchFamily="18" charset="0"/>
              </a:rPr>
              <a:t>均为真，即</a:t>
            </a:r>
            <a:r>
              <a:rPr lang="zh-CN" altLang="en-US" sz="30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</a:t>
            </a:r>
            <a:r>
              <a:rPr lang="en-US" altLang="zh-CN" sz="3000" dirty="0" err="1" smtClean="0">
                <a:latin typeface="Times New Roman" pitchFamily="18" charset="0"/>
                <a:cs typeface="Times New Roman" pitchFamily="18" charset="0"/>
              </a:rPr>
              <a:t>xA</a:t>
            </a:r>
            <a:r>
              <a:rPr lang="en-US" altLang="zh-CN" sz="3000" dirty="0" smtClean="0">
                <a:latin typeface="Times New Roman" pitchFamily="18" charset="0"/>
                <a:cs typeface="Times New Roman" pitchFamily="18" charset="0"/>
              </a:rPr>
              <a:t>(x)</a:t>
            </a:r>
            <a:r>
              <a:rPr lang="zh-CN" altLang="en-US" sz="3000" dirty="0" smtClean="0">
                <a:latin typeface="Times New Roman" pitchFamily="18" charset="0"/>
                <a:cs typeface="Times New Roman" pitchFamily="18" charset="0"/>
              </a:rPr>
              <a:t>为真。因此，</a:t>
            </a:r>
            <a:r>
              <a:rPr lang="zh-CN" altLang="en-US" sz="30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</a:t>
            </a:r>
            <a:r>
              <a:rPr lang="en-US" altLang="zh-CN" sz="3000" dirty="0" err="1" smtClean="0">
                <a:latin typeface="Times New Roman" pitchFamily="18" charset="0"/>
                <a:cs typeface="Times New Roman" pitchFamily="18" charset="0"/>
              </a:rPr>
              <a:t>xA</a:t>
            </a:r>
            <a:r>
              <a:rPr lang="en-US" altLang="zh-CN" sz="3000" dirty="0" smtClean="0">
                <a:latin typeface="Times New Roman" pitchFamily="18" charset="0"/>
                <a:cs typeface="Times New Roman" pitchFamily="18" charset="0"/>
              </a:rPr>
              <a:t>(x) </a:t>
            </a:r>
            <a:r>
              <a:rPr lang="en-US" altLang="zh-CN" sz="30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</a:t>
            </a:r>
            <a:r>
              <a:rPr lang="en-US" altLang="zh-CN" sz="3000" dirty="0" smtClean="0">
                <a:latin typeface="Times New Roman" pitchFamily="18" charset="0"/>
                <a:cs typeface="Times New Roman" pitchFamily="18" charset="0"/>
              </a:rPr>
              <a:t>x B(x)</a:t>
            </a:r>
            <a:r>
              <a:rPr lang="zh-CN" altLang="en-US" sz="3000" dirty="0" smtClean="0">
                <a:latin typeface="Times New Roman" pitchFamily="18" charset="0"/>
                <a:cs typeface="Times New Roman" pitchFamily="18" charset="0"/>
              </a:rPr>
              <a:t>为真。</a:t>
            </a:r>
          </a:p>
          <a:p>
            <a:pPr algn="just" eaLnBrk="1" hangingPunct="1">
              <a:lnSpc>
                <a:spcPct val="110000"/>
              </a:lnSpc>
              <a:spcBef>
                <a:spcPts val="30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3000" dirty="0" smtClean="0">
                <a:latin typeface="Times New Roman" pitchFamily="18" charset="0"/>
                <a:cs typeface="Times New Roman" pitchFamily="18" charset="0"/>
              </a:rPr>
              <a:t>综上，</a:t>
            </a:r>
            <a:r>
              <a:rPr lang="zh-CN" altLang="en-US" sz="3000" dirty="0" smtClean="0">
                <a:cs typeface="Times New Roman" pitchFamily="18" charset="0"/>
                <a:sym typeface="Symbol" pitchFamily="18" charset="2"/>
              </a:rPr>
              <a:t></a:t>
            </a:r>
            <a:r>
              <a:rPr lang="en-US" altLang="zh-CN" sz="3000" dirty="0" smtClean="0">
                <a:cs typeface="Times New Roman" pitchFamily="18" charset="0"/>
              </a:rPr>
              <a:t>x(A(x) </a:t>
            </a:r>
            <a:r>
              <a:rPr lang="en-US" altLang="zh-CN" sz="3000" dirty="0" smtClean="0">
                <a:cs typeface="Times New Roman" pitchFamily="18" charset="0"/>
                <a:sym typeface="Symbol" pitchFamily="18" charset="2"/>
              </a:rPr>
              <a:t></a:t>
            </a:r>
            <a:r>
              <a:rPr lang="en-US" altLang="zh-CN" sz="3000" dirty="0" smtClean="0">
                <a:cs typeface="Times New Roman" pitchFamily="18" charset="0"/>
              </a:rPr>
              <a:t> B(x))</a:t>
            </a:r>
            <a:r>
              <a:rPr lang="en-US" altLang="zh-CN" sz="3000" dirty="0" smtClean="0">
                <a:cs typeface="Times New Roman" pitchFamily="18" charset="0"/>
                <a:sym typeface="Symbol" pitchFamily="18" charset="2"/>
              </a:rPr>
              <a:t></a:t>
            </a:r>
            <a:r>
              <a:rPr lang="en-US" altLang="zh-CN" sz="3000" dirty="0" err="1" smtClean="0">
                <a:cs typeface="Times New Roman" pitchFamily="18" charset="0"/>
              </a:rPr>
              <a:t>xA</a:t>
            </a:r>
            <a:r>
              <a:rPr lang="en-US" altLang="zh-CN" sz="3000" dirty="0" smtClean="0">
                <a:cs typeface="Times New Roman" pitchFamily="18" charset="0"/>
              </a:rPr>
              <a:t>(x) </a:t>
            </a:r>
            <a:r>
              <a:rPr lang="en-US" altLang="zh-CN" sz="3000" dirty="0" smtClean="0">
                <a:cs typeface="Times New Roman" pitchFamily="18" charset="0"/>
                <a:sym typeface="Symbol" pitchFamily="18" charset="2"/>
              </a:rPr>
              <a:t></a:t>
            </a:r>
            <a:r>
              <a:rPr lang="en-US" altLang="zh-CN" sz="3000" dirty="0" smtClean="0">
                <a:cs typeface="Times New Roman" pitchFamily="18" charset="0"/>
              </a:rPr>
              <a:t>x B(x)</a:t>
            </a:r>
            <a:r>
              <a:rPr lang="zh-CN" altLang="en-US" sz="3000" dirty="0" smtClean="0">
                <a:cs typeface="Times New Roman" pitchFamily="18" charset="0"/>
              </a:rPr>
              <a:t>。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CC8BEA5-7F50-46FC-95C6-4C30664B87A6}" type="slidenum">
              <a:rPr lang="en-US" altLang="zh-CN" smtClean="0"/>
              <a:pPr>
                <a:defRPr/>
              </a:pPr>
              <a:t>82</a:t>
            </a:fld>
            <a:endParaRPr lang="en-US" altLang="zh-CN"/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7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67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67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7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467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467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7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467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467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>
              <a:defRPr/>
            </a:pPr>
            <a:r>
              <a:rPr lang="zh-CN" altLang="en-US" sz="3600" dirty="0" smtClean="0"/>
              <a:t>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976556"/>
            <a:ext cx="8352928" cy="5195643"/>
          </a:xfrm>
        </p:spPr>
        <p:txBody>
          <a:bodyPr/>
          <a:lstStyle/>
          <a:p>
            <a:pPr marL="0" indent="0">
              <a:lnSpc>
                <a:spcPct val="120000"/>
              </a:lnSpc>
              <a:buNone/>
              <a:defRPr/>
            </a:pPr>
            <a:r>
              <a:rPr lang="en-US" altLang="zh-CN" sz="3200" dirty="0" smtClean="0"/>
              <a:t>(3) </a:t>
            </a:r>
            <a:r>
              <a:rPr lang="zh-CN" altLang="en-US" sz="3200" dirty="0" smtClean="0">
                <a:sym typeface="Symbol" pitchFamily="18" charset="2"/>
              </a:rPr>
              <a:t></a:t>
            </a:r>
            <a:r>
              <a:rPr lang="en-US" altLang="zh-CN" sz="3200" dirty="0" smtClean="0"/>
              <a:t>x(A(x) </a:t>
            </a:r>
            <a:r>
              <a:rPr lang="en-US" altLang="zh-CN" sz="3200" dirty="0" smtClean="0">
                <a:sym typeface="Symbol" pitchFamily="18" charset="2"/>
              </a:rPr>
              <a:t></a:t>
            </a:r>
            <a:r>
              <a:rPr lang="en-US" altLang="zh-CN" sz="3200" dirty="0" smtClean="0"/>
              <a:t> B(x))</a:t>
            </a:r>
            <a:r>
              <a:rPr lang="en-US" altLang="zh-CN" sz="3200" dirty="0" smtClean="0">
                <a:sym typeface="Symbol" pitchFamily="18" charset="2"/>
              </a:rPr>
              <a:t></a:t>
            </a:r>
            <a:r>
              <a:rPr lang="en-US" altLang="zh-CN" sz="3200" dirty="0" err="1" smtClean="0"/>
              <a:t>xA</a:t>
            </a:r>
            <a:r>
              <a:rPr lang="en-US" altLang="zh-CN" sz="3200" dirty="0" smtClean="0"/>
              <a:t>(x) </a:t>
            </a:r>
            <a:r>
              <a:rPr lang="en-US" altLang="zh-CN" sz="3200" dirty="0" smtClean="0">
                <a:sym typeface="Symbol" pitchFamily="18" charset="2"/>
              </a:rPr>
              <a:t></a:t>
            </a:r>
            <a:r>
              <a:rPr lang="en-US" altLang="zh-CN" sz="3200" dirty="0" smtClean="0"/>
              <a:t>x B(x)</a:t>
            </a:r>
            <a:r>
              <a:rPr lang="zh-CN" altLang="en-US" sz="3200" dirty="0" smtClean="0"/>
              <a:t>。</a:t>
            </a:r>
          </a:p>
          <a:p>
            <a:pPr marL="0" indent="0"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3200" dirty="0" smtClean="0">
                <a:latin typeface="Times New Roman" pitchFamily="18" charset="0"/>
                <a:cs typeface="Times New Roman" pitchFamily="18" charset="0"/>
              </a:rPr>
              <a:t>再使用方法四。</a:t>
            </a:r>
            <a:endParaRPr lang="en-US" altLang="zh-CN" sz="32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3200" dirty="0" smtClean="0">
                <a:solidFill>
                  <a:srgbClr val="FFC000"/>
                </a:solidFill>
                <a:latin typeface="Times New Roman" pitchFamily="18" charset="0"/>
                <a:cs typeface="Times New Roman" pitchFamily="18" charset="0"/>
              </a:rPr>
              <a:t>假设存在解释</a:t>
            </a:r>
            <a:r>
              <a:rPr lang="en-US" altLang="zh-CN" sz="3200" dirty="0" smtClean="0">
                <a:solidFill>
                  <a:srgbClr val="FFC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zh-CN" altLang="en-US" sz="3200" dirty="0" smtClean="0">
                <a:solidFill>
                  <a:srgbClr val="FFC000"/>
                </a:solidFill>
                <a:latin typeface="Times New Roman" pitchFamily="18" charset="0"/>
                <a:cs typeface="Times New Roman" pitchFamily="18" charset="0"/>
              </a:rPr>
              <a:t>使</a:t>
            </a:r>
            <a:r>
              <a:rPr lang="zh-CN" altLang="en-US" sz="3200" dirty="0" smtClean="0">
                <a:solidFill>
                  <a:srgbClr val="FFC000"/>
                </a:solidFill>
                <a:cs typeface="Times New Roman" pitchFamily="18" charset="0"/>
                <a:sym typeface="Symbol" pitchFamily="18" charset="2"/>
              </a:rPr>
              <a:t></a:t>
            </a:r>
            <a:r>
              <a:rPr lang="en-US" altLang="zh-CN" sz="3200" dirty="0" err="1" smtClean="0">
                <a:solidFill>
                  <a:srgbClr val="FFC000"/>
                </a:solidFill>
                <a:cs typeface="Times New Roman" pitchFamily="18" charset="0"/>
              </a:rPr>
              <a:t>xA</a:t>
            </a:r>
            <a:r>
              <a:rPr lang="en-US" altLang="zh-CN" sz="3200" dirty="0" smtClean="0">
                <a:solidFill>
                  <a:srgbClr val="FFC000"/>
                </a:solidFill>
                <a:cs typeface="Times New Roman" pitchFamily="18" charset="0"/>
              </a:rPr>
              <a:t>(x)</a:t>
            </a:r>
            <a:r>
              <a:rPr lang="en-US" altLang="zh-CN" sz="3200" dirty="0" smtClean="0">
                <a:solidFill>
                  <a:srgbClr val="FFC000"/>
                </a:solidFill>
                <a:cs typeface="Times New Roman" pitchFamily="18" charset="0"/>
                <a:sym typeface="Symbol" pitchFamily="18" charset="2"/>
              </a:rPr>
              <a:t></a:t>
            </a:r>
            <a:r>
              <a:rPr lang="en-US" altLang="zh-CN" sz="3200" dirty="0" err="1" smtClean="0">
                <a:solidFill>
                  <a:srgbClr val="FFC000"/>
                </a:solidFill>
                <a:cs typeface="Times New Roman" pitchFamily="18" charset="0"/>
              </a:rPr>
              <a:t>xB</a:t>
            </a:r>
            <a:r>
              <a:rPr lang="en-US" altLang="zh-CN" sz="3200" dirty="0" smtClean="0">
                <a:solidFill>
                  <a:srgbClr val="FFC000"/>
                </a:solidFill>
                <a:cs typeface="Times New Roman" pitchFamily="18" charset="0"/>
              </a:rPr>
              <a:t>(x)</a:t>
            </a:r>
            <a:r>
              <a:rPr lang="zh-CN" altLang="en-US" sz="3200" dirty="0" smtClean="0">
                <a:solidFill>
                  <a:srgbClr val="FFC000"/>
                </a:solidFill>
                <a:latin typeface="Times New Roman" pitchFamily="18" charset="0"/>
                <a:cs typeface="Times New Roman" pitchFamily="18" charset="0"/>
              </a:rPr>
              <a:t>为假</a:t>
            </a:r>
            <a:r>
              <a:rPr lang="zh-CN" altLang="en-US" sz="3200" dirty="0" smtClean="0">
                <a:latin typeface="Times New Roman" pitchFamily="18" charset="0"/>
                <a:cs typeface="Times New Roman" pitchFamily="18" charset="0"/>
              </a:rPr>
              <a:t>，则</a:t>
            </a:r>
            <a:r>
              <a:rPr lang="zh-CN" altLang="en-US" sz="32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</a:t>
            </a:r>
            <a:r>
              <a:rPr lang="en-US" altLang="zh-CN" sz="3200" dirty="0" err="1" smtClean="0">
                <a:latin typeface="Times New Roman" pitchFamily="18" charset="0"/>
                <a:cs typeface="Times New Roman" pitchFamily="18" charset="0"/>
              </a:rPr>
              <a:t>xA</a:t>
            </a:r>
            <a:r>
              <a:rPr lang="en-US" altLang="zh-CN" sz="3200" dirty="0" smtClean="0">
                <a:latin typeface="Times New Roman" pitchFamily="18" charset="0"/>
                <a:cs typeface="Times New Roman" pitchFamily="18" charset="0"/>
              </a:rPr>
              <a:t>(x) </a:t>
            </a:r>
            <a:r>
              <a:rPr lang="zh-CN" altLang="en-US" sz="3200" dirty="0" smtClean="0">
                <a:latin typeface="Times New Roman" pitchFamily="18" charset="0"/>
                <a:cs typeface="Times New Roman" pitchFamily="18" charset="0"/>
              </a:rPr>
              <a:t>为假，且</a:t>
            </a:r>
            <a:r>
              <a:rPr lang="zh-CN" altLang="en-US" sz="32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</a:t>
            </a:r>
            <a:r>
              <a:rPr lang="en-US" altLang="zh-CN" sz="3200" dirty="0" err="1" smtClean="0">
                <a:latin typeface="Times New Roman" pitchFamily="18" charset="0"/>
                <a:cs typeface="Times New Roman" pitchFamily="18" charset="0"/>
              </a:rPr>
              <a:t>xB</a:t>
            </a:r>
            <a:r>
              <a:rPr lang="en-US" altLang="zh-CN" sz="3200" dirty="0" smtClean="0">
                <a:latin typeface="Times New Roman" pitchFamily="18" charset="0"/>
                <a:cs typeface="Times New Roman" pitchFamily="18" charset="0"/>
              </a:rPr>
              <a:t>(x)</a:t>
            </a:r>
            <a:r>
              <a:rPr lang="zh-CN" altLang="en-US" sz="3200" dirty="0" smtClean="0">
                <a:latin typeface="Times New Roman" pitchFamily="18" charset="0"/>
                <a:cs typeface="Times New Roman" pitchFamily="18" charset="0"/>
              </a:rPr>
              <a:t>为假，即，</a:t>
            </a:r>
            <a:r>
              <a:rPr lang="en-US" altLang="zh-CN" sz="3200" dirty="0" smtClean="0">
                <a:latin typeface="Times New Roman" pitchFamily="18" charset="0"/>
                <a:cs typeface="Times New Roman" pitchFamily="18" charset="0"/>
              </a:rPr>
              <a:t>D</a:t>
            </a:r>
            <a:r>
              <a:rPr lang="zh-CN" altLang="en-US" sz="3200" dirty="0" smtClean="0">
                <a:latin typeface="Times New Roman" pitchFamily="18" charset="0"/>
                <a:cs typeface="Times New Roman" pitchFamily="18" charset="0"/>
              </a:rPr>
              <a:t>中存在元素</a:t>
            </a:r>
            <a:r>
              <a:rPr lang="en-US" altLang="zh-CN" sz="3200" dirty="0" smtClean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zh-CN" sz="3200" baseline="-30000" dirty="0" smtClean="0">
                <a:latin typeface="Times New Roman" pitchFamily="18" charset="0"/>
                <a:cs typeface="Times New Roman" pitchFamily="18" charset="0"/>
              </a:rPr>
              <a:t>0</a:t>
            </a:r>
            <a:r>
              <a:rPr lang="zh-CN" altLang="en-US" sz="3200" dirty="0" smtClean="0">
                <a:latin typeface="Times New Roman" pitchFamily="18" charset="0"/>
                <a:cs typeface="Times New Roman" pitchFamily="18" charset="0"/>
              </a:rPr>
              <a:t>，使</a:t>
            </a:r>
            <a:r>
              <a:rPr lang="en-US" altLang="zh-CN" sz="3200" dirty="0" smtClean="0">
                <a:latin typeface="Times New Roman" pitchFamily="18" charset="0"/>
                <a:cs typeface="Times New Roman" pitchFamily="18" charset="0"/>
              </a:rPr>
              <a:t>A(x</a:t>
            </a:r>
            <a:r>
              <a:rPr lang="en-US" altLang="zh-CN" sz="3200" baseline="-30000" dirty="0" smtClean="0">
                <a:latin typeface="Times New Roman" pitchFamily="18" charset="0"/>
                <a:cs typeface="Times New Roman" pitchFamily="18" charset="0"/>
              </a:rPr>
              <a:t>0</a:t>
            </a:r>
            <a:r>
              <a:rPr lang="en-US" altLang="zh-CN" sz="3200" dirty="0" smtClean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zh-CN" altLang="en-US" sz="3200" dirty="0" smtClean="0">
                <a:latin typeface="Times New Roman" pitchFamily="18" charset="0"/>
                <a:cs typeface="Times New Roman" pitchFamily="18" charset="0"/>
              </a:rPr>
              <a:t>为假，且对</a:t>
            </a:r>
            <a:r>
              <a:rPr lang="en-US" altLang="zh-CN" sz="3200" dirty="0" smtClean="0">
                <a:latin typeface="Times New Roman" pitchFamily="18" charset="0"/>
                <a:cs typeface="Times New Roman" pitchFamily="18" charset="0"/>
              </a:rPr>
              <a:t>D</a:t>
            </a:r>
            <a:r>
              <a:rPr lang="zh-CN" altLang="en-US" sz="3200" dirty="0" smtClean="0">
                <a:latin typeface="Times New Roman" pitchFamily="18" charset="0"/>
                <a:cs typeface="Times New Roman" pitchFamily="18" charset="0"/>
              </a:rPr>
              <a:t>中任意元素</a:t>
            </a:r>
            <a:r>
              <a:rPr lang="en-US" altLang="zh-CN" sz="3200" dirty="0" smtClean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zh-CN" altLang="en-US" sz="3200" dirty="0" smtClean="0">
                <a:latin typeface="Times New Roman" pitchFamily="18" charset="0"/>
                <a:cs typeface="Times New Roman" pitchFamily="18" charset="0"/>
              </a:rPr>
              <a:t>，</a:t>
            </a:r>
            <a:r>
              <a:rPr lang="en-US" altLang="zh-CN" sz="3200" dirty="0" smtClean="0">
                <a:latin typeface="Times New Roman" pitchFamily="18" charset="0"/>
                <a:cs typeface="Times New Roman" pitchFamily="18" charset="0"/>
              </a:rPr>
              <a:t>B(x)</a:t>
            </a:r>
            <a:r>
              <a:rPr lang="zh-CN" altLang="en-US" sz="3200" dirty="0" smtClean="0">
                <a:latin typeface="Times New Roman" pitchFamily="18" charset="0"/>
                <a:cs typeface="Times New Roman" pitchFamily="18" charset="0"/>
              </a:rPr>
              <a:t>均为假，于是，</a:t>
            </a:r>
            <a:r>
              <a:rPr lang="en-US" altLang="zh-CN" sz="3200" dirty="0" smtClean="0">
                <a:latin typeface="Times New Roman" pitchFamily="18" charset="0"/>
                <a:cs typeface="Times New Roman" pitchFamily="18" charset="0"/>
              </a:rPr>
              <a:t>A(x</a:t>
            </a:r>
            <a:r>
              <a:rPr lang="en-US" altLang="zh-CN" sz="3200" baseline="-30000" dirty="0" smtClean="0">
                <a:latin typeface="Times New Roman" pitchFamily="18" charset="0"/>
                <a:cs typeface="Times New Roman" pitchFamily="18" charset="0"/>
              </a:rPr>
              <a:t>0</a:t>
            </a:r>
            <a:r>
              <a:rPr lang="en-US" altLang="zh-CN" sz="3200" dirty="0" smtClean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altLang="zh-CN" sz="32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</a:t>
            </a:r>
            <a:r>
              <a:rPr lang="en-US" altLang="zh-CN" sz="3200" dirty="0" smtClean="0">
                <a:latin typeface="Times New Roman" pitchFamily="18" charset="0"/>
                <a:cs typeface="Times New Roman" pitchFamily="18" charset="0"/>
              </a:rPr>
              <a:t>B(x</a:t>
            </a:r>
            <a:r>
              <a:rPr lang="en-US" altLang="zh-CN" sz="3200" baseline="-30000" dirty="0" smtClean="0">
                <a:latin typeface="Times New Roman" pitchFamily="18" charset="0"/>
                <a:cs typeface="Times New Roman" pitchFamily="18" charset="0"/>
              </a:rPr>
              <a:t>0</a:t>
            </a:r>
            <a:r>
              <a:rPr lang="en-US" altLang="zh-CN" sz="3200" dirty="0" smtClean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zh-CN" altLang="en-US" sz="3200" dirty="0" smtClean="0">
                <a:latin typeface="Times New Roman" pitchFamily="18" charset="0"/>
                <a:cs typeface="Times New Roman" pitchFamily="18" charset="0"/>
              </a:rPr>
              <a:t>为假，故，</a:t>
            </a:r>
            <a:r>
              <a:rPr lang="zh-CN" altLang="en-US" sz="3200" dirty="0" smtClean="0">
                <a:solidFill>
                  <a:srgbClr val="FFC000"/>
                </a:solidFill>
                <a:cs typeface="Times New Roman" pitchFamily="18" charset="0"/>
                <a:sym typeface="Symbol" pitchFamily="18" charset="2"/>
              </a:rPr>
              <a:t></a:t>
            </a:r>
            <a:r>
              <a:rPr lang="en-US" altLang="zh-CN" sz="3200" dirty="0" smtClean="0">
                <a:solidFill>
                  <a:srgbClr val="FFC000"/>
                </a:solidFill>
                <a:cs typeface="Times New Roman" pitchFamily="18" charset="0"/>
              </a:rPr>
              <a:t>x(A(x)</a:t>
            </a:r>
            <a:r>
              <a:rPr lang="en-US" altLang="zh-CN" sz="3200" dirty="0" smtClean="0">
                <a:solidFill>
                  <a:srgbClr val="FFC000"/>
                </a:solidFill>
                <a:cs typeface="Times New Roman" pitchFamily="18" charset="0"/>
                <a:sym typeface="Symbol" pitchFamily="18" charset="2"/>
              </a:rPr>
              <a:t></a:t>
            </a:r>
            <a:r>
              <a:rPr lang="en-US" altLang="zh-CN" sz="3200" dirty="0" smtClean="0">
                <a:solidFill>
                  <a:srgbClr val="FFC000"/>
                </a:solidFill>
                <a:cs typeface="Times New Roman" pitchFamily="18" charset="0"/>
              </a:rPr>
              <a:t>B(x))</a:t>
            </a:r>
            <a:r>
              <a:rPr lang="zh-CN" altLang="en-US" sz="3200" dirty="0" smtClean="0">
                <a:solidFill>
                  <a:srgbClr val="FFC000"/>
                </a:solidFill>
                <a:latin typeface="Times New Roman" pitchFamily="18" charset="0"/>
                <a:cs typeface="Times New Roman" pitchFamily="18" charset="0"/>
              </a:rPr>
              <a:t>在</a:t>
            </a:r>
            <a:r>
              <a:rPr lang="en-US" altLang="zh-CN" sz="3200" dirty="0" smtClean="0">
                <a:solidFill>
                  <a:srgbClr val="FFC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zh-CN" altLang="en-US" sz="3200" dirty="0" smtClean="0">
                <a:solidFill>
                  <a:srgbClr val="FFC000"/>
                </a:solidFill>
                <a:latin typeface="Times New Roman" pitchFamily="18" charset="0"/>
                <a:cs typeface="Times New Roman" pitchFamily="18" charset="0"/>
              </a:rPr>
              <a:t>下为假</a:t>
            </a:r>
            <a:r>
              <a:rPr lang="zh-CN" altLang="en-US" sz="3200" dirty="0" smtClean="0">
                <a:latin typeface="Times New Roman" pitchFamily="18" charset="0"/>
                <a:cs typeface="Times New Roman" pitchFamily="18" charset="0"/>
              </a:rPr>
              <a:t>。因此，</a:t>
            </a:r>
            <a:r>
              <a:rPr lang="zh-CN" altLang="en-US" sz="3200" dirty="0" smtClean="0">
                <a:cs typeface="Times New Roman" pitchFamily="18" charset="0"/>
                <a:sym typeface="Symbol" pitchFamily="18" charset="2"/>
              </a:rPr>
              <a:t></a:t>
            </a:r>
            <a:r>
              <a:rPr lang="en-US" altLang="zh-CN" sz="3200" dirty="0" smtClean="0">
                <a:cs typeface="Times New Roman" pitchFamily="18" charset="0"/>
              </a:rPr>
              <a:t>x(A(x)</a:t>
            </a:r>
            <a:r>
              <a:rPr lang="en-US" altLang="zh-CN" sz="3200" dirty="0" smtClean="0">
                <a:cs typeface="Times New Roman" pitchFamily="18" charset="0"/>
                <a:sym typeface="Symbol" pitchFamily="18" charset="2"/>
              </a:rPr>
              <a:t></a:t>
            </a:r>
            <a:r>
              <a:rPr lang="en-US" altLang="zh-CN" sz="3200" dirty="0" smtClean="0">
                <a:cs typeface="Times New Roman" pitchFamily="18" charset="0"/>
              </a:rPr>
              <a:t>B(x))</a:t>
            </a:r>
            <a:r>
              <a:rPr lang="en-US" altLang="zh-CN" sz="3200" dirty="0" smtClean="0">
                <a:cs typeface="Times New Roman" pitchFamily="18" charset="0"/>
                <a:sym typeface="Symbol" pitchFamily="18" charset="2"/>
              </a:rPr>
              <a:t></a:t>
            </a:r>
            <a:r>
              <a:rPr lang="en-US" altLang="zh-CN" sz="3200" dirty="0" err="1" smtClean="0">
                <a:cs typeface="Times New Roman" pitchFamily="18" charset="0"/>
              </a:rPr>
              <a:t>xA</a:t>
            </a:r>
            <a:r>
              <a:rPr lang="en-US" altLang="zh-CN" sz="3200" dirty="0" smtClean="0">
                <a:cs typeface="Times New Roman" pitchFamily="18" charset="0"/>
              </a:rPr>
              <a:t>(x)</a:t>
            </a:r>
            <a:r>
              <a:rPr lang="en-US" altLang="zh-CN" sz="3200" dirty="0" smtClean="0">
                <a:cs typeface="Times New Roman" pitchFamily="18" charset="0"/>
                <a:sym typeface="Symbol" pitchFamily="18" charset="2"/>
              </a:rPr>
              <a:t></a:t>
            </a:r>
            <a:r>
              <a:rPr lang="en-US" altLang="zh-CN" sz="3200" dirty="0" smtClean="0">
                <a:cs typeface="Times New Roman" pitchFamily="18" charset="0"/>
              </a:rPr>
              <a:t>x B(x)</a:t>
            </a:r>
            <a:r>
              <a:rPr lang="zh-CN" altLang="en-US" sz="3200" dirty="0" smtClean="0">
                <a:latin typeface="Times New Roman" pitchFamily="18" charset="0"/>
                <a:cs typeface="Times New Roman" pitchFamily="18" charset="0"/>
              </a:rPr>
              <a:t>。</a:t>
            </a:r>
          </a:p>
          <a:p>
            <a:pPr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33FF79C-BB76-4B23-B69D-B85D6D1A82B6}" type="slidenum">
              <a:rPr lang="en-US" altLang="zh-CN" smtClean="0"/>
              <a:pPr>
                <a:defRPr/>
              </a:pPr>
              <a:t>83</a:t>
            </a:fld>
            <a:endParaRPr lang="en-US" altLang="zh-CN"/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>
              <a:defRPr/>
            </a:pPr>
            <a:r>
              <a:rPr lang="en-US" altLang="zh-CN" sz="3600" dirty="0" smtClean="0"/>
              <a:t>3 </a:t>
            </a:r>
            <a:r>
              <a:rPr lang="zh-CN" altLang="en-US" sz="3600" dirty="0" smtClean="0"/>
              <a:t>谓词逻辑的判定问题</a:t>
            </a:r>
          </a:p>
        </p:txBody>
      </p:sp>
      <p:sp>
        <p:nvSpPr>
          <p:cNvPr id="66563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066800"/>
            <a:ext cx="8352928" cy="5486400"/>
          </a:xfrm>
        </p:spPr>
        <p:txBody>
          <a:bodyPr/>
          <a:lstStyle/>
          <a:p>
            <a:pPr marL="0" indent="0" eaLnBrk="1" hangingPunct="1">
              <a:spcBef>
                <a:spcPct val="10000"/>
              </a:spcBef>
              <a:buNone/>
              <a:tabLst>
                <a:tab pos="669925" algn="l"/>
              </a:tabLst>
              <a:defRPr/>
            </a:pPr>
            <a:r>
              <a:rPr lang="zh-CN" altLang="en-US" sz="3000" dirty="0" smtClean="0">
                <a:latin typeface="Times New Roman" pitchFamily="18" charset="0"/>
              </a:rPr>
              <a:t>谓词逻辑中公式恒真、恒假性的判断异常困难。</a:t>
            </a:r>
          </a:p>
          <a:p>
            <a:pPr marL="0" indent="0" eaLnBrk="1" hangingPunct="1">
              <a:spcBef>
                <a:spcPct val="10000"/>
              </a:spcBef>
              <a:buFont typeface="Wingdings" panose="05000000000000000000" pitchFamily="2" charset="2"/>
              <a:buNone/>
              <a:tabLst>
                <a:tab pos="669925" algn="l"/>
              </a:tabLst>
              <a:defRPr/>
            </a:pPr>
            <a:r>
              <a:rPr lang="zh-CN" altLang="en-US" sz="3000" dirty="0" smtClean="0">
                <a:latin typeface="Times New Roman" pitchFamily="18" charset="0"/>
              </a:rPr>
              <a:t>原因：</a:t>
            </a:r>
          </a:p>
          <a:p>
            <a:pPr marL="0" indent="0" eaLnBrk="1" hangingPunct="1">
              <a:spcBef>
                <a:spcPct val="10000"/>
              </a:spcBef>
              <a:buFont typeface="Wingdings" panose="05000000000000000000" pitchFamily="2" charset="2"/>
              <a:buNone/>
              <a:tabLst>
                <a:tab pos="669925" algn="l"/>
              </a:tabLst>
              <a:defRPr/>
            </a:pPr>
            <a:r>
              <a:rPr lang="zh-CN" altLang="en-US" sz="3000" dirty="0" smtClean="0">
                <a:latin typeface="Times New Roman" pitchFamily="18" charset="0"/>
              </a:rPr>
              <a:t>谓词逻辑中的恒真</a:t>
            </a:r>
            <a:r>
              <a:rPr lang="en-US" altLang="zh-CN" sz="3000" dirty="0" smtClean="0">
                <a:latin typeface="Times New Roman" pitchFamily="18" charset="0"/>
              </a:rPr>
              <a:t>(</a:t>
            </a:r>
            <a:r>
              <a:rPr lang="zh-CN" altLang="en-US" sz="3000" dirty="0" smtClean="0">
                <a:latin typeface="Times New Roman" pitchFamily="18" charset="0"/>
              </a:rPr>
              <a:t>恒假</a:t>
            </a:r>
            <a:r>
              <a:rPr lang="en-US" altLang="zh-CN" sz="3000" dirty="0" smtClean="0">
                <a:latin typeface="Times New Roman" pitchFamily="18" charset="0"/>
              </a:rPr>
              <a:t>)</a:t>
            </a:r>
            <a:r>
              <a:rPr lang="zh-CN" altLang="en-US" sz="3000" dirty="0" smtClean="0">
                <a:latin typeface="Times New Roman" pitchFamily="18" charset="0"/>
              </a:rPr>
              <a:t>公式，要求</a:t>
            </a:r>
            <a:r>
              <a:rPr lang="zh-CN" altLang="en-US" sz="3000" dirty="0" smtClean="0">
                <a:solidFill>
                  <a:srgbClr val="FFCC00"/>
                </a:solidFill>
                <a:latin typeface="Times New Roman" pitchFamily="18" charset="0"/>
              </a:rPr>
              <a:t>所有解释</a:t>
            </a:r>
            <a:r>
              <a:rPr lang="en-US" altLang="zh-CN" sz="3000" dirty="0" smtClean="0">
                <a:solidFill>
                  <a:srgbClr val="FFCC00"/>
                </a:solidFill>
                <a:latin typeface="Times New Roman" pitchFamily="18" charset="0"/>
              </a:rPr>
              <a:t>I</a:t>
            </a:r>
            <a:r>
              <a:rPr lang="zh-CN" altLang="en-US" sz="3000" dirty="0" smtClean="0">
                <a:latin typeface="Times New Roman" pitchFamily="18" charset="0"/>
              </a:rPr>
              <a:t>都满足</a:t>
            </a:r>
            <a:r>
              <a:rPr lang="en-US" altLang="zh-CN" sz="3000" dirty="0" smtClean="0">
                <a:latin typeface="Times New Roman" pitchFamily="18" charset="0"/>
              </a:rPr>
              <a:t>(</a:t>
            </a:r>
            <a:r>
              <a:rPr lang="zh-CN" altLang="en-US" sz="3000" dirty="0" smtClean="0">
                <a:latin typeface="Times New Roman" pitchFamily="18" charset="0"/>
              </a:rPr>
              <a:t>弄假</a:t>
            </a:r>
            <a:r>
              <a:rPr lang="en-US" altLang="zh-CN" sz="3000" dirty="0" smtClean="0">
                <a:latin typeface="Times New Roman" pitchFamily="18" charset="0"/>
              </a:rPr>
              <a:t>)</a:t>
            </a:r>
            <a:r>
              <a:rPr lang="zh-CN" altLang="en-US" sz="3000" dirty="0" smtClean="0">
                <a:latin typeface="Times New Roman" pitchFamily="18" charset="0"/>
              </a:rPr>
              <a:t>该公式。</a:t>
            </a:r>
          </a:p>
          <a:p>
            <a:pPr marL="0" indent="0" eaLnBrk="1" hangingPunct="1">
              <a:spcBef>
                <a:spcPct val="10000"/>
              </a:spcBef>
              <a:buFont typeface="Wingdings" panose="05000000000000000000" pitchFamily="2" charset="2"/>
              <a:buNone/>
              <a:tabLst>
                <a:tab pos="669925" algn="l"/>
              </a:tabLst>
              <a:defRPr/>
            </a:pPr>
            <a:r>
              <a:rPr lang="zh-CN" altLang="en-US" sz="3000" dirty="0" smtClean="0">
                <a:latin typeface="Times New Roman" pitchFamily="18" charset="0"/>
              </a:rPr>
              <a:t>而解释</a:t>
            </a:r>
            <a:r>
              <a:rPr lang="en-US" altLang="zh-CN" sz="3000" dirty="0" smtClean="0">
                <a:latin typeface="Times New Roman" pitchFamily="18" charset="0"/>
              </a:rPr>
              <a:t>I</a:t>
            </a:r>
            <a:r>
              <a:rPr lang="zh-CN" altLang="en-US" sz="3000" dirty="0" smtClean="0">
                <a:latin typeface="Times New Roman" pitchFamily="18" charset="0"/>
              </a:rPr>
              <a:t>依赖于一个非空集合</a:t>
            </a:r>
            <a:r>
              <a:rPr lang="en-US" altLang="zh-CN" sz="3000" dirty="0" smtClean="0">
                <a:latin typeface="Times New Roman" pitchFamily="18" charset="0"/>
              </a:rPr>
              <a:t>D</a:t>
            </a:r>
            <a:r>
              <a:rPr lang="zh-CN" altLang="en-US" sz="3000" dirty="0" smtClean="0">
                <a:latin typeface="Times New Roman" pitchFamily="18" charset="0"/>
              </a:rPr>
              <a:t>。</a:t>
            </a:r>
          </a:p>
          <a:p>
            <a:pPr marL="0" indent="0" eaLnBrk="1" hangingPunct="1">
              <a:spcBef>
                <a:spcPct val="10000"/>
              </a:spcBef>
              <a:buFont typeface="Wingdings" panose="05000000000000000000" pitchFamily="2" charset="2"/>
              <a:buNone/>
              <a:tabLst>
                <a:tab pos="669925" algn="l"/>
              </a:tabLst>
              <a:defRPr/>
            </a:pPr>
            <a:r>
              <a:rPr lang="zh-CN" altLang="en-US" sz="3000" dirty="0" smtClean="0">
                <a:latin typeface="Times New Roman" pitchFamily="18" charset="0"/>
              </a:rPr>
              <a:t>由于集合</a:t>
            </a:r>
            <a:r>
              <a:rPr lang="en-US" altLang="zh-CN" sz="3000" dirty="0" smtClean="0">
                <a:latin typeface="Times New Roman" pitchFamily="18" charset="0"/>
              </a:rPr>
              <a:t>D</a:t>
            </a:r>
            <a:r>
              <a:rPr lang="zh-CN" altLang="en-US" sz="3000" dirty="0" smtClean="0">
                <a:latin typeface="Times New Roman" pitchFamily="18" charset="0"/>
              </a:rPr>
              <a:t>可以是无穷集合，而集合</a:t>
            </a:r>
            <a:r>
              <a:rPr lang="en-US" altLang="zh-CN" sz="3000" dirty="0" smtClean="0">
                <a:latin typeface="Times New Roman" pitchFamily="18" charset="0"/>
              </a:rPr>
              <a:t>D</a:t>
            </a:r>
            <a:r>
              <a:rPr lang="zh-CN" altLang="en-US" sz="3000" dirty="0" smtClean="0">
                <a:latin typeface="Times New Roman" pitchFamily="18" charset="0"/>
              </a:rPr>
              <a:t>的 “数目”也可能是无穷多个。</a:t>
            </a:r>
          </a:p>
          <a:p>
            <a:pPr marL="0" indent="0" eaLnBrk="1" hangingPunct="1">
              <a:spcBef>
                <a:spcPct val="10000"/>
              </a:spcBef>
              <a:buFont typeface="Wingdings" panose="05000000000000000000" pitchFamily="2" charset="2"/>
              <a:buNone/>
              <a:tabLst>
                <a:tab pos="669925" algn="l"/>
              </a:tabLst>
              <a:defRPr/>
            </a:pPr>
            <a:r>
              <a:rPr lang="zh-CN" altLang="en-US" sz="3000" dirty="0" smtClean="0">
                <a:latin typeface="Times New Roman" pitchFamily="18" charset="0"/>
              </a:rPr>
              <a:t>因此，所谓公式的 “所有”解释，实际上是无法考虑的。</a:t>
            </a:r>
          </a:p>
          <a:p>
            <a:pPr marL="0" indent="0" eaLnBrk="1" hangingPunct="1">
              <a:spcBef>
                <a:spcPct val="10000"/>
              </a:spcBef>
              <a:tabLst>
                <a:tab pos="669925" algn="l"/>
              </a:tabLst>
              <a:defRPr/>
            </a:pPr>
            <a:r>
              <a:rPr lang="en-US" altLang="zh-CN" sz="3000" dirty="0" smtClean="0">
                <a:latin typeface="Times New Roman" pitchFamily="18" charset="0"/>
              </a:rPr>
              <a:t>1936</a:t>
            </a:r>
            <a:r>
              <a:rPr lang="zh-CN" altLang="en-US" sz="3000" dirty="0" smtClean="0">
                <a:latin typeface="Times New Roman" pitchFamily="18" charset="0"/>
              </a:rPr>
              <a:t>年</a:t>
            </a:r>
            <a:r>
              <a:rPr lang="en-US" altLang="zh-CN" sz="3000" dirty="0" smtClean="0">
                <a:latin typeface="Times New Roman" pitchFamily="18" charset="0"/>
              </a:rPr>
              <a:t>Church</a:t>
            </a:r>
            <a:r>
              <a:rPr lang="zh-CN" altLang="en-US" sz="3000" dirty="0" smtClean="0">
                <a:latin typeface="Times New Roman" pitchFamily="18" charset="0"/>
              </a:rPr>
              <a:t>和</a:t>
            </a:r>
            <a:r>
              <a:rPr lang="en-US" altLang="zh-CN" sz="3000" dirty="0" smtClean="0">
                <a:latin typeface="Times New Roman" pitchFamily="18" charset="0"/>
              </a:rPr>
              <a:t>Turing</a:t>
            </a:r>
            <a:r>
              <a:rPr lang="zh-CN" altLang="en-US" sz="3000" dirty="0" smtClean="0">
                <a:latin typeface="Times New Roman" pitchFamily="18" charset="0"/>
              </a:rPr>
              <a:t>分别独立地证明了：对于谓词逻辑，判定问题是不可解的。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FEF14A4-8C7F-4E6C-9BAA-97224F71C146}" type="slidenum">
              <a:rPr lang="en-US" altLang="zh-CN" smtClean="0"/>
              <a:pPr>
                <a:defRPr/>
              </a:pPr>
              <a:t>84</a:t>
            </a:fld>
            <a:endParaRPr lang="en-US" altLang="zh-CN"/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65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65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65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65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65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65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65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65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65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65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65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65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>
              <a:defRPr/>
            </a:pPr>
            <a:r>
              <a:rPr lang="en-US" altLang="zh-CN" sz="3600" dirty="0" smtClean="0"/>
              <a:t>3 </a:t>
            </a:r>
            <a:r>
              <a:rPr lang="zh-CN" altLang="en-US" sz="3600" dirty="0" smtClean="0"/>
              <a:t>谓词逻辑的判定问题</a:t>
            </a:r>
          </a:p>
        </p:txBody>
      </p:sp>
      <p:sp>
        <p:nvSpPr>
          <p:cNvPr id="22835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 eaLnBrk="1" hangingPunct="1">
              <a:lnSpc>
                <a:spcPct val="120000"/>
              </a:lnSpc>
              <a:spcBef>
                <a:spcPct val="10000"/>
              </a:spcBef>
              <a:buNone/>
              <a:defRPr/>
            </a:pPr>
            <a:r>
              <a:rPr lang="zh-CN" altLang="en-US" sz="3200" dirty="0" smtClean="0">
                <a:latin typeface="Times New Roman" pitchFamily="18" charset="0"/>
              </a:rPr>
              <a:t>谓词逻辑是半可判定的：</a:t>
            </a:r>
            <a:r>
              <a:rPr lang="zh-CN" altLang="en-US" sz="3200" dirty="0" smtClean="0"/>
              <a:t>如果谓词逻辑中的公式是恒真的，则有算法在有限步之内检验出这个公式的恒真性。如果该公式不是恒真的</a:t>
            </a:r>
            <a:r>
              <a:rPr lang="en-US" altLang="zh-CN" sz="3200" dirty="0" smtClean="0"/>
              <a:t>(</a:t>
            </a:r>
            <a:r>
              <a:rPr lang="zh-CN" altLang="en-US" sz="3200" dirty="0" smtClean="0"/>
              <a:t>当然也不是恒假的</a:t>
            </a:r>
            <a:r>
              <a:rPr lang="en-US" altLang="zh-CN" sz="3200" dirty="0" smtClean="0"/>
              <a:t>)</a:t>
            </a:r>
            <a:r>
              <a:rPr lang="zh-CN" altLang="en-US" sz="3200" dirty="0" smtClean="0"/>
              <a:t>，则无法在有限步内判定这个事实。</a:t>
            </a:r>
            <a:endParaRPr lang="en-US" altLang="zh-CN" sz="3200" dirty="0" smtClean="0"/>
          </a:p>
          <a:p>
            <a:pPr marL="0" indent="0" algn="r" eaLnBrk="1" hangingPunct="1">
              <a:spcBef>
                <a:spcPct val="10000"/>
              </a:spcBef>
              <a:buFont typeface="Wingdings" panose="05000000000000000000" pitchFamily="2" charset="2"/>
              <a:buNone/>
              <a:defRPr/>
            </a:pPr>
            <a:r>
              <a:rPr lang="zh-CN" altLang="en-US" dirty="0" smtClean="0"/>
              <a:t> </a:t>
            </a:r>
            <a:r>
              <a:rPr lang="zh-CN" altLang="en-US" b="1" dirty="0" smtClean="0">
                <a:latin typeface="Times New Roman" pitchFamily="18" charset="0"/>
              </a:rPr>
              <a:t> </a:t>
            </a:r>
            <a:r>
              <a:rPr lang="zh-CN" altLang="en-US" dirty="0" smtClean="0">
                <a:latin typeface="Times New Roman" pitchFamily="18" charset="0"/>
              </a:rPr>
              <a:t> 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endParaRPr lang="en-US" altLang="zh-CN" dirty="0" smtClean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E3933A4-AAC1-4282-8172-0000571B6399}" type="slidenum">
              <a:rPr lang="en-US" altLang="zh-CN" smtClean="0"/>
              <a:pPr>
                <a:defRPr/>
              </a:pPr>
              <a:t>85</a:t>
            </a:fld>
            <a:endParaRPr lang="en-US" altLang="zh-CN"/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>
              <a:defRPr/>
            </a:pPr>
            <a:r>
              <a:rPr lang="en-US" altLang="zh-CN" sz="3600" dirty="0" smtClean="0"/>
              <a:t>4 </a:t>
            </a:r>
            <a:r>
              <a:rPr lang="zh-CN" altLang="en-US" sz="3600" dirty="0" smtClean="0"/>
              <a:t>关于高阶逻</a:t>
            </a:r>
            <a:r>
              <a:rPr lang="zh-CN" altLang="en-US" sz="36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辑</a:t>
            </a:r>
          </a:p>
        </p:txBody>
      </p:sp>
      <p:sp>
        <p:nvSpPr>
          <p:cNvPr id="181255" name="Rectangle 7"/>
          <p:cNvSpPr>
            <a:spLocks noGrp="1" noChangeArrowheads="1"/>
          </p:cNvSpPr>
          <p:nvPr>
            <p:ph idx="1"/>
          </p:nvPr>
        </p:nvSpPr>
        <p:spPr>
          <a:xfrm>
            <a:off x="395535" y="1365290"/>
            <a:ext cx="8352928" cy="4425909"/>
          </a:xfrm>
        </p:spPr>
        <p:txBody>
          <a:bodyPr/>
          <a:lstStyle/>
          <a:p>
            <a:pPr marL="0" indent="0" eaLnBrk="1" hangingPunct="1">
              <a:lnSpc>
                <a:spcPct val="110000"/>
              </a:lnSpc>
              <a:spcBef>
                <a:spcPts val="0"/>
              </a:spcBef>
              <a:buNone/>
              <a:defRPr/>
            </a:pPr>
            <a:r>
              <a:rPr lang="zh-CN" altLang="en-US" sz="3200" dirty="0" smtClean="0">
                <a:latin typeface="Times New Roman" pitchFamily="18" charset="0"/>
              </a:rPr>
              <a:t>设</a:t>
            </a:r>
            <a:r>
              <a:rPr lang="en-US" altLang="zh-CN" sz="3200" dirty="0" smtClean="0">
                <a:latin typeface="Times New Roman" pitchFamily="18" charset="0"/>
              </a:rPr>
              <a:t>G(x)</a:t>
            </a:r>
            <a:r>
              <a:rPr lang="zh-CN" altLang="en-US" sz="3200" dirty="0" smtClean="0">
                <a:latin typeface="Times New Roman" pitchFamily="18" charset="0"/>
              </a:rPr>
              <a:t>是一元谓词符号，则</a:t>
            </a:r>
            <a:r>
              <a:rPr lang="zh-CN" altLang="en-US" sz="3200" dirty="0" smtClean="0">
                <a:solidFill>
                  <a:srgbClr val="FFCC00"/>
                </a:solidFill>
                <a:latin typeface="Times New Roman" pitchFamily="18" charset="0"/>
              </a:rPr>
              <a:t>用“</a:t>
            </a:r>
            <a:r>
              <a:rPr lang="zh-CN" altLang="en-US" sz="3200" dirty="0" smtClean="0">
                <a:solidFill>
                  <a:srgbClr val="FFCC00"/>
                </a:solidFill>
                <a:latin typeface="Times New Roman" pitchFamily="18" charset="0"/>
                <a:sym typeface="Symbol" pitchFamily="18" charset="2"/>
              </a:rPr>
              <a:t></a:t>
            </a:r>
            <a:r>
              <a:rPr lang="en-US" altLang="zh-CN" sz="3200" dirty="0" err="1" smtClean="0">
                <a:solidFill>
                  <a:srgbClr val="FFCC00"/>
                </a:solidFill>
                <a:latin typeface="Times New Roman" pitchFamily="18" charset="0"/>
              </a:rPr>
              <a:t>xG</a:t>
            </a:r>
            <a:r>
              <a:rPr lang="en-US" altLang="zh-CN" sz="3200" dirty="0" smtClean="0">
                <a:solidFill>
                  <a:srgbClr val="FFCC00"/>
                </a:solidFill>
                <a:latin typeface="Times New Roman" pitchFamily="18" charset="0"/>
              </a:rPr>
              <a:t>(x)</a:t>
            </a:r>
            <a:r>
              <a:rPr lang="zh-CN" altLang="en-US" sz="3200" dirty="0" smtClean="0">
                <a:solidFill>
                  <a:srgbClr val="FFCC00"/>
                </a:solidFill>
                <a:latin typeface="Times New Roman" pitchFamily="18" charset="0"/>
              </a:rPr>
              <a:t>是恒真的”来表达“对任意一元谓词</a:t>
            </a:r>
            <a:r>
              <a:rPr lang="en-US" altLang="zh-CN" sz="3200" dirty="0" smtClean="0">
                <a:solidFill>
                  <a:srgbClr val="FFCC00"/>
                </a:solidFill>
                <a:latin typeface="Times New Roman" pitchFamily="18" charset="0"/>
              </a:rPr>
              <a:t>G(x)</a:t>
            </a:r>
            <a:r>
              <a:rPr lang="zh-CN" altLang="en-US" sz="3200" dirty="0" smtClean="0">
                <a:solidFill>
                  <a:srgbClr val="FFCC00"/>
                </a:solidFill>
                <a:latin typeface="Times New Roman" pitchFamily="18" charset="0"/>
              </a:rPr>
              <a:t>，命题</a:t>
            </a:r>
            <a:r>
              <a:rPr lang="zh-CN" altLang="en-US" sz="3200" dirty="0" smtClean="0">
                <a:solidFill>
                  <a:srgbClr val="FFCC00"/>
                </a:solidFill>
                <a:latin typeface="Times New Roman" pitchFamily="18" charset="0"/>
                <a:sym typeface="Symbol" pitchFamily="18" charset="2"/>
              </a:rPr>
              <a:t></a:t>
            </a:r>
            <a:r>
              <a:rPr lang="en-US" altLang="zh-CN" sz="3200" dirty="0" err="1" smtClean="0">
                <a:solidFill>
                  <a:srgbClr val="FFCC00"/>
                </a:solidFill>
                <a:latin typeface="Times New Roman" pitchFamily="18" charset="0"/>
              </a:rPr>
              <a:t>xG</a:t>
            </a:r>
            <a:r>
              <a:rPr lang="en-US" altLang="zh-CN" sz="3200" dirty="0" smtClean="0">
                <a:solidFill>
                  <a:srgbClr val="FFCC00"/>
                </a:solidFill>
                <a:latin typeface="Times New Roman" pitchFamily="18" charset="0"/>
              </a:rPr>
              <a:t>(x)</a:t>
            </a:r>
            <a:r>
              <a:rPr lang="zh-CN" altLang="en-US" sz="3200" dirty="0" smtClean="0">
                <a:solidFill>
                  <a:srgbClr val="FFCC00"/>
                </a:solidFill>
                <a:latin typeface="Times New Roman" pitchFamily="18" charset="0"/>
              </a:rPr>
              <a:t>都是真的。”是不确切的：</a:t>
            </a:r>
          </a:p>
          <a:p>
            <a:pPr marL="171450" indent="-514350" eaLnBrk="1" hangingPunct="1"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AutoNum type="arabicParenR"/>
              <a:defRPr/>
            </a:pPr>
            <a:r>
              <a:rPr lang="zh-CN" altLang="en-US" sz="3200" dirty="0" smtClean="0">
                <a:latin typeface="Times New Roman" pitchFamily="18" charset="0"/>
              </a:rPr>
              <a:t>这个命题的否定，应该是如下命题：有一个一元谓词</a:t>
            </a:r>
            <a:r>
              <a:rPr lang="en-US" altLang="zh-CN" sz="3200" dirty="0" smtClean="0">
                <a:latin typeface="Times New Roman" pitchFamily="18" charset="0"/>
              </a:rPr>
              <a:t>G(x)</a:t>
            </a:r>
            <a:r>
              <a:rPr lang="zh-CN" altLang="en-US" sz="3200" dirty="0" smtClean="0">
                <a:latin typeface="Times New Roman" pitchFamily="18" charset="0"/>
              </a:rPr>
              <a:t>，使得命题</a:t>
            </a:r>
            <a:r>
              <a:rPr lang="zh-CN" altLang="en-US" sz="3200" dirty="0" smtClean="0">
                <a:latin typeface="Times New Roman" pitchFamily="18" charset="0"/>
                <a:sym typeface="Symbol" pitchFamily="18" charset="2"/>
              </a:rPr>
              <a:t></a:t>
            </a:r>
            <a:r>
              <a:rPr lang="en-US" altLang="zh-CN" sz="3200" dirty="0" err="1" smtClean="0">
                <a:latin typeface="Times New Roman" pitchFamily="18" charset="0"/>
              </a:rPr>
              <a:t>xG</a:t>
            </a:r>
            <a:r>
              <a:rPr lang="en-US" altLang="zh-CN" sz="3200" dirty="0" smtClean="0">
                <a:latin typeface="Times New Roman" pitchFamily="18" charset="0"/>
              </a:rPr>
              <a:t>(x)</a:t>
            </a:r>
            <a:r>
              <a:rPr lang="zh-CN" altLang="en-US" sz="3200" dirty="0" smtClean="0">
                <a:latin typeface="Times New Roman" pitchFamily="18" charset="0"/>
              </a:rPr>
              <a:t>是假的。</a:t>
            </a:r>
            <a:endParaRPr lang="en-US" altLang="zh-CN" sz="3200" dirty="0" smtClean="0">
              <a:latin typeface="Times New Roman" pitchFamily="18" charset="0"/>
            </a:endParaRPr>
          </a:p>
          <a:p>
            <a:pPr marL="171450" indent="-514350" eaLnBrk="1" hangingPunct="1"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AutoNum type="arabicParenR"/>
              <a:defRPr/>
            </a:pPr>
            <a:r>
              <a:rPr lang="zh-CN" altLang="en-US" sz="3200" dirty="0" smtClean="0">
                <a:solidFill>
                  <a:srgbClr val="FFFFFF"/>
                </a:solidFill>
                <a:latin typeface="Times New Roman" pitchFamily="18" charset="0"/>
              </a:rPr>
              <a:t>而</a:t>
            </a:r>
            <a:r>
              <a:rPr lang="zh-CN" altLang="en-US" sz="3200" dirty="0">
                <a:solidFill>
                  <a:srgbClr val="FFFFFF"/>
                </a:solidFill>
                <a:latin typeface="Times New Roman" pitchFamily="18" charset="0"/>
              </a:rPr>
              <a:t>公式</a:t>
            </a:r>
            <a:r>
              <a:rPr lang="zh-CN" altLang="en-US" sz="3200" dirty="0">
                <a:solidFill>
                  <a:srgbClr val="FFFFFF"/>
                </a:solidFill>
                <a:latin typeface="Times New Roman" pitchFamily="18" charset="0"/>
                <a:sym typeface="Symbol" pitchFamily="18" charset="2"/>
              </a:rPr>
              <a:t></a:t>
            </a:r>
            <a:r>
              <a:rPr lang="en-US" altLang="zh-CN" sz="3200" dirty="0" err="1">
                <a:solidFill>
                  <a:srgbClr val="FFFFFF"/>
                </a:solidFill>
                <a:latin typeface="Times New Roman" pitchFamily="18" charset="0"/>
              </a:rPr>
              <a:t>xG</a:t>
            </a:r>
            <a:r>
              <a:rPr lang="en-US" altLang="zh-CN" sz="3200" dirty="0">
                <a:solidFill>
                  <a:srgbClr val="FFFFFF"/>
                </a:solidFill>
                <a:latin typeface="Times New Roman" pitchFamily="18" charset="0"/>
              </a:rPr>
              <a:t>(x)</a:t>
            </a:r>
            <a:r>
              <a:rPr lang="zh-CN" altLang="en-US" sz="3200" dirty="0">
                <a:solidFill>
                  <a:srgbClr val="FFFFFF"/>
                </a:solidFill>
                <a:latin typeface="Times New Roman" pitchFamily="18" charset="0"/>
              </a:rPr>
              <a:t>的否定是公式</a:t>
            </a:r>
            <a:r>
              <a:rPr lang="zh-CN" altLang="en-US" sz="3200" dirty="0">
                <a:solidFill>
                  <a:srgbClr val="FFFFFF"/>
                </a:solidFill>
                <a:latin typeface="Times New Roman" pitchFamily="18" charset="0"/>
                <a:sym typeface="Symbol" pitchFamily="18" charset="2"/>
              </a:rPr>
              <a:t></a:t>
            </a:r>
            <a:r>
              <a:rPr lang="en-US" altLang="zh-CN" sz="3200" dirty="0">
                <a:solidFill>
                  <a:srgbClr val="FFFFFF"/>
                </a:solidFill>
                <a:latin typeface="Times New Roman" pitchFamily="18" charset="0"/>
              </a:rPr>
              <a:t>(</a:t>
            </a:r>
            <a:r>
              <a:rPr lang="en-US" altLang="zh-CN" sz="3200" dirty="0">
                <a:solidFill>
                  <a:srgbClr val="FFFFFF"/>
                </a:solidFill>
                <a:latin typeface="Times New Roman" pitchFamily="18" charset="0"/>
                <a:sym typeface="Symbol" pitchFamily="18" charset="2"/>
              </a:rPr>
              <a:t></a:t>
            </a:r>
            <a:r>
              <a:rPr lang="en-US" altLang="zh-CN" sz="3200" dirty="0" err="1">
                <a:solidFill>
                  <a:srgbClr val="FFFFFF"/>
                </a:solidFill>
                <a:latin typeface="Times New Roman" pitchFamily="18" charset="0"/>
              </a:rPr>
              <a:t>xG</a:t>
            </a:r>
            <a:r>
              <a:rPr lang="en-US" altLang="zh-CN" sz="3200" dirty="0">
                <a:solidFill>
                  <a:srgbClr val="FFFFFF"/>
                </a:solidFill>
                <a:latin typeface="Times New Roman" pitchFamily="18" charset="0"/>
              </a:rPr>
              <a:t>(x))</a:t>
            </a:r>
            <a:r>
              <a:rPr lang="zh-CN" altLang="en-US" sz="3200" dirty="0">
                <a:solidFill>
                  <a:srgbClr val="FFFFFF"/>
                </a:solidFill>
                <a:latin typeface="Times New Roman" pitchFamily="18" charset="0"/>
              </a:rPr>
              <a:t>，表示的命题是：公式</a:t>
            </a:r>
            <a:r>
              <a:rPr lang="zh-CN" altLang="en-US" sz="3200" dirty="0">
                <a:solidFill>
                  <a:srgbClr val="FFFFFF"/>
                </a:solidFill>
                <a:latin typeface="Times New Roman" pitchFamily="18" charset="0"/>
                <a:sym typeface="Symbol" pitchFamily="18" charset="2"/>
              </a:rPr>
              <a:t></a:t>
            </a:r>
            <a:r>
              <a:rPr lang="en-US" altLang="zh-CN" sz="3200" dirty="0" err="1">
                <a:solidFill>
                  <a:srgbClr val="FFFFFF"/>
                </a:solidFill>
                <a:latin typeface="Times New Roman" pitchFamily="18" charset="0"/>
              </a:rPr>
              <a:t>xG</a:t>
            </a:r>
            <a:r>
              <a:rPr lang="en-US" altLang="zh-CN" sz="3200" dirty="0">
                <a:solidFill>
                  <a:srgbClr val="FFFFFF"/>
                </a:solidFill>
                <a:latin typeface="Times New Roman" pitchFamily="18" charset="0"/>
              </a:rPr>
              <a:t>(x)</a:t>
            </a:r>
            <a:r>
              <a:rPr lang="zh-CN" altLang="en-US" sz="3200" dirty="0">
                <a:solidFill>
                  <a:srgbClr val="FFFFFF"/>
                </a:solidFill>
                <a:latin typeface="Times New Roman" pitchFamily="18" charset="0"/>
              </a:rPr>
              <a:t>是恒假的，亦即，对任意一元谓词</a:t>
            </a:r>
            <a:r>
              <a:rPr lang="en-US" altLang="zh-CN" sz="3200" dirty="0">
                <a:solidFill>
                  <a:srgbClr val="FFFFFF"/>
                </a:solidFill>
                <a:latin typeface="Times New Roman" pitchFamily="18" charset="0"/>
              </a:rPr>
              <a:t>G(x)</a:t>
            </a:r>
            <a:r>
              <a:rPr lang="zh-CN" altLang="en-US" sz="3200" dirty="0">
                <a:solidFill>
                  <a:srgbClr val="FFFFFF"/>
                </a:solidFill>
                <a:latin typeface="Times New Roman" pitchFamily="18" charset="0"/>
              </a:rPr>
              <a:t>，命题</a:t>
            </a:r>
            <a:r>
              <a:rPr lang="zh-CN" altLang="en-US" sz="3200" dirty="0">
                <a:solidFill>
                  <a:srgbClr val="FFFFFF"/>
                </a:solidFill>
                <a:latin typeface="Times New Roman" pitchFamily="18" charset="0"/>
                <a:sym typeface="Symbol" pitchFamily="18" charset="2"/>
              </a:rPr>
              <a:t></a:t>
            </a:r>
            <a:r>
              <a:rPr lang="en-US" altLang="zh-CN" sz="3200" dirty="0" err="1">
                <a:solidFill>
                  <a:srgbClr val="FFFFFF"/>
                </a:solidFill>
                <a:latin typeface="Times New Roman" pitchFamily="18" charset="0"/>
              </a:rPr>
              <a:t>xG</a:t>
            </a:r>
            <a:r>
              <a:rPr lang="en-US" altLang="zh-CN" sz="3200" dirty="0">
                <a:solidFill>
                  <a:srgbClr val="FFFFFF"/>
                </a:solidFill>
                <a:latin typeface="Times New Roman" pitchFamily="18" charset="0"/>
              </a:rPr>
              <a:t>(x)</a:t>
            </a:r>
            <a:r>
              <a:rPr lang="zh-CN" altLang="en-US" sz="3200" dirty="0">
                <a:solidFill>
                  <a:srgbClr val="FFFFFF"/>
                </a:solidFill>
                <a:latin typeface="Times New Roman" pitchFamily="18" charset="0"/>
              </a:rPr>
              <a:t>都是假的。</a:t>
            </a:r>
          </a:p>
          <a:p>
            <a:pPr marL="0" indent="0" eaLnBrk="1" hangingPunct="1"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endParaRPr lang="zh-CN" altLang="en-US" sz="3200" dirty="0" smtClean="0">
              <a:latin typeface="Times New Roman" pitchFamily="18" charset="0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3EF5BBC-8CE5-4500-A775-69DDCA4009B5}" type="slidenum">
              <a:rPr lang="en-US" altLang="zh-CN" smtClean="0"/>
              <a:pPr>
                <a:defRPr/>
              </a:pPr>
              <a:t>86</a:t>
            </a:fld>
            <a:endParaRPr lang="en-US" altLang="zh-CN"/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>
              <a:defRPr/>
            </a:pPr>
            <a:r>
              <a:rPr lang="en-US" altLang="zh-CN" sz="3600" dirty="0" smtClean="0"/>
              <a:t>4 </a:t>
            </a:r>
            <a:r>
              <a:rPr lang="zh-CN" altLang="en-US" sz="3600" dirty="0" smtClean="0"/>
              <a:t>关于高阶逻辑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eaLnBrk="1" hangingPunct="1">
              <a:lnSpc>
                <a:spcPct val="110000"/>
              </a:lnSpc>
              <a:spcBef>
                <a:spcPts val="0"/>
              </a:spcBef>
              <a:buClr>
                <a:srgbClr val="86D1EC"/>
              </a:buClr>
              <a:buFont typeface="Wingdings" panose="05000000000000000000" pitchFamily="2" charset="2"/>
              <a:buNone/>
              <a:defRPr/>
            </a:pPr>
            <a:r>
              <a:rPr lang="zh-CN" altLang="en-US" sz="3200" dirty="0" smtClean="0">
                <a:solidFill>
                  <a:srgbClr val="FFFFFF"/>
                </a:solidFill>
                <a:latin typeface="Times New Roman" pitchFamily="18" charset="0"/>
              </a:rPr>
              <a:t>应该</a:t>
            </a:r>
            <a:r>
              <a:rPr lang="zh-CN" altLang="en-US" sz="3200" dirty="0">
                <a:solidFill>
                  <a:srgbClr val="FFFFFF"/>
                </a:solidFill>
                <a:latin typeface="Times New Roman" pitchFamily="18" charset="0"/>
              </a:rPr>
              <a:t>用 “公式</a:t>
            </a:r>
            <a:r>
              <a:rPr lang="zh-CN" altLang="en-US" sz="3200" dirty="0">
                <a:solidFill>
                  <a:srgbClr val="FFC000"/>
                </a:solidFill>
                <a:latin typeface="Times New Roman" pitchFamily="18" charset="0"/>
                <a:sym typeface="Symbol" pitchFamily="18" charset="2"/>
              </a:rPr>
              <a:t></a:t>
            </a:r>
            <a:r>
              <a:rPr lang="en-US" altLang="zh-CN" sz="3200" dirty="0">
                <a:solidFill>
                  <a:srgbClr val="FFC000"/>
                </a:solidFill>
                <a:latin typeface="Times New Roman" pitchFamily="18" charset="0"/>
              </a:rPr>
              <a:t>G(</a:t>
            </a:r>
            <a:r>
              <a:rPr lang="en-US" altLang="zh-CN" sz="3200" dirty="0">
                <a:solidFill>
                  <a:srgbClr val="FFC000"/>
                </a:solidFill>
                <a:latin typeface="Times New Roman" pitchFamily="18" charset="0"/>
                <a:sym typeface="Symbol" pitchFamily="18" charset="2"/>
              </a:rPr>
              <a:t></a:t>
            </a:r>
            <a:r>
              <a:rPr lang="en-US" altLang="zh-CN" sz="3200" dirty="0" err="1">
                <a:solidFill>
                  <a:srgbClr val="FFC000"/>
                </a:solidFill>
                <a:latin typeface="Times New Roman" pitchFamily="18" charset="0"/>
              </a:rPr>
              <a:t>xG</a:t>
            </a:r>
            <a:r>
              <a:rPr lang="en-US" altLang="zh-CN" sz="3200" dirty="0">
                <a:solidFill>
                  <a:srgbClr val="FFC000"/>
                </a:solidFill>
                <a:latin typeface="Times New Roman" pitchFamily="18" charset="0"/>
              </a:rPr>
              <a:t>(x))</a:t>
            </a:r>
            <a:r>
              <a:rPr lang="zh-CN" altLang="en-US" sz="3200" dirty="0">
                <a:solidFill>
                  <a:srgbClr val="FFFFFF"/>
                </a:solidFill>
                <a:latin typeface="Times New Roman" pitchFamily="18" charset="0"/>
              </a:rPr>
              <a:t>是恒真的”来</a:t>
            </a:r>
            <a:r>
              <a:rPr lang="zh-CN" altLang="en-US" sz="3200" dirty="0" smtClean="0">
                <a:solidFill>
                  <a:srgbClr val="FFFFFF"/>
                </a:solidFill>
                <a:latin typeface="Times New Roman" pitchFamily="18" charset="0"/>
              </a:rPr>
              <a:t>表达</a:t>
            </a:r>
            <a:r>
              <a:rPr lang="en-US" altLang="zh-CN" sz="3200" dirty="0" smtClean="0">
                <a:solidFill>
                  <a:srgbClr val="FFFFFF"/>
                </a:solidFill>
                <a:latin typeface="Times New Roman" pitchFamily="18" charset="0"/>
              </a:rPr>
              <a:t>,</a:t>
            </a:r>
            <a:r>
              <a:rPr lang="zh-CN" altLang="en-US" sz="3200" dirty="0">
                <a:solidFill>
                  <a:srgbClr val="FFCC00"/>
                </a:solidFill>
                <a:latin typeface="Times New Roman" pitchFamily="18" charset="0"/>
              </a:rPr>
              <a:t> “对任意一元谓词</a:t>
            </a:r>
            <a:r>
              <a:rPr lang="en-US" altLang="zh-CN" sz="3200" dirty="0">
                <a:solidFill>
                  <a:srgbClr val="FFCC00"/>
                </a:solidFill>
                <a:latin typeface="Times New Roman" pitchFamily="18" charset="0"/>
              </a:rPr>
              <a:t>G(x)</a:t>
            </a:r>
            <a:r>
              <a:rPr lang="zh-CN" altLang="en-US" sz="3200" dirty="0">
                <a:solidFill>
                  <a:srgbClr val="FFCC00"/>
                </a:solidFill>
                <a:latin typeface="Times New Roman" pitchFamily="18" charset="0"/>
              </a:rPr>
              <a:t>，命题</a:t>
            </a:r>
            <a:r>
              <a:rPr lang="zh-CN" altLang="en-US" sz="3200" dirty="0">
                <a:solidFill>
                  <a:srgbClr val="FFCC00"/>
                </a:solidFill>
                <a:latin typeface="Times New Roman" pitchFamily="18" charset="0"/>
                <a:sym typeface="Symbol" pitchFamily="18" charset="2"/>
              </a:rPr>
              <a:t></a:t>
            </a:r>
            <a:r>
              <a:rPr lang="en-US" altLang="zh-CN" sz="3200" dirty="0" err="1">
                <a:solidFill>
                  <a:srgbClr val="FFCC00"/>
                </a:solidFill>
                <a:latin typeface="Times New Roman" pitchFamily="18" charset="0"/>
              </a:rPr>
              <a:t>xG</a:t>
            </a:r>
            <a:r>
              <a:rPr lang="en-US" altLang="zh-CN" sz="3200" dirty="0">
                <a:solidFill>
                  <a:srgbClr val="FFCC00"/>
                </a:solidFill>
                <a:latin typeface="Times New Roman" pitchFamily="18" charset="0"/>
              </a:rPr>
              <a:t>(x)</a:t>
            </a:r>
            <a:r>
              <a:rPr lang="zh-CN" altLang="en-US" sz="3200" dirty="0">
                <a:solidFill>
                  <a:srgbClr val="FFCC00"/>
                </a:solidFill>
                <a:latin typeface="Times New Roman" pitchFamily="18" charset="0"/>
              </a:rPr>
              <a:t>都是真的。</a:t>
            </a:r>
            <a:r>
              <a:rPr lang="zh-CN" altLang="en-US" sz="3200" dirty="0" smtClean="0">
                <a:solidFill>
                  <a:srgbClr val="FFCC00"/>
                </a:solidFill>
                <a:latin typeface="Times New Roman" pitchFamily="18" charset="0"/>
              </a:rPr>
              <a:t>”   </a:t>
            </a:r>
            <a:r>
              <a:rPr lang="zh-CN" altLang="en-US" sz="3200" dirty="0" smtClean="0">
                <a:latin typeface="Times New Roman" pitchFamily="18" charset="0"/>
              </a:rPr>
              <a:t>该</a:t>
            </a:r>
            <a:r>
              <a:rPr lang="zh-CN" altLang="en-US" sz="3200" dirty="0">
                <a:latin typeface="Times New Roman" pitchFamily="18" charset="0"/>
              </a:rPr>
              <a:t>公式中，不仅有关于个体变量</a:t>
            </a:r>
            <a:r>
              <a:rPr lang="en-US" altLang="zh-CN" sz="3200" dirty="0">
                <a:latin typeface="Times New Roman" pitchFamily="18" charset="0"/>
              </a:rPr>
              <a:t>x</a:t>
            </a:r>
            <a:r>
              <a:rPr lang="zh-CN" altLang="en-US" sz="3200" dirty="0">
                <a:latin typeface="Times New Roman" pitchFamily="18" charset="0"/>
              </a:rPr>
              <a:t>的量词，而且有关于</a:t>
            </a:r>
            <a:r>
              <a:rPr lang="zh-CN" altLang="en-US" sz="3200" dirty="0" smtClean="0">
                <a:latin typeface="Times New Roman" pitchFamily="18" charset="0"/>
              </a:rPr>
              <a:t>谓词</a:t>
            </a:r>
            <a:r>
              <a:rPr lang="zh-CN" altLang="en-US" sz="3200" dirty="0">
                <a:latin typeface="Times New Roman" pitchFamily="18" charset="0"/>
              </a:rPr>
              <a:t>变量</a:t>
            </a:r>
            <a:r>
              <a:rPr lang="en-US" altLang="zh-CN" sz="3200" dirty="0">
                <a:latin typeface="Times New Roman" pitchFamily="18" charset="0"/>
              </a:rPr>
              <a:t>(</a:t>
            </a:r>
            <a:r>
              <a:rPr lang="zh-CN" altLang="en-US" sz="3200" dirty="0">
                <a:latin typeface="Times New Roman" pitchFamily="18" charset="0"/>
              </a:rPr>
              <a:t>即谓词符号，亦即原子</a:t>
            </a:r>
            <a:r>
              <a:rPr lang="en-US" altLang="zh-CN" sz="3200" dirty="0">
                <a:latin typeface="Times New Roman" pitchFamily="18" charset="0"/>
              </a:rPr>
              <a:t>)</a:t>
            </a:r>
            <a:r>
              <a:rPr lang="zh-CN" altLang="en-US" sz="3200" dirty="0">
                <a:latin typeface="Times New Roman" pitchFamily="18" charset="0"/>
              </a:rPr>
              <a:t>的量词。由这样的公式</a:t>
            </a:r>
            <a:r>
              <a:rPr lang="zh-CN" altLang="en-US" sz="3200" dirty="0" smtClean="0">
                <a:latin typeface="Times New Roman" pitchFamily="18" charset="0"/>
              </a:rPr>
              <a:t>组成</a:t>
            </a:r>
            <a:r>
              <a:rPr lang="zh-CN" altLang="en-US" sz="3200" dirty="0">
                <a:latin typeface="Times New Roman" pitchFamily="18" charset="0"/>
              </a:rPr>
              <a:t>的系统就称为高阶逻辑。</a:t>
            </a:r>
            <a:r>
              <a:rPr lang="zh-CN" altLang="en-US" sz="3200" dirty="0">
                <a:solidFill>
                  <a:srgbClr val="FFC000"/>
                </a:solidFill>
                <a:latin typeface="Times New Roman" pitchFamily="18" charset="0"/>
              </a:rPr>
              <a:t>高阶逻辑中，不仅判定问题</a:t>
            </a:r>
            <a:r>
              <a:rPr lang="zh-CN" altLang="en-US" sz="3200" dirty="0" smtClean="0">
                <a:solidFill>
                  <a:srgbClr val="FFC000"/>
                </a:solidFill>
                <a:latin typeface="Times New Roman" pitchFamily="18" charset="0"/>
              </a:rPr>
              <a:t>不可</a:t>
            </a:r>
            <a:r>
              <a:rPr lang="zh-CN" altLang="en-US" sz="3200" dirty="0">
                <a:solidFill>
                  <a:srgbClr val="FFC000"/>
                </a:solidFill>
                <a:latin typeface="Times New Roman" pitchFamily="18" charset="0"/>
              </a:rPr>
              <a:t>解，甚至连一个完备的公理系统都没有。</a:t>
            </a:r>
          </a:p>
          <a:p>
            <a:pPr>
              <a:defRPr/>
            </a:pPr>
            <a:endParaRPr lang="zh-CN" altLang="en-US" sz="3000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B0780C4-7BC8-49E3-86D1-4EF8160CED2A}" type="slidenum">
              <a:rPr lang="en-US" altLang="zh-CN" smtClean="0"/>
              <a:pPr>
                <a:defRPr/>
              </a:pPr>
              <a:t>87</a:t>
            </a:fld>
            <a:endParaRPr lang="en-US" altLang="zh-CN"/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F8FA661-BD4B-4FAB-830F-A7C250F1BC52}" type="slidenum">
              <a:rPr lang="zh-CN" altLang="en-US" smtClean="0">
                <a:solidFill>
                  <a:srgbClr val="FFFFFF"/>
                </a:solidFill>
              </a:rPr>
              <a:pPr>
                <a:defRPr/>
              </a:pPr>
              <a:t>88</a:t>
            </a:fld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3870" y="903288"/>
            <a:ext cx="8739684" cy="5410200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设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A, B, C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为任意命题公式，则下列说法成立的是：（    ）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</a:p>
          <a:p>
            <a:pPr marL="0" indent="0">
              <a:buNone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若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Symbol"/>
              </a:rPr>
              <a:t> 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Symbol"/>
              </a:rPr>
              <a:t>B=B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Symbol"/>
              </a:rPr>
              <a:t> 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Symbol"/>
              </a:rPr>
              <a:t>C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，则 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A=C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）若 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Symbol"/>
              </a:rPr>
              <a:t>B=B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Symbol"/>
              </a:rPr>
              <a:t> 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Symbol"/>
              </a:rPr>
              <a:t>C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，则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A=C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</a:p>
          <a:p>
            <a:pPr marL="0" indent="0">
              <a:buNone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若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Symbol"/>
              </a:rPr>
              <a:t>B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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C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则 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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BC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若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Symbol"/>
              </a:rPr>
              <a:t>B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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C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，则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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B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Symbol"/>
              </a:rPr>
              <a:t>  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C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解：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dirty="0"/>
          </a:p>
        </p:txBody>
      </p:sp>
      <p:sp>
        <p:nvSpPr>
          <p:cNvPr id="4" name="标题 2"/>
          <p:cNvSpPr txBox="1">
            <a:spLocks/>
          </p:cNvSpPr>
          <p:nvPr/>
        </p:nvSpPr>
        <p:spPr>
          <a:xfrm>
            <a:off x="76200" y="60585"/>
            <a:ext cx="7772400" cy="707886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9pPr>
          </a:lstStyle>
          <a:p>
            <a:pPr algn="l"/>
            <a:r>
              <a:rPr kumimoji="0" lang="zh-CN" altLang="en-US" sz="4000" smtClean="0"/>
              <a:t>练习：</a:t>
            </a:r>
            <a:endParaRPr kumimoji="0" lang="zh-CN" altLang="en-US" sz="4000" dirty="0"/>
          </a:p>
        </p:txBody>
      </p:sp>
    </p:spTree>
    <p:extLst>
      <p:ext uri="{BB962C8B-B14F-4D97-AF65-F5344CB8AC3E}">
        <p14:creationId xmlns:p14="http://schemas.microsoft.com/office/powerpoint/2010/main" val="3425261313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E25789C-99A9-4EF5-8DD9-3DC72774806D}" type="slidenum">
              <a:rPr lang="en-US" altLang="zh-CN" smtClean="0"/>
              <a:pPr>
                <a:defRPr/>
              </a:pPr>
              <a:t>89</a:t>
            </a:fld>
            <a:endParaRPr lang="en-US" altLang="zh-CN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93186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0" y="2122185"/>
            <a:ext cx="8229600" cy="78483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4500" dirty="0" smtClean="0"/>
              <a:t>§</a:t>
            </a:r>
            <a:r>
              <a:rPr lang="en-US" altLang="zh-CN" sz="4500" dirty="0" smtClean="0">
                <a:cs typeface="Times New Roman" pitchFamily="18" charset="0"/>
              </a:rPr>
              <a:t>3.2.4  </a:t>
            </a:r>
            <a:r>
              <a:rPr lang="zh-CN" altLang="en-US" sz="4500" dirty="0" smtClean="0"/>
              <a:t>范式 </a:t>
            </a: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852B4BE-CBBB-4706-AAC1-AEC2F570C0D3}" type="slidenum">
              <a:rPr lang="en-US" altLang="zh-CN" smtClean="0"/>
              <a:pPr>
                <a:defRPr/>
              </a:pPr>
              <a:t>90</a:t>
            </a:fld>
            <a:endParaRPr lang="en-US" altLang="zh-CN"/>
          </a:p>
        </p:txBody>
      </p:sp>
      <p:sp>
        <p:nvSpPr>
          <p:cNvPr id="155651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066800"/>
            <a:ext cx="8352928" cy="4648200"/>
          </a:xfrm>
        </p:spPr>
        <p:txBody>
          <a:bodyPr/>
          <a:lstStyle/>
          <a:p>
            <a:pPr marL="0" indent="0" eaLnBrk="1" hangingPunct="1">
              <a:lnSpc>
                <a:spcPct val="114000"/>
              </a:lnSpc>
              <a:spcBef>
                <a:spcPts val="0"/>
              </a:spcBef>
              <a:defRPr/>
            </a:pPr>
            <a:r>
              <a:rPr lang="zh-CN" altLang="en-US" sz="3300" dirty="0" smtClean="0"/>
              <a:t>在命题逻辑中，引进过公式的标准形式，即范式。因为一个公式，在等价意义下，可以有各种不同的表示，因此，公式的标准表示形式就是一个有意义的问题。</a:t>
            </a:r>
          </a:p>
          <a:p>
            <a:pPr marL="0" indent="0" eaLnBrk="1" hangingPunct="1">
              <a:lnSpc>
                <a:spcPct val="114000"/>
              </a:lnSpc>
              <a:spcBef>
                <a:spcPts val="0"/>
              </a:spcBef>
              <a:defRPr/>
            </a:pPr>
            <a:r>
              <a:rPr lang="zh-CN" altLang="en-US" sz="3300" dirty="0" smtClean="0"/>
              <a:t>在命题逻辑中，已经使用过范式来解决公式的判定问题，范式在谓词逻辑中有同样重要的作用。</a:t>
            </a:r>
          </a:p>
          <a:p>
            <a:pPr marL="0" indent="0" eaLnBrk="1" hangingPunct="1">
              <a:lnSpc>
                <a:spcPct val="114000"/>
              </a:lnSpc>
              <a:spcBef>
                <a:spcPts val="0"/>
              </a:spcBef>
              <a:defRPr/>
            </a:pPr>
            <a:r>
              <a:rPr lang="zh-CN" altLang="en-US" sz="3300" dirty="0" smtClean="0"/>
              <a:t>本节讨论谓词逻辑中公式的两种标准形式。</a:t>
            </a: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>
              <a:defRPr/>
            </a:pPr>
            <a:r>
              <a:rPr lang="en-US" altLang="zh-CN" sz="3600" dirty="0" smtClean="0"/>
              <a:t>1 </a:t>
            </a:r>
            <a:r>
              <a:rPr lang="zh-CN" altLang="en-US" sz="3600" dirty="0" smtClean="0"/>
              <a:t>前束范式</a:t>
            </a:r>
          </a:p>
        </p:txBody>
      </p:sp>
      <p:sp>
        <p:nvSpPr>
          <p:cNvPr id="94210" name="Rectangle 2"/>
          <p:cNvSpPr>
            <a:spLocks noGrp="1" noChangeArrowheads="1"/>
          </p:cNvSpPr>
          <p:nvPr>
            <p:ph idx="1"/>
          </p:nvPr>
        </p:nvSpPr>
        <p:spPr>
          <a:xfrm>
            <a:off x="304800" y="1076468"/>
            <a:ext cx="8352928" cy="5035509"/>
          </a:xfrm>
        </p:spPr>
        <p:txBody>
          <a:bodyPr/>
          <a:lstStyle/>
          <a:p>
            <a:pPr marL="0" indent="0" eaLnBrk="1" hangingPunct="1">
              <a:lnSpc>
                <a:spcPct val="120000"/>
              </a:lnSpc>
              <a:buClr>
                <a:srgbClr val="FFCC00"/>
              </a:buClr>
              <a:buNone/>
              <a:tabLst>
                <a:tab pos="1812925" algn="l"/>
              </a:tabLst>
              <a:defRPr/>
            </a:pPr>
            <a:r>
              <a:rPr lang="zh-CN" altLang="en-US" sz="3200" dirty="0" smtClean="0">
                <a:solidFill>
                  <a:srgbClr val="FFCC00"/>
                </a:solidFill>
                <a:latin typeface="Times New Roman" pitchFamily="18" charset="0"/>
              </a:rPr>
              <a:t>定义</a:t>
            </a:r>
            <a:r>
              <a:rPr lang="en-US" altLang="zh-CN" sz="3200" dirty="0" smtClean="0">
                <a:solidFill>
                  <a:srgbClr val="FFCC00"/>
                </a:solidFill>
                <a:latin typeface="Times New Roman" pitchFamily="18" charset="0"/>
              </a:rPr>
              <a:t>3.2.1</a:t>
            </a:r>
            <a:r>
              <a:rPr lang="en-US" altLang="zh-CN" sz="3200" dirty="0" smtClean="0">
                <a:latin typeface="Times New Roman" pitchFamily="18" charset="0"/>
                <a:ea typeface="黑体" pitchFamily="2" charset="-122"/>
              </a:rPr>
              <a:t> </a:t>
            </a:r>
            <a:r>
              <a:rPr lang="en-US" altLang="zh-CN" sz="3200" dirty="0" smtClean="0">
                <a:solidFill>
                  <a:srgbClr val="FFC000"/>
                </a:solidFill>
                <a:latin typeface="Times New Roman" pitchFamily="18" charset="0"/>
                <a:ea typeface="黑体" pitchFamily="2" charset="-122"/>
              </a:rPr>
              <a:t>4</a:t>
            </a:r>
            <a:r>
              <a:rPr lang="en-US" altLang="zh-CN" sz="3200" dirty="0" smtClean="0">
                <a:latin typeface="Times New Roman" pitchFamily="18" charset="0"/>
              </a:rPr>
              <a:t> </a:t>
            </a:r>
            <a:r>
              <a:rPr lang="zh-CN" altLang="en-US" sz="3200" dirty="0" smtClean="0">
                <a:latin typeface="Times New Roman" pitchFamily="18" charset="0"/>
              </a:rPr>
              <a:t>谓词逻辑中公式</a:t>
            </a:r>
            <a:r>
              <a:rPr lang="en-US" altLang="zh-CN" sz="3200" dirty="0" smtClean="0">
                <a:latin typeface="Times New Roman" pitchFamily="18" charset="0"/>
              </a:rPr>
              <a:t>G</a:t>
            </a:r>
            <a:r>
              <a:rPr lang="zh-CN" altLang="en-US" sz="3200" dirty="0" smtClean="0">
                <a:latin typeface="Times New Roman" pitchFamily="18" charset="0"/>
              </a:rPr>
              <a:t>称为</a:t>
            </a:r>
            <a:r>
              <a:rPr lang="zh-CN" altLang="en-US" sz="3200" dirty="0" smtClean="0">
                <a:solidFill>
                  <a:srgbClr val="FFCC00"/>
                </a:solidFill>
                <a:latin typeface="Times New Roman" pitchFamily="18" charset="0"/>
              </a:rPr>
              <a:t>前束范式</a:t>
            </a:r>
            <a:r>
              <a:rPr lang="zh-CN" altLang="en-US" sz="3200" dirty="0" smtClean="0">
                <a:latin typeface="Times New Roman" pitchFamily="18" charset="0"/>
              </a:rPr>
              <a:t>，如果</a:t>
            </a:r>
            <a:r>
              <a:rPr lang="en-US" altLang="zh-CN" sz="3200" dirty="0" smtClean="0">
                <a:latin typeface="Times New Roman" pitchFamily="18" charset="0"/>
              </a:rPr>
              <a:t>G</a:t>
            </a:r>
            <a:r>
              <a:rPr lang="zh-CN" altLang="en-US" sz="3200" dirty="0" smtClean="0">
                <a:latin typeface="Times New Roman" pitchFamily="18" charset="0"/>
              </a:rPr>
              <a:t>有如下形状：</a:t>
            </a:r>
            <a:br>
              <a:rPr lang="zh-CN" altLang="en-US" sz="3200" dirty="0" smtClean="0">
                <a:latin typeface="Times New Roman" pitchFamily="18" charset="0"/>
              </a:rPr>
            </a:br>
            <a:r>
              <a:rPr lang="zh-CN" altLang="en-US" sz="3200" dirty="0" smtClean="0">
                <a:latin typeface="Times New Roman" pitchFamily="18" charset="0"/>
              </a:rPr>
              <a:t>		</a:t>
            </a:r>
            <a:r>
              <a:rPr lang="en-US" altLang="zh-CN" sz="3200" dirty="0" smtClean="0">
                <a:latin typeface="Times New Roman" pitchFamily="18" charset="0"/>
              </a:rPr>
              <a:t>Q</a:t>
            </a:r>
            <a:r>
              <a:rPr lang="en-US" altLang="zh-CN" sz="3200" baseline="-30000" dirty="0" smtClean="0">
                <a:latin typeface="Times New Roman" pitchFamily="18" charset="0"/>
              </a:rPr>
              <a:t>1</a:t>
            </a:r>
            <a:r>
              <a:rPr lang="en-US" altLang="zh-CN" sz="3200" dirty="0" smtClean="0">
                <a:latin typeface="Times New Roman" pitchFamily="18" charset="0"/>
              </a:rPr>
              <a:t>x</a:t>
            </a:r>
            <a:r>
              <a:rPr lang="en-US" altLang="zh-CN" sz="3200" baseline="-30000" dirty="0" smtClean="0">
                <a:latin typeface="Times New Roman" pitchFamily="18" charset="0"/>
              </a:rPr>
              <a:t>1</a:t>
            </a:r>
            <a:r>
              <a:rPr lang="en-US" altLang="zh-CN" sz="3200" dirty="0" smtClean="0">
                <a:latin typeface="Times New Roman" pitchFamily="18" charset="0"/>
              </a:rPr>
              <a:t>…</a:t>
            </a:r>
            <a:r>
              <a:rPr lang="en-US" altLang="zh-CN" sz="3200" dirty="0" err="1" smtClean="0">
                <a:latin typeface="Times New Roman" pitchFamily="18" charset="0"/>
              </a:rPr>
              <a:t>Q</a:t>
            </a:r>
            <a:r>
              <a:rPr lang="en-US" altLang="zh-CN" sz="3200" baseline="-30000" dirty="0" err="1" smtClean="0">
                <a:latin typeface="Times New Roman" pitchFamily="18" charset="0"/>
              </a:rPr>
              <a:t>n</a:t>
            </a:r>
            <a:r>
              <a:rPr lang="en-US" altLang="zh-CN" sz="3200" dirty="0" err="1" smtClean="0">
                <a:latin typeface="Times New Roman" pitchFamily="18" charset="0"/>
              </a:rPr>
              <a:t>x</a:t>
            </a:r>
            <a:r>
              <a:rPr lang="en-US" altLang="zh-CN" sz="3200" baseline="-30000" dirty="0" err="1" smtClean="0">
                <a:latin typeface="Times New Roman" pitchFamily="18" charset="0"/>
              </a:rPr>
              <a:t>n</a:t>
            </a:r>
            <a:r>
              <a:rPr lang="en-US" altLang="zh-CN" sz="3200" dirty="0" err="1" smtClean="0">
                <a:latin typeface="Times New Roman" pitchFamily="18" charset="0"/>
              </a:rPr>
              <a:t>M</a:t>
            </a:r>
            <a:r>
              <a:rPr lang="en-US" altLang="zh-CN" sz="3200" dirty="0" smtClean="0">
                <a:latin typeface="Times New Roman" pitchFamily="18" charset="0"/>
              </a:rPr>
              <a:t>   </a:t>
            </a:r>
            <a:br>
              <a:rPr lang="en-US" altLang="zh-CN" sz="3200" dirty="0" smtClean="0">
                <a:latin typeface="Times New Roman" pitchFamily="18" charset="0"/>
              </a:rPr>
            </a:br>
            <a:r>
              <a:rPr lang="zh-CN" altLang="en-US" sz="3200" dirty="0" smtClean="0">
                <a:latin typeface="Times New Roman" pitchFamily="18" charset="0"/>
              </a:rPr>
              <a:t>其中 </a:t>
            </a:r>
            <a:r>
              <a:rPr lang="en-US" altLang="zh-CN" sz="3200" dirty="0" err="1" smtClean="0">
                <a:latin typeface="Times New Roman" pitchFamily="18" charset="0"/>
              </a:rPr>
              <a:t>Q</a:t>
            </a:r>
            <a:r>
              <a:rPr lang="en-US" altLang="zh-CN" sz="3200" baseline="-30000" dirty="0" err="1" smtClean="0">
                <a:latin typeface="Times New Roman" pitchFamily="18" charset="0"/>
              </a:rPr>
              <a:t>i</a:t>
            </a:r>
            <a:r>
              <a:rPr lang="en-US" altLang="zh-CN" sz="3200" dirty="0" err="1" smtClean="0">
                <a:latin typeface="Times New Roman" pitchFamily="18" charset="0"/>
              </a:rPr>
              <a:t>x</a:t>
            </a:r>
            <a:r>
              <a:rPr lang="en-US" altLang="zh-CN" sz="3200" baseline="-30000" dirty="0" err="1" smtClean="0">
                <a:latin typeface="Times New Roman" pitchFamily="18" charset="0"/>
              </a:rPr>
              <a:t>i</a:t>
            </a:r>
            <a:r>
              <a:rPr lang="zh-CN" altLang="en-US" sz="3200" dirty="0" smtClean="0">
                <a:latin typeface="Times New Roman" pitchFamily="18" charset="0"/>
              </a:rPr>
              <a:t>或者是</a:t>
            </a:r>
            <a:r>
              <a:rPr lang="zh-CN" altLang="en-US" sz="3200" dirty="0" smtClean="0">
                <a:latin typeface="Times New Roman" pitchFamily="18" charset="0"/>
                <a:sym typeface="Symbol" pitchFamily="18" charset="2"/>
              </a:rPr>
              <a:t></a:t>
            </a:r>
            <a:r>
              <a:rPr lang="en-US" altLang="zh-CN" sz="3200" dirty="0" smtClean="0">
                <a:latin typeface="Times New Roman" pitchFamily="18" charset="0"/>
              </a:rPr>
              <a:t>x</a:t>
            </a:r>
            <a:r>
              <a:rPr lang="en-US" altLang="zh-CN" sz="3200" baseline="-30000" dirty="0" smtClean="0">
                <a:latin typeface="Times New Roman" pitchFamily="18" charset="0"/>
              </a:rPr>
              <a:t>i</a:t>
            </a:r>
            <a:r>
              <a:rPr lang="zh-CN" altLang="en-US" sz="3200" dirty="0" smtClean="0">
                <a:latin typeface="Times New Roman" pitchFamily="18" charset="0"/>
              </a:rPr>
              <a:t>，或者是</a:t>
            </a:r>
            <a:r>
              <a:rPr lang="zh-CN" altLang="en-US" sz="3200" dirty="0" smtClean="0">
                <a:latin typeface="Times New Roman" pitchFamily="18" charset="0"/>
                <a:sym typeface="Symbol" pitchFamily="18" charset="2"/>
              </a:rPr>
              <a:t></a:t>
            </a:r>
            <a:r>
              <a:rPr lang="en-US" altLang="zh-CN" sz="3200" dirty="0" smtClean="0">
                <a:latin typeface="Times New Roman" pitchFamily="18" charset="0"/>
              </a:rPr>
              <a:t>x</a:t>
            </a:r>
            <a:r>
              <a:rPr lang="en-US" altLang="zh-CN" sz="3200" baseline="-30000" dirty="0" smtClean="0">
                <a:latin typeface="Times New Roman" pitchFamily="18" charset="0"/>
              </a:rPr>
              <a:t>i</a:t>
            </a:r>
            <a:r>
              <a:rPr lang="zh-CN" altLang="en-US" sz="3200" dirty="0" smtClean="0">
                <a:latin typeface="Times New Roman" pitchFamily="18" charset="0"/>
              </a:rPr>
              <a:t>，</a:t>
            </a:r>
            <a:r>
              <a:rPr lang="en-US" altLang="zh-CN" sz="3200" dirty="0" err="1" smtClean="0">
                <a:latin typeface="Times New Roman" pitchFamily="18" charset="0"/>
              </a:rPr>
              <a:t>i</a:t>
            </a:r>
            <a:r>
              <a:rPr lang="en-US" altLang="zh-CN" sz="3200" dirty="0" smtClean="0">
                <a:latin typeface="Times New Roman" pitchFamily="18" charset="0"/>
              </a:rPr>
              <a:t>=1</a:t>
            </a:r>
            <a:r>
              <a:rPr lang="zh-CN" altLang="en-US" sz="3200" dirty="0" smtClean="0">
                <a:latin typeface="Times New Roman" pitchFamily="18" charset="0"/>
              </a:rPr>
              <a:t>，</a:t>
            </a:r>
            <a:r>
              <a:rPr lang="en-US" altLang="zh-CN" sz="3200" dirty="0" smtClean="0">
                <a:latin typeface="Times New Roman" pitchFamily="18" charset="0"/>
              </a:rPr>
              <a:t>…</a:t>
            </a:r>
            <a:r>
              <a:rPr lang="zh-CN" altLang="en-US" sz="3200" dirty="0" smtClean="0">
                <a:latin typeface="Times New Roman" pitchFamily="18" charset="0"/>
              </a:rPr>
              <a:t>，</a:t>
            </a:r>
            <a:r>
              <a:rPr lang="en-US" altLang="zh-CN" sz="3200" dirty="0" smtClean="0">
                <a:latin typeface="Times New Roman" pitchFamily="18" charset="0"/>
              </a:rPr>
              <a:t>n</a:t>
            </a:r>
            <a:r>
              <a:rPr lang="zh-CN" altLang="en-US" sz="3200" dirty="0" smtClean="0">
                <a:latin typeface="Times New Roman" pitchFamily="18" charset="0"/>
              </a:rPr>
              <a:t>，</a:t>
            </a:r>
            <a:r>
              <a:rPr lang="en-US" altLang="zh-CN" sz="3200" dirty="0" smtClean="0">
                <a:latin typeface="Times New Roman" pitchFamily="18" charset="0"/>
              </a:rPr>
              <a:t>M</a:t>
            </a:r>
            <a:r>
              <a:rPr lang="zh-CN" altLang="en-US" sz="3200" dirty="0" smtClean="0">
                <a:latin typeface="Times New Roman" pitchFamily="18" charset="0"/>
              </a:rPr>
              <a:t>是</a:t>
            </a:r>
            <a:r>
              <a:rPr lang="zh-CN" altLang="en-US" sz="3200" dirty="0" smtClean="0">
                <a:solidFill>
                  <a:srgbClr val="FFCC00"/>
                </a:solidFill>
                <a:latin typeface="Times New Roman" pitchFamily="18" charset="0"/>
              </a:rPr>
              <a:t>不含量词</a:t>
            </a:r>
            <a:r>
              <a:rPr lang="zh-CN" altLang="en-US" sz="3200" dirty="0" smtClean="0">
                <a:latin typeface="Times New Roman" pitchFamily="18" charset="0"/>
              </a:rPr>
              <a:t>的公式，</a:t>
            </a:r>
            <a:r>
              <a:rPr lang="en-US" altLang="zh-CN" sz="3200" dirty="0" smtClean="0">
                <a:latin typeface="Times New Roman" pitchFamily="18" charset="0"/>
              </a:rPr>
              <a:t>Q</a:t>
            </a:r>
            <a:r>
              <a:rPr lang="en-US" altLang="zh-CN" sz="3200" baseline="-30000" dirty="0" smtClean="0">
                <a:latin typeface="Times New Roman" pitchFamily="18" charset="0"/>
              </a:rPr>
              <a:t>1</a:t>
            </a:r>
            <a:r>
              <a:rPr lang="en-US" altLang="zh-CN" sz="3200" dirty="0" smtClean="0">
                <a:latin typeface="Times New Roman" pitchFamily="18" charset="0"/>
              </a:rPr>
              <a:t>x</a:t>
            </a:r>
            <a:r>
              <a:rPr lang="en-US" altLang="zh-CN" sz="3200" baseline="-30000" dirty="0" smtClean="0">
                <a:latin typeface="Times New Roman" pitchFamily="18" charset="0"/>
              </a:rPr>
              <a:t>1</a:t>
            </a:r>
            <a:r>
              <a:rPr lang="en-US" altLang="zh-CN" sz="3200" dirty="0" smtClean="0">
                <a:latin typeface="Times New Roman" pitchFamily="18" charset="0"/>
              </a:rPr>
              <a:t>…</a:t>
            </a:r>
            <a:r>
              <a:rPr lang="en-US" altLang="zh-CN" sz="3200" dirty="0" err="1" smtClean="0">
                <a:latin typeface="Times New Roman" pitchFamily="18" charset="0"/>
              </a:rPr>
              <a:t>Q</a:t>
            </a:r>
            <a:r>
              <a:rPr lang="en-US" altLang="zh-CN" sz="3200" baseline="-30000" dirty="0" err="1" smtClean="0">
                <a:latin typeface="Times New Roman" pitchFamily="18" charset="0"/>
              </a:rPr>
              <a:t>n</a:t>
            </a:r>
            <a:r>
              <a:rPr lang="en-US" altLang="zh-CN" sz="3200" dirty="0" err="1" smtClean="0">
                <a:latin typeface="Times New Roman" pitchFamily="18" charset="0"/>
              </a:rPr>
              <a:t>x</a:t>
            </a:r>
            <a:r>
              <a:rPr lang="en-US" altLang="zh-CN" sz="3200" baseline="-30000" dirty="0" err="1" smtClean="0">
                <a:latin typeface="Times New Roman" pitchFamily="18" charset="0"/>
              </a:rPr>
              <a:t>n</a:t>
            </a:r>
            <a:r>
              <a:rPr lang="zh-CN" altLang="en-US" sz="3200" dirty="0" smtClean="0">
                <a:latin typeface="Times New Roman" pitchFamily="18" charset="0"/>
              </a:rPr>
              <a:t>称为</a:t>
            </a:r>
            <a:r>
              <a:rPr lang="zh-CN" altLang="en-US" sz="3200" dirty="0" smtClean="0">
                <a:solidFill>
                  <a:srgbClr val="FFCC00"/>
                </a:solidFill>
                <a:latin typeface="Times New Roman" pitchFamily="18" charset="0"/>
              </a:rPr>
              <a:t>首标</a:t>
            </a:r>
            <a:r>
              <a:rPr lang="zh-CN" altLang="en-US" sz="3200" dirty="0" smtClean="0">
                <a:latin typeface="Times New Roman" pitchFamily="18" charset="0"/>
              </a:rPr>
              <a:t>，</a:t>
            </a:r>
            <a:r>
              <a:rPr lang="en-US" altLang="zh-CN" sz="3200" dirty="0" smtClean="0">
                <a:latin typeface="Times New Roman" pitchFamily="18" charset="0"/>
              </a:rPr>
              <a:t>M</a:t>
            </a:r>
            <a:r>
              <a:rPr lang="zh-CN" altLang="en-US" sz="3200" dirty="0" smtClean="0">
                <a:latin typeface="Times New Roman" pitchFamily="18" charset="0"/>
              </a:rPr>
              <a:t>称为</a:t>
            </a:r>
            <a:r>
              <a:rPr lang="zh-CN" altLang="en-US" sz="3200" dirty="0" smtClean="0">
                <a:solidFill>
                  <a:srgbClr val="FFCC00"/>
                </a:solidFill>
                <a:latin typeface="Times New Roman" pitchFamily="18" charset="0"/>
                <a:ea typeface="黑体" pitchFamily="2" charset="-122"/>
              </a:rPr>
              <a:t>母式</a:t>
            </a:r>
            <a:r>
              <a:rPr lang="zh-CN" altLang="en-US" sz="3200" dirty="0" smtClean="0">
                <a:latin typeface="Times New Roman" pitchFamily="18" charset="0"/>
              </a:rPr>
              <a:t>。</a:t>
            </a:r>
          </a:p>
          <a:p>
            <a:pPr marL="0" indent="0" eaLnBrk="1" hangingPunct="1">
              <a:lnSpc>
                <a:spcPct val="120000"/>
              </a:lnSpc>
              <a:buClr>
                <a:srgbClr val="FFCC00"/>
              </a:buClr>
              <a:buNone/>
              <a:tabLst>
                <a:tab pos="1812925" algn="l"/>
              </a:tabLst>
              <a:defRPr/>
            </a:pPr>
            <a:r>
              <a:rPr lang="zh-CN" altLang="en-US" sz="3200" dirty="0" smtClean="0">
                <a:latin typeface="Times New Roman" pitchFamily="18" charset="0"/>
              </a:rPr>
              <a:t>例如，	</a:t>
            </a:r>
            <a:r>
              <a:rPr lang="zh-CN" altLang="en-US" sz="3200" dirty="0" smtClean="0">
                <a:latin typeface="Times New Roman" pitchFamily="18" charset="0"/>
                <a:sym typeface="Symbol" pitchFamily="18" charset="2"/>
              </a:rPr>
              <a:t></a:t>
            </a:r>
            <a:r>
              <a:rPr lang="en-US" altLang="zh-CN" sz="3200" dirty="0" err="1" smtClean="0">
                <a:latin typeface="Times New Roman" pitchFamily="18" charset="0"/>
              </a:rPr>
              <a:t>x</a:t>
            </a:r>
            <a:r>
              <a:rPr lang="en-US" altLang="zh-CN" sz="3200" dirty="0" err="1" smtClean="0">
                <a:latin typeface="Times New Roman" pitchFamily="18" charset="0"/>
                <a:sym typeface="Symbol" pitchFamily="18" charset="2"/>
              </a:rPr>
              <a:t></a:t>
            </a:r>
            <a:r>
              <a:rPr lang="en-US" altLang="zh-CN" sz="3200" dirty="0" err="1" smtClean="0">
                <a:latin typeface="Times New Roman" pitchFamily="18" charset="0"/>
              </a:rPr>
              <a:t>y</a:t>
            </a:r>
            <a:r>
              <a:rPr lang="en-US" altLang="zh-CN" sz="3200" dirty="0" err="1" smtClean="0">
                <a:latin typeface="Times New Roman" pitchFamily="18" charset="0"/>
                <a:sym typeface="Symbol" pitchFamily="18" charset="2"/>
              </a:rPr>
              <a:t></a:t>
            </a:r>
            <a:r>
              <a:rPr lang="en-US" altLang="zh-CN" sz="3200" dirty="0" err="1" smtClean="0">
                <a:latin typeface="Times New Roman" pitchFamily="18" charset="0"/>
              </a:rPr>
              <a:t>z</a:t>
            </a:r>
            <a:r>
              <a:rPr lang="en-US" altLang="zh-CN" sz="3200" dirty="0" smtClean="0">
                <a:latin typeface="Times New Roman" pitchFamily="18" charset="0"/>
              </a:rPr>
              <a:t>(P(x</a:t>
            </a:r>
            <a:r>
              <a:rPr lang="zh-CN" altLang="en-US" sz="3200" dirty="0" smtClean="0">
                <a:latin typeface="Times New Roman" pitchFamily="18" charset="0"/>
              </a:rPr>
              <a:t>，</a:t>
            </a:r>
            <a:r>
              <a:rPr lang="en-US" altLang="zh-CN" sz="3200" dirty="0" smtClean="0">
                <a:latin typeface="Times New Roman" pitchFamily="18" charset="0"/>
              </a:rPr>
              <a:t>y)</a:t>
            </a:r>
            <a:r>
              <a:rPr lang="en-US" altLang="zh-CN" sz="3200" dirty="0" smtClean="0">
                <a:latin typeface="Times New Roman" pitchFamily="18" charset="0"/>
                <a:sym typeface="Symbol" pitchFamily="18" charset="2"/>
              </a:rPr>
              <a:t></a:t>
            </a:r>
            <a:r>
              <a:rPr lang="en-US" altLang="zh-CN" sz="3200" dirty="0" smtClean="0">
                <a:latin typeface="Times New Roman" pitchFamily="18" charset="0"/>
              </a:rPr>
              <a:t>Q(x</a:t>
            </a:r>
            <a:r>
              <a:rPr lang="zh-CN" altLang="en-US" sz="3200" dirty="0" smtClean="0">
                <a:latin typeface="Times New Roman" pitchFamily="18" charset="0"/>
              </a:rPr>
              <a:t>，</a:t>
            </a:r>
            <a:r>
              <a:rPr lang="en-US" altLang="zh-CN" sz="3200" dirty="0" smtClean="0">
                <a:latin typeface="Times New Roman" pitchFamily="18" charset="0"/>
              </a:rPr>
              <a:t>z))</a:t>
            </a:r>
            <a:br>
              <a:rPr lang="en-US" altLang="zh-CN" sz="3200" dirty="0" smtClean="0">
                <a:latin typeface="Times New Roman" pitchFamily="18" charset="0"/>
              </a:rPr>
            </a:br>
            <a:r>
              <a:rPr lang="en-US" altLang="zh-CN" sz="3200" dirty="0" smtClean="0">
                <a:latin typeface="Times New Roman" pitchFamily="18" charset="0"/>
              </a:rPr>
              <a:t>	</a:t>
            </a:r>
            <a:r>
              <a:rPr lang="en-US" altLang="zh-CN" sz="3200" dirty="0" smtClean="0">
                <a:latin typeface="Times New Roman" pitchFamily="18" charset="0"/>
                <a:sym typeface="Symbol" pitchFamily="18" charset="2"/>
              </a:rPr>
              <a:t></a:t>
            </a:r>
            <a:r>
              <a:rPr lang="en-US" altLang="zh-CN" sz="3200" dirty="0" err="1" smtClean="0">
                <a:latin typeface="Times New Roman" pitchFamily="18" charset="0"/>
              </a:rPr>
              <a:t>x</a:t>
            </a:r>
            <a:r>
              <a:rPr lang="en-US" altLang="zh-CN" sz="3200" dirty="0" err="1" smtClean="0">
                <a:latin typeface="Times New Roman" pitchFamily="18" charset="0"/>
                <a:sym typeface="Symbol" pitchFamily="18" charset="2"/>
              </a:rPr>
              <a:t></a:t>
            </a:r>
            <a:r>
              <a:rPr lang="en-US" altLang="zh-CN" sz="3200" dirty="0" err="1" smtClean="0">
                <a:latin typeface="Times New Roman" pitchFamily="18" charset="0"/>
              </a:rPr>
              <a:t>y</a:t>
            </a:r>
            <a:r>
              <a:rPr lang="en-US" altLang="zh-CN" sz="3200" dirty="0" err="1" smtClean="0">
                <a:latin typeface="Times New Roman" pitchFamily="18" charset="0"/>
                <a:sym typeface="Symbol" pitchFamily="18" charset="2"/>
              </a:rPr>
              <a:t></a:t>
            </a:r>
            <a:r>
              <a:rPr lang="en-US" altLang="zh-CN" sz="3200" dirty="0" err="1" smtClean="0">
                <a:latin typeface="Times New Roman" pitchFamily="18" charset="0"/>
              </a:rPr>
              <a:t>zP</a:t>
            </a:r>
            <a:r>
              <a:rPr lang="en-US" altLang="zh-CN" sz="3200" dirty="0" smtClean="0">
                <a:latin typeface="Times New Roman" pitchFamily="18" charset="0"/>
              </a:rPr>
              <a:t>(x</a:t>
            </a:r>
            <a:r>
              <a:rPr lang="zh-CN" altLang="en-US" sz="3200" dirty="0" smtClean="0">
                <a:latin typeface="Times New Roman" pitchFamily="18" charset="0"/>
              </a:rPr>
              <a:t>，</a:t>
            </a:r>
            <a:r>
              <a:rPr lang="en-US" altLang="zh-CN" sz="3200" dirty="0" smtClean="0">
                <a:latin typeface="Times New Roman" pitchFamily="18" charset="0"/>
              </a:rPr>
              <a:t>y</a:t>
            </a:r>
            <a:r>
              <a:rPr lang="zh-CN" altLang="en-US" sz="3200" dirty="0" smtClean="0">
                <a:latin typeface="Times New Roman" pitchFamily="18" charset="0"/>
              </a:rPr>
              <a:t>，</a:t>
            </a:r>
            <a:r>
              <a:rPr lang="en-US" altLang="zh-CN" sz="3200" dirty="0" smtClean="0">
                <a:latin typeface="Times New Roman" pitchFamily="18" charset="0"/>
              </a:rPr>
              <a:t>z)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7BAB478-8D17-489A-B495-565C92C2EEF3}" type="slidenum">
              <a:rPr lang="en-US" altLang="zh-CN" smtClean="0"/>
              <a:pPr>
                <a:defRPr/>
              </a:pPr>
              <a:t>91</a:t>
            </a:fld>
            <a:endParaRPr lang="en-US" altLang="zh-CN"/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42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42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4FCB869-15F9-4D24-99AC-66FFA916E815}" type="slidenum">
              <a:rPr lang="en-US" altLang="zh-CN" smtClean="0"/>
              <a:pPr>
                <a:defRPr/>
              </a:pPr>
              <a:t>92</a:t>
            </a:fld>
            <a:endParaRPr lang="en-US" altLang="zh-CN"/>
          </a:p>
        </p:txBody>
      </p:sp>
      <p:sp>
        <p:nvSpPr>
          <p:cNvPr id="229379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1143000"/>
            <a:ext cx="8352928" cy="4114800"/>
          </a:xfrm>
        </p:spPr>
        <p:txBody>
          <a:bodyPr/>
          <a:lstStyle/>
          <a:p>
            <a:pPr marL="0" indent="0" eaLnBrk="1" hangingPunct="1">
              <a:lnSpc>
                <a:spcPct val="110000"/>
              </a:lnSpc>
              <a:buNone/>
              <a:defRPr/>
            </a:pPr>
            <a:r>
              <a:rPr lang="zh-CN" altLang="en-US" sz="3200" dirty="0" smtClean="0">
                <a:latin typeface="Times New Roman" pitchFamily="18" charset="0"/>
              </a:rPr>
              <a:t>对任意谓词公式，量词是不能随便提前的。</a:t>
            </a: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3200" dirty="0" smtClean="0">
                <a:latin typeface="Times New Roman" pitchFamily="18" charset="0"/>
              </a:rPr>
              <a:t>如前面的例子</a:t>
            </a: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3200" dirty="0" smtClean="0">
                <a:solidFill>
                  <a:srgbClr val="FFFF00"/>
                </a:solidFill>
                <a:latin typeface="Times New Roman" pitchFamily="18" charset="0"/>
                <a:sym typeface="Symbol" pitchFamily="18" charset="2"/>
              </a:rPr>
              <a:t></a:t>
            </a:r>
            <a:r>
              <a:rPr lang="en-US" altLang="zh-CN" sz="3200" dirty="0" err="1" smtClean="0">
                <a:solidFill>
                  <a:srgbClr val="FFFF00"/>
                </a:solidFill>
                <a:latin typeface="Times New Roman" pitchFamily="18" charset="0"/>
              </a:rPr>
              <a:t>xP</a:t>
            </a:r>
            <a:r>
              <a:rPr lang="en-US" altLang="zh-CN" sz="3200" dirty="0" smtClean="0">
                <a:solidFill>
                  <a:srgbClr val="FFFF00"/>
                </a:solidFill>
                <a:latin typeface="Times New Roman" pitchFamily="18" charset="0"/>
              </a:rPr>
              <a:t>(x) </a:t>
            </a:r>
            <a:r>
              <a:rPr lang="en-US" altLang="zh-CN" sz="3200" dirty="0" smtClean="0">
                <a:solidFill>
                  <a:srgbClr val="FFFF00"/>
                </a:solidFill>
                <a:latin typeface="Times New Roman" pitchFamily="18" charset="0"/>
                <a:sym typeface="Symbol" pitchFamily="18" charset="2"/>
              </a:rPr>
              <a:t></a:t>
            </a:r>
            <a:r>
              <a:rPr lang="en-US" altLang="zh-CN" sz="3200" dirty="0" smtClean="0">
                <a:solidFill>
                  <a:srgbClr val="FFFF00"/>
                </a:solidFill>
                <a:latin typeface="Times New Roman" pitchFamily="18" charset="0"/>
              </a:rPr>
              <a:t>P(a) </a:t>
            </a:r>
            <a:r>
              <a:rPr lang="en-US" altLang="zh-CN" sz="3200" dirty="0" smtClean="0">
                <a:latin typeface="Times New Roman" pitchFamily="18" charset="0"/>
              </a:rPr>
              <a:t>≠</a:t>
            </a:r>
            <a:r>
              <a:rPr lang="en-US" altLang="zh-CN" sz="3200" dirty="0" smtClean="0">
                <a:latin typeface="Times New Roman" pitchFamily="18" charset="0"/>
                <a:sym typeface="Symbol" pitchFamily="18" charset="2"/>
              </a:rPr>
              <a:t></a:t>
            </a:r>
            <a:r>
              <a:rPr lang="en-US" altLang="zh-CN" sz="3200" dirty="0" smtClean="0">
                <a:latin typeface="Times New Roman" pitchFamily="18" charset="0"/>
              </a:rPr>
              <a:t>x(P(x) </a:t>
            </a:r>
            <a:r>
              <a:rPr lang="en-US" altLang="zh-CN" sz="3200" dirty="0" smtClean="0">
                <a:latin typeface="Times New Roman" pitchFamily="18" charset="0"/>
                <a:sym typeface="Symbol" pitchFamily="18" charset="2"/>
              </a:rPr>
              <a:t></a:t>
            </a:r>
            <a:r>
              <a:rPr lang="en-US" altLang="zh-CN" sz="3200" dirty="0" smtClean="0">
                <a:latin typeface="Times New Roman" pitchFamily="18" charset="0"/>
              </a:rPr>
              <a:t>P(a)) </a:t>
            </a: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3200" dirty="0" smtClean="0">
                <a:latin typeface="Times New Roman" pitchFamily="18" charset="0"/>
                <a:sym typeface="Symbol" pitchFamily="18" charset="2"/>
              </a:rPr>
              <a:t></a:t>
            </a:r>
            <a:r>
              <a:rPr lang="en-US" altLang="zh-CN" sz="3200" dirty="0" err="1" smtClean="0">
                <a:latin typeface="Times New Roman" pitchFamily="18" charset="0"/>
              </a:rPr>
              <a:t>xP</a:t>
            </a:r>
            <a:r>
              <a:rPr lang="en-US" altLang="zh-CN" sz="3200" dirty="0" smtClean="0">
                <a:latin typeface="Times New Roman" pitchFamily="18" charset="0"/>
              </a:rPr>
              <a:t>(x) </a:t>
            </a:r>
            <a:r>
              <a:rPr lang="en-US" altLang="zh-CN" sz="3200" dirty="0" smtClean="0">
                <a:latin typeface="Times New Roman" pitchFamily="18" charset="0"/>
                <a:sym typeface="Symbol" pitchFamily="18" charset="2"/>
              </a:rPr>
              <a:t></a:t>
            </a:r>
            <a:r>
              <a:rPr lang="en-US" altLang="zh-CN" sz="3200" dirty="0" smtClean="0">
                <a:latin typeface="Times New Roman" pitchFamily="18" charset="0"/>
              </a:rPr>
              <a:t>P(a) ≠</a:t>
            </a:r>
            <a:r>
              <a:rPr lang="en-US" altLang="zh-CN" sz="3200" dirty="0" smtClean="0">
                <a:solidFill>
                  <a:srgbClr val="FFFF00"/>
                </a:solidFill>
                <a:latin typeface="Times New Roman" pitchFamily="18" charset="0"/>
                <a:sym typeface="Symbol" pitchFamily="18" charset="2"/>
              </a:rPr>
              <a:t></a:t>
            </a:r>
            <a:r>
              <a:rPr lang="en-US" altLang="zh-CN" sz="3200" dirty="0" smtClean="0">
                <a:solidFill>
                  <a:srgbClr val="FFFF00"/>
                </a:solidFill>
                <a:latin typeface="Times New Roman" pitchFamily="18" charset="0"/>
              </a:rPr>
              <a:t>x(P(x) </a:t>
            </a:r>
            <a:r>
              <a:rPr lang="en-US" altLang="zh-CN" sz="3200" dirty="0" smtClean="0">
                <a:solidFill>
                  <a:srgbClr val="FFFF00"/>
                </a:solidFill>
                <a:latin typeface="Times New Roman" pitchFamily="18" charset="0"/>
                <a:sym typeface="Symbol" pitchFamily="18" charset="2"/>
              </a:rPr>
              <a:t></a:t>
            </a:r>
            <a:r>
              <a:rPr lang="en-US" altLang="zh-CN" sz="3200" dirty="0" smtClean="0">
                <a:solidFill>
                  <a:srgbClr val="FFFF00"/>
                </a:solidFill>
                <a:latin typeface="Times New Roman" pitchFamily="18" charset="0"/>
              </a:rPr>
              <a:t>P(a))</a:t>
            </a:r>
            <a:r>
              <a:rPr lang="en-US" altLang="zh-CN" dirty="0" smtClean="0">
                <a:solidFill>
                  <a:srgbClr val="FFFF00"/>
                </a:solidFill>
              </a:rPr>
              <a:t> </a:t>
            </a: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9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>
              <a:defRPr/>
            </a:pPr>
            <a:r>
              <a:rPr lang="zh-CN" altLang="en-US" sz="3600" dirty="0" smtClean="0"/>
              <a:t>引理</a:t>
            </a:r>
            <a:r>
              <a:rPr lang="en-US" altLang="zh-CN" sz="3600" dirty="0" smtClean="0">
                <a:cs typeface="Times New Roman" pitchFamily="18" charset="0"/>
              </a:rPr>
              <a:t>3.2.</a:t>
            </a:r>
            <a:r>
              <a:rPr lang="en-US" altLang="zh-CN" sz="3600" dirty="0" smtClean="0"/>
              <a:t>1 </a:t>
            </a:r>
          </a:p>
        </p:txBody>
      </p:sp>
      <p:sp>
        <p:nvSpPr>
          <p:cNvPr id="96258" name="Rectangle 2"/>
          <p:cNvSpPr>
            <a:spLocks noGrp="1" noChangeArrowheads="1"/>
          </p:cNvSpPr>
          <p:nvPr>
            <p:ph idx="1"/>
          </p:nvPr>
        </p:nvSpPr>
        <p:spPr>
          <a:xfrm>
            <a:off x="457200" y="974602"/>
            <a:ext cx="8352928" cy="5654797"/>
          </a:xfrm>
        </p:spPr>
        <p:txBody>
          <a:bodyPr/>
          <a:lstStyle/>
          <a:p>
            <a:pPr marL="0" indent="0" eaLnBrk="1" hangingPunct="1">
              <a:lnSpc>
                <a:spcPct val="110000"/>
              </a:lnSpc>
              <a:buClr>
                <a:srgbClr val="FFCC00"/>
              </a:buClr>
              <a:buNone/>
              <a:tabLst>
                <a:tab pos="860425" algn="l"/>
              </a:tabLst>
              <a:defRPr/>
            </a:pPr>
            <a:r>
              <a:rPr lang="zh-CN" altLang="en-US" sz="3200" dirty="0" smtClean="0">
                <a:latin typeface="Times New Roman" pitchFamily="18" charset="0"/>
              </a:rPr>
              <a:t>设</a:t>
            </a:r>
            <a:r>
              <a:rPr lang="en-US" altLang="zh-CN" sz="3200" dirty="0" smtClean="0">
                <a:latin typeface="Times New Roman" pitchFamily="18" charset="0"/>
              </a:rPr>
              <a:t>G</a:t>
            </a:r>
            <a:r>
              <a:rPr lang="zh-CN" altLang="en-US" sz="3200" dirty="0" smtClean="0">
                <a:latin typeface="Times New Roman" pitchFamily="18" charset="0"/>
              </a:rPr>
              <a:t>是公式，其中自由变量有且仅有一个</a:t>
            </a:r>
            <a:r>
              <a:rPr lang="en-US" altLang="zh-CN" sz="3200" dirty="0" smtClean="0">
                <a:latin typeface="Times New Roman" pitchFamily="18" charset="0"/>
              </a:rPr>
              <a:t>x</a:t>
            </a:r>
            <a:r>
              <a:rPr lang="zh-CN" altLang="en-US" sz="3200" dirty="0" smtClean="0">
                <a:latin typeface="Times New Roman" pitchFamily="18" charset="0"/>
              </a:rPr>
              <a:t>，记以</a:t>
            </a:r>
            <a:r>
              <a:rPr lang="en-US" altLang="zh-CN" sz="3200" dirty="0" smtClean="0">
                <a:latin typeface="Times New Roman" pitchFamily="18" charset="0"/>
              </a:rPr>
              <a:t>G(x)</a:t>
            </a:r>
            <a:r>
              <a:rPr lang="zh-CN" altLang="en-US" sz="3200" dirty="0" smtClean="0">
                <a:latin typeface="Times New Roman" pitchFamily="18" charset="0"/>
              </a:rPr>
              <a:t>，</a:t>
            </a:r>
            <a:r>
              <a:rPr lang="en-US" altLang="zh-CN" sz="3200" dirty="0" smtClean="0">
                <a:solidFill>
                  <a:srgbClr val="FFC000"/>
                </a:solidFill>
                <a:latin typeface="Times New Roman" pitchFamily="18" charset="0"/>
              </a:rPr>
              <a:t>H</a:t>
            </a:r>
            <a:r>
              <a:rPr lang="zh-CN" altLang="en-US" sz="3200" dirty="0" smtClean="0">
                <a:latin typeface="Times New Roman" pitchFamily="18" charset="0"/>
              </a:rPr>
              <a:t>是不含变量</a:t>
            </a:r>
            <a:r>
              <a:rPr lang="en-US" altLang="zh-CN" sz="3200" dirty="0" smtClean="0">
                <a:latin typeface="Times New Roman" pitchFamily="18" charset="0"/>
              </a:rPr>
              <a:t>x</a:t>
            </a:r>
            <a:r>
              <a:rPr lang="zh-CN" altLang="en-US" sz="3200" dirty="0" smtClean="0">
                <a:latin typeface="Times New Roman" pitchFamily="18" charset="0"/>
              </a:rPr>
              <a:t>的公式，于是有：</a:t>
            </a:r>
          </a:p>
          <a:p>
            <a:pPr marL="0" indent="0" eaLnBrk="1" hangingPunct="1">
              <a:lnSpc>
                <a:spcPct val="110000"/>
              </a:lnSpc>
              <a:buClr>
                <a:srgbClr val="FFCC00"/>
              </a:buClr>
              <a:buFont typeface="Wingdings" panose="05000000000000000000" pitchFamily="2" charset="2"/>
              <a:buNone/>
              <a:tabLst>
                <a:tab pos="860425" algn="l"/>
              </a:tabLst>
              <a:defRPr/>
            </a:pPr>
            <a:r>
              <a:rPr lang="en-US" altLang="zh-CN" sz="3200" dirty="0" smtClean="0">
                <a:solidFill>
                  <a:srgbClr val="FFCC00"/>
                </a:solidFill>
                <a:latin typeface="Times New Roman" pitchFamily="18" charset="0"/>
              </a:rPr>
              <a:t>1)</a:t>
            </a:r>
            <a:r>
              <a:rPr lang="en-US" altLang="zh-CN" sz="3200" dirty="0" smtClean="0">
                <a:latin typeface="Times New Roman" pitchFamily="18" charset="0"/>
              </a:rPr>
              <a:t> 	</a:t>
            </a:r>
            <a:r>
              <a:rPr lang="en-US" altLang="zh-CN" sz="3200" dirty="0" smtClean="0">
                <a:latin typeface="Times New Roman" pitchFamily="18" charset="0"/>
                <a:sym typeface="Symbol" pitchFamily="18" charset="2"/>
              </a:rPr>
              <a:t></a:t>
            </a:r>
            <a:r>
              <a:rPr lang="en-US" altLang="zh-CN" sz="3200" dirty="0" smtClean="0">
                <a:latin typeface="Times New Roman" pitchFamily="18" charset="0"/>
              </a:rPr>
              <a:t>x(G(x)</a:t>
            </a:r>
            <a:r>
              <a:rPr lang="en-US" altLang="zh-CN" sz="3200" dirty="0" smtClean="0">
                <a:latin typeface="Times New Roman" pitchFamily="18" charset="0"/>
                <a:sym typeface="Symbol" pitchFamily="18" charset="2"/>
              </a:rPr>
              <a:t></a:t>
            </a:r>
            <a:r>
              <a:rPr lang="en-US" altLang="zh-CN" sz="3200" dirty="0" smtClean="0">
                <a:latin typeface="Times New Roman" pitchFamily="18" charset="0"/>
              </a:rPr>
              <a:t>H)=</a:t>
            </a:r>
            <a:r>
              <a:rPr lang="en-US" altLang="zh-CN" sz="3200" dirty="0" smtClean="0">
                <a:latin typeface="Times New Roman" pitchFamily="18" charset="0"/>
                <a:sym typeface="Symbol" pitchFamily="18" charset="2"/>
              </a:rPr>
              <a:t></a:t>
            </a:r>
            <a:r>
              <a:rPr lang="en-US" altLang="zh-CN" sz="3200" dirty="0" err="1" smtClean="0">
                <a:latin typeface="Times New Roman" pitchFamily="18" charset="0"/>
              </a:rPr>
              <a:t>xG</a:t>
            </a:r>
            <a:r>
              <a:rPr lang="en-US" altLang="zh-CN" sz="3200" dirty="0" smtClean="0">
                <a:latin typeface="Times New Roman" pitchFamily="18" charset="0"/>
              </a:rPr>
              <a:t>(x)</a:t>
            </a:r>
            <a:r>
              <a:rPr lang="en-US" altLang="zh-CN" sz="3200" dirty="0" smtClean="0">
                <a:latin typeface="Times New Roman" pitchFamily="18" charset="0"/>
                <a:sym typeface="Symbol" pitchFamily="18" charset="2"/>
              </a:rPr>
              <a:t></a:t>
            </a:r>
            <a:r>
              <a:rPr lang="en-US" altLang="zh-CN" sz="3200" dirty="0" smtClean="0">
                <a:latin typeface="Times New Roman" pitchFamily="18" charset="0"/>
              </a:rPr>
              <a:t>H</a:t>
            </a:r>
          </a:p>
          <a:p>
            <a:pPr marL="0" indent="0" eaLnBrk="1" hangingPunct="1">
              <a:lnSpc>
                <a:spcPct val="110000"/>
              </a:lnSpc>
              <a:buClr>
                <a:srgbClr val="FFCC00"/>
              </a:buClr>
              <a:buFont typeface="Wingdings" panose="05000000000000000000" pitchFamily="2" charset="2"/>
              <a:buNone/>
              <a:tabLst>
                <a:tab pos="860425" algn="l"/>
              </a:tabLst>
              <a:defRPr/>
            </a:pPr>
            <a:r>
              <a:rPr lang="en-US" altLang="zh-CN" sz="3200" dirty="0" smtClean="0">
                <a:solidFill>
                  <a:srgbClr val="FFCC00"/>
                </a:solidFill>
                <a:latin typeface="Times New Roman" pitchFamily="18" charset="0"/>
              </a:rPr>
              <a:t>1’)</a:t>
            </a:r>
            <a:r>
              <a:rPr lang="en-US" altLang="zh-CN" sz="3200" dirty="0" smtClean="0">
                <a:latin typeface="Times New Roman" pitchFamily="18" charset="0"/>
              </a:rPr>
              <a:t> 	</a:t>
            </a:r>
            <a:r>
              <a:rPr lang="en-US" altLang="zh-CN" sz="3200" dirty="0" smtClean="0">
                <a:latin typeface="Times New Roman" pitchFamily="18" charset="0"/>
                <a:sym typeface="Symbol" pitchFamily="18" charset="2"/>
              </a:rPr>
              <a:t></a:t>
            </a:r>
            <a:r>
              <a:rPr lang="en-US" altLang="zh-CN" sz="3200" dirty="0" smtClean="0">
                <a:latin typeface="Times New Roman" pitchFamily="18" charset="0"/>
              </a:rPr>
              <a:t>x(G(x)</a:t>
            </a:r>
            <a:r>
              <a:rPr lang="en-US" altLang="zh-CN" sz="3200" dirty="0" smtClean="0">
                <a:latin typeface="Times New Roman" pitchFamily="18" charset="0"/>
                <a:sym typeface="Symbol" pitchFamily="18" charset="2"/>
              </a:rPr>
              <a:t></a:t>
            </a:r>
            <a:r>
              <a:rPr lang="en-US" altLang="zh-CN" sz="3200" dirty="0" smtClean="0">
                <a:latin typeface="Times New Roman" pitchFamily="18" charset="0"/>
              </a:rPr>
              <a:t>H)=</a:t>
            </a:r>
            <a:r>
              <a:rPr lang="en-US" altLang="zh-CN" sz="3200" dirty="0" smtClean="0">
                <a:latin typeface="Times New Roman" pitchFamily="18" charset="0"/>
                <a:sym typeface="Symbol" pitchFamily="18" charset="2"/>
              </a:rPr>
              <a:t></a:t>
            </a:r>
            <a:r>
              <a:rPr lang="en-US" altLang="zh-CN" sz="3200" dirty="0" err="1" smtClean="0">
                <a:latin typeface="Times New Roman" pitchFamily="18" charset="0"/>
              </a:rPr>
              <a:t>xG</a:t>
            </a:r>
            <a:r>
              <a:rPr lang="en-US" altLang="zh-CN" sz="3200" dirty="0" smtClean="0">
                <a:latin typeface="Times New Roman" pitchFamily="18" charset="0"/>
              </a:rPr>
              <a:t>(x)</a:t>
            </a:r>
            <a:r>
              <a:rPr lang="en-US" altLang="zh-CN" sz="3200" dirty="0" smtClean="0">
                <a:latin typeface="Times New Roman" pitchFamily="18" charset="0"/>
                <a:sym typeface="Symbol" pitchFamily="18" charset="2"/>
              </a:rPr>
              <a:t></a:t>
            </a:r>
            <a:r>
              <a:rPr lang="en-US" altLang="zh-CN" sz="3200" dirty="0" smtClean="0">
                <a:latin typeface="Times New Roman" pitchFamily="18" charset="0"/>
              </a:rPr>
              <a:t>H</a:t>
            </a:r>
          </a:p>
          <a:p>
            <a:pPr marL="0" indent="0" eaLnBrk="1" hangingPunct="1">
              <a:lnSpc>
                <a:spcPct val="110000"/>
              </a:lnSpc>
              <a:buClr>
                <a:srgbClr val="FFCC00"/>
              </a:buClr>
              <a:buFont typeface="Wingdings" panose="05000000000000000000" pitchFamily="2" charset="2"/>
              <a:buNone/>
              <a:tabLst>
                <a:tab pos="860425" algn="l"/>
              </a:tabLst>
              <a:defRPr/>
            </a:pPr>
            <a:r>
              <a:rPr lang="en-US" altLang="zh-CN" sz="3200" dirty="0" smtClean="0">
                <a:solidFill>
                  <a:srgbClr val="FFCC00"/>
                </a:solidFill>
                <a:latin typeface="Times New Roman" pitchFamily="18" charset="0"/>
              </a:rPr>
              <a:t>2)</a:t>
            </a:r>
            <a:r>
              <a:rPr lang="en-US" altLang="zh-CN" sz="3200" dirty="0" smtClean="0">
                <a:latin typeface="Times New Roman" pitchFamily="18" charset="0"/>
              </a:rPr>
              <a:t> 	</a:t>
            </a:r>
            <a:r>
              <a:rPr lang="en-US" altLang="zh-CN" sz="3200" dirty="0" smtClean="0">
                <a:solidFill>
                  <a:srgbClr val="FFC000"/>
                </a:solidFill>
                <a:latin typeface="Times New Roman" pitchFamily="18" charset="0"/>
                <a:sym typeface="Symbol" pitchFamily="18" charset="2"/>
              </a:rPr>
              <a:t></a:t>
            </a:r>
            <a:r>
              <a:rPr lang="en-US" altLang="zh-CN" sz="3200" dirty="0" smtClean="0">
                <a:solidFill>
                  <a:srgbClr val="FFC000"/>
                </a:solidFill>
                <a:latin typeface="Times New Roman" pitchFamily="18" charset="0"/>
              </a:rPr>
              <a:t>x(G(x)</a:t>
            </a:r>
            <a:r>
              <a:rPr lang="en-US" altLang="zh-CN" sz="3200" dirty="0" smtClean="0">
                <a:solidFill>
                  <a:srgbClr val="FFC000"/>
                </a:solidFill>
                <a:latin typeface="Times New Roman" pitchFamily="18" charset="0"/>
                <a:sym typeface="Symbol" pitchFamily="18" charset="2"/>
              </a:rPr>
              <a:t></a:t>
            </a:r>
            <a:r>
              <a:rPr lang="en-US" altLang="zh-CN" sz="3200" dirty="0" smtClean="0">
                <a:solidFill>
                  <a:srgbClr val="FFC000"/>
                </a:solidFill>
                <a:latin typeface="Times New Roman" pitchFamily="18" charset="0"/>
              </a:rPr>
              <a:t>H)=</a:t>
            </a:r>
            <a:r>
              <a:rPr lang="en-US" altLang="zh-CN" sz="3200" dirty="0" smtClean="0">
                <a:solidFill>
                  <a:srgbClr val="FFC000"/>
                </a:solidFill>
                <a:latin typeface="Times New Roman" pitchFamily="18" charset="0"/>
                <a:sym typeface="Symbol" pitchFamily="18" charset="2"/>
              </a:rPr>
              <a:t></a:t>
            </a:r>
            <a:r>
              <a:rPr lang="en-US" altLang="zh-CN" sz="3200" dirty="0" err="1" smtClean="0">
                <a:solidFill>
                  <a:srgbClr val="FFC000"/>
                </a:solidFill>
                <a:latin typeface="Times New Roman" pitchFamily="18" charset="0"/>
              </a:rPr>
              <a:t>xG</a:t>
            </a:r>
            <a:r>
              <a:rPr lang="en-US" altLang="zh-CN" sz="3200" dirty="0" smtClean="0">
                <a:solidFill>
                  <a:srgbClr val="FFC000"/>
                </a:solidFill>
                <a:latin typeface="Times New Roman" pitchFamily="18" charset="0"/>
              </a:rPr>
              <a:t>(x)</a:t>
            </a:r>
            <a:r>
              <a:rPr lang="en-US" altLang="zh-CN" sz="3200" dirty="0" smtClean="0">
                <a:solidFill>
                  <a:srgbClr val="FFC000"/>
                </a:solidFill>
                <a:latin typeface="Times New Roman" pitchFamily="18" charset="0"/>
                <a:sym typeface="Symbol" pitchFamily="18" charset="2"/>
              </a:rPr>
              <a:t></a:t>
            </a:r>
            <a:r>
              <a:rPr lang="en-US" altLang="zh-CN" sz="3200" dirty="0" smtClean="0">
                <a:solidFill>
                  <a:srgbClr val="FFC000"/>
                </a:solidFill>
                <a:latin typeface="Times New Roman" pitchFamily="18" charset="0"/>
              </a:rPr>
              <a:t>H</a:t>
            </a:r>
          </a:p>
          <a:p>
            <a:pPr marL="0" indent="0" eaLnBrk="1" hangingPunct="1">
              <a:lnSpc>
                <a:spcPct val="110000"/>
              </a:lnSpc>
              <a:buClr>
                <a:srgbClr val="FFCC00"/>
              </a:buClr>
              <a:buFont typeface="Wingdings" panose="05000000000000000000" pitchFamily="2" charset="2"/>
              <a:buNone/>
              <a:tabLst>
                <a:tab pos="860425" algn="l"/>
              </a:tabLst>
              <a:defRPr/>
            </a:pPr>
            <a:r>
              <a:rPr lang="en-US" altLang="zh-CN" sz="3200" dirty="0" smtClean="0">
                <a:solidFill>
                  <a:srgbClr val="FFCC00"/>
                </a:solidFill>
                <a:latin typeface="Times New Roman" pitchFamily="18" charset="0"/>
              </a:rPr>
              <a:t>2’)</a:t>
            </a:r>
            <a:r>
              <a:rPr lang="en-US" altLang="zh-CN" sz="3200" dirty="0" smtClean="0">
                <a:latin typeface="Times New Roman" pitchFamily="18" charset="0"/>
              </a:rPr>
              <a:t>	</a:t>
            </a:r>
            <a:r>
              <a:rPr lang="en-US" altLang="zh-CN" sz="3200" dirty="0" smtClean="0">
                <a:latin typeface="Times New Roman" pitchFamily="18" charset="0"/>
                <a:sym typeface="Symbol" pitchFamily="18" charset="2"/>
              </a:rPr>
              <a:t></a:t>
            </a:r>
            <a:r>
              <a:rPr lang="en-US" altLang="zh-CN" sz="3200" dirty="0" smtClean="0">
                <a:latin typeface="Times New Roman" pitchFamily="18" charset="0"/>
              </a:rPr>
              <a:t>x(G(x)</a:t>
            </a:r>
            <a:r>
              <a:rPr lang="en-US" altLang="zh-CN" sz="3200" dirty="0" smtClean="0">
                <a:latin typeface="Times New Roman" pitchFamily="18" charset="0"/>
                <a:sym typeface="Symbol" pitchFamily="18" charset="2"/>
              </a:rPr>
              <a:t></a:t>
            </a:r>
            <a:r>
              <a:rPr lang="en-US" altLang="zh-CN" sz="3200" dirty="0" smtClean="0">
                <a:latin typeface="Times New Roman" pitchFamily="18" charset="0"/>
              </a:rPr>
              <a:t>H)=</a:t>
            </a:r>
            <a:r>
              <a:rPr lang="en-US" altLang="zh-CN" sz="3200" dirty="0" smtClean="0">
                <a:latin typeface="Times New Roman" pitchFamily="18" charset="0"/>
                <a:sym typeface="Symbol" pitchFamily="18" charset="2"/>
              </a:rPr>
              <a:t></a:t>
            </a:r>
            <a:r>
              <a:rPr lang="en-US" altLang="zh-CN" sz="3200" dirty="0" err="1" smtClean="0">
                <a:latin typeface="Times New Roman" pitchFamily="18" charset="0"/>
              </a:rPr>
              <a:t>xG</a:t>
            </a:r>
            <a:r>
              <a:rPr lang="en-US" altLang="zh-CN" sz="3200" dirty="0" smtClean="0">
                <a:latin typeface="Times New Roman" pitchFamily="18" charset="0"/>
              </a:rPr>
              <a:t>(x)</a:t>
            </a:r>
            <a:r>
              <a:rPr lang="en-US" altLang="zh-CN" sz="3200" dirty="0" smtClean="0">
                <a:latin typeface="Times New Roman" pitchFamily="18" charset="0"/>
                <a:sym typeface="Symbol" pitchFamily="18" charset="2"/>
              </a:rPr>
              <a:t></a:t>
            </a:r>
            <a:r>
              <a:rPr lang="en-US" altLang="zh-CN" sz="3200" dirty="0" smtClean="0">
                <a:latin typeface="Times New Roman" pitchFamily="18" charset="0"/>
              </a:rPr>
              <a:t>H</a:t>
            </a:r>
          </a:p>
          <a:p>
            <a:pPr marL="0" indent="0" eaLnBrk="1" hangingPunct="1">
              <a:lnSpc>
                <a:spcPct val="110000"/>
              </a:lnSpc>
              <a:buClr>
                <a:srgbClr val="FFCC00"/>
              </a:buClr>
              <a:buFont typeface="Wingdings" panose="05000000000000000000" pitchFamily="2" charset="2"/>
              <a:buNone/>
              <a:tabLst>
                <a:tab pos="860425" algn="l"/>
              </a:tabLst>
              <a:defRPr/>
            </a:pPr>
            <a:r>
              <a:rPr lang="en-US" altLang="zh-CN" sz="3200" dirty="0" smtClean="0">
                <a:solidFill>
                  <a:srgbClr val="FFCC00"/>
                </a:solidFill>
                <a:latin typeface="Times New Roman" pitchFamily="18" charset="0"/>
              </a:rPr>
              <a:t>3)</a:t>
            </a:r>
            <a:r>
              <a:rPr lang="en-US" altLang="zh-CN" sz="3200" dirty="0" smtClean="0">
                <a:latin typeface="Times New Roman" pitchFamily="18" charset="0"/>
              </a:rPr>
              <a:t> 	</a:t>
            </a:r>
            <a:r>
              <a:rPr lang="en-US" altLang="zh-CN" sz="3200" dirty="0" smtClean="0">
                <a:solidFill>
                  <a:srgbClr val="FFC000"/>
                </a:solidFill>
                <a:latin typeface="Times New Roman" pitchFamily="18" charset="0"/>
                <a:sym typeface="Symbol" pitchFamily="18" charset="2"/>
              </a:rPr>
              <a:t></a:t>
            </a:r>
            <a:r>
              <a:rPr lang="en-US" altLang="zh-CN" sz="3200" dirty="0" smtClean="0">
                <a:solidFill>
                  <a:srgbClr val="FFC000"/>
                </a:solidFill>
                <a:latin typeface="Times New Roman" pitchFamily="18" charset="0"/>
              </a:rPr>
              <a:t>(</a:t>
            </a:r>
            <a:r>
              <a:rPr lang="en-US" altLang="zh-CN" sz="3200" dirty="0" smtClean="0">
                <a:solidFill>
                  <a:srgbClr val="FFC000"/>
                </a:solidFill>
                <a:latin typeface="Times New Roman" pitchFamily="18" charset="0"/>
                <a:sym typeface="Symbol" pitchFamily="18" charset="2"/>
              </a:rPr>
              <a:t></a:t>
            </a:r>
            <a:r>
              <a:rPr lang="en-US" altLang="zh-CN" sz="3200" dirty="0" err="1" smtClean="0">
                <a:solidFill>
                  <a:srgbClr val="FFC000"/>
                </a:solidFill>
                <a:latin typeface="Times New Roman" pitchFamily="18" charset="0"/>
              </a:rPr>
              <a:t>xG</a:t>
            </a:r>
            <a:r>
              <a:rPr lang="en-US" altLang="zh-CN" sz="3200" dirty="0" smtClean="0">
                <a:solidFill>
                  <a:srgbClr val="FFC000"/>
                </a:solidFill>
                <a:latin typeface="Times New Roman" pitchFamily="18" charset="0"/>
              </a:rPr>
              <a:t>(x))=</a:t>
            </a:r>
            <a:r>
              <a:rPr lang="en-US" altLang="zh-CN" sz="3200" dirty="0" smtClean="0">
                <a:solidFill>
                  <a:srgbClr val="FFC000"/>
                </a:solidFill>
                <a:latin typeface="Times New Roman" pitchFamily="18" charset="0"/>
                <a:sym typeface="Symbol" pitchFamily="18" charset="2"/>
              </a:rPr>
              <a:t></a:t>
            </a:r>
            <a:r>
              <a:rPr lang="en-US" altLang="zh-CN" sz="3200" dirty="0" smtClean="0">
                <a:solidFill>
                  <a:srgbClr val="FFC000"/>
                </a:solidFill>
                <a:latin typeface="Times New Roman" pitchFamily="18" charset="0"/>
              </a:rPr>
              <a:t>x(</a:t>
            </a:r>
            <a:r>
              <a:rPr lang="en-US" altLang="zh-CN" sz="3200" dirty="0" smtClean="0">
                <a:solidFill>
                  <a:srgbClr val="FFC000"/>
                </a:solidFill>
                <a:latin typeface="Times New Roman" pitchFamily="18" charset="0"/>
                <a:sym typeface="Symbol" pitchFamily="18" charset="2"/>
              </a:rPr>
              <a:t></a:t>
            </a:r>
            <a:r>
              <a:rPr lang="en-US" altLang="zh-CN" sz="3200" dirty="0" smtClean="0">
                <a:solidFill>
                  <a:srgbClr val="FFC000"/>
                </a:solidFill>
                <a:latin typeface="Times New Roman" pitchFamily="18" charset="0"/>
              </a:rPr>
              <a:t>G(x))</a:t>
            </a:r>
          </a:p>
          <a:p>
            <a:pPr marL="514350" indent="-514350" eaLnBrk="1" hangingPunct="1">
              <a:lnSpc>
                <a:spcPct val="110000"/>
              </a:lnSpc>
              <a:buClr>
                <a:srgbClr val="FFCC00"/>
              </a:buClr>
              <a:buFont typeface="Wingdings" panose="05000000000000000000" pitchFamily="2" charset="2"/>
              <a:buAutoNum type="arabicParenR" startAt="4"/>
              <a:tabLst>
                <a:tab pos="860425" algn="l"/>
              </a:tabLst>
              <a:defRPr/>
            </a:pPr>
            <a:r>
              <a:rPr lang="en-US" altLang="zh-CN" sz="3200" dirty="0" smtClean="0">
                <a:latin typeface="Times New Roman" pitchFamily="18" charset="0"/>
                <a:sym typeface="Symbol" pitchFamily="18" charset="2"/>
              </a:rPr>
              <a:t></a:t>
            </a:r>
            <a:r>
              <a:rPr lang="en-US" altLang="zh-CN" sz="3200" dirty="0" smtClean="0">
                <a:latin typeface="Times New Roman" pitchFamily="18" charset="0"/>
              </a:rPr>
              <a:t>(</a:t>
            </a:r>
            <a:r>
              <a:rPr lang="en-US" altLang="zh-CN" sz="3200" dirty="0" smtClean="0">
                <a:latin typeface="Times New Roman" pitchFamily="18" charset="0"/>
                <a:sym typeface="Symbol" pitchFamily="18" charset="2"/>
              </a:rPr>
              <a:t></a:t>
            </a:r>
            <a:r>
              <a:rPr lang="en-US" altLang="zh-CN" sz="3200" dirty="0" err="1" smtClean="0">
                <a:latin typeface="Times New Roman" pitchFamily="18" charset="0"/>
              </a:rPr>
              <a:t>xG</a:t>
            </a:r>
            <a:r>
              <a:rPr lang="en-US" altLang="zh-CN" sz="3200" dirty="0" smtClean="0">
                <a:latin typeface="Times New Roman" pitchFamily="18" charset="0"/>
              </a:rPr>
              <a:t>(x))=</a:t>
            </a:r>
            <a:r>
              <a:rPr lang="en-US" altLang="zh-CN" sz="3200" dirty="0" smtClean="0">
                <a:latin typeface="Times New Roman" pitchFamily="18" charset="0"/>
                <a:sym typeface="Symbol" pitchFamily="18" charset="2"/>
              </a:rPr>
              <a:t></a:t>
            </a:r>
            <a:r>
              <a:rPr lang="en-US" altLang="zh-CN" sz="3200" dirty="0" smtClean="0">
                <a:latin typeface="Times New Roman" pitchFamily="18" charset="0"/>
              </a:rPr>
              <a:t>x(</a:t>
            </a:r>
            <a:r>
              <a:rPr lang="en-US" altLang="zh-CN" sz="3200" dirty="0" smtClean="0">
                <a:latin typeface="Times New Roman" pitchFamily="18" charset="0"/>
                <a:sym typeface="Symbol" pitchFamily="18" charset="2"/>
              </a:rPr>
              <a:t></a:t>
            </a:r>
            <a:r>
              <a:rPr lang="en-US" altLang="zh-CN" sz="3200" dirty="0" smtClean="0">
                <a:latin typeface="Times New Roman" pitchFamily="18" charset="0"/>
              </a:rPr>
              <a:t>G(x))</a:t>
            </a:r>
          </a:p>
          <a:p>
            <a:pPr marL="0" indent="0" eaLnBrk="1" hangingPunct="1">
              <a:lnSpc>
                <a:spcPct val="110000"/>
              </a:lnSpc>
              <a:buClr>
                <a:srgbClr val="FFCC00"/>
              </a:buClr>
              <a:buNone/>
              <a:tabLst>
                <a:tab pos="860425" algn="l"/>
              </a:tabLst>
              <a:defRPr/>
            </a:pPr>
            <a:r>
              <a:rPr lang="zh-CN" altLang="en-US" sz="3200" dirty="0" smtClean="0">
                <a:latin typeface="Times New Roman" pitchFamily="18" charset="0"/>
                <a:hlinkClick r:id="rId3" action="ppaction://hlinksldjump"/>
              </a:rPr>
              <a:t>返回</a:t>
            </a:r>
            <a:endParaRPr lang="en-US" altLang="zh-CN" sz="3200" dirty="0" smtClean="0">
              <a:latin typeface="Times New Roman" pitchFamily="18" charset="0"/>
            </a:endParaRPr>
          </a:p>
          <a:p>
            <a:pPr marL="514350" indent="-514350" eaLnBrk="1" hangingPunct="1">
              <a:lnSpc>
                <a:spcPct val="110000"/>
              </a:lnSpc>
              <a:buClr>
                <a:srgbClr val="FFCC00"/>
              </a:buClr>
              <a:buFont typeface="Wingdings" panose="05000000000000000000" pitchFamily="2" charset="2"/>
              <a:buAutoNum type="arabicParenR" startAt="4"/>
              <a:tabLst>
                <a:tab pos="860425" algn="l"/>
              </a:tabLst>
              <a:defRPr/>
            </a:pPr>
            <a:endParaRPr lang="en-US" altLang="zh-CN" sz="3000" dirty="0" smtClean="0">
              <a:solidFill>
                <a:srgbClr val="FFC000"/>
              </a:solidFill>
              <a:latin typeface="Times New Roman" pitchFamily="18" charset="0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F2B6927-F2D5-4A85-8DE0-CF0DC319DD8F}" type="slidenum">
              <a:rPr lang="en-US" altLang="zh-CN" smtClean="0"/>
              <a:pPr>
                <a:defRPr/>
              </a:pPr>
              <a:t>93</a:t>
            </a:fld>
            <a:endParaRPr lang="en-US" altLang="zh-CN"/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>
              <a:defRPr/>
            </a:pPr>
            <a:r>
              <a:rPr lang="zh-CN" altLang="en-US" sz="3600" dirty="0" smtClean="0"/>
              <a:t>练习</a:t>
            </a:r>
            <a:endParaRPr lang="en-US" altLang="zh-CN" sz="3600" dirty="0" smtClean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zh-CN" altLang="en-US" sz="3200" dirty="0" smtClean="0">
                <a:solidFill>
                  <a:srgbClr val="FFC000"/>
                </a:solidFill>
                <a:latin typeface="Times New Roman" pitchFamily="18" charset="0"/>
                <a:sym typeface="Symbol" pitchFamily="18" charset="2"/>
              </a:rPr>
              <a:t>证明</a:t>
            </a:r>
            <a:r>
              <a:rPr lang="en-US" altLang="zh-CN" sz="3200" dirty="0" err="1">
                <a:solidFill>
                  <a:srgbClr val="FFC000"/>
                </a:solidFill>
                <a:latin typeface="Times New Roman" pitchFamily="18" charset="0"/>
              </a:rPr>
              <a:t>xP</a:t>
            </a:r>
            <a:r>
              <a:rPr lang="en-US" altLang="zh-CN" sz="3200" dirty="0">
                <a:solidFill>
                  <a:srgbClr val="FFC000"/>
                </a:solidFill>
                <a:latin typeface="Times New Roman" pitchFamily="18" charset="0"/>
              </a:rPr>
              <a:t>(x) </a:t>
            </a:r>
            <a:r>
              <a:rPr lang="en-US" altLang="zh-CN" sz="3200" dirty="0">
                <a:solidFill>
                  <a:srgbClr val="FFC000"/>
                </a:solidFill>
                <a:latin typeface="Times New Roman" pitchFamily="18" charset="0"/>
                <a:sym typeface="Symbol" pitchFamily="18" charset="2"/>
              </a:rPr>
              <a:t></a:t>
            </a:r>
            <a:r>
              <a:rPr lang="en-US" altLang="zh-CN" sz="3200" dirty="0">
                <a:solidFill>
                  <a:srgbClr val="FFC000"/>
                </a:solidFill>
                <a:latin typeface="Times New Roman" pitchFamily="18" charset="0"/>
              </a:rPr>
              <a:t>P(a</a:t>
            </a:r>
            <a:r>
              <a:rPr lang="en-US" altLang="zh-CN" sz="3200" dirty="0" smtClean="0">
                <a:solidFill>
                  <a:srgbClr val="FFC000"/>
                </a:solidFill>
                <a:latin typeface="Times New Roman" pitchFamily="18" charset="0"/>
              </a:rPr>
              <a:t>)=</a:t>
            </a:r>
            <a:r>
              <a:rPr lang="en-US" altLang="zh-CN" sz="3200" dirty="0" smtClean="0">
                <a:solidFill>
                  <a:srgbClr val="FFC000"/>
                </a:solidFill>
                <a:latin typeface="Times New Roman" pitchFamily="18" charset="0"/>
                <a:sym typeface="Symbol" pitchFamily="18" charset="2"/>
              </a:rPr>
              <a:t></a:t>
            </a:r>
            <a:r>
              <a:rPr lang="en-US" altLang="zh-CN" sz="3200" dirty="0" smtClean="0">
                <a:solidFill>
                  <a:srgbClr val="FFC000"/>
                </a:solidFill>
                <a:latin typeface="Times New Roman" pitchFamily="18" charset="0"/>
              </a:rPr>
              <a:t>x(P(x) </a:t>
            </a:r>
            <a:r>
              <a:rPr lang="en-US" altLang="zh-CN" sz="3200" dirty="0" smtClean="0">
                <a:solidFill>
                  <a:srgbClr val="FFC000"/>
                </a:solidFill>
                <a:latin typeface="Times New Roman" pitchFamily="18" charset="0"/>
                <a:sym typeface="Symbol" pitchFamily="18" charset="2"/>
              </a:rPr>
              <a:t></a:t>
            </a:r>
            <a:r>
              <a:rPr lang="en-US" altLang="zh-CN" sz="3200" dirty="0" smtClean="0">
                <a:solidFill>
                  <a:srgbClr val="FFC000"/>
                </a:solidFill>
                <a:latin typeface="Times New Roman" pitchFamily="18" charset="0"/>
              </a:rPr>
              <a:t>P(a))</a:t>
            </a:r>
            <a:r>
              <a:rPr lang="en-US" altLang="zh-CN" sz="3200" dirty="0" smtClean="0">
                <a:solidFill>
                  <a:srgbClr val="FFC000"/>
                </a:solidFill>
              </a:rPr>
              <a:t> 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zh-CN" altLang="en-US" dirty="0" smtClean="0"/>
              <a:t>证明：</a:t>
            </a:r>
            <a:r>
              <a:rPr lang="zh-CN" altLang="en-US" sz="3200" dirty="0">
                <a:latin typeface="Times New Roman" pitchFamily="18" charset="0"/>
                <a:sym typeface="Symbol" pitchFamily="18" charset="2"/>
              </a:rPr>
              <a:t> </a:t>
            </a:r>
            <a:endParaRPr lang="en-US" altLang="zh-CN" sz="3200" dirty="0" smtClean="0">
              <a:latin typeface="Times New Roman" pitchFamily="18" charset="0"/>
              <a:sym typeface="Symbol" pitchFamily="18" charset="2"/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zh-CN" altLang="en-US" sz="3200" dirty="0" smtClean="0">
                <a:latin typeface="Times New Roman" pitchFamily="18" charset="0"/>
                <a:sym typeface="Symbol" pitchFamily="18" charset="2"/>
              </a:rPr>
              <a:t></a:t>
            </a:r>
            <a:r>
              <a:rPr lang="en-US" altLang="zh-CN" sz="3200" dirty="0" err="1">
                <a:latin typeface="Times New Roman" pitchFamily="18" charset="0"/>
              </a:rPr>
              <a:t>xP</a:t>
            </a:r>
            <a:r>
              <a:rPr lang="en-US" altLang="zh-CN" sz="3200" dirty="0">
                <a:latin typeface="Times New Roman" pitchFamily="18" charset="0"/>
              </a:rPr>
              <a:t>(x) </a:t>
            </a:r>
            <a:r>
              <a:rPr lang="en-US" altLang="zh-CN" sz="3200" dirty="0">
                <a:latin typeface="Times New Roman" pitchFamily="18" charset="0"/>
                <a:sym typeface="Symbol" pitchFamily="18" charset="2"/>
              </a:rPr>
              <a:t></a:t>
            </a:r>
            <a:r>
              <a:rPr lang="en-US" altLang="zh-CN" sz="3200" dirty="0">
                <a:latin typeface="Times New Roman" pitchFamily="18" charset="0"/>
              </a:rPr>
              <a:t>P(a</a:t>
            </a:r>
            <a:r>
              <a:rPr lang="en-US" altLang="zh-CN" sz="3200" dirty="0" smtClean="0">
                <a:latin typeface="Times New Roman" pitchFamily="18" charset="0"/>
              </a:rPr>
              <a:t>)=</a:t>
            </a:r>
            <a:r>
              <a:rPr lang="zh-CN" altLang="en-US" sz="3200" dirty="0">
                <a:latin typeface="Times New Roman" pitchFamily="18" charset="0"/>
                <a:sym typeface="Symbol" pitchFamily="18" charset="2"/>
              </a:rPr>
              <a:t>  </a:t>
            </a:r>
            <a:r>
              <a:rPr lang="zh-CN" altLang="en-US" dirty="0" smtClean="0">
                <a:latin typeface="Times New Roman" pitchFamily="18" charset="0"/>
                <a:sym typeface="Symbol" pitchFamily="18" charset="2"/>
              </a:rPr>
              <a:t></a:t>
            </a:r>
            <a:r>
              <a:rPr lang="en-US" altLang="zh-CN" dirty="0" err="1" smtClean="0">
                <a:latin typeface="Times New Roman" pitchFamily="18" charset="0"/>
              </a:rPr>
              <a:t>xP</a:t>
            </a:r>
            <a:r>
              <a:rPr lang="en-US" altLang="zh-CN" dirty="0" smtClean="0">
                <a:latin typeface="Times New Roman" pitchFamily="18" charset="0"/>
              </a:rPr>
              <a:t>(x)</a:t>
            </a:r>
            <a:r>
              <a:rPr lang="en-US" altLang="zh-CN" dirty="0" smtClean="0">
                <a:latin typeface="Times New Roman" pitchFamily="18" charset="0"/>
                <a:sym typeface="Symbol" pitchFamily="18" charset="2"/>
              </a:rPr>
              <a:t> P(a)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>
                <a:latin typeface="Times New Roman" pitchFamily="18" charset="0"/>
                <a:sym typeface="Symbol" pitchFamily="18" charset="2"/>
              </a:rPr>
              <a:t> </a:t>
            </a:r>
            <a:r>
              <a:rPr lang="en-US" altLang="zh-CN" dirty="0" smtClean="0">
                <a:latin typeface="Times New Roman" pitchFamily="18" charset="0"/>
                <a:sym typeface="Symbol" pitchFamily="18" charset="2"/>
              </a:rPr>
              <a:t>                    =</a:t>
            </a:r>
            <a:r>
              <a:rPr lang="en-US" altLang="zh-CN" dirty="0" smtClean="0">
                <a:latin typeface="Times New Roman" pitchFamily="18" charset="0"/>
              </a:rPr>
              <a:t> </a:t>
            </a:r>
            <a:r>
              <a:rPr lang="en-US" altLang="zh-CN" dirty="0" smtClean="0">
                <a:latin typeface="Times New Roman" pitchFamily="18" charset="0"/>
                <a:sym typeface="Symbol" pitchFamily="18" charset="2"/>
              </a:rPr>
              <a:t></a:t>
            </a:r>
            <a:r>
              <a:rPr lang="en-US" altLang="zh-CN" dirty="0" smtClean="0">
                <a:latin typeface="Times New Roman" pitchFamily="18" charset="0"/>
              </a:rPr>
              <a:t>x(</a:t>
            </a:r>
            <a:r>
              <a:rPr lang="zh-CN" altLang="en-US" dirty="0" smtClean="0">
                <a:latin typeface="Times New Roman" pitchFamily="18" charset="0"/>
                <a:sym typeface="Symbol" pitchFamily="18" charset="2"/>
              </a:rPr>
              <a:t></a:t>
            </a:r>
            <a:r>
              <a:rPr lang="en-US" altLang="zh-CN" dirty="0" smtClean="0">
                <a:latin typeface="Times New Roman" pitchFamily="18" charset="0"/>
              </a:rPr>
              <a:t>P(x)</a:t>
            </a:r>
            <a:r>
              <a:rPr lang="en-US" altLang="zh-CN" dirty="0" smtClean="0">
                <a:latin typeface="Times New Roman" pitchFamily="18" charset="0"/>
                <a:sym typeface="Symbol" pitchFamily="18" charset="2"/>
              </a:rPr>
              <a:t> ) P(a)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>
                <a:latin typeface="Times New Roman" pitchFamily="18" charset="0"/>
                <a:sym typeface="Symbol" pitchFamily="18" charset="2"/>
              </a:rPr>
              <a:t> </a:t>
            </a:r>
            <a:r>
              <a:rPr lang="en-US" altLang="zh-CN" dirty="0" smtClean="0">
                <a:latin typeface="Times New Roman" pitchFamily="18" charset="0"/>
                <a:sym typeface="Symbol" pitchFamily="18" charset="2"/>
              </a:rPr>
              <a:t>                    =</a:t>
            </a:r>
            <a:r>
              <a:rPr lang="en-US" altLang="zh-CN" dirty="0" smtClean="0">
                <a:latin typeface="Times New Roman" pitchFamily="18" charset="0"/>
              </a:rPr>
              <a:t>x(</a:t>
            </a:r>
            <a:r>
              <a:rPr lang="zh-CN" altLang="en-US" dirty="0">
                <a:latin typeface="Times New Roman" pitchFamily="18" charset="0"/>
                <a:sym typeface="Symbol" pitchFamily="18" charset="2"/>
              </a:rPr>
              <a:t></a:t>
            </a:r>
            <a:r>
              <a:rPr lang="en-US" altLang="zh-CN" dirty="0" smtClean="0">
                <a:latin typeface="Times New Roman" pitchFamily="18" charset="0"/>
              </a:rPr>
              <a:t>P(x)</a:t>
            </a:r>
            <a:r>
              <a:rPr lang="en-US" altLang="zh-CN" dirty="0" smtClean="0">
                <a:latin typeface="Times New Roman" pitchFamily="18" charset="0"/>
                <a:sym typeface="Symbol" pitchFamily="18" charset="2"/>
              </a:rPr>
              <a:t> P(a))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>
                <a:latin typeface="Times New Roman" pitchFamily="18" charset="0"/>
                <a:sym typeface="Symbol" pitchFamily="18" charset="2"/>
              </a:rPr>
              <a:t> </a:t>
            </a:r>
            <a:r>
              <a:rPr lang="en-US" altLang="zh-CN" dirty="0" smtClean="0">
                <a:latin typeface="Times New Roman" pitchFamily="18" charset="0"/>
                <a:sym typeface="Symbol" pitchFamily="18" charset="2"/>
              </a:rPr>
              <a:t>                    =</a:t>
            </a:r>
            <a:r>
              <a:rPr lang="en-US" altLang="zh-CN" dirty="0" smtClean="0">
                <a:latin typeface="Times New Roman" pitchFamily="18" charset="0"/>
              </a:rPr>
              <a:t>x(P(x) </a:t>
            </a:r>
            <a:r>
              <a:rPr lang="en-US" altLang="zh-CN" dirty="0" smtClean="0">
                <a:latin typeface="Times New Roman" pitchFamily="18" charset="0"/>
                <a:sym typeface="Symbol" pitchFamily="18" charset="2"/>
              </a:rPr>
              <a:t></a:t>
            </a:r>
            <a:r>
              <a:rPr lang="en-US" altLang="zh-CN" dirty="0" smtClean="0">
                <a:latin typeface="Times New Roman" pitchFamily="18" charset="0"/>
              </a:rPr>
              <a:t>P(a))</a:t>
            </a:r>
            <a:r>
              <a:rPr lang="en-US" altLang="zh-CN" dirty="0" smtClean="0"/>
              <a:t> 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US" altLang="zh-CN" b="1" dirty="0" smtClean="0">
              <a:latin typeface="Times New Roman" pitchFamily="18" charset="0"/>
              <a:sym typeface="Symbol" pitchFamily="18" charset="2"/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US" altLang="zh-CN" b="1" dirty="0" smtClean="0">
              <a:latin typeface="Times New Roman" pitchFamily="18" charset="0"/>
              <a:sym typeface="Symbol" pitchFamily="18" charset="2"/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0EB613-D450-4E7A-8D01-602C023E6C00}" type="slidenum">
              <a:rPr lang="en-US" altLang="zh-CN" smtClean="0"/>
              <a:pPr>
                <a:defRPr/>
              </a:pPr>
              <a:t>94</a:t>
            </a:fld>
            <a:endParaRPr lang="en-US" altLang="zh-CN"/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>
              <a:defRPr/>
            </a:pPr>
            <a:r>
              <a:rPr lang="zh-CN" altLang="en-US" sz="3600" dirty="0" smtClean="0"/>
              <a:t>练习</a:t>
            </a:r>
            <a:endParaRPr lang="en-US" altLang="zh-CN" sz="3600" dirty="0" smtClean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zh-CN" altLang="en-US" sz="3200" dirty="0" smtClean="0">
                <a:solidFill>
                  <a:srgbClr val="FFC000"/>
                </a:solidFill>
                <a:latin typeface="Times New Roman" pitchFamily="18" charset="0"/>
                <a:sym typeface="Symbol" pitchFamily="18" charset="2"/>
              </a:rPr>
              <a:t>证明</a:t>
            </a:r>
            <a:r>
              <a:rPr lang="en-US" altLang="zh-CN" sz="3200" dirty="0" smtClean="0">
                <a:solidFill>
                  <a:srgbClr val="FFC000"/>
                </a:solidFill>
                <a:latin typeface="Times New Roman" pitchFamily="18" charset="0"/>
                <a:sym typeface="Symbol" pitchFamily="18" charset="2"/>
              </a:rPr>
              <a:t></a:t>
            </a:r>
            <a:r>
              <a:rPr lang="en-US" altLang="zh-CN" sz="3200" dirty="0">
                <a:solidFill>
                  <a:srgbClr val="FFC000"/>
                </a:solidFill>
                <a:latin typeface="Times New Roman" pitchFamily="18" charset="0"/>
              </a:rPr>
              <a:t>x(P(x) </a:t>
            </a:r>
            <a:r>
              <a:rPr lang="en-US" altLang="zh-CN" sz="3200" dirty="0">
                <a:solidFill>
                  <a:srgbClr val="FFC000"/>
                </a:solidFill>
                <a:latin typeface="Times New Roman" pitchFamily="18" charset="0"/>
                <a:sym typeface="Symbol" pitchFamily="18" charset="2"/>
              </a:rPr>
              <a:t></a:t>
            </a:r>
            <a:r>
              <a:rPr lang="en-US" altLang="zh-CN" sz="3200" dirty="0">
                <a:solidFill>
                  <a:srgbClr val="FFC000"/>
                </a:solidFill>
                <a:latin typeface="Times New Roman" pitchFamily="18" charset="0"/>
              </a:rPr>
              <a:t>P(a</a:t>
            </a:r>
            <a:r>
              <a:rPr lang="en-US" altLang="zh-CN" sz="3200" dirty="0" smtClean="0">
                <a:solidFill>
                  <a:srgbClr val="FFC000"/>
                </a:solidFill>
                <a:latin typeface="Times New Roman" pitchFamily="18" charset="0"/>
              </a:rPr>
              <a:t>))= </a:t>
            </a:r>
            <a:r>
              <a:rPr lang="en-US" altLang="zh-CN" sz="3200" dirty="0">
                <a:solidFill>
                  <a:srgbClr val="FFC000"/>
                </a:solidFill>
                <a:latin typeface="Times New Roman" pitchFamily="18" charset="0"/>
                <a:sym typeface="Symbol" pitchFamily="18" charset="2"/>
              </a:rPr>
              <a:t></a:t>
            </a:r>
            <a:r>
              <a:rPr lang="en-US" altLang="zh-CN" sz="3200" dirty="0" err="1">
                <a:solidFill>
                  <a:srgbClr val="FFC000"/>
                </a:solidFill>
                <a:latin typeface="Times New Roman" pitchFamily="18" charset="0"/>
              </a:rPr>
              <a:t>xP</a:t>
            </a:r>
            <a:r>
              <a:rPr lang="en-US" altLang="zh-CN" sz="3200" dirty="0">
                <a:solidFill>
                  <a:srgbClr val="FFC000"/>
                </a:solidFill>
                <a:latin typeface="Times New Roman" pitchFamily="18" charset="0"/>
              </a:rPr>
              <a:t>(x) </a:t>
            </a:r>
            <a:r>
              <a:rPr lang="en-US" altLang="zh-CN" sz="3200" dirty="0">
                <a:solidFill>
                  <a:srgbClr val="FFC000"/>
                </a:solidFill>
                <a:latin typeface="Times New Roman" pitchFamily="18" charset="0"/>
                <a:sym typeface="Symbol" pitchFamily="18" charset="2"/>
              </a:rPr>
              <a:t></a:t>
            </a:r>
            <a:r>
              <a:rPr lang="en-US" altLang="zh-CN" sz="3200" dirty="0">
                <a:solidFill>
                  <a:srgbClr val="FFC000"/>
                </a:solidFill>
                <a:latin typeface="Times New Roman" pitchFamily="18" charset="0"/>
              </a:rPr>
              <a:t>P(a) </a:t>
            </a:r>
            <a:endParaRPr lang="en-US" altLang="zh-CN" sz="3200" dirty="0" smtClean="0">
              <a:solidFill>
                <a:srgbClr val="FFC000"/>
              </a:solidFill>
              <a:latin typeface="Times New Roman" pitchFamily="18" charset="0"/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zh-CN" altLang="en-US" sz="3200" dirty="0" smtClean="0">
                <a:latin typeface="Times New Roman" pitchFamily="18" charset="0"/>
              </a:rPr>
              <a:t>证明：</a:t>
            </a:r>
            <a:endParaRPr lang="en-US" altLang="zh-CN" sz="3200" dirty="0" smtClean="0">
              <a:latin typeface="Times New Roman" pitchFamily="18" charset="0"/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sz="3200" dirty="0" smtClean="0">
                <a:solidFill>
                  <a:srgbClr val="FFC000"/>
                </a:solidFill>
                <a:latin typeface="Times New Roman" pitchFamily="18" charset="0"/>
                <a:sym typeface="Symbol" pitchFamily="18" charset="2"/>
              </a:rPr>
              <a:t> </a:t>
            </a:r>
            <a:r>
              <a:rPr lang="en-US" altLang="zh-CN" sz="3200" dirty="0" smtClean="0">
                <a:latin typeface="Times New Roman" pitchFamily="18" charset="0"/>
                <a:sym typeface="Symbol" pitchFamily="18" charset="2"/>
              </a:rPr>
              <a:t></a:t>
            </a:r>
            <a:r>
              <a:rPr lang="en-US" altLang="zh-CN" sz="3200" dirty="0" err="1" smtClean="0">
                <a:latin typeface="Times New Roman" pitchFamily="18" charset="0"/>
              </a:rPr>
              <a:t>xP</a:t>
            </a:r>
            <a:r>
              <a:rPr lang="en-US" altLang="zh-CN" sz="3200" dirty="0" smtClean="0">
                <a:latin typeface="Times New Roman" pitchFamily="18" charset="0"/>
              </a:rPr>
              <a:t>(x) </a:t>
            </a:r>
            <a:r>
              <a:rPr lang="en-US" altLang="zh-CN" sz="3200" dirty="0" smtClean="0">
                <a:latin typeface="Times New Roman" pitchFamily="18" charset="0"/>
                <a:sym typeface="Symbol" pitchFamily="18" charset="2"/>
              </a:rPr>
              <a:t></a:t>
            </a:r>
            <a:r>
              <a:rPr lang="en-US" altLang="zh-CN" sz="3200" dirty="0" smtClean="0">
                <a:latin typeface="Times New Roman" pitchFamily="18" charset="0"/>
              </a:rPr>
              <a:t>P(a) =</a:t>
            </a:r>
            <a:r>
              <a:rPr lang="zh-CN" altLang="en-US" sz="3200" dirty="0">
                <a:latin typeface="Times New Roman" pitchFamily="18" charset="0"/>
                <a:sym typeface="Symbol" pitchFamily="18" charset="2"/>
              </a:rPr>
              <a:t> </a:t>
            </a:r>
            <a:r>
              <a:rPr lang="zh-CN" altLang="en-US" sz="3200" dirty="0" smtClean="0">
                <a:latin typeface="Times New Roman" pitchFamily="18" charset="0"/>
                <a:sym typeface="Symbol" pitchFamily="18" charset="2"/>
              </a:rPr>
              <a:t></a:t>
            </a:r>
            <a:r>
              <a:rPr lang="en-US" altLang="zh-CN" sz="3200" dirty="0" smtClean="0">
                <a:latin typeface="Times New Roman" pitchFamily="18" charset="0"/>
                <a:sym typeface="Symbol" pitchFamily="18" charset="2"/>
              </a:rPr>
              <a:t></a:t>
            </a:r>
            <a:r>
              <a:rPr lang="en-US" altLang="zh-CN" sz="3200" dirty="0" err="1" smtClean="0">
                <a:latin typeface="Times New Roman" pitchFamily="18" charset="0"/>
              </a:rPr>
              <a:t>xP</a:t>
            </a:r>
            <a:r>
              <a:rPr lang="en-US" altLang="zh-CN" sz="3200" dirty="0" smtClean="0">
                <a:latin typeface="Times New Roman" pitchFamily="18" charset="0"/>
              </a:rPr>
              <a:t>(x)</a:t>
            </a:r>
            <a:r>
              <a:rPr lang="en-US" altLang="zh-CN" sz="3200" dirty="0" smtClean="0">
                <a:latin typeface="Times New Roman" pitchFamily="18" charset="0"/>
                <a:sym typeface="Symbol" pitchFamily="18" charset="2"/>
              </a:rPr>
              <a:t> P(a)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sz="3200" dirty="0" smtClean="0">
                <a:latin typeface="Times New Roman" pitchFamily="18" charset="0"/>
                <a:sym typeface="Symbol" pitchFamily="18" charset="2"/>
              </a:rPr>
              <a:t>                         =</a:t>
            </a:r>
            <a:r>
              <a:rPr lang="en-US" altLang="zh-CN" sz="3200" dirty="0" smtClean="0">
                <a:latin typeface="Times New Roman" pitchFamily="18" charset="0"/>
              </a:rPr>
              <a:t>x(</a:t>
            </a:r>
            <a:r>
              <a:rPr lang="zh-CN" altLang="en-US" sz="3200" dirty="0" smtClean="0">
                <a:latin typeface="Times New Roman" pitchFamily="18" charset="0"/>
                <a:sym typeface="Symbol" pitchFamily="18" charset="2"/>
              </a:rPr>
              <a:t></a:t>
            </a:r>
            <a:r>
              <a:rPr lang="en-US" altLang="zh-CN" sz="3200" dirty="0" smtClean="0">
                <a:latin typeface="Times New Roman" pitchFamily="18" charset="0"/>
              </a:rPr>
              <a:t>P(x))</a:t>
            </a:r>
            <a:r>
              <a:rPr lang="en-US" altLang="zh-CN" sz="3200" dirty="0" smtClean="0">
                <a:latin typeface="Times New Roman" pitchFamily="18" charset="0"/>
                <a:sym typeface="Symbol" pitchFamily="18" charset="2"/>
              </a:rPr>
              <a:t> P(a)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sz="3200" dirty="0" smtClean="0">
                <a:latin typeface="Times New Roman" pitchFamily="18" charset="0"/>
                <a:sym typeface="Symbol" pitchFamily="18" charset="2"/>
              </a:rPr>
              <a:t>                         =</a:t>
            </a:r>
            <a:r>
              <a:rPr lang="en-US" altLang="zh-CN" sz="3200" dirty="0">
                <a:latin typeface="Times New Roman" pitchFamily="18" charset="0"/>
                <a:sym typeface="Symbol" pitchFamily="18" charset="2"/>
              </a:rPr>
              <a:t></a:t>
            </a:r>
            <a:r>
              <a:rPr lang="en-US" altLang="zh-CN" sz="3200" dirty="0">
                <a:latin typeface="Times New Roman" pitchFamily="18" charset="0"/>
              </a:rPr>
              <a:t>x(</a:t>
            </a:r>
            <a:r>
              <a:rPr lang="zh-CN" altLang="en-US" sz="3200" dirty="0">
                <a:latin typeface="Times New Roman" pitchFamily="18" charset="0"/>
                <a:sym typeface="Symbol" pitchFamily="18" charset="2"/>
              </a:rPr>
              <a:t></a:t>
            </a:r>
            <a:r>
              <a:rPr lang="en-US" altLang="zh-CN" sz="3200" dirty="0">
                <a:latin typeface="Times New Roman" pitchFamily="18" charset="0"/>
              </a:rPr>
              <a:t>P(x))</a:t>
            </a:r>
            <a:r>
              <a:rPr lang="en-US" altLang="zh-CN" sz="3200" dirty="0">
                <a:latin typeface="Times New Roman" pitchFamily="18" charset="0"/>
                <a:sym typeface="Symbol" pitchFamily="18" charset="2"/>
              </a:rPr>
              <a:t> P(a))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sz="3200" dirty="0">
                <a:latin typeface="Times New Roman" pitchFamily="18" charset="0"/>
                <a:sym typeface="Symbol" pitchFamily="18" charset="2"/>
              </a:rPr>
              <a:t> </a:t>
            </a:r>
            <a:r>
              <a:rPr lang="en-US" altLang="zh-CN" sz="3200" dirty="0" smtClean="0">
                <a:latin typeface="Times New Roman" pitchFamily="18" charset="0"/>
                <a:sym typeface="Symbol" pitchFamily="18" charset="2"/>
              </a:rPr>
              <a:t>                        =</a:t>
            </a:r>
            <a:r>
              <a:rPr lang="en-US" altLang="zh-CN" sz="3200" dirty="0" smtClean="0">
                <a:latin typeface="Times New Roman" pitchFamily="18" charset="0"/>
              </a:rPr>
              <a:t>x(P(x) </a:t>
            </a:r>
            <a:r>
              <a:rPr lang="en-US" altLang="zh-CN" sz="3200" dirty="0" smtClean="0">
                <a:latin typeface="Times New Roman" pitchFamily="18" charset="0"/>
                <a:sym typeface="Symbol" pitchFamily="18" charset="2"/>
              </a:rPr>
              <a:t></a:t>
            </a:r>
            <a:r>
              <a:rPr lang="en-US" altLang="zh-CN" sz="3200" dirty="0" smtClean="0">
                <a:latin typeface="Times New Roman" pitchFamily="18" charset="0"/>
              </a:rPr>
              <a:t>P(a))</a:t>
            </a:r>
            <a:endParaRPr lang="en-US" altLang="zh-CN" sz="3200" dirty="0" smtClean="0">
              <a:latin typeface="Times New Roman" pitchFamily="18" charset="0"/>
              <a:sym typeface="Symbol" pitchFamily="18" charset="2"/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US" altLang="zh-CN" sz="3200" dirty="0" smtClean="0">
              <a:latin typeface="Times New Roman" pitchFamily="18" charset="0"/>
              <a:sym typeface="Symbol" pitchFamily="18" charset="2"/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US" altLang="zh-CN" sz="3200" b="1" dirty="0" smtClean="0">
              <a:latin typeface="Times New Roman" pitchFamily="18" charset="0"/>
              <a:sym typeface="Symbol" pitchFamily="18" charset="2"/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sz="3200" b="1" dirty="0" smtClean="0">
                <a:solidFill>
                  <a:srgbClr val="FFC000"/>
                </a:solidFill>
                <a:latin typeface="Times New Roman" pitchFamily="18" charset="0"/>
              </a:rPr>
              <a:t> </a:t>
            </a:r>
            <a:endParaRPr lang="zh-CN" altLang="en-US" sz="3200" dirty="0">
              <a:solidFill>
                <a:srgbClr val="FFC000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282031-AE93-4787-837E-9E2CA087554F}" type="slidenum">
              <a:rPr lang="en-US" altLang="zh-CN" smtClean="0"/>
              <a:pPr>
                <a:defRPr/>
              </a:pPr>
              <a:t>95</a:t>
            </a:fld>
            <a:endParaRPr lang="en-US" altLang="zh-CN"/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7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>
              <a:defRPr/>
            </a:pPr>
            <a:r>
              <a:rPr lang="en-US" altLang="zh-CN" sz="3600" dirty="0" smtClean="0"/>
              <a:t>1)</a:t>
            </a:r>
            <a:r>
              <a:rPr lang="zh-CN" altLang="en-US" sz="3600" dirty="0" smtClean="0"/>
              <a:t>证明：</a:t>
            </a:r>
            <a:r>
              <a:rPr lang="zh-CN" altLang="en-US" sz="3600" dirty="0" smtClean="0">
                <a:sym typeface="Symbol" pitchFamily="18" charset="2"/>
              </a:rPr>
              <a:t></a:t>
            </a:r>
            <a:r>
              <a:rPr lang="en-US" altLang="zh-CN" sz="3600" dirty="0" smtClean="0"/>
              <a:t>x(G(x)</a:t>
            </a:r>
            <a:r>
              <a:rPr lang="en-US" altLang="zh-CN" sz="3600" dirty="0" smtClean="0">
                <a:sym typeface="Symbol" pitchFamily="18" charset="2"/>
              </a:rPr>
              <a:t></a:t>
            </a:r>
            <a:r>
              <a:rPr lang="en-US" altLang="zh-CN" sz="3600" dirty="0" smtClean="0"/>
              <a:t>H)=</a:t>
            </a:r>
            <a:r>
              <a:rPr lang="en-US" altLang="zh-CN" sz="3600" dirty="0" smtClean="0">
                <a:sym typeface="Symbol" pitchFamily="18" charset="2"/>
              </a:rPr>
              <a:t></a:t>
            </a:r>
            <a:r>
              <a:rPr lang="en-US" altLang="zh-CN" sz="3600" dirty="0" err="1" smtClean="0"/>
              <a:t>xG</a:t>
            </a:r>
            <a:r>
              <a:rPr lang="en-US" altLang="zh-CN" sz="3600" dirty="0" smtClean="0"/>
              <a:t>(x)</a:t>
            </a:r>
            <a:r>
              <a:rPr lang="en-US" altLang="zh-CN" sz="3600" dirty="0" smtClean="0">
                <a:sym typeface="Symbol" pitchFamily="18" charset="2"/>
              </a:rPr>
              <a:t></a:t>
            </a:r>
            <a:r>
              <a:rPr lang="en-US" altLang="zh-CN" sz="3600" dirty="0" smtClean="0"/>
              <a:t>H </a:t>
            </a:r>
          </a:p>
        </p:txBody>
      </p:sp>
      <p:sp>
        <p:nvSpPr>
          <p:cNvPr id="98306" name="Rectangle 2"/>
          <p:cNvSpPr>
            <a:spLocks noGrp="1" noChangeArrowheads="1"/>
          </p:cNvSpPr>
          <p:nvPr>
            <p:ph idx="1"/>
          </p:nvPr>
        </p:nvSpPr>
        <p:spPr>
          <a:xfrm>
            <a:off x="381000" y="1079134"/>
            <a:ext cx="8352928" cy="5257800"/>
          </a:xfrm>
        </p:spPr>
        <p:txBody>
          <a:bodyPr/>
          <a:lstStyle/>
          <a:p>
            <a:pPr marL="0" indent="0" eaLnBrk="1" hangingPunct="1">
              <a:lnSpc>
                <a:spcPct val="110000"/>
              </a:lnSpc>
              <a:buClr>
                <a:srgbClr val="FFCC00"/>
              </a:buClr>
              <a:buFont typeface="Wingdings" panose="05000000000000000000" pitchFamily="2" charset="2"/>
              <a:buNone/>
              <a:tabLst>
                <a:tab pos="860425" algn="l"/>
              </a:tabLst>
              <a:defRPr/>
            </a:pPr>
            <a:r>
              <a:rPr lang="zh-CN" altLang="en-US" sz="3000" dirty="0" smtClean="0">
                <a:latin typeface="Times New Roman" pitchFamily="18" charset="0"/>
              </a:rPr>
              <a:t>设</a:t>
            </a:r>
            <a:r>
              <a:rPr lang="en-US" altLang="zh-CN" sz="3000" dirty="0" smtClean="0">
                <a:latin typeface="Times New Roman" pitchFamily="18" charset="0"/>
              </a:rPr>
              <a:t>I</a:t>
            </a:r>
            <a:r>
              <a:rPr lang="zh-CN" altLang="en-US" sz="3000" dirty="0" smtClean="0">
                <a:latin typeface="Times New Roman" pitchFamily="18" charset="0"/>
              </a:rPr>
              <a:t>是</a:t>
            </a:r>
            <a:r>
              <a:rPr lang="en-US" altLang="zh-CN" sz="3000" dirty="0" smtClean="0">
                <a:latin typeface="Times New Roman" pitchFamily="18" charset="0"/>
              </a:rPr>
              <a:t>G(x)</a:t>
            </a:r>
            <a:r>
              <a:rPr lang="zh-CN" altLang="en-US" sz="3000" dirty="0" smtClean="0">
                <a:latin typeface="Times New Roman" pitchFamily="18" charset="0"/>
              </a:rPr>
              <a:t>和</a:t>
            </a:r>
            <a:r>
              <a:rPr lang="en-US" altLang="zh-CN" sz="3000" dirty="0" smtClean="0">
                <a:latin typeface="Times New Roman" pitchFamily="18" charset="0"/>
              </a:rPr>
              <a:t>H</a:t>
            </a:r>
            <a:r>
              <a:rPr lang="zh-CN" altLang="en-US" sz="3000" dirty="0" smtClean="0">
                <a:latin typeface="Times New Roman" pitchFamily="18" charset="0"/>
              </a:rPr>
              <a:t>的任意一个解释。</a:t>
            </a:r>
          </a:p>
          <a:p>
            <a:pPr marL="0" indent="0" eaLnBrk="1" hangingPunct="1">
              <a:lnSpc>
                <a:spcPct val="110000"/>
              </a:lnSpc>
              <a:buClr>
                <a:srgbClr val="FFCC00"/>
              </a:buClr>
              <a:buFont typeface="Wingdings" panose="05000000000000000000" pitchFamily="2" charset="2"/>
              <a:buNone/>
              <a:tabLst>
                <a:tab pos="860425" algn="l"/>
              </a:tabLst>
              <a:defRPr/>
            </a:pPr>
            <a:r>
              <a:rPr lang="zh-CN" altLang="en-US" sz="3000" dirty="0" smtClean="0">
                <a:solidFill>
                  <a:srgbClr val="FFCC00"/>
                </a:solidFill>
                <a:latin typeface="Times New Roman" pitchFamily="18" charset="0"/>
              </a:rPr>
              <a:t>若</a:t>
            </a:r>
            <a:r>
              <a:rPr lang="zh-CN" altLang="en-US" sz="3000" dirty="0" smtClean="0">
                <a:solidFill>
                  <a:srgbClr val="FFCC00"/>
                </a:solidFill>
                <a:latin typeface="Times New Roman" pitchFamily="18" charset="0"/>
                <a:sym typeface="Symbol" pitchFamily="18" charset="2"/>
              </a:rPr>
              <a:t></a:t>
            </a:r>
            <a:r>
              <a:rPr lang="en-US" altLang="zh-CN" sz="3000" dirty="0" smtClean="0">
                <a:solidFill>
                  <a:srgbClr val="FFCC00"/>
                </a:solidFill>
                <a:latin typeface="Times New Roman" pitchFamily="18" charset="0"/>
              </a:rPr>
              <a:t>x(G(x)</a:t>
            </a:r>
            <a:r>
              <a:rPr lang="en-US" altLang="zh-CN" sz="3000" dirty="0" smtClean="0">
                <a:solidFill>
                  <a:srgbClr val="FFCC00"/>
                </a:solidFill>
                <a:latin typeface="Times New Roman" pitchFamily="18" charset="0"/>
                <a:sym typeface="Symbol" pitchFamily="18" charset="2"/>
              </a:rPr>
              <a:t></a:t>
            </a:r>
            <a:r>
              <a:rPr lang="en-US" altLang="zh-CN" sz="3000" dirty="0" smtClean="0">
                <a:solidFill>
                  <a:srgbClr val="FFCC00"/>
                </a:solidFill>
                <a:latin typeface="Times New Roman" pitchFamily="18" charset="0"/>
              </a:rPr>
              <a:t>H)</a:t>
            </a:r>
            <a:r>
              <a:rPr lang="zh-CN" altLang="en-US" sz="3000" dirty="0" smtClean="0">
                <a:solidFill>
                  <a:srgbClr val="FFCC00"/>
                </a:solidFill>
                <a:latin typeface="Times New Roman" pitchFamily="18" charset="0"/>
              </a:rPr>
              <a:t>在</a:t>
            </a:r>
            <a:r>
              <a:rPr lang="en-US" altLang="zh-CN" sz="3000" dirty="0" smtClean="0">
                <a:solidFill>
                  <a:srgbClr val="FFCC00"/>
                </a:solidFill>
                <a:latin typeface="Times New Roman" pitchFamily="18" charset="0"/>
              </a:rPr>
              <a:t>I</a:t>
            </a:r>
            <a:r>
              <a:rPr lang="zh-CN" altLang="en-US" sz="3000" dirty="0" smtClean="0">
                <a:solidFill>
                  <a:srgbClr val="FFCC00"/>
                </a:solidFill>
                <a:latin typeface="Times New Roman" pitchFamily="18" charset="0"/>
              </a:rPr>
              <a:t>下取</a:t>
            </a:r>
            <a:r>
              <a:rPr lang="en-US" altLang="zh-CN" sz="3000" dirty="0" smtClean="0">
                <a:solidFill>
                  <a:srgbClr val="FFCC00"/>
                </a:solidFill>
                <a:latin typeface="Times New Roman" pitchFamily="18" charset="0"/>
              </a:rPr>
              <a:t>1</a:t>
            </a:r>
            <a:r>
              <a:rPr lang="zh-CN" altLang="en-US" sz="3000" dirty="0" smtClean="0">
                <a:solidFill>
                  <a:srgbClr val="FFCC00"/>
                </a:solidFill>
                <a:latin typeface="Times New Roman" pitchFamily="18" charset="0"/>
              </a:rPr>
              <a:t>值</a:t>
            </a:r>
            <a:r>
              <a:rPr lang="zh-CN" altLang="en-US" sz="3000" dirty="0" smtClean="0">
                <a:latin typeface="Times New Roman" pitchFamily="18" charset="0"/>
              </a:rPr>
              <a:t>，则</a:t>
            </a:r>
            <a:r>
              <a:rPr lang="zh-CN" altLang="en-US" sz="3000" dirty="0" smtClean="0">
                <a:solidFill>
                  <a:schemeClr val="tx2"/>
                </a:solidFill>
                <a:latin typeface="Times New Roman" pitchFamily="18" charset="0"/>
              </a:rPr>
              <a:t>在</a:t>
            </a:r>
            <a:r>
              <a:rPr lang="en-US" altLang="zh-CN" sz="3000" dirty="0" smtClean="0">
                <a:solidFill>
                  <a:schemeClr val="tx2"/>
                </a:solidFill>
                <a:latin typeface="Times New Roman" pitchFamily="18" charset="0"/>
              </a:rPr>
              <a:t>I</a:t>
            </a:r>
            <a:r>
              <a:rPr lang="zh-CN" altLang="en-US" sz="3000" dirty="0" smtClean="0">
                <a:solidFill>
                  <a:schemeClr val="tx2"/>
                </a:solidFill>
                <a:latin typeface="Times New Roman" pitchFamily="18" charset="0"/>
              </a:rPr>
              <a:t>下</a:t>
            </a:r>
            <a:r>
              <a:rPr lang="zh-CN" altLang="en-US" sz="3000" dirty="0" smtClean="0">
                <a:latin typeface="Times New Roman" pitchFamily="18" charset="0"/>
              </a:rPr>
              <a:t>，对任意</a:t>
            </a:r>
            <a:r>
              <a:rPr lang="en-US" altLang="zh-CN" sz="3000" dirty="0" err="1" smtClean="0">
                <a:latin typeface="Times New Roman" pitchFamily="18" charset="0"/>
              </a:rPr>
              <a:t>x</a:t>
            </a:r>
            <a:r>
              <a:rPr lang="en-US" altLang="zh-CN" sz="3000" dirty="0" err="1" smtClean="0">
                <a:latin typeface="Times New Roman" pitchFamily="18" charset="0"/>
                <a:sym typeface="Symbol" pitchFamily="18" charset="2"/>
              </a:rPr>
              <a:t></a:t>
            </a:r>
            <a:r>
              <a:rPr lang="en-US" altLang="zh-CN" sz="3000" dirty="0" err="1" smtClean="0">
                <a:latin typeface="Times New Roman" pitchFamily="18" charset="0"/>
              </a:rPr>
              <a:t>D</a:t>
            </a:r>
            <a:r>
              <a:rPr lang="zh-CN" altLang="en-US" sz="3000" dirty="0" smtClean="0">
                <a:latin typeface="Times New Roman" pitchFamily="18" charset="0"/>
              </a:rPr>
              <a:t>，</a:t>
            </a:r>
            <a:r>
              <a:rPr lang="en-US" altLang="zh-CN" sz="3000" dirty="0" smtClean="0">
                <a:latin typeface="Times New Roman" pitchFamily="18" charset="0"/>
              </a:rPr>
              <a:t>G(x)</a:t>
            </a:r>
            <a:r>
              <a:rPr lang="en-US" altLang="zh-CN" sz="3000" dirty="0" smtClean="0">
                <a:latin typeface="Times New Roman" pitchFamily="18" charset="0"/>
                <a:sym typeface="Symbol" pitchFamily="18" charset="2"/>
              </a:rPr>
              <a:t></a:t>
            </a:r>
            <a:r>
              <a:rPr lang="en-US" altLang="zh-CN" sz="3000" dirty="0" smtClean="0">
                <a:latin typeface="Times New Roman" pitchFamily="18" charset="0"/>
              </a:rPr>
              <a:t>H</a:t>
            </a:r>
            <a:r>
              <a:rPr lang="zh-CN" altLang="en-US" sz="3000" dirty="0" smtClean="0">
                <a:latin typeface="Times New Roman" pitchFamily="18" charset="0"/>
              </a:rPr>
              <a:t>都是真命题。若</a:t>
            </a:r>
            <a:r>
              <a:rPr lang="en-US" altLang="zh-CN" sz="3000" dirty="0" smtClean="0">
                <a:latin typeface="Times New Roman" pitchFamily="18" charset="0"/>
              </a:rPr>
              <a:t>H</a:t>
            </a:r>
            <a:r>
              <a:rPr lang="zh-CN" altLang="en-US" sz="3000" dirty="0" smtClean="0">
                <a:latin typeface="Times New Roman" pitchFamily="18" charset="0"/>
              </a:rPr>
              <a:t>在</a:t>
            </a:r>
            <a:r>
              <a:rPr lang="en-US" altLang="zh-CN" sz="3000" dirty="0" smtClean="0">
                <a:latin typeface="Times New Roman" pitchFamily="18" charset="0"/>
              </a:rPr>
              <a:t>I</a:t>
            </a:r>
            <a:r>
              <a:rPr lang="zh-CN" altLang="en-US" sz="3000" dirty="0" smtClean="0">
                <a:latin typeface="Times New Roman" pitchFamily="18" charset="0"/>
              </a:rPr>
              <a:t>下是真命题，则</a:t>
            </a:r>
            <a:r>
              <a:rPr lang="zh-CN" altLang="en-US" sz="3000" dirty="0" smtClean="0">
                <a:latin typeface="Times New Roman" pitchFamily="18" charset="0"/>
                <a:sym typeface="Symbol" pitchFamily="18" charset="2"/>
              </a:rPr>
              <a:t></a:t>
            </a:r>
            <a:r>
              <a:rPr lang="en-US" altLang="zh-CN" sz="3000" dirty="0" err="1" smtClean="0">
                <a:latin typeface="Times New Roman" pitchFamily="18" charset="0"/>
              </a:rPr>
              <a:t>xG</a:t>
            </a:r>
            <a:r>
              <a:rPr lang="en-US" altLang="zh-CN" sz="3000" dirty="0" smtClean="0">
                <a:latin typeface="Times New Roman" pitchFamily="18" charset="0"/>
              </a:rPr>
              <a:t>(x)</a:t>
            </a:r>
            <a:r>
              <a:rPr lang="en-US" altLang="zh-CN" sz="3000" dirty="0" smtClean="0">
                <a:latin typeface="Times New Roman" pitchFamily="18" charset="0"/>
                <a:sym typeface="Symbol" pitchFamily="18" charset="2"/>
              </a:rPr>
              <a:t></a:t>
            </a:r>
            <a:r>
              <a:rPr lang="en-US" altLang="zh-CN" sz="3000" dirty="0" smtClean="0">
                <a:latin typeface="Times New Roman" pitchFamily="18" charset="0"/>
              </a:rPr>
              <a:t>H</a:t>
            </a:r>
            <a:r>
              <a:rPr lang="zh-CN" altLang="en-US" sz="3000" dirty="0" smtClean="0">
                <a:latin typeface="Times New Roman" pitchFamily="18" charset="0"/>
              </a:rPr>
              <a:t>是真命题；若</a:t>
            </a:r>
            <a:r>
              <a:rPr lang="en-US" altLang="zh-CN" sz="3000" dirty="0" smtClean="0">
                <a:latin typeface="Times New Roman" pitchFamily="18" charset="0"/>
              </a:rPr>
              <a:t>H</a:t>
            </a:r>
            <a:r>
              <a:rPr lang="zh-CN" altLang="en-US" sz="3000" dirty="0" smtClean="0">
                <a:latin typeface="Times New Roman" pitchFamily="18" charset="0"/>
              </a:rPr>
              <a:t>在</a:t>
            </a:r>
            <a:r>
              <a:rPr lang="en-US" altLang="zh-CN" sz="3000" dirty="0" smtClean="0">
                <a:latin typeface="Times New Roman" pitchFamily="18" charset="0"/>
              </a:rPr>
              <a:t>I</a:t>
            </a:r>
            <a:r>
              <a:rPr lang="zh-CN" altLang="en-US" sz="3000" dirty="0" smtClean="0">
                <a:latin typeface="Times New Roman" pitchFamily="18" charset="0"/>
              </a:rPr>
              <a:t>下是假命题，则必然是对每个</a:t>
            </a:r>
            <a:r>
              <a:rPr lang="en-US" altLang="zh-CN" sz="3000" dirty="0" err="1" smtClean="0">
                <a:latin typeface="Times New Roman" pitchFamily="18" charset="0"/>
              </a:rPr>
              <a:t>x</a:t>
            </a:r>
            <a:r>
              <a:rPr lang="en-US" altLang="zh-CN" sz="3000" dirty="0" err="1" smtClean="0">
                <a:latin typeface="Times New Roman" pitchFamily="18" charset="0"/>
                <a:sym typeface="Symbol" pitchFamily="18" charset="2"/>
              </a:rPr>
              <a:t></a:t>
            </a:r>
            <a:r>
              <a:rPr lang="en-US" altLang="zh-CN" sz="3000" dirty="0" err="1" smtClean="0">
                <a:latin typeface="Times New Roman" pitchFamily="18" charset="0"/>
              </a:rPr>
              <a:t>D</a:t>
            </a:r>
            <a:r>
              <a:rPr lang="zh-CN" altLang="en-US" sz="3000" dirty="0" smtClean="0">
                <a:latin typeface="Times New Roman" pitchFamily="18" charset="0"/>
              </a:rPr>
              <a:t>，</a:t>
            </a:r>
            <a:r>
              <a:rPr lang="en-US" altLang="zh-CN" sz="3000" dirty="0" smtClean="0">
                <a:latin typeface="Times New Roman" pitchFamily="18" charset="0"/>
              </a:rPr>
              <a:t>G(x)</a:t>
            </a:r>
            <a:r>
              <a:rPr lang="zh-CN" altLang="en-US" sz="3000" dirty="0" smtClean="0">
                <a:latin typeface="Times New Roman" pitchFamily="18" charset="0"/>
              </a:rPr>
              <a:t>都是真命题，故</a:t>
            </a:r>
            <a:r>
              <a:rPr lang="zh-CN" altLang="en-US" sz="3000" dirty="0" smtClean="0">
                <a:latin typeface="Times New Roman" pitchFamily="18" charset="0"/>
                <a:sym typeface="Symbol" pitchFamily="18" charset="2"/>
              </a:rPr>
              <a:t></a:t>
            </a:r>
            <a:r>
              <a:rPr lang="en-US" altLang="zh-CN" sz="3000" dirty="0" err="1" smtClean="0">
                <a:latin typeface="Times New Roman" pitchFamily="18" charset="0"/>
              </a:rPr>
              <a:t>xG</a:t>
            </a:r>
            <a:r>
              <a:rPr lang="en-US" altLang="zh-CN" sz="3000" dirty="0" smtClean="0">
                <a:latin typeface="Times New Roman" pitchFamily="18" charset="0"/>
              </a:rPr>
              <a:t>(x)</a:t>
            </a:r>
            <a:r>
              <a:rPr lang="zh-CN" altLang="en-US" sz="3000" dirty="0" smtClean="0">
                <a:latin typeface="Times New Roman" pitchFamily="18" charset="0"/>
              </a:rPr>
              <a:t>取</a:t>
            </a:r>
            <a:r>
              <a:rPr lang="en-US" altLang="zh-CN" sz="3000" dirty="0" smtClean="0">
                <a:latin typeface="Times New Roman" pitchFamily="18" charset="0"/>
              </a:rPr>
              <a:t>1</a:t>
            </a:r>
            <a:r>
              <a:rPr lang="zh-CN" altLang="en-US" sz="3000" dirty="0" smtClean="0">
                <a:latin typeface="Times New Roman" pitchFamily="18" charset="0"/>
              </a:rPr>
              <a:t>值。所以</a:t>
            </a:r>
            <a:r>
              <a:rPr lang="zh-CN" altLang="en-US" sz="3000" dirty="0" smtClean="0">
                <a:latin typeface="Times New Roman" pitchFamily="18" charset="0"/>
                <a:sym typeface="Symbol" pitchFamily="18" charset="2"/>
              </a:rPr>
              <a:t></a:t>
            </a:r>
            <a:r>
              <a:rPr lang="en-US" altLang="zh-CN" sz="3000" dirty="0" err="1" smtClean="0">
                <a:latin typeface="Times New Roman" pitchFamily="18" charset="0"/>
              </a:rPr>
              <a:t>xG</a:t>
            </a:r>
            <a:r>
              <a:rPr lang="en-US" altLang="zh-CN" sz="3000" dirty="0" smtClean="0">
                <a:latin typeface="Times New Roman" pitchFamily="18" charset="0"/>
              </a:rPr>
              <a:t>(x)</a:t>
            </a:r>
            <a:r>
              <a:rPr lang="en-US" altLang="zh-CN" sz="3000" dirty="0" smtClean="0">
                <a:latin typeface="Times New Roman" pitchFamily="18" charset="0"/>
                <a:sym typeface="Symbol" pitchFamily="18" charset="2"/>
              </a:rPr>
              <a:t></a:t>
            </a:r>
            <a:r>
              <a:rPr lang="en-US" altLang="zh-CN" sz="3000" dirty="0" smtClean="0">
                <a:latin typeface="Times New Roman" pitchFamily="18" charset="0"/>
              </a:rPr>
              <a:t>H</a:t>
            </a:r>
            <a:r>
              <a:rPr lang="zh-CN" altLang="en-US" sz="3000" dirty="0" smtClean="0">
                <a:latin typeface="Times New Roman" pitchFamily="18" charset="0"/>
              </a:rPr>
              <a:t>在</a:t>
            </a:r>
            <a:r>
              <a:rPr lang="en-US" altLang="zh-CN" sz="3000" dirty="0" smtClean="0">
                <a:latin typeface="Times New Roman" pitchFamily="18" charset="0"/>
              </a:rPr>
              <a:t>I</a:t>
            </a:r>
            <a:r>
              <a:rPr lang="zh-CN" altLang="en-US" sz="3000" dirty="0" smtClean="0">
                <a:latin typeface="Times New Roman" pitchFamily="18" charset="0"/>
              </a:rPr>
              <a:t>下取</a:t>
            </a:r>
            <a:r>
              <a:rPr lang="en-US" altLang="zh-CN" sz="3000" dirty="0" smtClean="0">
                <a:latin typeface="Times New Roman" pitchFamily="18" charset="0"/>
              </a:rPr>
              <a:t>1</a:t>
            </a:r>
            <a:r>
              <a:rPr lang="zh-CN" altLang="en-US" sz="3000" dirty="0" smtClean="0">
                <a:latin typeface="Times New Roman" pitchFamily="18" charset="0"/>
              </a:rPr>
              <a:t>值</a:t>
            </a:r>
            <a:r>
              <a:rPr lang="en-US" altLang="zh-CN" sz="3000" dirty="0" smtClean="0">
                <a:latin typeface="Times New Roman" pitchFamily="18" charset="0"/>
              </a:rPr>
              <a:t>.</a:t>
            </a:r>
          </a:p>
          <a:p>
            <a:pPr marL="0" indent="0" eaLnBrk="1" hangingPunct="1">
              <a:lnSpc>
                <a:spcPct val="110000"/>
              </a:lnSpc>
              <a:buClr>
                <a:srgbClr val="FFCC00"/>
              </a:buClr>
              <a:buFont typeface="Wingdings" panose="05000000000000000000" pitchFamily="2" charset="2"/>
              <a:buNone/>
              <a:tabLst>
                <a:tab pos="860425" algn="l"/>
              </a:tabLst>
              <a:defRPr/>
            </a:pPr>
            <a:r>
              <a:rPr lang="zh-CN" altLang="en-US" sz="3000" dirty="0" smtClean="0">
                <a:solidFill>
                  <a:srgbClr val="FFCC00"/>
                </a:solidFill>
                <a:latin typeface="宋体" pitchFamily="2" charset="-122"/>
              </a:rPr>
              <a:t>若</a:t>
            </a:r>
            <a:r>
              <a:rPr lang="zh-CN" altLang="en-US" sz="3000" dirty="0" smtClean="0">
                <a:solidFill>
                  <a:srgbClr val="FFCC00"/>
                </a:solidFill>
                <a:latin typeface="Times New Roman" pitchFamily="18" charset="0"/>
                <a:sym typeface="Symbol" pitchFamily="18" charset="2"/>
              </a:rPr>
              <a:t></a:t>
            </a:r>
            <a:r>
              <a:rPr lang="en-US" altLang="zh-CN" sz="3000" dirty="0" smtClean="0">
                <a:solidFill>
                  <a:srgbClr val="FFCC00"/>
                </a:solidFill>
                <a:latin typeface="Times New Roman" pitchFamily="18" charset="0"/>
              </a:rPr>
              <a:t>x(G(x)</a:t>
            </a:r>
            <a:r>
              <a:rPr lang="en-US" altLang="zh-CN" sz="3000" dirty="0" smtClean="0">
                <a:solidFill>
                  <a:srgbClr val="FFCC00"/>
                </a:solidFill>
                <a:latin typeface="Times New Roman" pitchFamily="18" charset="0"/>
                <a:sym typeface="Symbol" pitchFamily="18" charset="2"/>
              </a:rPr>
              <a:t></a:t>
            </a:r>
            <a:r>
              <a:rPr lang="en-US" altLang="zh-CN" sz="3000" dirty="0" smtClean="0">
                <a:solidFill>
                  <a:srgbClr val="FFCC00"/>
                </a:solidFill>
                <a:latin typeface="Times New Roman" pitchFamily="18" charset="0"/>
              </a:rPr>
              <a:t>H)</a:t>
            </a:r>
            <a:r>
              <a:rPr lang="zh-CN" altLang="en-US" sz="3000" dirty="0" smtClean="0">
                <a:solidFill>
                  <a:srgbClr val="FFCC00"/>
                </a:solidFill>
                <a:latin typeface="宋体" pitchFamily="2" charset="-122"/>
              </a:rPr>
              <a:t>在</a:t>
            </a:r>
            <a:r>
              <a:rPr lang="en-US" altLang="zh-CN" sz="3000" dirty="0" smtClean="0">
                <a:solidFill>
                  <a:srgbClr val="FFCC00"/>
                </a:solidFill>
                <a:latin typeface="Times New Roman" pitchFamily="18" charset="0"/>
              </a:rPr>
              <a:t>I</a:t>
            </a:r>
            <a:r>
              <a:rPr lang="zh-CN" altLang="en-US" sz="3000" dirty="0" smtClean="0">
                <a:solidFill>
                  <a:srgbClr val="FFCC00"/>
                </a:solidFill>
                <a:latin typeface="宋体" pitchFamily="2" charset="-122"/>
              </a:rPr>
              <a:t>下取</a:t>
            </a:r>
            <a:r>
              <a:rPr lang="en-US" altLang="zh-CN" sz="3000" dirty="0" smtClean="0">
                <a:solidFill>
                  <a:srgbClr val="FFCC00"/>
                </a:solidFill>
                <a:latin typeface="Times New Roman" pitchFamily="18" charset="0"/>
              </a:rPr>
              <a:t>0</a:t>
            </a:r>
            <a:r>
              <a:rPr lang="zh-CN" altLang="en-US" sz="3000" dirty="0" smtClean="0">
                <a:solidFill>
                  <a:srgbClr val="FFCC00"/>
                </a:solidFill>
                <a:latin typeface="宋体" pitchFamily="2" charset="-122"/>
              </a:rPr>
              <a:t>值</a:t>
            </a:r>
            <a:r>
              <a:rPr lang="zh-CN" altLang="en-US" sz="3000" dirty="0" smtClean="0">
                <a:latin typeface="宋体" pitchFamily="2" charset="-122"/>
              </a:rPr>
              <a:t>，则必有一个</a:t>
            </a:r>
            <a:r>
              <a:rPr lang="en-US" altLang="zh-CN" sz="3000" dirty="0" smtClean="0">
                <a:latin typeface="Times New Roman" pitchFamily="18" charset="0"/>
              </a:rPr>
              <a:t>x</a:t>
            </a:r>
            <a:r>
              <a:rPr lang="en-US" altLang="zh-CN" sz="3000" baseline="-30000" dirty="0" smtClean="0">
                <a:latin typeface="Times New Roman" pitchFamily="18" charset="0"/>
              </a:rPr>
              <a:t>0</a:t>
            </a:r>
            <a:r>
              <a:rPr lang="en-US" altLang="zh-CN" sz="3000" dirty="0" smtClean="0">
                <a:latin typeface="Times New Roman" pitchFamily="18" charset="0"/>
                <a:sym typeface="Symbol" pitchFamily="18" charset="2"/>
              </a:rPr>
              <a:t></a:t>
            </a:r>
            <a:r>
              <a:rPr lang="en-US" altLang="zh-CN" sz="3000" dirty="0" smtClean="0">
                <a:latin typeface="Times New Roman" pitchFamily="18" charset="0"/>
              </a:rPr>
              <a:t>D</a:t>
            </a:r>
            <a:r>
              <a:rPr lang="zh-CN" altLang="en-US" sz="3000" dirty="0" smtClean="0">
                <a:latin typeface="宋体" pitchFamily="2" charset="-122"/>
              </a:rPr>
              <a:t>，使</a:t>
            </a:r>
            <a:r>
              <a:rPr lang="en-US" altLang="zh-CN" sz="3000" dirty="0" smtClean="0">
                <a:latin typeface="Times New Roman" pitchFamily="18" charset="0"/>
              </a:rPr>
              <a:t>G(x</a:t>
            </a:r>
            <a:r>
              <a:rPr lang="en-US" altLang="zh-CN" sz="3000" baseline="-30000" dirty="0" smtClean="0">
                <a:latin typeface="Times New Roman" pitchFamily="18" charset="0"/>
              </a:rPr>
              <a:t>0</a:t>
            </a:r>
            <a:r>
              <a:rPr lang="en-US" altLang="zh-CN" sz="3000" dirty="0" smtClean="0">
                <a:latin typeface="Times New Roman" pitchFamily="18" charset="0"/>
              </a:rPr>
              <a:t>) </a:t>
            </a:r>
            <a:r>
              <a:rPr lang="en-US" altLang="zh-CN" sz="3000" dirty="0" smtClean="0">
                <a:latin typeface="Times New Roman" pitchFamily="18" charset="0"/>
                <a:sym typeface="Symbol" pitchFamily="18" charset="2"/>
              </a:rPr>
              <a:t></a:t>
            </a:r>
            <a:r>
              <a:rPr lang="en-US" altLang="zh-CN" sz="3000" dirty="0" smtClean="0">
                <a:latin typeface="Times New Roman" pitchFamily="18" charset="0"/>
              </a:rPr>
              <a:t>H</a:t>
            </a:r>
            <a:r>
              <a:rPr lang="zh-CN" altLang="en-US" sz="3000" dirty="0" smtClean="0">
                <a:latin typeface="宋体" pitchFamily="2" charset="-122"/>
              </a:rPr>
              <a:t>在</a:t>
            </a:r>
            <a:r>
              <a:rPr lang="en-US" altLang="zh-CN" sz="3000" dirty="0" smtClean="0">
                <a:latin typeface="Times New Roman" pitchFamily="18" charset="0"/>
              </a:rPr>
              <a:t>I</a:t>
            </a:r>
            <a:r>
              <a:rPr lang="zh-CN" altLang="en-US" sz="3000" dirty="0" smtClean="0">
                <a:latin typeface="宋体" pitchFamily="2" charset="-122"/>
              </a:rPr>
              <a:t>下取</a:t>
            </a:r>
            <a:r>
              <a:rPr lang="en-US" altLang="zh-CN" sz="3000" dirty="0" smtClean="0">
                <a:latin typeface="Times New Roman" pitchFamily="18" charset="0"/>
              </a:rPr>
              <a:t>0</a:t>
            </a:r>
            <a:r>
              <a:rPr lang="zh-CN" altLang="en-US" sz="3000" dirty="0" smtClean="0">
                <a:latin typeface="宋体" pitchFamily="2" charset="-122"/>
              </a:rPr>
              <a:t>值。故</a:t>
            </a:r>
            <a:r>
              <a:rPr lang="en-US" altLang="zh-CN" sz="3000" dirty="0" smtClean="0">
                <a:latin typeface="Times New Roman" pitchFamily="18" charset="0"/>
              </a:rPr>
              <a:t>G(x</a:t>
            </a:r>
            <a:r>
              <a:rPr lang="en-US" altLang="zh-CN" sz="3000" baseline="-30000" dirty="0" smtClean="0">
                <a:latin typeface="Times New Roman" pitchFamily="18" charset="0"/>
              </a:rPr>
              <a:t>0</a:t>
            </a:r>
            <a:r>
              <a:rPr lang="en-US" altLang="zh-CN" sz="3000" dirty="0" smtClean="0">
                <a:latin typeface="Times New Roman" pitchFamily="18" charset="0"/>
              </a:rPr>
              <a:t>)</a:t>
            </a:r>
            <a:r>
              <a:rPr lang="zh-CN" altLang="en-US" sz="3000" dirty="0" smtClean="0">
                <a:latin typeface="宋体" pitchFamily="2" charset="-122"/>
              </a:rPr>
              <a:t>为假命题，并且</a:t>
            </a:r>
            <a:r>
              <a:rPr lang="en-US" altLang="zh-CN" sz="3000" dirty="0" smtClean="0">
                <a:latin typeface="Times New Roman" pitchFamily="18" charset="0"/>
              </a:rPr>
              <a:t>H</a:t>
            </a:r>
            <a:r>
              <a:rPr lang="zh-CN" altLang="en-US" sz="3000" dirty="0" smtClean="0">
                <a:latin typeface="宋体" pitchFamily="2" charset="-122"/>
              </a:rPr>
              <a:t>为假命题。所以</a:t>
            </a:r>
            <a:r>
              <a:rPr lang="zh-CN" altLang="en-US" sz="3000" dirty="0" smtClean="0">
                <a:latin typeface="Times New Roman" pitchFamily="18" charset="0"/>
                <a:sym typeface="Symbol" pitchFamily="18" charset="2"/>
              </a:rPr>
              <a:t></a:t>
            </a:r>
            <a:r>
              <a:rPr lang="en-US" altLang="zh-CN" sz="3000" dirty="0" err="1" smtClean="0">
                <a:latin typeface="Times New Roman" pitchFamily="18" charset="0"/>
              </a:rPr>
              <a:t>xG</a:t>
            </a:r>
            <a:r>
              <a:rPr lang="en-US" altLang="zh-CN" sz="3000" dirty="0" smtClean="0">
                <a:latin typeface="Times New Roman" pitchFamily="18" charset="0"/>
              </a:rPr>
              <a:t>(x)</a:t>
            </a:r>
            <a:r>
              <a:rPr lang="zh-CN" altLang="en-US" sz="3000" dirty="0" smtClean="0">
                <a:latin typeface="宋体" pitchFamily="2" charset="-122"/>
              </a:rPr>
              <a:t>取</a:t>
            </a:r>
            <a:r>
              <a:rPr lang="en-US" altLang="zh-CN" sz="3000" dirty="0" smtClean="0">
                <a:latin typeface="Times New Roman" pitchFamily="18" charset="0"/>
              </a:rPr>
              <a:t>0</a:t>
            </a:r>
            <a:r>
              <a:rPr lang="zh-CN" altLang="en-US" sz="3000" dirty="0" smtClean="0">
                <a:latin typeface="宋体" pitchFamily="2" charset="-122"/>
              </a:rPr>
              <a:t>值。从而</a:t>
            </a:r>
            <a:r>
              <a:rPr lang="zh-CN" altLang="en-US" sz="3000" dirty="0" smtClean="0">
                <a:latin typeface="Times New Roman" pitchFamily="18" charset="0"/>
                <a:sym typeface="Symbol" pitchFamily="18" charset="2"/>
              </a:rPr>
              <a:t></a:t>
            </a:r>
            <a:r>
              <a:rPr lang="en-US" altLang="zh-CN" sz="3000" dirty="0" err="1" smtClean="0">
                <a:latin typeface="Times New Roman" pitchFamily="18" charset="0"/>
              </a:rPr>
              <a:t>xG</a:t>
            </a:r>
            <a:r>
              <a:rPr lang="en-US" altLang="zh-CN" sz="3000" dirty="0" smtClean="0">
                <a:latin typeface="Times New Roman" pitchFamily="18" charset="0"/>
              </a:rPr>
              <a:t>(x)</a:t>
            </a:r>
            <a:r>
              <a:rPr lang="en-US" altLang="zh-CN" sz="3000" dirty="0" smtClean="0">
                <a:latin typeface="Times New Roman" pitchFamily="18" charset="0"/>
                <a:sym typeface="Symbol" pitchFamily="18" charset="2"/>
              </a:rPr>
              <a:t></a:t>
            </a:r>
            <a:r>
              <a:rPr lang="en-US" altLang="zh-CN" sz="3000" dirty="0" smtClean="0">
                <a:latin typeface="Times New Roman" pitchFamily="18" charset="0"/>
              </a:rPr>
              <a:t>H</a:t>
            </a:r>
            <a:r>
              <a:rPr lang="zh-CN" altLang="en-US" sz="3000" dirty="0" smtClean="0">
                <a:latin typeface="宋体" pitchFamily="2" charset="-122"/>
              </a:rPr>
              <a:t>在</a:t>
            </a:r>
            <a:r>
              <a:rPr lang="en-US" altLang="zh-CN" sz="3000" dirty="0" smtClean="0">
                <a:latin typeface="Times New Roman" pitchFamily="18" charset="0"/>
              </a:rPr>
              <a:t>I</a:t>
            </a:r>
            <a:r>
              <a:rPr lang="zh-CN" altLang="en-US" sz="3000" dirty="0" smtClean="0">
                <a:latin typeface="宋体" pitchFamily="2" charset="-122"/>
              </a:rPr>
              <a:t>下取</a:t>
            </a:r>
            <a:r>
              <a:rPr lang="en-US" altLang="zh-CN" sz="3000" dirty="0" smtClean="0">
                <a:latin typeface="Times New Roman" pitchFamily="18" charset="0"/>
              </a:rPr>
              <a:t>0</a:t>
            </a:r>
            <a:r>
              <a:rPr lang="zh-CN" altLang="en-US" sz="3000" dirty="0" smtClean="0">
                <a:latin typeface="宋体" pitchFamily="2" charset="-122"/>
              </a:rPr>
              <a:t>值。</a:t>
            </a:r>
            <a:r>
              <a:rPr lang="zh-CN" altLang="en-US" sz="3000" dirty="0" smtClean="0">
                <a:latin typeface="Times New Roman" pitchFamily="18" charset="0"/>
              </a:rPr>
              <a:t> 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4D39325-46F3-47DC-95D9-82B4862C972A}" type="slidenum">
              <a:rPr lang="en-US" altLang="zh-CN" smtClean="0"/>
              <a:pPr>
                <a:defRPr/>
              </a:pPr>
              <a:t>96</a:t>
            </a:fld>
            <a:endParaRPr lang="en-US" altLang="zh-CN"/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83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83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5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>
              <a:defRPr/>
            </a:pPr>
            <a:r>
              <a:rPr lang="en-US" altLang="zh-CN" sz="3600" dirty="0" smtClean="0"/>
              <a:t>4) </a:t>
            </a:r>
            <a:r>
              <a:rPr lang="zh-CN" altLang="en-US" sz="3600" dirty="0" smtClean="0"/>
              <a:t>证明： </a:t>
            </a:r>
            <a:r>
              <a:rPr lang="zh-CN" altLang="en-US" sz="3600" dirty="0" smtClean="0">
                <a:sym typeface="Symbol" pitchFamily="18" charset="2"/>
              </a:rPr>
              <a:t></a:t>
            </a:r>
            <a:r>
              <a:rPr lang="en-US" altLang="zh-CN" sz="3600" dirty="0" smtClean="0"/>
              <a:t>(</a:t>
            </a:r>
            <a:r>
              <a:rPr lang="en-US" altLang="zh-CN" sz="3600" dirty="0" smtClean="0">
                <a:sym typeface="Symbol" pitchFamily="18" charset="2"/>
              </a:rPr>
              <a:t></a:t>
            </a:r>
            <a:r>
              <a:rPr lang="en-US" altLang="zh-CN" sz="3600" dirty="0" err="1" smtClean="0"/>
              <a:t>xG</a:t>
            </a:r>
            <a:r>
              <a:rPr lang="en-US" altLang="zh-CN" sz="3600" dirty="0" smtClean="0"/>
              <a:t>(x))=</a:t>
            </a:r>
            <a:r>
              <a:rPr lang="en-US" altLang="zh-CN" sz="3600" dirty="0" smtClean="0">
                <a:sym typeface="Symbol" pitchFamily="18" charset="2"/>
              </a:rPr>
              <a:t></a:t>
            </a:r>
            <a:r>
              <a:rPr lang="en-US" altLang="zh-CN" sz="3600" dirty="0" smtClean="0"/>
              <a:t>x(</a:t>
            </a:r>
            <a:r>
              <a:rPr lang="en-US" altLang="zh-CN" sz="3600" dirty="0" smtClean="0">
                <a:sym typeface="Symbol" pitchFamily="18" charset="2"/>
              </a:rPr>
              <a:t></a:t>
            </a:r>
            <a:r>
              <a:rPr lang="en-US" altLang="zh-CN" sz="3600" dirty="0" smtClean="0"/>
              <a:t>G(x)) </a:t>
            </a:r>
          </a:p>
        </p:txBody>
      </p:sp>
      <p:sp>
        <p:nvSpPr>
          <p:cNvPr id="100354" name="Rectangle 2"/>
          <p:cNvSpPr>
            <a:spLocks noGrp="1" noChangeArrowheads="1"/>
          </p:cNvSpPr>
          <p:nvPr>
            <p:ph idx="1"/>
          </p:nvPr>
        </p:nvSpPr>
        <p:spPr>
          <a:xfrm>
            <a:off x="381000" y="1143000"/>
            <a:ext cx="8352928" cy="5334000"/>
          </a:xfrm>
        </p:spPr>
        <p:txBody>
          <a:bodyPr/>
          <a:lstStyle/>
          <a:p>
            <a:pPr marL="384175" indent="-384175" eaLnBrk="1" hangingPunct="1">
              <a:lnSpc>
                <a:spcPct val="120000"/>
              </a:lnSpc>
              <a:buClr>
                <a:srgbClr val="FFCC00"/>
              </a:buClr>
              <a:buFont typeface="Wingdings" panose="05000000000000000000" pitchFamily="2" charset="2"/>
              <a:buChar char="l"/>
              <a:tabLst>
                <a:tab pos="860425" algn="l"/>
              </a:tabLst>
              <a:defRPr/>
            </a:pPr>
            <a:r>
              <a:rPr lang="zh-CN" altLang="en-US" sz="3200" dirty="0" smtClean="0">
                <a:latin typeface="Times New Roman" pitchFamily="18" charset="0"/>
              </a:rPr>
              <a:t>若</a:t>
            </a:r>
            <a:r>
              <a:rPr lang="en-US" altLang="zh-CN" sz="3200" dirty="0" smtClean="0">
                <a:latin typeface="Times New Roman" pitchFamily="18" charset="0"/>
              </a:rPr>
              <a:t>I</a:t>
            </a:r>
            <a:r>
              <a:rPr lang="zh-CN" altLang="en-US" sz="3200" dirty="0" smtClean="0">
                <a:latin typeface="Times New Roman" pitchFamily="18" charset="0"/>
              </a:rPr>
              <a:t>满足</a:t>
            </a:r>
            <a:r>
              <a:rPr lang="zh-CN" altLang="en-US" sz="3200" dirty="0" smtClean="0">
                <a:latin typeface="Times New Roman" pitchFamily="18" charset="0"/>
                <a:sym typeface="Symbol" pitchFamily="18" charset="2"/>
              </a:rPr>
              <a:t></a:t>
            </a:r>
            <a:r>
              <a:rPr lang="en-US" altLang="zh-CN" sz="3200" dirty="0" smtClean="0">
                <a:latin typeface="Times New Roman" pitchFamily="18" charset="0"/>
              </a:rPr>
              <a:t>(</a:t>
            </a:r>
            <a:r>
              <a:rPr lang="en-US" altLang="zh-CN" sz="3200" dirty="0" smtClean="0">
                <a:latin typeface="Times New Roman" pitchFamily="18" charset="0"/>
                <a:sym typeface="Symbol" pitchFamily="18" charset="2"/>
              </a:rPr>
              <a:t></a:t>
            </a:r>
            <a:r>
              <a:rPr lang="en-US" altLang="zh-CN" sz="3200" dirty="0" err="1" smtClean="0">
                <a:latin typeface="Times New Roman" pitchFamily="18" charset="0"/>
              </a:rPr>
              <a:t>xG</a:t>
            </a:r>
            <a:r>
              <a:rPr lang="en-US" altLang="zh-CN" sz="3200" dirty="0" smtClean="0">
                <a:latin typeface="Times New Roman" pitchFamily="18" charset="0"/>
              </a:rPr>
              <a:t>( x))</a:t>
            </a:r>
            <a:r>
              <a:rPr lang="zh-CN" altLang="en-US" sz="3200" dirty="0" smtClean="0">
                <a:latin typeface="Times New Roman" pitchFamily="18" charset="0"/>
              </a:rPr>
              <a:t>，则</a:t>
            </a:r>
            <a:r>
              <a:rPr lang="en-US" altLang="zh-CN" sz="3200" dirty="0" smtClean="0">
                <a:latin typeface="Times New Roman" pitchFamily="18" charset="0"/>
              </a:rPr>
              <a:t>I</a:t>
            </a:r>
            <a:r>
              <a:rPr lang="zh-CN" altLang="en-US" sz="3200" dirty="0" smtClean="0">
                <a:latin typeface="Times New Roman" pitchFamily="18" charset="0"/>
              </a:rPr>
              <a:t>弄假</a:t>
            </a:r>
            <a:r>
              <a:rPr lang="zh-CN" altLang="en-US" sz="3200" dirty="0" smtClean="0">
                <a:latin typeface="Times New Roman" pitchFamily="18" charset="0"/>
                <a:sym typeface="Symbol" pitchFamily="18" charset="2"/>
              </a:rPr>
              <a:t></a:t>
            </a:r>
            <a:r>
              <a:rPr lang="en-US" altLang="zh-CN" sz="3200" dirty="0" err="1" smtClean="0">
                <a:latin typeface="Times New Roman" pitchFamily="18" charset="0"/>
              </a:rPr>
              <a:t>xG</a:t>
            </a:r>
            <a:r>
              <a:rPr lang="en-US" altLang="zh-CN" sz="3200" dirty="0" smtClean="0">
                <a:latin typeface="Times New Roman" pitchFamily="18" charset="0"/>
              </a:rPr>
              <a:t>(x)</a:t>
            </a:r>
            <a:r>
              <a:rPr lang="zh-CN" altLang="en-US" sz="3200" dirty="0" smtClean="0">
                <a:latin typeface="Times New Roman" pitchFamily="18" charset="0"/>
              </a:rPr>
              <a:t>。故对任意</a:t>
            </a:r>
            <a:r>
              <a:rPr lang="en-US" altLang="zh-CN" sz="3200" dirty="0" err="1" smtClean="0">
                <a:latin typeface="Times New Roman" pitchFamily="18" charset="0"/>
              </a:rPr>
              <a:t>x</a:t>
            </a:r>
            <a:r>
              <a:rPr lang="en-US" altLang="zh-CN" sz="3200" dirty="0" err="1" smtClean="0">
                <a:latin typeface="Times New Roman" pitchFamily="18" charset="0"/>
                <a:sym typeface="Symbol" pitchFamily="18" charset="2"/>
              </a:rPr>
              <a:t></a:t>
            </a:r>
            <a:r>
              <a:rPr lang="en-US" altLang="zh-CN" sz="3200" dirty="0" err="1" smtClean="0">
                <a:latin typeface="Times New Roman" pitchFamily="18" charset="0"/>
              </a:rPr>
              <a:t>D</a:t>
            </a:r>
            <a:r>
              <a:rPr lang="zh-CN" altLang="en-US" sz="3200" dirty="0" smtClean="0">
                <a:latin typeface="Times New Roman" pitchFamily="18" charset="0"/>
              </a:rPr>
              <a:t>，</a:t>
            </a:r>
            <a:r>
              <a:rPr lang="en-US" altLang="zh-CN" sz="3200" dirty="0" smtClean="0">
                <a:latin typeface="Times New Roman" pitchFamily="18" charset="0"/>
              </a:rPr>
              <a:t>G(x)</a:t>
            </a:r>
            <a:r>
              <a:rPr lang="zh-CN" altLang="en-US" sz="3200" dirty="0" smtClean="0">
                <a:latin typeface="Times New Roman" pitchFamily="18" charset="0"/>
              </a:rPr>
              <a:t>都是假命题，从而</a:t>
            </a:r>
            <a:r>
              <a:rPr lang="zh-CN" altLang="en-US" sz="3200" dirty="0" smtClean="0">
                <a:latin typeface="Times New Roman" pitchFamily="18" charset="0"/>
                <a:sym typeface="Symbol" pitchFamily="18" charset="2"/>
              </a:rPr>
              <a:t></a:t>
            </a:r>
            <a:r>
              <a:rPr lang="en-US" altLang="zh-CN" sz="3200" dirty="0" smtClean="0">
                <a:latin typeface="Times New Roman" pitchFamily="18" charset="0"/>
              </a:rPr>
              <a:t>G(x)</a:t>
            </a:r>
            <a:r>
              <a:rPr lang="zh-CN" altLang="en-US" sz="3200" dirty="0" smtClean="0">
                <a:latin typeface="Times New Roman" pitchFamily="18" charset="0"/>
              </a:rPr>
              <a:t>都是真命题，故</a:t>
            </a:r>
            <a:r>
              <a:rPr lang="en-US" altLang="zh-CN" sz="3200" dirty="0" smtClean="0">
                <a:latin typeface="Times New Roman" pitchFamily="18" charset="0"/>
              </a:rPr>
              <a:t>I</a:t>
            </a:r>
            <a:r>
              <a:rPr lang="zh-CN" altLang="en-US" sz="3200" dirty="0" smtClean="0">
                <a:latin typeface="Times New Roman" pitchFamily="18" charset="0"/>
              </a:rPr>
              <a:t>满足</a:t>
            </a:r>
            <a:r>
              <a:rPr lang="zh-CN" altLang="en-US" sz="3200" dirty="0" smtClean="0">
                <a:latin typeface="Times New Roman" pitchFamily="18" charset="0"/>
                <a:sym typeface="Symbol" pitchFamily="18" charset="2"/>
              </a:rPr>
              <a:t></a:t>
            </a:r>
            <a:r>
              <a:rPr lang="en-US" altLang="zh-CN" sz="3200" dirty="0" smtClean="0">
                <a:latin typeface="Times New Roman" pitchFamily="18" charset="0"/>
              </a:rPr>
              <a:t>x(</a:t>
            </a:r>
            <a:r>
              <a:rPr lang="en-US" altLang="zh-CN" sz="3200" dirty="0" smtClean="0">
                <a:latin typeface="Times New Roman" pitchFamily="18" charset="0"/>
                <a:sym typeface="Symbol" pitchFamily="18" charset="2"/>
              </a:rPr>
              <a:t></a:t>
            </a:r>
            <a:r>
              <a:rPr lang="en-US" altLang="zh-CN" sz="3200" dirty="0" smtClean="0">
                <a:latin typeface="Times New Roman" pitchFamily="18" charset="0"/>
              </a:rPr>
              <a:t>G(x))</a:t>
            </a:r>
            <a:r>
              <a:rPr lang="zh-CN" altLang="en-US" sz="3200" dirty="0" smtClean="0">
                <a:latin typeface="Times New Roman" pitchFamily="18" charset="0"/>
              </a:rPr>
              <a:t>。</a:t>
            </a:r>
          </a:p>
          <a:p>
            <a:pPr marL="384175" indent="-384175" eaLnBrk="1" hangingPunct="1">
              <a:lnSpc>
                <a:spcPct val="120000"/>
              </a:lnSpc>
              <a:buClr>
                <a:srgbClr val="FFCC00"/>
              </a:buClr>
              <a:buFont typeface="Wingdings" panose="05000000000000000000" pitchFamily="2" charset="2"/>
              <a:buChar char="l"/>
              <a:tabLst>
                <a:tab pos="860425" algn="l"/>
              </a:tabLst>
              <a:defRPr/>
            </a:pPr>
            <a:r>
              <a:rPr lang="zh-CN" altLang="en-US" sz="3200" dirty="0" smtClean="0">
                <a:latin typeface="Times New Roman" pitchFamily="18" charset="0"/>
              </a:rPr>
              <a:t>若</a:t>
            </a:r>
            <a:r>
              <a:rPr lang="en-US" altLang="zh-CN" sz="3200" dirty="0" smtClean="0">
                <a:latin typeface="Times New Roman" pitchFamily="18" charset="0"/>
              </a:rPr>
              <a:t>I</a:t>
            </a:r>
            <a:r>
              <a:rPr lang="zh-CN" altLang="en-US" sz="3200" dirty="0" smtClean="0">
                <a:latin typeface="Times New Roman" pitchFamily="18" charset="0"/>
              </a:rPr>
              <a:t>弄假</a:t>
            </a:r>
            <a:r>
              <a:rPr lang="zh-CN" altLang="en-US" sz="3200" dirty="0" smtClean="0">
                <a:latin typeface="Times New Roman" pitchFamily="18" charset="0"/>
                <a:sym typeface="Symbol" pitchFamily="18" charset="2"/>
              </a:rPr>
              <a:t></a:t>
            </a:r>
            <a:r>
              <a:rPr lang="en-US" altLang="zh-CN" sz="3200" dirty="0" smtClean="0">
                <a:latin typeface="Times New Roman" pitchFamily="18" charset="0"/>
              </a:rPr>
              <a:t>(</a:t>
            </a:r>
            <a:r>
              <a:rPr lang="en-US" altLang="zh-CN" sz="3200" dirty="0" smtClean="0">
                <a:latin typeface="Times New Roman" pitchFamily="18" charset="0"/>
                <a:sym typeface="Symbol" pitchFamily="18" charset="2"/>
              </a:rPr>
              <a:t></a:t>
            </a:r>
            <a:r>
              <a:rPr lang="en-US" altLang="zh-CN" sz="3200" dirty="0" err="1" smtClean="0">
                <a:latin typeface="Times New Roman" pitchFamily="18" charset="0"/>
              </a:rPr>
              <a:t>xG</a:t>
            </a:r>
            <a:r>
              <a:rPr lang="en-US" altLang="zh-CN" sz="3200" dirty="0" smtClean="0">
                <a:latin typeface="Times New Roman" pitchFamily="18" charset="0"/>
              </a:rPr>
              <a:t>(x))</a:t>
            </a:r>
            <a:r>
              <a:rPr lang="zh-CN" altLang="en-US" sz="3200" dirty="0" smtClean="0">
                <a:latin typeface="Times New Roman" pitchFamily="18" charset="0"/>
              </a:rPr>
              <a:t>，则</a:t>
            </a:r>
            <a:r>
              <a:rPr lang="en-US" altLang="zh-CN" sz="3200" dirty="0" smtClean="0">
                <a:latin typeface="Times New Roman" pitchFamily="18" charset="0"/>
              </a:rPr>
              <a:t>I</a:t>
            </a:r>
            <a:r>
              <a:rPr lang="zh-CN" altLang="en-US" sz="3200" dirty="0" smtClean="0">
                <a:latin typeface="Times New Roman" pitchFamily="18" charset="0"/>
              </a:rPr>
              <a:t>满足</a:t>
            </a:r>
            <a:r>
              <a:rPr lang="zh-CN" altLang="en-US" sz="3200" dirty="0" smtClean="0">
                <a:latin typeface="Times New Roman" pitchFamily="18" charset="0"/>
                <a:sym typeface="Symbol" pitchFamily="18" charset="2"/>
              </a:rPr>
              <a:t></a:t>
            </a:r>
            <a:r>
              <a:rPr lang="en-US" altLang="zh-CN" sz="3200" dirty="0" err="1" smtClean="0">
                <a:latin typeface="Times New Roman" pitchFamily="18" charset="0"/>
              </a:rPr>
              <a:t>xG</a:t>
            </a:r>
            <a:r>
              <a:rPr lang="en-US" altLang="zh-CN" sz="3200" dirty="0" smtClean="0">
                <a:latin typeface="Times New Roman" pitchFamily="18" charset="0"/>
              </a:rPr>
              <a:t>(x)</a:t>
            </a:r>
            <a:r>
              <a:rPr lang="zh-CN" altLang="en-US" sz="3200" dirty="0" smtClean="0">
                <a:latin typeface="Times New Roman" pitchFamily="18" charset="0"/>
              </a:rPr>
              <a:t>。故有</a:t>
            </a:r>
            <a:r>
              <a:rPr lang="en-US" altLang="zh-CN" sz="3200" dirty="0" smtClean="0">
                <a:latin typeface="Times New Roman" pitchFamily="18" charset="0"/>
              </a:rPr>
              <a:t>x</a:t>
            </a:r>
            <a:r>
              <a:rPr lang="en-US" altLang="zh-CN" sz="3200" baseline="-30000" dirty="0" smtClean="0">
                <a:latin typeface="Times New Roman" pitchFamily="18" charset="0"/>
              </a:rPr>
              <a:t>0</a:t>
            </a:r>
            <a:r>
              <a:rPr lang="en-US" altLang="zh-CN" sz="3200" dirty="0" smtClean="0">
                <a:latin typeface="Times New Roman" pitchFamily="18" charset="0"/>
                <a:sym typeface="Symbol" pitchFamily="18" charset="2"/>
              </a:rPr>
              <a:t></a:t>
            </a:r>
            <a:r>
              <a:rPr lang="en-US" altLang="zh-CN" sz="3200" dirty="0" smtClean="0">
                <a:latin typeface="Times New Roman" pitchFamily="18" charset="0"/>
              </a:rPr>
              <a:t>D</a:t>
            </a:r>
            <a:r>
              <a:rPr lang="zh-CN" altLang="en-US" sz="3200" dirty="0" smtClean="0">
                <a:latin typeface="Times New Roman" pitchFamily="18" charset="0"/>
              </a:rPr>
              <a:t>，使得</a:t>
            </a:r>
            <a:r>
              <a:rPr lang="en-US" altLang="zh-CN" sz="3200" dirty="0" smtClean="0">
                <a:latin typeface="Times New Roman" pitchFamily="18" charset="0"/>
              </a:rPr>
              <a:t>G(x</a:t>
            </a:r>
            <a:r>
              <a:rPr lang="en-US" altLang="zh-CN" sz="3200" baseline="-30000" dirty="0" smtClean="0">
                <a:latin typeface="Times New Roman" pitchFamily="18" charset="0"/>
              </a:rPr>
              <a:t>0</a:t>
            </a:r>
            <a:r>
              <a:rPr lang="en-US" altLang="zh-CN" sz="3200" dirty="0" smtClean="0">
                <a:latin typeface="Times New Roman" pitchFamily="18" charset="0"/>
              </a:rPr>
              <a:t>)</a:t>
            </a:r>
            <a:r>
              <a:rPr lang="zh-CN" altLang="en-US" sz="3200" dirty="0" smtClean="0">
                <a:latin typeface="Times New Roman" pitchFamily="18" charset="0"/>
              </a:rPr>
              <a:t>是真命题。从而</a:t>
            </a:r>
            <a:r>
              <a:rPr lang="zh-CN" altLang="en-US" sz="3200" dirty="0" smtClean="0">
                <a:latin typeface="Times New Roman" pitchFamily="18" charset="0"/>
                <a:sym typeface="Symbol" pitchFamily="18" charset="2"/>
              </a:rPr>
              <a:t></a:t>
            </a:r>
            <a:r>
              <a:rPr lang="en-US" altLang="zh-CN" sz="3200" dirty="0" smtClean="0">
                <a:latin typeface="Times New Roman" pitchFamily="18" charset="0"/>
              </a:rPr>
              <a:t>G(x</a:t>
            </a:r>
            <a:r>
              <a:rPr lang="en-US" altLang="zh-CN" sz="3200" baseline="-30000" dirty="0" smtClean="0">
                <a:latin typeface="Times New Roman" pitchFamily="18" charset="0"/>
              </a:rPr>
              <a:t>0</a:t>
            </a:r>
            <a:r>
              <a:rPr lang="en-US" altLang="zh-CN" sz="3200" dirty="0" smtClean="0">
                <a:latin typeface="Times New Roman" pitchFamily="18" charset="0"/>
              </a:rPr>
              <a:t>)</a:t>
            </a:r>
            <a:r>
              <a:rPr lang="zh-CN" altLang="en-US" sz="3200" dirty="0" smtClean="0">
                <a:latin typeface="Times New Roman" pitchFamily="18" charset="0"/>
              </a:rPr>
              <a:t>是假命题，故</a:t>
            </a:r>
            <a:r>
              <a:rPr lang="en-US" altLang="zh-CN" sz="3200" dirty="0" smtClean="0">
                <a:latin typeface="Times New Roman" pitchFamily="18" charset="0"/>
              </a:rPr>
              <a:t>I</a:t>
            </a:r>
            <a:r>
              <a:rPr lang="zh-CN" altLang="en-US" sz="3200" dirty="0" smtClean="0">
                <a:latin typeface="Times New Roman" pitchFamily="18" charset="0"/>
              </a:rPr>
              <a:t>弄假</a:t>
            </a:r>
            <a:r>
              <a:rPr lang="zh-CN" altLang="en-US" sz="3200" dirty="0" smtClean="0">
                <a:latin typeface="Times New Roman" pitchFamily="18" charset="0"/>
                <a:sym typeface="Symbol" pitchFamily="18" charset="2"/>
              </a:rPr>
              <a:t></a:t>
            </a:r>
            <a:r>
              <a:rPr lang="en-US" altLang="zh-CN" sz="3200" dirty="0" smtClean="0">
                <a:latin typeface="Times New Roman" pitchFamily="18" charset="0"/>
              </a:rPr>
              <a:t>x(</a:t>
            </a:r>
            <a:r>
              <a:rPr lang="en-US" altLang="zh-CN" sz="3200" dirty="0" smtClean="0">
                <a:latin typeface="Times New Roman" pitchFamily="18" charset="0"/>
                <a:sym typeface="Symbol" pitchFamily="18" charset="2"/>
              </a:rPr>
              <a:t></a:t>
            </a:r>
            <a:r>
              <a:rPr lang="en-US" altLang="zh-CN" sz="3200" dirty="0" smtClean="0">
                <a:latin typeface="Times New Roman" pitchFamily="18" charset="0"/>
              </a:rPr>
              <a:t>G(x))</a:t>
            </a:r>
            <a:r>
              <a:rPr lang="zh-CN" altLang="en-US" sz="3200" dirty="0" smtClean="0">
                <a:latin typeface="Times New Roman" pitchFamily="18" charset="0"/>
              </a:rPr>
              <a:t>。</a:t>
            </a:r>
            <a:endParaRPr lang="en-US" altLang="zh-CN" sz="3200" dirty="0" smtClean="0">
              <a:latin typeface="Times New Roman" pitchFamily="18" charset="0"/>
            </a:endParaRPr>
          </a:p>
          <a:p>
            <a:pPr marL="384175" indent="-384175" eaLnBrk="1" hangingPunct="1">
              <a:lnSpc>
                <a:spcPct val="120000"/>
              </a:lnSpc>
              <a:buClr>
                <a:srgbClr val="FFCC00"/>
              </a:buClr>
              <a:buFont typeface="Wingdings" panose="05000000000000000000" pitchFamily="2" charset="2"/>
              <a:buChar char="l"/>
              <a:tabLst>
                <a:tab pos="860425" algn="l"/>
              </a:tabLst>
              <a:defRPr/>
            </a:pPr>
            <a:r>
              <a:rPr lang="zh-CN" altLang="en-US" dirty="0" smtClean="0">
                <a:latin typeface="Times New Roman" pitchFamily="18" charset="0"/>
              </a:rPr>
              <a:t>例</a:t>
            </a:r>
            <a:r>
              <a:rPr lang="en-US" altLang="zh-CN" dirty="0" smtClean="0">
                <a:latin typeface="Times New Roman" pitchFamily="18" charset="0"/>
              </a:rPr>
              <a:t>: </a:t>
            </a:r>
            <a:r>
              <a:rPr lang="zh-CN" altLang="en-US" dirty="0" smtClean="0">
                <a:latin typeface="Times New Roman" pitchFamily="18" charset="0"/>
              </a:rPr>
              <a:t>求</a:t>
            </a:r>
            <a:r>
              <a:rPr lang="en-US" altLang="zh-CN" dirty="0" smtClean="0">
                <a:sym typeface="Symbol" pitchFamily="18" charset="2"/>
              </a:rPr>
              <a:t></a:t>
            </a:r>
            <a:r>
              <a:rPr lang="en-US" altLang="zh-CN" dirty="0" err="1"/>
              <a:t>xG</a:t>
            </a:r>
            <a:r>
              <a:rPr lang="en-US" altLang="zh-CN" dirty="0"/>
              <a:t>(x</a:t>
            </a:r>
            <a:r>
              <a:rPr lang="en-US" altLang="zh-CN" dirty="0" smtClean="0"/>
              <a:t>)</a:t>
            </a:r>
            <a:r>
              <a:rPr lang="en-US" altLang="zh-CN" dirty="0" smtClean="0">
                <a:sym typeface="Symbol" panose="05050102010706020507" pitchFamily="18" charset="2"/>
              </a:rPr>
              <a:t></a:t>
            </a:r>
            <a:r>
              <a:rPr lang="en-US" altLang="zh-CN" dirty="0" smtClean="0"/>
              <a:t>y(</a:t>
            </a:r>
            <a:r>
              <a:rPr lang="en-US" altLang="zh-CN" dirty="0">
                <a:sym typeface="Symbol" pitchFamily="18" charset="2"/>
              </a:rPr>
              <a:t></a:t>
            </a:r>
            <a:r>
              <a:rPr lang="en-US" altLang="zh-CN" dirty="0" smtClean="0"/>
              <a:t>G(y)) </a:t>
            </a:r>
            <a:r>
              <a:rPr lang="zh-CN" altLang="en-US" dirty="0" smtClean="0"/>
              <a:t>的真值。</a:t>
            </a:r>
            <a:endParaRPr lang="en-US" altLang="zh-CN" sz="3200" dirty="0" smtClean="0">
              <a:latin typeface="Times New Roman" pitchFamily="18" charset="0"/>
            </a:endParaRPr>
          </a:p>
          <a:p>
            <a:pPr marL="384175" indent="-384175" eaLnBrk="1" hangingPunct="1">
              <a:lnSpc>
                <a:spcPct val="120000"/>
              </a:lnSpc>
              <a:buClr>
                <a:srgbClr val="FFCC00"/>
              </a:buClr>
              <a:buFont typeface="Wingdings" panose="05000000000000000000" pitchFamily="2" charset="2"/>
              <a:buChar char="l"/>
              <a:tabLst>
                <a:tab pos="860425" algn="l"/>
              </a:tabLst>
              <a:defRPr/>
            </a:pPr>
            <a:endParaRPr lang="zh-CN" altLang="en-US" sz="3200" dirty="0" smtClean="0">
              <a:latin typeface="Times New Roman" pitchFamily="18" charset="0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7AD244-C021-48B3-A384-5AE1E41520A7}" type="slidenum">
              <a:rPr lang="en-US" altLang="zh-CN" smtClean="0"/>
              <a:pPr>
                <a:defRPr/>
              </a:pPr>
              <a:t>97</a:t>
            </a:fld>
            <a:endParaRPr lang="en-US" altLang="zh-CN"/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03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03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>
              <a:defRPr/>
            </a:pPr>
            <a:r>
              <a:rPr lang="zh-CN" altLang="en-US" sz="3600" dirty="0" smtClean="0"/>
              <a:t>提示：</a:t>
            </a:r>
          </a:p>
        </p:txBody>
      </p:sp>
      <p:sp>
        <p:nvSpPr>
          <p:cNvPr id="15667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 smtClean="0">
                <a:solidFill>
                  <a:srgbClr val="FFCC00"/>
                </a:solidFill>
                <a:latin typeface="Times New Roman" pitchFamily="18" charset="0"/>
              </a:rPr>
              <a:t>若</a:t>
            </a:r>
            <a:r>
              <a:rPr lang="zh-CN" altLang="en-US" dirty="0" smtClean="0">
                <a:solidFill>
                  <a:srgbClr val="FFCC00"/>
                </a:solidFill>
                <a:latin typeface="Times New Roman" pitchFamily="18" charset="0"/>
                <a:sym typeface="Symbol" pitchFamily="18" charset="2"/>
              </a:rPr>
              <a:t></a:t>
            </a:r>
            <a:r>
              <a:rPr lang="en-US" altLang="zh-CN" dirty="0" err="1" smtClean="0">
                <a:solidFill>
                  <a:srgbClr val="FFCC00"/>
                </a:solidFill>
                <a:latin typeface="Times New Roman" pitchFamily="18" charset="0"/>
              </a:rPr>
              <a:t>xG</a:t>
            </a:r>
            <a:r>
              <a:rPr lang="en-US" altLang="zh-CN" dirty="0" smtClean="0">
                <a:solidFill>
                  <a:srgbClr val="FFCC00"/>
                </a:solidFill>
                <a:latin typeface="Times New Roman" pitchFamily="18" charset="0"/>
              </a:rPr>
              <a:t>(x)</a:t>
            </a:r>
            <a:r>
              <a:rPr lang="zh-CN" altLang="en-US" dirty="0" smtClean="0">
                <a:solidFill>
                  <a:srgbClr val="FFCC00"/>
                </a:solidFill>
                <a:latin typeface="Times New Roman" pitchFamily="18" charset="0"/>
              </a:rPr>
              <a:t>真</a:t>
            </a:r>
            <a:r>
              <a:rPr lang="zh-CN" altLang="en-US" dirty="0" smtClean="0">
                <a:latin typeface="Times New Roman" pitchFamily="18" charset="0"/>
              </a:rPr>
              <a:t>，则</a:t>
            </a:r>
            <a:r>
              <a:rPr lang="zh-CN" altLang="en-US" dirty="0" smtClean="0">
                <a:latin typeface="Times New Roman" pitchFamily="18" charset="0"/>
                <a:sym typeface="Symbol" pitchFamily="18" charset="2"/>
              </a:rPr>
              <a:t></a:t>
            </a:r>
            <a:r>
              <a:rPr lang="en-US" altLang="zh-CN" dirty="0" err="1" smtClean="0">
                <a:latin typeface="Times New Roman" pitchFamily="18" charset="0"/>
              </a:rPr>
              <a:t>xG</a:t>
            </a:r>
            <a:r>
              <a:rPr lang="en-US" altLang="zh-CN" dirty="0" smtClean="0">
                <a:latin typeface="Times New Roman" pitchFamily="18" charset="0"/>
              </a:rPr>
              <a:t>(x)</a:t>
            </a:r>
            <a:r>
              <a:rPr lang="zh-CN" altLang="en-US" dirty="0" smtClean="0">
                <a:latin typeface="Times New Roman" pitchFamily="18" charset="0"/>
              </a:rPr>
              <a:t>真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zh-CN" altLang="en-US" dirty="0" smtClean="0">
                <a:latin typeface="Times New Roman" pitchFamily="18" charset="0"/>
              </a:rPr>
              <a:t>	即有： </a:t>
            </a:r>
            <a:r>
              <a:rPr lang="zh-CN" altLang="en-US" dirty="0" smtClean="0">
                <a:latin typeface="Times New Roman" pitchFamily="18" charset="0"/>
                <a:sym typeface="Symbol" pitchFamily="18" charset="2"/>
              </a:rPr>
              <a:t></a:t>
            </a:r>
            <a:r>
              <a:rPr lang="en-US" altLang="zh-CN" dirty="0" err="1" smtClean="0">
                <a:latin typeface="Times New Roman" pitchFamily="18" charset="0"/>
              </a:rPr>
              <a:t>xG</a:t>
            </a:r>
            <a:r>
              <a:rPr lang="en-US" altLang="zh-CN" dirty="0" smtClean="0">
                <a:latin typeface="Times New Roman" pitchFamily="18" charset="0"/>
              </a:rPr>
              <a:t>(x) </a:t>
            </a:r>
            <a:r>
              <a:rPr lang="en-US" altLang="zh-CN" dirty="0" smtClean="0">
                <a:latin typeface="Times New Roman" pitchFamily="18" charset="0"/>
                <a:sym typeface="Symbol" pitchFamily="18" charset="2"/>
              </a:rPr>
              <a:t></a:t>
            </a:r>
            <a:r>
              <a:rPr lang="en-US" altLang="zh-CN" dirty="0" smtClean="0">
                <a:latin typeface="Times New Roman" pitchFamily="18" charset="0"/>
              </a:rPr>
              <a:t> </a:t>
            </a:r>
            <a:r>
              <a:rPr lang="en-US" altLang="zh-CN" dirty="0" smtClean="0">
                <a:latin typeface="Times New Roman" pitchFamily="18" charset="0"/>
                <a:sym typeface="Symbol" pitchFamily="18" charset="2"/>
              </a:rPr>
              <a:t></a:t>
            </a:r>
            <a:r>
              <a:rPr lang="en-US" altLang="zh-CN" dirty="0" err="1" smtClean="0">
                <a:latin typeface="Times New Roman" pitchFamily="18" charset="0"/>
              </a:rPr>
              <a:t>xG</a:t>
            </a:r>
            <a:r>
              <a:rPr lang="en-US" altLang="zh-CN" dirty="0" smtClean="0">
                <a:latin typeface="Times New Roman" pitchFamily="18" charset="0"/>
              </a:rPr>
              <a:t>(x)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zh-CN" altLang="en-US" dirty="0" smtClean="0">
                <a:latin typeface="Times New Roman" pitchFamily="18" charset="0"/>
              </a:rPr>
              <a:t>   </a:t>
            </a:r>
            <a:r>
              <a:rPr lang="zh-CN" altLang="en-US" dirty="0" smtClean="0">
                <a:solidFill>
                  <a:srgbClr val="FFCC00"/>
                </a:solidFill>
                <a:latin typeface="Times New Roman" pitchFamily="18" charset="0"/>
              </a:rPr>
              <a:t>若</a:t>
            </a:r>
            <a:r>
              <a:rPr lang="zh-CN" altLang="en-US" dirty="0" smtClean="0">
                <a:solidFill>
                  <a:srgbClr val="FFCC00"/>
                </a:solidFill>
                <a:latin typeface="Times New Roman" pitchFamily="18" charset="0"/>
                <a:sym typeface="Symbol" pitchFamily="18" charset="2"/>
              </a:rPr>
              <a:t></a:t>
            </a:r>
            <a:r>
              <a:rPr lang="en-US" altLang="zh-CN" dirty="0" err="1" smtClean="0">
                <a:solidFill>
                  <a:srgbClr val="FFCC00"/>
                </a:solidFill>
                <a:latin typeface="Times New Roman" pitchFamily="18" charset="0"/>
              </a:rPr>
              <a:t>xG</a:t>
            </a:r>
            <a:r>
              <a:rPr lang="en-US" altLang="zh-CN" dirty="0" smtClean="0">
                <a:solidFill>
                  <a:srgbClr val="FFCC00"/>
                </a:solidFill>
                <a:latin typeface="Times New Roman" pitchFamily="18" charset="0"/>
              </a:rPr>
              <a:t>(x) </a:t>
            </a:r>
            <a:r>
              <a:rPr lang="zh-CN" altLang="en-US" dirty="0" smtClean="0">
                <a:solidFill>
                  <a:srgbClr val="FFCC00"/>
                </a:solidFill>
                <a:latin typeface="Times New Roman" pitchFamily="18" charset="0"/>
              </a:rPr>
              <a:t>假</a:t>
            </a:r>
            <a:r>
              <a:rPr lang="zh-CN" altLang="en-US" dirty="0" smtClean="0">
                <a:latin typeface="Times New Roman" pitchFamily="18" charset="0"/>
              </a:rPr>
              <a:t>，则</a:t>
            </a:r>
            <a:r>
              <a:rPr lang="zh-CN" altLang="en-US" dirty="0" smtClean="0">
                <a:latin typeface="Times New Roman" pitchFamily="18" charset="0"/>
                <a:sym typeface="Symbol" pitchFamily="18" charset="2"/>
              </a:rPr>
              <a:t></a:t>
            </a:r>
            <a:r>
              <a:rPr lang="en-US" altLang="zh-CN" dirty="0" err="1" smtClean="0">
                <a:latin typeface="Times New Roman" pitchFamily="18" charset="0"/>
              </a:rPr>
              <a:t>xG</a:t>
            </a:r>
            <a:r>
              <a:rPr lang="en-US" altLang="zh-CN" dirty="0" smtClean="0">
                <a:latin typeface="Times New Roman" pitchFamily="18" charset="0"/>
              </a:rPr>
              <a:t>(x)</a:t>
            </a:r>
            <a:r>
              <a:rPr lang="zh-CN" altLang="en-US" dirty="0" smtClean="0">
                <a:latin typeface="Times New Roman" pitchFamily="18" charset="0"/>
              </a:rPr>
              <a:t>假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endParaRPr lang="en-US" altLang="zh-CN" dirty="0" smtClean="0">
              <a:latin typeface="Times New Roman" pitchFamily="18" charset="0"/>
            </a:endParaRPr>
          </a:p>
          <a:p>
            <a:pPr eaLnBrk="1" hangingPunct="1">
              <a:defRPr/>
            </a:pPr>
            <a:r>
              <a:rPr lang="en-US" altLang="zh-CN" dirty="0" smtClean="0">
                <a:latin typeface="Times New Roman" pitchFamily="18" charset="0"/>
                <a:sym typeface="Symbol" pitchFamily="18" charset="2"/>
              </a:rPr>
              <a:t></a:t>
            </a:r>
            <a:r>
              <a:rPr lang="en-US" altLang="zh-CN" dirty="0" err="1" smtClean="0">
                <a:latin typeface="Times New Roman" pitchFamily="18" charset="0"/>
              </a:rPr>
              <a:t>xG</a:t>
            </a:r>
            <a:r>
              <a:rPr lang="en-US" altLang="zh-CN" dirty="0" smtClean="0">
                <a:latin typeface="Times New Roman" pitchFamily="18" charset="0"/>
              </a:rPr>
              <a:t>(x) </a:t>
            </a:r>
            <a:r>
              <a:rPr lang="en-US" altLang="zh-CN" dirty="0" smtClean="0">
                <a:latin typeface="Times New Roman" pitchFamily="18" charset="0"/>
                <a:sym typeface="Symbol" pitchFamily="18" charset="2"/>
              </a:rPr>
              <a:t> G(a)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dirty="0" smtClean="0">
                <a:latin typeface="Times New Roman" pitchFamily="18" charset="0"/>
                <a:sym typeface="Symbol" pitchFamily="18" charset="2"/>
              </a:rPr>
              <a:t>   G(a)  </a:t>
            </a:r>
            <a:r>
              <a:rPr lang="en-US" altLang="zh-CN" dirty="0" err="1" smtClean="0">
                <a:latin typeface="Times New Roman" pitchFamily="18" charset="0"/>
              </a:rPr>
              <a:t>xG</a:t>
            </a:r>
            <a:r>
              <a:rPr lang="en-US" altLang="zh-CN" dirty="0" smtClean="0">
                <a:latin typeface="Times New Roman" pitchFamily="18" charset="0"/>
              </a:rPr>
              <a:t>(x)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dirty="0" smtClean="0">
                <a:latin typeface="Times New Roman" pitchFamily="18" charset="0"/>
              </a:rPr>
              <a:t> 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020ADF6-3A64-47E2-A867-467A1FACBA4D}" type="slidenum">
              <a:rPr lang="en-US" altLang="zh-CN" smtClean="0"/>
              <a:pPr>
                <a:defRPr/>
              </a:pPr>
              <a:t>98</a:t>
            </a:fld>
            <a:endParaRPr lang="en-US" altLang="zh-CN"/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66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66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566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566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4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>
              <a:defRPr/>
            </a:pPr>
            <a:r>
              <a:rPr lang="en-US" altLang="zh-CN" sz="3600" dirty="0" smtClean="0"/>
              <a:t>2 </a:t>
            </a:r>
            <a:r>
              <a:rPr lang="zh-CN" altLang="en-US" sz="3600" dirty="0" smtClean="0"/>
              <a:t>公式的前束范式化</a:t>
            </a:r>
          </a:p>
        </p:txBody>
      </p:sp>
      <p:sp>
        <p:nvSpPr>
          <p:cNvPr id="102402" name="Rectangle 2"/>
          <p:cNvSpPr>
            <a:spLocks noGrp="1" noChangeArrowheads="1"/>
          </p:cNvSpPr>
          <p:nvPr>
            <p:ph idx="1"/>
          </p:nvPr>
        </p:nvSpPr>
        <p:spPr>
          <a:xfrm>
            <a:off x="381000" y="1143000"/>
            <a:ext cx="8352928" cy="5257800"/>
          </a:xfrm>
        </p:spPr>
        <p:txBody>
          <a:bodyPr/>
          <a:lstStyle/>
          <a:p>
            <a:pPr marL="0" indent="0" eaLnBrk="1" hangingPunct="1">
              <a:lnSpc>
                <a:spcPct val="120000"/>
              </a:lnSpc>
              <a:buClr>
                <a:srgbClr val="FFCC00"/>
              </a:buClr>
              <a:tabLst>
                <a:tab pos="860425" algn="l"/>
              </a:tabLst>
              <a:defRPr/>
            </a:pPr>
            <a:r>
              <a:rPr lang="zh-CN" altLang="en-US" sz="3200" dirty="0" smtClean="0">
                <a:solidFill>
                  <a:srgbClr val="FFCC00"/>
                </a:solidFill>
                <a:latin typeface="宋体" pitchFamily="2" charset="-122"/>
              </a:rPr>
              <a:t>引理</a:t>
            </a:r>
            <a:r>
              <a:rPr lang="en-US" altLang="zh-CN" sz="3200" dirty="0" smtClean="0">
                <a:solidFill>
                  <a:srgbClr val="FFCC00"/>
                </a:solidFill>
                <a:latin typeface="Times New Roman" pitchFamily="18" charset="0"/>
                <a:cs typeface="Times New Roman" pitchFamily="18" charset="0"/>
              </a:rPr>
              <a:t>3.2.</a:t>
            </a:r>
            <a:r>
              <a:rPr lang="en-US" altLang="zh-CN" sz="3200" dirty="0" smtClean="0">
                <a:solidFill>
                  <a:srgbClr val="FFCC00"/>
                </a:solidFill>
                <a:latin typeface="Times New Roman" pitchFamily="18" charset="0"/>
              </a:rPr>
              <a:t>2 </a:t>
            </a:r>
            <a:r>
              <a:rPr lang="zh-CN" altLang="en-US" sz="3200" dirty="0" smtClean="0">
                <a:latin typeface="Times New Roman" pitchFamily="18" charset="0"/>
              </a:rPr>
              <a:t>设</a:t>
            </a:r>
            <a:r>
              <a:rPr lang="en-US" altLang="zh-CN" sz="3200" dirty="0" smtClean="0">
                <a:latin typeface="Times New Roman" pitchFamily="18" charset="0"/>
              </a:rPr>
              <a:t>G</a:t>
            </a:r>
            <a:r>
              <a:rPr lang="zh-CN" altLang="en-US" sz="3200" dirty="0" smtClean="0">
                <a:latin typeface="Times New Roman" pitchFamily="18" charset="0"/>
              </a:rPr>
              <a:t>，</a:t>
            </a:r>
            <a:r>
              <a:rPr lang="en-US" altLang="zh-CN" sz="3200" dirty="0" smtClean="0">
                <a:latin typeface="Times New Roman" pitchFamily="18" charset="0"/>
              </a:rPr>
              <a:t>H</a:t>
            </a:r>
            <a:r>
              <a:rPr lang="zh-CN" altLang="en-US" sz="3200" dirty="0" smtClean="0">
                <a:latin typeface="Times New Roman" pitchFamily="18" charset="0"/>
              </a:rPr>
              <a:t>是两个公式，其中自由变量有且只有一个</a:t>
            </a:r>
            <a:r>
              <a:rPr lang="en-US" altLang="zh-CN" sz="3200" dirty="0" smtClean="0">
                <a:latin typeface="Times New Roman" pitchFamily="18" charset="0"/>
              </a:rPr>
              <a:t>x</a:t>
            </a:r>
            <a:r>
              <a:rPr lang="zh-CN" altLang="en-US" sz="3200" dirty="0" smtClean="0">
                <a:latin typeface="Times New Roman" pitchFamily="18" charset="0"/>
              </a:rPr>
              <a:t>，分别记以</a:t>
            </a:r>
            <a:r>
              <a:rPr lang="en-US" altLang="zh-CN" sz="3200" dirty="0" smtClean="0">
                <a:latin typeface="Times New Roman" pitchFamily="18" charset="0"/>
              </a:rPr>
              <a:t>G(x)</a:t>
            </a:r>
            <a:r>
              <a:rPr lang="zh-CN" altLang="en-US" sz="3200" dirty="0" smtClean="0">
                <a:latin typeface="Times New Roman" pitchFamily="18" charset="0"/>
              </a:rPr>
              <a:t>，</a:t>
            </a:r>
            <a:r>
              <a:rPr lang="en-US" altLang="zh-CN" sz="3200" dirty="0" smtClean="0">
                <a:latin typeface="Times New Roman" pitchFamily="18" charset="0"/>
              </a:rPr>
              <a:t>H(x)</a:t>
            </a:r>
            <a:r>
              <a:rPr lang="zh-CN" altLang="en-US" sz="3200" dirty="0" smtClean="0">
                <a:latin typeface="Times New Roman" pitchFamily="18" charset="0"/>
              </a:rPr>
              <a:t>，于是有：</a:t>
            </a:r>
          </a:p>
          <a:p>
            <a:pPr marL="0" indent="0" eaLnBrk="1" hangingPunct="1">
              <a:lnSpc>
                <a:spcPct val="120000"/>
              </a:lnSpc>
              <a:buClr>
                <a:srgbClr val="FFCC00"/>
              </a:buClr>
              <a:buFont typeface="Wingdings" panose="05000000000000000000" pitchFamily="2" charset="2"/>
              <a:buNone/>
              <a:tabLst>
                <a:tab pos="860425" algn="l"/>
              </a:tabLst>
              <a:defRPr/>
            </a:pPr>
            <a:r>
              <a:rPr lang="en-US" altLang="zh-CN" sz="3200" dirty="0" smtClean="0">
                <a:solidFill>
                  <a:srgbClr val="FFCC00"/>
                </a:solidFill>
                <a:latin typeface="Times New Roman" pitchFamily="18" charset="0"/>
              </a:rPr>
              <a:t>1)</a:t>
            </a:r>
            <a:r>
              <a:rPr lang="en-US" altLang="zh-CN" sz="3200" dirty="0" smtClean="0">
                <a:latin typeface="Times New Roman" pitchFamily="18" charset="0"/>
              </a:rPr>
              <a:t> 	</a:t>
            </a:r>
            <a:r>
              <a:rPr lang="en-US" altLang="zh-CN" sz="3200" dirty="0" smtClean="0">
                <a:latin typeface="Times New Roman" pitchFamily="18" charset="0"/>
                <a:sym typeface="Symbol" pitchFamily="18" charset="2"/>
              </a:rPr>
              <a:t></a:t>
            </a:r>
            <a:r>
              <a:rPr lang="en-US" altLang="zh-CN" sz="3200" dirty="0" err="1" smtClean="0">
                <a:latin typeface="Times New Roman" pitchFamily="18" charset="0"/>
              </a:rPr>
              <a:t>xG</a:t>
            </a:r>
            <a:r>
              <a:rPr lang="en-US" altLang="zh-CN" sz="3200" dirty="0" smtClean="0">
                <a:latin typeface="Times New Roman" pitchFamily="18" charset="0"/>
              </a:rPr>
              <a:t>(x)</a:t>
            </a:r>
            <a:r>
              <a:rPr lang="en-US" altLang="zh-CN" sz="3200" dirty="0" smtClean="0">
                <a:latin typeface="Times New Roman" pitchFamily="18" charset="0"/>
                <a:sym typeface="Symbol" pitchFamily="18" charset="2"/>
              </a:rPr>
              <a:t></a:t>
            </a:r>
            <a:r>
              <a:rPr lang="en-US" altLang="zh-CN" sz="3200" dirty="0" err="1" smtClean="0">
                <a:latin typeface="Times New Roman" pitchFamily="18" charset="0"/>
              </a:rPr>
              <a:t>xH</a:t>
            </a:r>
            <a:r>
              <a:rPr lang="en-US" altLang="zh-CN" sz="3200" dirty="0" smtClean="0">
                <a:latin typeface="Times New Roman" pitchFamily="18" charset="0"/>
              </a:rPr>
              <a:t>(x)=</a:t>
            </a:r>
            <a:r>
              <a:rPr lang="en-US" altLang="zh-CN" sz="3200" dirty="0" smtClean="0">
                <a:solidFill>
                  <a:srgbClr val="FFC000"/>
                </a:solidFill>
                <a:latin typeface="Times New Roman" pitchFamily="18" charset="0"/>
                <a:sym typeface="Symbol" pitchFamily="18" charset="2"/>
              </a:rPr>
              <a:t></a:t>
            </a:r>
            <a:r>
              <a:rPr lang="en-US" altLang="zh-CN" sz="3200" dirty="0" smtClean="0">
                <a:solidFill>
                  <a:srgbClr val="FFC000"/>
                </a:solidFill>
                <a:latin typeface="Times New Roman" pitchFamily="18" charset="0"/>
              </a:rPr>
              <a:t>x</a:t>
            </a:r>
            <a:r>
              <a:rPr lang="en-US" altLang="zh-CN" sz="3200" dirty="0" smtClean="0">
                <a:latin typeface="Times New Roman" pitchFamily="18" charset="0"/>
              </a:rPr>
              <a:t>(G(x)</a:t>
            </a:r>
            <a:r>
              <a:rPr lang="en-US" altLang="zh-CN" sz="3200" dirty="0" smtClean="0">
                <a:solidFill>
                  <a:srgbClr val="FFC000"/>
                </a:solidFill>
                <a:latin typeface="Times New Roman" pitchFamily="18" charset="0"/>
                <a:sym typeface="Symbol" pitchFamily="18" charset="2"/>
              </a:rPr>
              <a:t></a:t>
            </a:r>
            <a:r>
              <a:rPr lang="en-US" altLang="zh-CN" sz="3200" dirty="0" smtClean="0">
                <a:latin typeface="Times New Roman" pitchFamily="18" charset="0"/>
              </a:rPr>
              <a:t>H(x))</a:t>
            </a:r>
          </a:p>
          <a:p>
            <a:pPr marL="0" indent="0" eaLnBrk="1" hangingPunct="1">
              <a:lnSpc>
                <a:spcPct val="120000"/>
              </a:lnSpc>
              <a:buClr>
                <a:srgbClr val="FFCC00"/>
              </a:buClr>
              <a:buFont typeface="Wingdings" panose="05000000000000000000" pitchFamily="2" charset="2"/>
              <a:buNone/>
              <a:tabLst>
                <a:tab pos="860425" algn="l"/>
              </a:tabLst>
              <a:defRPr/>
            </a:pPr>
            <a:r>
              <a:rPr lang="en-US" altLang="zh-CN" sz="3200" dirty="0" smtClean="0">
                <a:solidFill>
                  <a:srgbClr val="FFCC00"/>
                </a:solidFill>
                <a:latin typeface="Times New Roman" pitchFamily="18" charset="0"/>
              </a:rPr>
              <a:t>2)</a:t>
            </a:r>
            <a:r>
              <a:rPr lang="en-US" altLang="zh-CN" sz="3200" dirty="0" smtClean="0">
                <a:latin typeface="Times New Roman" pitchFamily="18" charset="0"/>
              </a:rPr>
              <a:t> 	</a:t>
            </a:r>
            <a:r>
              <a:rPr lang="en-US" altLang="zh-CN" sz="3200" dirty="0" smtClean="0">
                <a:latin typeface="Times New Roman" pitchFamily="18" charset="0"/>
                <a:sym typeface="Symbol" pitchFamily="18" charset="2"/>
              </a:rPr>
              <a:t></a:t>
            </a:r>
            <a:r>
              <a:rPr lang="en-US" altLang="zh-CN" sz="3200" dirty="0" err="1" smtClean="0">
                <a:latin typeface="Times New Roman" pitchFamily="18" charset="0"/>
              </a:rPr>
              <a:t>xG</a:t>
            </a:r>
            <a:r>
              <a:rPr lang="en-US" altLang="zh-CN" sz="3200" dirty="0" smtClean="0">
                <a:latin typeface="Times New Roman" pitchFamily="18" charset="0"/>
              </a:rPr>
              <a:t>(x)</a:t>
            </a:r>
            <a:r>
              <a:rPr lang="en-US" altLang="zh-CN" sz="3200" dirty="0" smtClean="0">
                <a:latin typeface="Times New Roman" pitchFamily="18" charset="0"/>
                <a:sym typeface="Symbol" pitchFamily="18" charset="2"/>
              </a:rPr>
              <a:t></a:t>
            </a:r>
            <a:r>
              <a:rPr lang="en-US" altLang="zh-CN" sz="3200" dirty="0" err="1" smtClean="0">
                <a:latin typeface="Times New Roman" pitchFamily="18" charset="0"/>
              </a:rPr>
              <a:t>xH</a:t>
            </a:r>
            <a:r>
              <a:rPr lang="en-US" altLang="zh-CN" sz="3200" dirty="0" smtClean="0">
                <a:latin typeface="Times New Roman" pitchFamily="18" charset="0"/>
              </a:rPr>
              <a:t>(x)=</a:t>
            </a:r>
            <a:r>
              <a:rPr lang="en-US" altLang="zh-CN" sz="3200" dirty="0" smtClean="0">
                <a:solidFill>
                  <a:srgbClr val="FFC000"/>
                </a:solidFill>
                <a:latin typeface="Times New Roman" pitchFamily="18" charset="0"/>
                <a:sym typeface="Symbol" pitchFamily="18" charset="2"/>
              </a:rPr>
              <a:t></a:t>
            </a:r>
            <a:r>
              <a:rPr lang="en-US" altLang="zh-CN" sz="3200" dirty="0" smtClean="0">
                <a:solidFill>
                  <a:srgbClr val="FFC000"/>
                </a:solidFill>
                <a:latin typeface="Times New Roman" pitchFamily="18" charset="0"/>
              </a:rPr>
              <a:t>x</a:t>
            </a:r>
            <a:r>
              <a:rPr lang="en-US" altLang="zh-CN" sz="3200" dirty="0" smtClean="0">
                <a:latin typeface="Times New Roman" pitchFamily="18" charset="0"/>
              </a:rPr>
              <a:t>(G(x)</a:t>
            </a:r>
            <a:r>
              <a:rPr lang="en-US" altLang="zh-CN" sz="3200" dirty="0" smtClean="0">
                <a:solidFill>
                  <a:srgbClr val="FFC000"/>
                </a:solidFill>
                <a:latin typeface="Times New Roman" pitchFamily="18" charset="0"/>
                <a:sym typeface="Symbol" pitchFamily="18" charset="2"/>
              </a:rPr>
              <a:t></a:t>
            </a:r>
            <a:r>
              <a:rPr lang="en-US" altLang="zh-CN" sz="3200" dirty="0" smtClean="0">
                <a:latin typeface="Times New Roman" pitchFamily="18" charset="0"/>
              </a:rPr>
              <a:t>H(x))</a:t>
            </a:r>
          </a:p>
          <a:p>
            <a:pPr marL="0" indent="0" eaLnBrk="1" hangingPunct="1">
              <a:lnSpc>
                <a:spcPct val="120000"/>
              </a:lnSpc>
              <a:buClr>
                <a:srgbClr val="FFCC00"/>
              </a:buClr>
              <a:buFont typeface="Wingdings" panose="05000000000000000000" pitchFamily="2" charset="2"/>
              <a:buNone/>
              <a:tabLst>
                <a:tab pos="860425" algn="l"/>
              </a:tabLst>
              <a:defRPr/>
            </a:pPr>
            <a:r>
              <a:rPr lang="en-US" altLang="zh-CN" sz="3200" dirty="0" smtClean="0">
                <a:solidFill>
                  <a:srgbClr val="FFCC00"/>
                </a:solidFill>
                <a:latin typeface="Times New Roman" pitchFamily="18" charset="0"/>
              </a:rPr>
              <a:t>3)	</a:t>
            </a:r>
            <a:r>
              <a:rPr lang="en-US" altLang="zh-CN" sz="3200" dirty="0" smtClean="0">
                <a:latin typeface="Times New Roman" pitchFamily="18" charset="0"/>
                <a:sym typeface="Symbol" pitchFamily="18" charset="2"/>
              </a:rPr>
              <a:t></a:t>
            </a:r>
            <a:r>
              <a:rPr lang="en-US" altLang="zh-CN" sz="3200" dirty="0" err="1" smtClean="0">
                <a:latin typeface="Times New Roman" pitchFamily="18" charset="0"/>
              </a:rPr>
              <a:t>xG</a:t>
            </a:r>
            <a:r>
              <a:rPr lang="en-US" altLang="zh-CN" sz="3200" dirty="0" smtClean="0">
                <a:latin typeface="Times New Roman" pitchFamily="18" charset="0"/>
              </a:rPr>
              <a:t>(x)</a:t>
            </a:r>
            <a:r>
              <a:rPr lang="en-US" altLang="zh-CN" sz="3200" dirty="0" smtClean="0">
                <a:latin typeface="Times New Roman" pitchFamily="18" charset="0"/>
                <a:sym typeface="Symbol" pitchFamily="18" charset="2"/>
              </a:rPr>
              <a:t></a:t>
            </a:r>
            <a:r>
              <a:rPr lang="en-US" altLang="zh-CN" sz="3200" dirty="0" err="1" smtClean="0">
                <a:latin typeface="Times New Roman" pitchFamily="18" charset="0"/>
              </a:rPr>
              <a:t>xH</a:t>
            </a:r>
            <a:r>
              <a:rPr lang="en-US" altLang="zh-CN" sz="3200" dirty="0" smtClean="0">
                <a:latin typeface="Times New Roman" pitchFamily="18" charset="0"/>
              </a:rPr>
              <a:t>(x)=</a:t>
            </a:r>
            <a:r>
              <a:rPr lang="en-US" altLang="zh-CN" sz="3200" dirty="0" smtClean="0">
                <a:latin typeface="Times New Roman" pitchFamily="18" charset="0"/>
                <a:sym typeface="Symbol" pitchFamily="18" charset="2"/>
              </a:rPr>
              <a:t></a:t>
            </a:r>
            <a:r>
              <a:rPr lang="en-US" altLang="zh-CN" sz="3200" dirty="0" err="1" smtClean="0">
                <a:latin typeface="Times New Roman" pitchFamily="18" charset="0"/>
              </a:rPr>
              <a:t>x</a:t>
            </a:r>
            <a:r>
              <a:rPr lang="en-US" altLang="zh-CN" sz="3200" dirty="0" err="1" smtClean="0">
                <a:latin typeface="Times New Roman" pitchFamily="18" charset="0"/>
                <a:sym typeface="Symbol" pitchFamily="18" charset="2"/>
              </a:rPr>
              <a:t></a:t>
            </a:r>
            <a:r>
              <a:rPr lang="en-US" altLang="zh-CN" sz="3200" dirty="0" err="1" smtClean="0">
                <a:latin typeface="Times New Roman" pitchFamily="18" charset="0"/>
              </a:rPr>
              <a:t>y</a:t>
            </a:r>
            <a:r>
              <a:rPr lang="en-US" altLang="zh-CN" sz="3200" dirty="0" smtClean="0">
                <a:latin typeface="Times New Roman" pitchFamily="18" charset="0"/>
              </a:rPr>
              <a:t>(G(x)</a:t>
            </a:r>
            <a:r>
              <a:rPr lang="en-US" altLang="zh-CN" sz="3200" dirty="0" smtClean="0">
                <a:latin typeface="Times New Roman" pitchFamily="18" charset="0"/>
                <a:sym typeface="Symbol" pitchFamily="18" charset="2"/>
              </a:rPr>
              <a:t></a:t>
            </a:r>
            <a:r>
              <a:rPr lang="en-US" altLang="zh-CN" sz="3200" dirty="0" smtClean="0">
                <a:latin typeface="Times New Roman" pitchFamily="18" charset="0"/>
              </a:rPr>
              <a:t>H(y))</a:t>
            </a:r>
          </a:p>
          <a:p>
            <a:pPr marL="514350" indent="-514350" eaLnBrk="1" hangingPunct="1">
              <a:lnSpc>
                <a:spcPct val="120000"/>
              </a:lnSpc>
              <a:buClr>
                <a:srgbClr val="FFCC00"/>
              </a:buClr>
              <a:buFont typeface="Wingdings" panose="05000000000000000000" pitchFamily="2" charset="2"/>
              <a:buAutoNum type="arabicParenR" startAt="4"/>
              <a:tabLst>
                <a:tab pos="860425" algn="l"/>
              </a:tabLst>
              <a:defRPr/>
            </a:pPr>
            <a:r>
              <a:rPr lang="en-US" altLang="zh-CN" sz="3200" dirty="0" smtClean="0">
                <a:latin typeface="Times New Roman" pitchFamily="18" charset="0"/>
                <a:sym typeface="Symbol" pitchFamily="18" charset="2"/>
              </a:rPr>
              <a:t></a:t>
            </a:r>
            <a:r>
              <a:rPr lang="en-US" altLang="zh-CN" sz="3200" dirty="0" err="1" smtClean="0">
                <a:latin typeface="Times New Roman" pitchFamily="18" charset="0"/>
              </a:rPr>
              <a:t>xG</a:t>
            </a:r>
            <a:r>
              <a:rPr lang="en-US" altLang="zh-CN" sz="3200" dirty="0" smtClean="0">
                <a:latin typeface="Times New Roman" pitchFamily="18" charset="0"/>
              </a:rPr>
              <a:t>(x)</a:t>
            </a:r>
            <a:r>
              <a:rPr lang="en-US" altLang="zh-CN" sz="3200" dirty="0" smtClean="0">
                <a:latin typeface="Times New Roman" pitchFamily="18" charset="0"/>
                <a:sym typeface="Symbol" pitchFamily="18" charset="2"/>
              </a:rPr>
              <a:t></a:t>
            </a:r>
            <a:r>
              <a:rPr lang="en-US" altLang="zh-CN" sz="3200" dirty="0" err="1" smtClean="0">
                <a:latin typeface="Times New Roman" pitchFamily="18" charset="0"/>
              </a:rPr>
              <a:t>xH</a:t>
            </a:r>
            <a:r>
              <a:rPr lang="en-US" altLang="zh-CN" sz="3200" dirty="0" smtClean="0">
                <a:latin typeface="Times New Roman" pitchFamily="18" charset="0"/>
              </a:rPr>
              <a:t>(x)=</a:t>
            </a:r>
            <a:r>
              <a:rPr lang="en-US" altLang="zh-CN" sz="3200" dirty="0" smtClean="0">
                <a:latin typeface="Times New Roman" pitchFamily="18" charset="0"/>
                <a:sym typeface="Symbol" pitchFamily="18" charset="2"/>
              </a:rPr>
              <a:t></a:t>
            </a:r>
            <a:r>
              <a:rPr lang="en-US" altLang="zh-CN" sz="3200" dirty="0" err="1" smtClean="0">
                <a:latin typeface="Times New Roman" pitchFamily="18" charset="0"/>
              </a:rPr>
              <a:t>x</a:t>
            </a:r>
            <a:r>
              <a:rPr lang="en-US" altLang="zh-CN" sz="3200" dirty="0" err="1" smtClean="0">
                <a:latin typeface="Times New Roman" pitchFamily="18" charset="0"/>
                <a:sym typeface="Symbol" pitchFamily="18" charset="2"/>
              </a:rPr>
              <a:t></a:t>
            </a:r>
            <a:r>
              <a:rPr lang="en-US" altLang="zh-CN" sz="3200" dirty="0" err="1" smtClean="0">
                <a:latin typeface="Times New Roman" pitchFamily="18" charset="0"/>
              </a:rPr>
              <a:t>y</a:t>
            </a:r>
            <a:r>
              <a:rPr lang="en-US" altLang="zh-CN" sz="3200" dirty="0" smtClean="0">
                <a:latin typeface="Times New Roman" pitchFamily="18" charset="0"/>
              </a:rPr>
              <a:t>(G(x) </a:t>
            </a:r>
            <a:r>
              <a:rPr lang="en-US" altLang="zh-CN" sz="3200" dirty="0" smtClean="0">
                <a:latin typeface="Times New Roman" pitchFamily="18" charset="0"/>
                <a:sym typeface="Symbol" pitchFamily="18" charset="2"/>
              </a:rPr>
              <a:t></a:t>
            </a:r>
            <a:r>
              <a:rPr lang="en-US" altLang="zh-CN" sz="3200" dirty="0" smtClean="0">
                <a:latin typeface="Times New Roman" pitchFamily="18" charset="0"/>
              </a:rPr>
              <a:t>H(y)) </a:t>
            </a:r>
          </a:p>
          <a:p>
            <a:pPr marL="0" indent="0" eaLnBrk="1" hangingPunct="1">
              <a:lnSpc>
                <a:spcPct val="120000"/>
              </a:lnSpc>
              <a:buClr>
                <a:srgbClr val="FFCC00"/>
              </a:buClr>
              <a:buNone/>
              <a:tabLst>
                <a:tab pos="860425" algn="l"/>
              </a:tabLst>
              <a:defRPr/>
            </a:pPr>
            <a:r>
              <a:rPr lang="zh-CN" altLang="en-US" sz="3200" dirty="0" smtClean="0">
                <a:latin typeface="Times New Roman" pitchFamily="18" charset="0"/>
                <a:hlinkClick r:id="rId3" action="ppaction://hlinksldjump"/>
              </a:rPr>
              <a:t>返回</a:t>
            </a:r>
            <a:endParaRPr lang="en-US" altLang="zh-CN" sz="3200" dirty="0" smtClean="0">
              <a:latin typeface="Times New Roman" pitchFamily="18" charset="0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D938DB7-821C-44B6-8965-BAFDA903BD11}" type="slidenum">
              <a:rPr lang="en-US" altLang="zh-CN" smtClean="0"/>
              <a:pPr>
                <a:defRPr/>
              </a:pPr>
              <a:t>99</a:t>
            </a:fld>
            <a:endParaRPr lang="en-US" altLang="zh-CN"/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4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4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24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24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24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24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24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24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240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240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lnSpc>
                <a:spcPct val="114000"/>
              </a:lnSpc>
              <a:buAutoNum type="arabicParenR"/>
            </a:pPr>
            <a:r>
              <a:rPr lang="en-US" altLang="zh-CN" dirty="0" smtClean="0">
                <a:cs typeface="Times New Roman" panose="02020603050405020304" pitchFamily="18" charset="0"/>
                <a:sym typeface="Symbol" pitchFamily="18" charset="2"/>
              </a:rPr>
              <a:t></a:t>
            </a:r>
            <a:r>
              <a:rPr lang="en-US" altLang="zh-CN" dirty="0" err="1">
                <a:cs typeface="Times New Roman" panose="02020603050405020304" pitchFamily="18" charset="0"/>
              </a:rPr>
              <a:t>xG</a:t>
            </a:r>
            <a:r>
              <a:rPr lang="en-US" altLang="zh-CN" dirty="0">
                <a:cs typeface="Times New Roman" panose="02020603050405020304" pitchFamily="18" charset="0"/>
              </a:rPr>
              <a:t>(x)</a:t>
            </a:r>
            <a:r>
              <a:rPr lang="en-US" altLang="zh-CN" dirty="0">
                <a:cs typeface="Times New Roman" panose="02020603050405020304" pitchFamily="18" charset="0"/>
                <a:sym typeface="Symbol" pitchFamily="18" charset="2"/>
              </a:rPr>
              <a:t></a:t>
            </a:r>
            <a:r>
              <a:rPr lang="en-US" altLang="zh-CN" dirty="0" err="1">
                <a:cs typeface="Times New Roman" panose="02020603050405020304" pitchFamily="18" charset="0"/>
              </a:rPr>
              <a:t>xH</a:t>
            </a:r>
            <a:r>
              <a:rPr lang="en-US" altLang="zh-CN" dirty="0">
                <a:cs typeface="Times New Roman" panose="02020603050405020304" pitchFamily="18" charset="0"/>
              </a:rPr>
              <a:t>(x)=</a:t>
            </a:r>
            <a:r>
              <a:rPr lang="en-US" altLang="zh-CN" dirty="0">
                <a:solidFill>
                  <a:srgbClr val="FFC000"/>
                </a:solidFill>
                <a:cs typeface="Times New Roman" panose="02020603050405020304" pitchFamily="18" charset="0"/>
                <a:sym typeface="Symbol" pitchFamily="18" charset="2"/>
              </a:rPr>
              <a:t></a:t>
            </a:r>
            <a:r>
              <a:rPr lang="en-US" altLang="zh-CN" dirty="0">
                <a:solidFill>
                  <a:srgbClr val="FFC000"/>
                </a:solidFill>
                <a:cs typeface="Times New Roman" panose="02020603050405020304" pitchFamily="18" charset="0"/>
              </a:rPr>
              <a:t>x</a:t>
            </a:r>
            <a:r>
              <a:rPr lang="en-US" altLang="zh-CN" dirty="0">
                <a:cs typeface="Times New Roman" panose="02020603050405020304" pitchFamily="18" charset="0"/>
              </a:rPr>
              <a:t>(G(x)</a:t>
            </a:r>
            <a:r>
              <a:rPr lang="en-US" altLang="zh-CN" dirty="0">
                <a:solidFill>
                  <a:srgbClr val="FFC000"/>
                </a:solidFill>
                <a:cs typeface="Times New Roman" panose="02020603050405020304" pitchFamily="18" charset="0"/>
                <a:sym typeface="Symbol" pitchFamily="18" charset="2"/>
              </a:rPr>
              <a:t></a:t>
            </a:r>
            <a:r>
              <a:rPr lang="en-US" altLang="zh-CN" dirty="0">
                <a:cs typeface="Times New Roman" panose="02020603050405020304" pitchFamily="18" charset="0"/>
              </a:rPr>
              <a:t>H(x</a:t>
            </a:r>
            <a:r>
              <a:rPr lang="en-US" altLang="zh-CN" dirty="0" smtClean="0">
                <a:cs typeface="Times New Roman" panose="02020603050405020304" pitchFamily="18" charset="0"/>
              </a:rPr>
              <a:t>))</a:t>
            </a:r>
          </a:p>
          <a:p>
            <a:pPr marL="0" indent="0">
              <a:lnSpc>
                <a:spcPct val="114000"/>
              </a:lnSpc>
              <a:buNone/>
            </a:pPr>
            <a:r>
              <a:rPr lang="en-US" altLang="zh-CN" dirty="0" smtClean="0">
                <a:cs typeface="Times New Roman" panose="02020603050405020304" pitchFamily="18" charset="0"/>
                <a:sym typeface="Symbol" pitchFamily="18" charset="2"/>
              </a:rPr>
              <a:t>1)  </a:t>
            </a:r>
            <a:r>
              <a:rPr lang="en-US" altLang="zh-CN" dirty="0" err="1">
                <a:cs typeface="Times New Roman" panose="02020603050405020304" pitchFamily="18" charset="0"/>
              </a:rPr>
              <a:t>xG</a:t>
            </a:r>
            <a:r>
              <a:rPr lang="en-US" altLang="zh-CN" dirty="0">
                <a:cs typeface="Times New Roman" panose="02020603050405020304" pitchFamily="18" charset="0"/>
              </a:rPr>
              <a:t>(x)</a:t>
            </a:r>
            <a:r>
              <a:rPr lang="en-US" altLang="zh-CN" dirty="0">
                <a:cs typeface="Times New Roman" panose="02020603050405020304" pitchFamily="18" charset="0"/>
                <a:sym typeface="Symbol" pitchFamily="18" charset="2"/>
              </a:rPr>
              <a:t></a:t>
            </a:r>
            <a:r>
              <a:rPr lang="en-US" altLang="zh-CN" dirty="0" err="1">
                <a:cs typeface="Times New Roman" panose="02020603050405020304" pitchFamily="18" charset="0"/>
              </a:rPr>
              <a:t>xH</a:t>
            </a:r>
            <a:r>
              <a:rPr lang="en-US" altLang="zh-CN" dirty="0">
                <a:cs typeface="Times New Roman" panose="02020603050405020304" pitchFamily="18" charset="0"/>
              </a:rPr>
              <a:t>(x</a:t>
            </a:r>
            <a:r>
              <a:rPr lang="en-US" altLang="zh-CN" dirty="0" smtClean="0">
                <a:cs typeface="Times New Roman" panose="02020603050405020304" pitchFamily="18" charset="0"/>
              </a:rPr>
              <a:t>)</a:t>
            </a:r>
          </a:p>
          <a:p>
            <a:pPr marL="0" indent="0">
              <a:lnSpc>
                <a:spcPct val="114000"/>
              </a:lnSpc>
              <a:buNone/>
            </a:pPr>
            <a:r>
              <a:rPr lang="en-US" altLang="zh-CN" dirty="0" smtClean="0">
                <a:cs typeface="Times New Roman" panose="02020603050405020304" pitchFamily="18" charset="0"/>
              </a:rPr>
              <a:t>= </a:t>
            </a:r>
            <a:r>
              <a:rPr lang="en-US" altLang="zh-CN" dirty="0">
                <a:cs typeface="Times New Roman" panose="02020603050405020304" pitchFamily="18" charset="0"/>
                <a:sym typeface="Symbol" pitchFamily="18" charset="2"/>
              </a:rPr>
              <a:t></a:t>
            </a:r>
            <a:r>
              <a:rPr lang="en-US" altLang="zh-CN" dirty="0" err="1">
                <a:cs typeface="Times New Roman" panose="02020603050405020304" pitchFamily="18" charset="0"/>
              </a:rPr>
              <a:t>xG</a:t>
            </a:r>
            <a:r>
              <a:rPr lang="en-US" altLang="zh-CN" dirty="0">
                <a:cs typeface="Times New Roman" panose="02020603050405020304" pitchFamily="18" charset="0"/>
              </a:rPr>
              <a:t>(x)</a:t>
            </a:r>
            <a:r>
              <a:rPr lang="en-US" altLang="zh-CN" dirty="0" smtClean="0">
                <a:cs typeface="Times New Roman" panose="02020603050405020304" pitchFamily="18" charset="0"/>
                <a:sym typeface="Symbol" pitchFamily="18" charset="2"/>
              </a:rPr>
              <a:t></a:t>
            </a:r>
            <a:r>
              <a:rPr lang="en-US" altLang="zh-CN" dirty="0" err="1" smtClean="0">
                <a:cs typeface="Times New Roman" panose="02020603050405020304" pitchFamily="18" charset="0"/>
              </a:rPr>
              <a:t>yH</a:t>
            </a:r>
            <a:r>
              <a:rPr lang="en-US" altLang="zh-CN" dirty="0" smtClean="0">
                <a:cs typeface="Times New Roman" panose="02020603050405020304" pitchFamily="18" charset="0"/>
              </a:rPr>
              <a:t>(y)</a:t>
            </a:r>
          </a:p>
          <a:p>
            <a:pPr marL="0" indent="0">
              <a:lnSpc>
                <a:spcPct val="114000"/>
              </a:lnSpc>
              <a:buNone/>
            </a:pPr>
            <a:r>
              <a:rPr lang="en-US" altLang="zh-CN" dirty="0" smtClean="0">
                <a:cs typeface="Times New Roman" panose="02020603050405020304" pitchFamily="18" charset="0"/>
              </a:rPr>
              <a:t>=</a:t>
            </a:r>
            <a:r>
              <a:rPr lang="en-US" altLang="zh-CN" dirty="0">
                <a:cs typeface="Times New Roman" panose="02020603050405020304" pitchFamily="18" charset="0"/>
                <a:sym typeface="Symbol" pitchFamily="18" charset="2"/>
              </a:rPr>
              <a:t></a:t>
            </a:r>
            <a:r>
              <a:rPr lang="en-US" altLang="zh-CN" dirty="0" smtClean="0">
                <a:cs typeface="Times New Roman" panose="02020603050405020304" pitchFamily="18" charset="0"/>
              </a:rPr>
              <a:t>x (G(x</a:t>
            </a:r>
            <a:r>
              <a:rPr lang="en-US" altLang="zh-CN" dirty="0">
                <a:cs typeface="Times New Roman" panose="02020603050405020304" pitchFamily="18" charset="0"/>
              </a:rPr>
              <a:t>)</a:t>
            </a:r>
            <a:r>
              <a:rPr lang="en-US" altLang="zh-CN" dirty="0">
                <a:cs typeface="Times New Roman" panose="02020603050405020304" pitchFamily="18" charset="0"/>
                <a:sym typeface="Symbol" pitchFamily="18" charset="2"/>
              </a:rPr>
              <a:t></a:t>
            </a:r>
            <a:r>
              <a:rPr lang="en-US" altLang="zh-CN" dirty="0" err="1">
                <a:cs typeface="Times New Roman" panose="02020603050405020304" pitchFamily="18" charset="0"/>
              </a:rPr>
              <a:t>yH</a:t>
            </a:r>
            <a:r>
              <a:rPr lang="en-US" altLang="zh-CN" dirty="0">
                <a:cs typeface="Times New Roman" panose="02020603050405020304" pitchFamily="18" charset="0"/>
              </a:rPr>
              <a:t>(y</a:t>
            </a:r>
            <a:r>
              <a:rPr lang="en-US" altLang="zh-CN" dirty="0" smtClean="0">
                <a:cs typeface="Times New Roman" panose="02020603050405020304" pitchFamily="18" charset="0"/>
              </a:rPr>
              <a:t>))</a:t>
            </a:r>
          </a:p>
          <a:p>
            <a:pPr marL="0" indent="0">
              <a:lnSpc>
                <a:spcPct val="114000"/>
              </a:lnSpc>
              <a:buNone/>
            </a:pPr>
            <a:r>
              <a:rPr lang="en-US" altLang="zh-CN" dirty="0" smtClean="0">
                <a:cs typeface="Times New Roman" panose="02020603050405020304" pitchFamily="18" charset="0"/>
              </a:rPr>
              <a:t>=</a:t>
            </a:r>
            <a:r>
              <a:rPr lang="en-US" altLang="zh-CN" dirty="0">
                <a:cs typeface="Times New Roman" panose="02020603050405020304" pitchFamily="18" charset="0"/>
                <a:sym typeface="Symbol" pitchFamily="18" charset="2"/>
              </a:rPr>
              <a:t></a:t>
            </a:r>
            <a:r>
              <a:rPr lang="en-US" altLang="zh-CN" dirty="0" err="1" smtClean="0">
                <a:cs typeface="Times New Roman" panose="02020603050405020304" pitchFamily="18" charset="0"/>
              </a:rPr>
              <a:t>x</a:t>
            </a:r>
            <a:r>
              <a:rPr lang="en-US" altLang="zh-CN" dirty="0" err="1" smtClean="0">
                <a:cs typeface="Times New Roman" panose="02020603050405020304" pitchFamily="18" charset="0"/>
                <a:sym typeface="Symbol" pitchFamily="18" charset="2"/>
              </a:rPr>
              <a:t></a:t>
            </a:r>
            <a:r>
              <a:rPr lang="en-US" altLang="zh-CN" dirty="0" err="1" smtClean="0">
                <a:cs typeface="Times New Roman" panose="02020603050405020304" pitchFamily="18" charset="0"/>
              </a:rPr>
              <a:t>y</a:t>
            </a:r>
            <a:r>
              <a:rPr lang="en-US" altLang="zh-CN" dirty="0" smtClean="0">
                <a:cs typeface="Times New Roman" panose="02020603050405020304" pitchFamily="18" charset="0"/>
              </a:rPr>
              <a:t>(G(x)</a:t>
            </a:r>
            <a:r>
              <a:rPr lang="en-US" altLang="zh-CN" dirty="0">
                <a:cs typeface="Times New Roman" panose="02020603050405020304" pitchFamily="18" charset="0"/>
                <a:sym typeface="Symbol" pitchFamily="18" charset="2"/>
              </a:rPr>
              <a:t> </a:t>
            </a:r>
            <a:r>
              <a:rPr lang="en-US" altLang="zh-CN" dirty="0" smtClean="0">
                <a:cs typeface="Times New Roman" panose="02020603050405020304" pitchFamily="18" charset="0"/>
                <a:sym typeface="Symbol" pitchFamily="18" charset="2"/>
              </a:rPr>
              <a:t></a:t>
            </a:r>
            <a:r>
              <a:rPr lang="en-US" altLang="zh-CN" dirty="0" smtClean="0">
                <a:cs typeface="Times New Roman" panose="02020603050405020304" pitchFamily="18" charset="0"/>
              </a:rPr>
              <a:t>H(y))</a:t>
            </a:r>
            <a:endParaRPr lang="en-US" altLang="zh-CN" dirty="0"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CN" dirty="0">
              <a:latin typeface="Times New Roman" pitchFamily="18" charset="0"/>
            </a:endParaRPr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A0DF7F6-A551-4794-8917-2A16EF42BFF5}" type="slidenum">
              <a:rPr lang="zh-CN" altLang="en-US" smtClean="0">
                <a:solidFill>
                  <a:srgbClr val="FFFFFF"/>
                </a:solidFill>
              </a:rPr>
              <a:pPr>
                <a:defRPr/>
              </a:pPr>
              <a:t>100</a:t>
            </a:fld>
            <a:endParaRPr lang="en-US" altLang="zh-CN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8766091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9" name="Rectangle 3"/>
          <p:cNvSpPr>
            <a:spLocks noGrp="1" noChangeArrowheads="1"/>
          </p:cNvSpPr>
          <p:nvPr>
            <p:ph type="title"/>
          </p:nvPr>
        </p:nvSpPr>
        <p:spPr>
          <a:xfrm>
            <a:off x="235257" y="199539"/>
            <a:ext cx="7772400" cy="1138773"/>
          </a:xfrm>
        </p:spPr>
        <p:txBody>
          <a:bodyPr/>
          <a:lstStyle/>
          <a:p>
            <a:pPr algn="l" eaLnBrk="1" hangingPunct="1">
              <a:defRPr/>
            </a:pPr>
            <a:r>
              <a:rPr lang="en-US" altLang="zh-CN" sz="3300" dirty="0" smtClean="0"/>
              <a:t>3)</a:t>
            </a:r>
            <a:r>
              <a:rPr lang="en-US" altLang="zh-CN" sz="3600" dirty="0" smtClean="0"/>
              <a:t> </a:t>
            </a:r>
            <a:r>
              <a:rPr lang="zh-CN" altLang="en-US" sz="3300" dirty="0" smtClean="0"/>
              <a:t>证明：</a:t>
            </a:r>
            <a:r>
              <a:rPr lang="zh-CN" altLang="en-US" sz="3200" dirty="0" smtClean="0">
                <a:sym typeface="Symbol" pitchFamily="18" charset="2"/>
              </a:rPr>
              <a:t></a:t>
            </a:r>
            <a:r>
              <a:rPr lang="en-US" altLang="zh-CN" sz="3200" dirty="0" err="1" smtClean="0"/>
              <a:t>xG</a:t>
            </a:r>
            <a:r>
              <a:rPr lang="en-US" altLang="zh-CN" sz="3200" dirty="0" smtClean="0"/>
              <a:t>(x)</a:t>
            </a:r>
            <a:r>
              <a:rPr lang="en-US" altLang="zh-CN" sz="3200" dirty="0" smtClean="0">
                <a:sym typeface="Symbol" pitchFamily="18" charset="2"/>
              </a:rPr>
              <a:t></a:t>
            </a:r>
            <a:r>
              <a:rPr lang="en-US" altLang="zh-CN" sz="3200" dirty="0" err="1" smtClean="0"/>
              <a:t>xH</a:t>
            </a:r>
            <a:r>
              <a:rPr lang="en-US" altLang="zh-CN" sz="3200" dirty="0" smtClean="0"/>
              <a:t>(x)=</a:t>
            </a:r>
            <a:r>
              <a:rPr lang="en-US" altLang="zh-CN" sz="3200" dirty="0" smtClean="0">
                <a:sym typeface="Symbol" pitchFamily="18" charset="2"/>
              </a:rPr>
              <a:t></a:t>
            </a:r>
            <a:r>
              <a:rPr lang="en-US" altLang="zh-CN" sz="3200" dirty="0" err="1" smtClean="0"/>
              <a:t>x</a:t>
            </a:r>
            <a:r>
              <a:rPr lang="en-US" altLang="zh-CN" sz="3200" dirty="0" err="1" smtClean="0">
                <a:sym typeface="Symbol" pitchFamily="18" charset="2"/>
              </a:rPr>
              <a:t></a:t>
            </a:r>
            <a:r>
              <a:rPr lang="en-US" altLang="zh-CN" sz="3200" dirty="0" err="1" smtClean="0"/>
              <a:t>y</a:t>
            </a:r>
            <a:r>
              <a:rPr lang="en-US" altLang="zh-CN" sz="3200" dirty="0" smtClean="0"/>
              <a:t>(G(x)</a:t>
            </a:r>
            <a:r>
              <a:rPr lang="en-US" altLang="zh-CN" sz="3200" dirty="0" smtClean="0">
                <a:sym typeface="Symbol" pitchFamily="18" charset="2"/>
              </a:rPr>
              <a:t></a:t>
            </a:r>
            <a:r>
              <a:rPr lang="en-US" altLang="zh-CN" sz="3200" dirty="0" smtClean="0"/>
              <a:t>H(y)</a:t>
            </a:r>
            <a:r>
              <a:rPr lang="en-US" altLang="zh-CN" sz="32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</a:p>
        </p:txBody>
      </p:sp>
      <p:sp>
        <p:nvSpPr>
          <p:cNvPr id="106498" name="Rectangle 2"/>
          <p:cNvSpPr>
            <a:spLocks noGrp="1" noChangeArrowheads="1"/>
          </p:cNvSpPr>
          <p:nvPr>
            <p:ph idx="1"/>
          </p:nvPr>
        </p:nvSpPr>
        <p:spPr>
          <a:xfrm>
            <a:off x="381000" y="1676400"/>
            <a:ext cx="8352928" cy="4114800"/>
          </a:xfrm>
        </p:spPr>
        <p:txBody>
          <a:bodyPr/>
          <a:lstStyle/>
          <a:p>
            <a:pPr marL="0" indent="0" eaLnBrk="1" hangingPunct="1">
              <a:lnSpc>
                <a:spcPct val="150000"/>
              </a:lnSpc>
              <a:buClr>
                <a:srgbClr val="FFCC00"/>
              </a:buClr>
              <a:buFont typeface="Wingdings" panose="05000000000000000000" pitchFamily="2" charset="2"/>
              <a:buNone/>
              <a:tabLst>
                <a:tab pos="5330825" algn="l"/>
              </a:tabLst>
              <a:defRPr/>
            </a:pPr>
            <a:r>
              <a:rPr lang="en-US" altLang="zh-CN" dirty="0" smtClean="0">
                <a:sym typeface="Symbol" pitchFamily="18" charset="2"/>
              </a:rPr>
              <a:t></a:t>
            </a:r>
            <a:r>
              <a:rPr lang="en-US" altLang="zh-CN" dirty="0" err="1" smtClean="0"/>
              <a:t>xG</a:t>
            </a:r>
            <a:r>
              <a:rPr lang="en-US" altLang="zh-CN" dirty="0" smtClean="0"/>
              <a:t>(x)</a:t>
            </a:r>
            <a:r>
              <a:rPr lang="en-US" altLang="zh-CN" dirty="0" smtClean="0">
                <a:sym typeface="Symbol" pitchFamily="18" charset="2"/>
              </a:rPr>
              <a:t></a:t>
            </a:r>
            <a:r>
              <a:rPr lang="en-US" altLang="zh-CN" dirty="0" err="1" smtClean="0"/>
              <a:t>xH</a:t>
            </a:r>
            <a:r>
              <a:rPr lang="en-US" altLang="zh-CN" dirty="0" smtClean="0"/>
              <a:t>(x)</a:t>
            </a:r>
          </a:p>
          <a:p>
            <a:pPr marL="0" indent="0" eaLnBrk="1" hangingPunct="1">
              <a:lnSpc>
                <a:spcPct val="150000"/>
              </a:lnSpc>
              <a:buClr>
                <a:srgbClr val="FFCC00"/>
              </a:buClr>
              <a:buFont typeface="Wingdings" panose="05000000000000000000" pitchFamily="2" charset="2"/>
              <a:buNone/>
              <a:tabLst>
                <a:tab pos="5330825" algn="l"/>
              </a:tabLst>
              <a:defRPr/>
            </a:pPr>
            <a:r>
              <a:rPr lang="en-US" altLang="zh-CN" dirty="0" smtClean="0"/>
              <a:t>=</a:t>
            </a:r>
            <a:r>
              <a:rPr lang="en-US" altLang="zh-CN" dirty="0" smtClean="0">
                <a:sym typeface="Symbol" pitchFamily="18" charset="2"/>
              </a:rPr>
              <a:t></a:t>
            </a:r>
            <a:r>
              <a:rPr lang="en-US" altLang="zh-CN" dirty="0" err="1" smtClean="0"/>
              <a:t>xG</a:t>
            </a:r>
            <a:r>
              <a:rPr lang="en-US" altLang="zh-CN" dirty="0" smtClean="0"/>
              <a:t>(x)</a:t>
            </a:r>
            <a:r>
              <a:rPr lang="en-US" altLang="zh-CN" dirty="0" smtClean="0">
                <a:sym typeface="Symbol" pitchFamily="18" charset="2"/>
              </a:rPr>
              <a:t></a:t>
            </a:r>
            <a:r>
              <a:rPr lang="en-US" altLang="zh-CN" dirty="0" err="1" smtClean="0"/>
              <a:t>yH</a:t>
            </a:r>
            <a:r>
              <a:rPr lang="en-US" altLang="zh-CN" dirty="0" smtClean="0"/>
              <a:t>(y)             	</a:t>
            </a:r>
            <a:r>
              <a:rPr lang="zh-CN" altLang="en-US" i="1" dirty="0" smtClean="0"/>
              <a:t>改名规则</a:t>
            </a:r>
          </a:p>
          <a:p>
            <a:pPr marL="0" indent="0" eaLnBrk="1" hangingPunct="1">
              <a:lnSpc>
                <a:spcPct val="150000"/>
              </a:lnSpc>
              <a:buClr>
                <a:srgbClr val="FFCC00"/>
              </a:buClr>
              <a:buFont typeface="Wingdings" panose="05000000000000000000" pitchFamily="2" charset="2"/>
              <a:buNone/>
              <a:tabLst>
                <a:tab pos="5330825" algn="l"/>
              </a:tabLst>
              <a:defRPr/>
            </a:pPr>
            <a:r>
              <a:rPr lang="en-US" altLang="zh-CN" dirty="0" smtClean="0"/>
              <a:t>=</a:t>
            </a:r>
            <a:r>
              <a:rPr lang="en-US" altLang="zh-CN" dirty="0" smtClean="0">
                <a:sym typeface="Symbol" pitchFamily="18" charset="2"/>
              </a:rPr>
              <a:t></a:t>
            </a:r>
            <a:r>
              <a:rPr lang="en-US" altLang="zh-CN" dirty="0" smtClean="0"/>
              <a:t>x(G(x)</a:t>
            </a:r>
            <a:r>
              <a:rPr lang="en-US" altLang="zh-CN" dirty="0" smtClean="0">
                <a:sym typeface="Symbol" pitchFamily="18" charset="2"/>
              </a:rPr>
              <a:t></a:t>
            </a:r>
            <a:r>
              <a:rPr lang="en-US" altLang="zh-CN" dirty="0" err="1" smtClean="0"/>
              <a:t>yH</a:t>
            </a:r>
            <a:r>
              <a:rPr lang="en-US" altLang="zh-CN" dirty="0" smtClean="0"/>
              <a:t>(y))             	</a:t>
            </a:r>
            <a:r>
              <a:rPr lang="zh-CN" altLang="en-US" i="1" dirty="0" smtClean="0"/>
              <a:t>引理</a:t>
            </a:r>
            <a:r>
              <a:rPr lang="en-US" altLang="zh-CN" i="1" dirty="0" smtClean="0"/>
              <a:t>3.2.1</a:t>
            </a:r>
            <a:endParaRPr lang="en-US" altLang="zh-CN" dirty="0" smtClean="0"/>
          </a:p>
          <a:p>
            <a:pPr marL="0" indent="0" eaLnBrk="1" hangingPunct="1">
              <a:lnSpc>
                <a:spcPct val="150000"/>
              </a:lnSpc>
              <a:buClr>
                <a:srgbClr val="FFCC00"/>
              </a:buClr>
              <a:buFont typeface="Wingdings" panose="05000000000000000000" pitchFamily="2" charset="2"/>
              <a:buNone/>
              <a:tabLst>
                <a:tab pos="5330825" algn="l"/>
              </a:tabLst>
              <a:defRPr/>
            </a:pPr>
            <a:r>
              <a:rPr lang="en-US" altLang="zh-CN" dirty="0" smtClean="0"/>
              <a:t>=</a:t>
            </a:r>
            <a:r>
              <a:rPr lang="en-US" altLang="zh-CN" dirty="0" smtClean="0">
                <a:sym typeface="Symbol" pitchFamily="18" charset="2"/>
              </a:rPr>
              <a:t></a:t>
            </a:r>
            <a:r>
              <a:rPr lang="en-US" altLang="zh-CN" dirty="0" err="1" smtClean="0"/>
              <a:t>x</a:t>
            </a:r>
            <a:r>
              <a:rPr lang="en-US" altLang="zh-CN" dirty="0" err="1" smtClean="0">
                <a:sym typeface="Symbol" pitchFamily="18" charset="2"/>
              </a:rPr>
              <a:t></a:t>
            </a:r>
            <a:r>
              <a:rPr lang="en-US" altLang="zh-CN" dirty="0" err="1" smtClean="0"/>
              <a:t>y</a:t>
            </a:r>
            <a:r>
              <a:rPr lang="en-US" altLang="zh-CN" dirty="0" smtClean="0"/>
              <a:t>(G(x)</a:t>
            </a:r>
            <a:r>
              <a:rPr lang="en-US" altLang="zh-CN" dirty="0" smtClean="0">
                <a:sym typeface="Symbol" pitchFamily="18" charset="2"/>
              </a:rPr>
              <a:t></a:t>
            </a:r>
            <a:r>
              <a:rPr lang="en-US" altLang="zh-CN" dirty="0" smtClean="0"/>
              <a:t>H(y))             	</a:t>
            </a:r>
            <a:r>
              <a:rPr lang="zh-CN" altLang="en-US" i="1" dirty="0" smtClean="0"/>
              <a:t>引理</a:t>
            </a:r>
            <a:r>
              <a:rPr lang="en-US" altLang="zh-CN" i="1" dirty="0" smtClean="0"/>
              <a:t>3.2</a:t>
            </a:r>
            <a:r>
              <a:rPr lang="en-US" altLang="zh-CN" i="1" dirty="0" smtClean="0">
                <a:latin typeface="Times New Roman" pitchFamily="18" charset="0"/>
              </a:rPr>
              <a:t>.1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D512876-5CF0-4AAA-8E3C-EC12C5A0246A}" type="slidenum">
              <a:rPr lang="en-US" altLang="zh-CN" smtClean="0"/>
              <a:pPr>
                <a:defRPr/>
              </a:pPr>
              <a:t>101</a:t>
            </a:fld>
            <a:endParaRPr lang="en-US" altLang="zh-CN"/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64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64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64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64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64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64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>
              <a:defRPr/>
            </a:pPr>
            <a:r>
              <a:rPr lang="zh-CN" altLang="en-US" dirty="0" smtClean="0"/>
              <a:t>       思考</a:t>
            </a:r>
          </a:p>
        </p:txBody>
      </p:sp>
      <p:sp>
        <p:nvSpPr>
          <p:cNvPr id="15769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dirty="0" smtClean="0"/>
              <a:t>?  </a:t>
            </a:r>
            <a:r>
              <a:rPr lang="en-US" altLang="zh-CN" dirty="0" smtClean="0">
                <a:sym typeface="Symbol" pitchFamily="18" charset="2"/>
              </a:rPr>
              <a:t></a:t>
            </a:r>
            <a:r>
              <a:rPr lang="en-US" altLang="zh-CN" dirty="0" err="1" smtClean="0"/>
              <a:t>xG</a:t>
            </a:r>
            <a:r>
              <a:rPr lang="en-US" altLang="zh-CN" dirty="0" smtClean="0"/>
              <a:t>(x)</a:t>
            </a:r>
            <a:r>
              <a:rPr lang="en-US" altLang="zh-CN" dirty="0" smtClean="0">
                <a:sym typeface="Symbol" pitchFamily="18" charset="2"/>
              </a:rPr>
              <a:t></a:t>
            </a:r>
            <a:r>
              <a:rPr lang="en-US" altLang="zh-CN" dirty="0" err="1" smtClean="0"/>
              <a:t>xH</a:t>
            </a:r>
            <a:r>
              <a:rPr lang="en-US" altLang="zh-CN" dirty="0" smtClean="0"/>
              <a:t>(x)</a:t>
            </a:r>
            <a:r>
              <a:rPr lang="zh-CN" altLang="en-US" dirty="0" smtClean="0"/>
              <a:t>＝</a:t>
            </a:r>
            <a:r>
              <a:rPr lang="zh-CN" altLang="en-US" dirty="0" smtClean="0">
                <a:sym typeface="Symbol" pitchFamily="18" charset="2"/>
              </a:rPr>
              <a:t></a:t>
            </a:r>
            <a:r>
              <a:rPr lang="en-US" altLang="zh-CN" dirty="0" smtClean="0"/>
              <a:t>x(G(x)</a:t>
            </a:r>
            <a:r>
              <a:rPr lang="en-US" altLang="zh-CN" dirty="0" smtClean="0">
                <a:sym typeface="Symbol" pitchFamily="18" charset="2"/>
              </a:rPr>
              <a:t></a:t>
            </a:r>
            <a:r>
              <a:rPr lang="en-US" altLang="zh-CN" dirty="0" smtClean="0"/>
              <a:t>H(x))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dirty="0" smtClean="0">
                <a:solidFill>
                  <a:srgbClr val="FFCC00"/>
                </a:solidFill>
              </a:rPr>
              <a:t>  ×</a:t>
            </a:r>
            <a:endParaRPr lang="en-US" altLang="zh-CN" dirty="0" smtClean="0">
              <a:sym typeface="Symbol" pitchFamily="18" charset="2"/>
            </a:endParaRPr>
          </a:p>
          <a:p>
            <a:pPr eaLnBrk="1" hangingPunct="1">
              <a:defRPr/>
            </a:pPr>
            <a:r>
              <a:rPr lang="en-US" altLang="zh-CN" dirty="0" smtClean="0">
                <a:sym typeface="Symbol" pitchFamily="18" charset="2"/>
              </a:rPr>
              <a:t>?  </a:t>
            </a:r>
            <a:r>
              <a:rPr lang="en-US" altLang="zh-CN" dirty="0" err="1" smtClean="0"/>
              <a:t>xG</a:t>
            </a:r>
            <a:r>
              <a:rPr lang="en-US" altLang="zh-CN" dirty="0" smtClean="0"/>
              <a:t>(x)</a:t>
            </a:r>
            <a:r>
              <a:rPr lang="en-US" altLang="zh-CN" dirty="0" smtClean="0">
                <a:sym typeface="Symbol" pitchFamily="18" charset="2"/>
              </a:rPr>
              <a:t></a:t>
            </a:r>
            <a:r>
              <a:rPr lang="en-US" altLang="zh-CN" dirty="0" err="1" smtClean="0"/>
              <a:t>xH</a:t>
            </a:r>
            <a:r>
              <a:rPr lang="en-US" altLang="zh-CN" dirty="0" smtClean="0"/>
              <a:t>(x) </a:t>
            </a:r>
            <a:r>
              <a:rPr lang="en-US" altLang="zh-CN" dirty="0" smtClean="0">
                <a:sym typeface="Symbol" pitchFamily="18" charset="2"/>
              </a:rPr>
              <a:t></a:t>
            </a:r>
            <a:r>
              <a:rPr lang="en-US" altLang="zh-CN" dirty="0" smtClean="0"/>
              <a:t> </a:t>
            </a:r>
            <a:r>
              <a:rPr lang="en-US" altLang="zh-CN" dirty="0" smtClean="0">
                <a:sym typeface="Symbol" pitchFamily="18" charset="2"/>
              </a:rPr>
              <a:t></a:t>
            </a:r>
            <a:r>
              <a:rPr lang="en-US" altLang="zh-CN" dirty="0" smtClean="0"/>
              <a:t>x(G(x)</a:t>
            </a:r>
            <a:r>
              <a:rPr lang="en-US" altLang="zh-CN" dirty="0" smtClean="0">
                <a:sym typeface="Symbol" pitchFamily="18" charset="2"/>
              </a:rPr>
              <a:t></a:t>
            </a:r>
            <a:r>
              <a:rPr lang="en-US" altLang="zh-CN" dirty="0" smtClean="0"/>
              <a:t>H(x))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dirty="0" smtClean="0"/>
              <a:t>	</a:t>
            </a:r>
            <a:r>
              <a:rPr lang="en-US" altLang="zh-CN" sz="4000" dirty="0" smtClean="0">
                <a:solidFill>
                  <a:srgbClr val="FFCC00"/>
                </a:solidFill>
              </a:rPr>
              <a:t>√</a:t>
            </a:r>
          </a:p>
          <a:p>
            <a:pPr eaLnBrk="1" hangingPunct="1">
              <a:defRPr/>
            </a:pPr>
            <a:r>
              <a:rPr lang="en-US" altLang="zh-CN" dirty="0" smtClean="0">
                <a:sym typeface="Symbol" pitchFamily="18" charset="2"/>
              </a:rPr>
              <a:t>?  </a:t>
            </a:r>
            <a:r>
              <a:rPr lang="en-US" altLang="zh-CN" dirty="0" smtClean="0"/>
              <a:t>x(G(x)</a:t>
            </a:r>
            <a:r>
              <a:rPr lang="en-US" altLang="zh-CN" dirty="0" smtClean="0">
                <a:sym typeface="Symbol" pitchFamily="18" charset="2"/>
              </a:rPr>
              <a:t></a:t>
            </a:r>
            <a:r>
              <a:rPr lang="en-US" altLang="zh-CN" dirty="0" smtClean="0"/>
              <a:t>H(x)) </a:t>
            </a:r>
            <a:r>
              <a:rPr lang="en-US" altLang="zh-CN" dirty="0" smtClean="0">
                <a:sym typeface="Symbol" pitchFamily="18" charset="2"/>
              </a:rPr>
              <a:t></a:t>
            </a:r>
            <a:r>
              <a:rPr lang="en-US" altLang="zh-CN" dirty="0" smtClean="0"/>
              <a:t> </a:t>
            </a:r>
            <a:r>
              <a:rPr lang="en-US" altLang="zh-CN" dirty="0" smtClean="0">
                <a:sym typeface="Symbol" pitchFamily="18" charset="2"/>
              </a:rPr>
              <a:t></a:t>
            </a:r>
            <a:r>
              <a:rPr lang="en-US" altLang="zh-CN" dirty="0" err="1" smtClean="0"/>
              <a:t>xG</a:t>
            </a:r>
            <a:r>
              <a:rPr lang="en-US" altLang="zh-CN" dirty="0" smtClean="0"/>
              <a:t>(x)</a:t>
            </a:r>
            <a:r>
              <a:rPr lang="en-US" altLang="zh-CN" dirty="0" smtClean="0">
                <a:sym typeface="Symbol" pitchFamily="18" charset="2"/>
              </a:rPr>
              <a:t></a:t>
            </a:r>
            <a:r>
              <a:rPr lang="en-US" altLang="zh-CN" dirty="0" err="1" smtClean="0"/>
              <a:t>xH</a:t>
            </a:r>
            <a:r>
              <a:rPr lang="en-US" altLang="zh-CN" dirty="0" smtClean="0"/>
              <a:t>(x)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dirty="0" smtClean="0"/>
              <a:t>	 </a:t>
            </a:r>
            <a:r>
              <a:rPr lang="en-US" altLang="zh-CN" dirty="0" smtClean="0">
                <a:solidFill>
                  <a:srgbClr val="FFCC00"/>
                </a:solidFill>
              </a:rPr>
              <a:t>×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12F127F-CC85-476B-956E-FF072070137E}" type="slidenum">
              <a:rPr lang="en-US" altLang="zh-CN" smtClean="0"/>
              <a:pPr>
                <a:defRPr/>
              </a:pPr>
              <a:t>102</a:t>
            </a:fld>
            <a:endParaRPr lang="en-US" altLang="zh-CN"/>
          </a:p>
        </p:txBody>
      </p:sp>
      <p:pic>
        <p:nvPicPr>
          <p:cNvPr id="5" name="Picture 4" descr="BD00028_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95947"/>
            <a:ext cx="862013" cy="844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76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76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76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76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76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76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576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576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576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576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576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576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246183-9B63-452F-B5A9-19008C636887}" type="slidenum">
              <a:rPr lang="en-US" altLang="zh-CN" smtClean="0">
                <a:solidFill>
                  <a:srgbClr val="FFFFFF"/>
                </a:solidFill>
              </a:rPr>
              <a:pPr>
                <a:defRPr/>
              </a:pPr>
              <a:t>103</a:t>
            </a:fld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232451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066800"/>
            <a:ext cx="7696200" cy="41148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 smtClean="0"/>
              <a:t>设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en-US" dirty="0" smtClean="0"/>
              <a:t>为：</a:t>
            </a:r>
            <a:r>
              <a:rPr lang="en-US" altLang="zh-CN" dirty="0" smtClean="0"/>
              <a:t>D={a, b}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u="sng" dirty="0" smtClean="0"/>
              <a:t>  G(a)   G(b)   H(a)   H(b) 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dirty="0" smtClean="0"/>
              <a:t>  1          0         0         1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zh-CN" altLang="en-US" dirty="0" smtClean="0">
                <a:sym typeface="Symbol" pitchFamily="18" charset="2"/>
              </a:rPr>
              <a:t>或</a:t>
            </a:r>
            <a:endParaRPr lang="en-US" altLang="zh-CN" dirty="0" smtClean="0">
              <a:sym typeface="Symbol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dirty="0" smtClean="0">
                <a:sym typeface="Symbol" pitchFamily="18" charset="2"/>
              </a:rPr>
              <a:t>  0          1         1         0</a:t>
            </a:r>
            <a:endParaRPr lang="en-US" altLang="zh-CN" dirty="0">
              <a:sym typeface="Symbol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dirty="0" smtClean="0">
                <a:sym typeface="Symbol" pitchFamily="18" charset="2"/>
              </a:rPr>
              <a:t>T</a:t>
            </a:r>
            <a:r>
              <a:rPr lang="en-US" altLang="zh-CN" baseline="-25000" dirty="0" smtClean="0">
                <a:sym typeface="Symbol" pitchFamily="18" charset="2"/>
              </a:rPr>
              <a:t>I</a:t>
            </a:r>
            <a:r>
              <a:rPr lang="en-US" altLang="zh-CN" dirty="0">
                <a:sym typeface="Symbol" pitchFamily="18" charset="2"/>
              </a:rPr>
              <a:t>(</a:t>
            </a:r>
            <a:r>
              <a:rPr lang="en-US" altLang="zh-CN" dirty="0"/>
              <a:t>x(G(x)</a:t>
            </a:r>
            <a:r>
              <a:rPr lang="en-US" altLang="zh-CN" dirty="0">
                <a:sym typeface="Symbol" pitchFamily="18" charset="2"/>
              </a:rPr>
              <a:t></a:t>
            </a:r>
            <a:r>
              <a:rPr lang="en-US" altLang="zh-CN" dirty="0"/>
              <a:t>H(x)) </a:t>
            </a:r>
            <a:r>
              <a:rPr lang="en-US" altLang="zh-CN" dirty="0" smtClean="0"/>
              <a:t>)=1</a:t>
            </a:r>
          </a:p>
          <a:p>
            <a:pPr eaLnBrk="1" hangingPunct="1">
              <a:buNone/>
              <a:defRPr/>
            </a:pPr>
            <a:r>
              <a:rPr lang="en-US" altLang="zh-CN" dirty="0" smtClean="0">
                <a:sym typeface="Symbol" pitchFamily="18" charset="2"/>
              </a:rPr>
              <a:t>T</a:t>
            </a:r>
            <a:r>
              <a:rPr lang="en-US" altLang="zh-CN" baseline="-25000" dirty="0" smtClean="0">
                <a:sym typeface="Symbol" pitchFamily="18" charset="2"/>
              </a:rPr>
              <a:t>I</a:t>
            </a:r>
            <a:r>
              <a:rPr lang="en-US" altLang="zh-CN" dirty="0">
                <a:sym typeface="Symbol" pitchFamily="18" charset="2"/>
              </a:rPr>
              <a:t>(</a:t>
            </a:r>
            <a:r>
              <a:rPr lang="en-US" altLang="zh-CN" dirty="0" err="1"/>
              <a:t>xG</a:t>
            </a:r>
            <a:r>
              <a:rPr lang="en-US" altLang="zh-CN" dirty="0"/>
              <a:t>(x)</a:t>
            </a:r>
            <a:r>
              <a:rPr lang="en-US" altLang="zh-CN" dirty="0">
                <a:sym typeface="Symbol" pitchFamily="18" charset="2"/>
              </a:rPr>
              <a:t></a:t>
            </a:r>
            <a:r>
              <a:rPr lang="en-US" altLang="zh-CN" dirty="0" err="1"/>
              <a:t>xH</a:t>
            </a:r>
            <a:r>
              <a:rPr lang="en-US" altLang="zh-CN" dirty="0"/>
              <a:t>(x</a:t>
            </a:r>
            <a:r>
              <a:rPr lang="en-US" altLang="zh-CN" dirty="0" smtClean="0"/>
              <a:t>))=0</a:t>
            </a:r>
          </a:p>
        </p:txBody>
      </p:sp>
    </p:spTree>
    <p:extLst>
      <p:ext uri="{BB962C8B-B14F-4D97-AF65-F5344CB8AC3E}">
        <p14:creationId xmlns:p14="http://schemas.microsoft.com/office/powerpoint/2010/main" val="2527467820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4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>
              <a:defRPr/>
            </a:pPr>
            <a:r>
              <a:rPr lang="zh-CN" altLang="en-US" dirty="0" smtClean="0"/>
              <a:t>        思考</a:t>
            </a:r>
          </a:p>
        </p:txBody>
      </p:sp>
      <p:sp>
        <p:nvSpPr>
          <p:cNvPr id="231427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365291"/>
            <a:ext cx="8534400" cy="41148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endParaRPr lang="en-US" altLang="zh-CN" b="1" dirty="0" smtClean="0">
              <a:latin typeface="Times New Roman" pitchFamily="18" charset="0"/>
            </a:endParaRPr>
          </a:p>
          <a:p>
            <a:pPr eaLnBrk="1" hangingPunct="1">
              <a:lnSpc>
                <a:spcPct val="90000"/>
              </a:lnSpc>
              <a:defRPr/>
            </a:pPr>
            <a:r>
              <a:rPr lang="en-US" altLang="zh-CN" dirty="0" smtClean="0"/>
              <a:t>? </a:t>
            </a:r>
            <a:r>
              <a:rPr lang="en-US" altLang="zh-CN" dirty="0" smtClean="0">
                <a:sym typeface="Symbol" pitchFamily="18" charset="2"/>
              </a:rPr>
              <a:t></a:t>
            </a:r>
            <a:r>
              <a:rPr lang="en-US" altLang="zh-CN" dirty="0" err="1" smtClean="0"/>
              <a:t>xG</a:t>
            </a:r>
            <a:r>
              <a:rPr lang="en-US" altLang="zh-CN" dirty="0" smtClean="0"/>
              <a:t>(x) </a:t>
            </a:r>
            <a:r>
              <a:rPr lang="en-US" altLang="zh-CN" dirty="0" smtClean="0">
                <a:sym typeface="Symbol" pitchFamily="18" charset="2"/>
              </a:rPr>
              <a:t> </a:t>
            </a:r>
            <a:r>
              <a:rPr lang="en-US" altLang="zh-CN" dirty="0" err="1" smtClean="0"/>
              <a:t>xH</a:t>
            </a:r>
            <a:r>
              <a:rPr lang="en-US" altLang="zh-CN" dirty="0" smtClean="0"/>
              <a:t>(x)</a:t>
            </a:r>
            <a:r>
              <a:rPr lang="zh-CN" altLang="en-US" dirty="0" smtClean="0"/>
              <a:t>＝ </a:t>
            </a:r>
            <a:r>
              <a:rPr lang="zh-CN" altLang="en-US" dirty="0" smtClean="0">
                <a:sym typeface="Symbol" pitchFamily="18" charset="2"/>
              </a:rPr>
              <a:t></a:t>
            </a:r>
            <a:r>
              <a:rPr lang="en-US" altLang="zh-CN" dirty="0" smtClean="0"/>
              <a:t>x(G(x) </a:t>
            </a:r>
            <a:r>
              <a:rPr lang="en-US" altLang="zh-CN" dirty="0" smtClean="0">
                <a:sym typeface="Symbol" pitchFamily="18" charset="2"/>
              </a:rPr>
              <a:t> </a:t>
            </a:r>
            <a:r>
              <a:rPr lang="en-US" altLang="zh-CN" dirty="0" smtClean="0"/>
              <a:t>H(x))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 smtClean="0">
                <a:solidFill>
                  <a:srgbClr val="FFCC00"/>
                </a:solidFill>
              </a:rPr>
              <a:t>   ×</a:t>
            </a:r>
            <a:endParaRPr lang="en-US" altLang="zh-CN" dirty="0" smtClean="0">
              <a:sym typeface="Symbol" pitchFamily="18" charset="2"/>
            </a:endParaRPr>
          </a:p>
          <a:p>
            <a:pPr eaLnBrk="1" hangingPunct="1">
              <a:lnSpc>
                <a:spcPct val="90000"/>
              </a:lnSpc>
              <a:defRPr/>
            </a:pPr>
            <a:r>
              <a:rPr lang="en-US" altLang="zh-CN" dirty="0" smtClean="0">
                <a:sym typeface="Symbol" pitchFamily="18" charset="2"/>
              </a:rPr>
              <a:t>? </a:t>
            </a:r>
            <a:r>
              <a:rPr lang="en-US" altLang="zh-CN" dirty="0" smtClean="0"/>
              <a:t>x(G(x) </a:t>
            </a:r>
            <a:r>
              <a:rPr lang="en-US" altLang="zh-CN" dirty="0" smtClean="0">
                <a:sym typeface="Symbol" pitchFamily="18" charset="2"/>
              </a:rPr>
              <a:t> </a:t>
            </a:r>
            <a:r>
              <a:rPr lang="en-US" altLang="zh-CN" dirty="0" smtClean="0"/>
              <a:t>H(x)) </a:t>
            </a:r>
            <a:r>
              <a:rPr lang="en-US" altLang="zh-CN" dirty="0" smtClean="0">
                <a:sym typeface="Symbol" pitchFamily="18" charset="2"/>
              </a:rPr>
              <a:t></a:t>
            </a:r>
            <a:r>
              <a:rPr lang="en-US" altLang="zh-CN" dirty="0" smtClean="0"/>
              <a:t> </a:t>
            </a:r>
            <a:r>
              <a:rPr lang="en-US" altLang="zh-CN" dirty="0" smtClean="0">
                <a:sym typeface="Symbol" pitchFamily="18" charset="2"/>
              </a:rPr>
              <a:t></a:t>
            </a:r>
            <a:r>
              <a:rPr lang="en-US" altLang="zh-CN" dirty="0" err="1" smtClean="0"/>
              <a:t>xG</a:t>
            </a:r>
            <a:r>
              <a:rPr lang="en-US" altLang="zh-CN" dirty="0" smtClean="0"/>
              <a:t>(x) </a:t>
            </a:r>
            <a:r>
              <a:rPr lang="en-US" altLang="zh-CN" dirty="0" smtClean="0">
                <a:sym typeface="Symbol" pitchFamily="18" charset="2"/>
              </a:rPr>
              <a:t> </a:t>
            </a:r>
            <a:r>
              <a:rPr lang="en-US" altLang="zh-CN" dirty="0" err="1" smtClean="0"/>
              <a:t>xH</a:t>
            </a:r>
            <a:r>
              <a:rPr lang="en-US" altLang="zh-CN" dirty="0" smtClean="0"/>
              <a:t>(x) </a:t>
            </a:r>
            <a:r>
              <a:rPr lang="en-US" altLang="zh-CN" sz="4000" dirty="0" smtClean="0">
                <a:solidFill>
                  <a:srgbClr val="FFCC00"/>
                </a:solidFill>
              </a:rPr>
              <a:t>√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altLang="zh-CN" dirty="0" smtClean="0">
                <a:sym typeface="Symbol" pitchFamily="18" charset="2"/>
              </a:rPr>
              <a:t>? </a:t>
            </a:r>
            <a:r>
              <a:rPr lang="en-US" altLang="zh-CN" dirty="0" err="1" smtClean="0"/>
              <a:t>xG</a:t>
            </a:r>
            <a:r>
              <a:rPr lang="en-US" altLang="zh-CN" dirty="0" smtClean="0"/>
              <a:t>(x) </a:t>
            </a:r>
            <a:r>
              <a:rPr lang="en-US" altLang="zh-CN" dirty="0" smtClean="0">
                <a:sym typeface="Symbol" pitchFamily="18" charset="2"/>
              </a:rPr>
              <a:t> </a:t>
            </a:r>
            <a:r>
              <a:rPr lang="en-US" altLang="zh-CN" dirty="0" err="1" smtClean="0"/>
              <a:t>xH</a:t>
            </a:r>
            <a:r>
              <a:rPr lang="en-US" altLang="zh-CN" dirty="0" smtClean="0"/>
              <a:t>(x) </a:t>
            </a:r>
            <a:r>
              <a:rPr lang="en-US" altLang="zh-CN" dirty="0" smtClean="0">
                <a:sym typeface="Symbol" pitchFamily="18" charset="2"/>
              </a:rPr>
              <a:t></a:t>
            </a:r>
            <a:r>
              <a:rPr lang="en-US" altLang="zh-CN" dirty="0" smtClean="0"/>
              <a:t> </a:t>
            </a:r>
            <a:r>
              <a:rPr lang="en-US" altLang="zh-CN" dirty="0" smtClean="0">
                <a:sym typeface="Symbol" pitchFamily="18" charset="2"/>
              </a:rPr>
              <a:t></a:t>
            </a:r>
            <a:r>
              <a:rPr lang="en-US" altLang="zh-CN" dirty="0" smtClean="0"/>
              <a:t>x(G(x) </a:t>
            </a:r>
            <a:r>
              <a:rPr lang="en-US" altLang="zh-CN" dirty="0" smtClean="0">
                <a:sym typeface="Symbol" pitchFamily="18" charset="2"/>
              </a:rPr>
              <a:t> </a:t>
            </a:r>
            <a:r>
              <a:rPr lang="en-US" altLang="zh-CN" dirty="0" smtClean="0"/>
              <a:t>H(x))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 smtClean="0">
                <a:latin typeface="Times New Roman" pitchFamily="18" charset="0"/>
              </a:rPr>
              <a:t>	 </a:t>
            </a:r>
            <a:r>
              <a:rPr lang="en-US" altLang="zh-CN" dirty="0" smtClean="0">
                <a:solidFill>
                  <a:srgbClr val="FFCC00"/>
                </a:solidFill>
              </a:rPr>
              <a:t>×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endParaRPr lang="en-US" altLang="zh-CN" b="1" dirty="0" smtClean="0">
              <a:latin typeface="Times New Roman" pitchFamily="18" charset="0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AD0A536-5399-472D-BE74-55B33DD256BE}" type="slidenum">
              <a:rPr lang="en-US" altLang="zh-CN" smtClean="0">
                <a:solidFill>
                  <a:srgbClr val="FFFFFF"/>
                </a:solidFill>
              </a:rPr>
              <a:pPr>
                <a:defRPr/>
              </a:pPr>
              <a:t>104</a:t>
            </a:fld>
            <a:endParaRPr lang="en-US" altLang="zh-CN">
              <a:solidFill>
                <a:srgbClr val="FFFFFF"/>
              </a:solidFill>
            </a:endParaRPr>
          </a:p>
        </p:txBody>
      </p:sp>
      <p:pic>
        <p:nvPicPr>
          <p:cNvPr id="6" name="Picture 4" descr="BD00028_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95947"/>
            <a:ext cx="862013" cy="844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42616596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14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14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314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314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314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314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314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314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314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314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246183-9B63-452F-B5A9-19008C636887}" type="slidenum">
              <a:rPr lang="en-US" altLang="zh-CN" smtClean="0">
                <a:solidFill>
                  <a:srgbClr val="FFFFFF"/>
                </a:solidFill>
              </a:rPr>
              <a:pPr>
                <a:defRPr/>
              </a:pPr>
              <a:t>105</a:t>
            </a:fld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232451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066800"/>
            <a:ext cx="7696200" cy="41148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 smtClean="0"/>
              <a:t>设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en-US" dirty="0" smtClean="0"/>
              <a:t>为：</a:t>
            </a:r>
            <a:r>
              <a:rPr lang="en-US" altLang="zh-CN" dirty="0" smtClean="0"/>
              <a:t>D={a, b}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u="sng" dirty="0" smtClean="0"/>
              <a:t>  G(a)   G(b)   H(a)   H(b) 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dirty="0" smtClean="0"/>
              <a:t>  1          0         0         1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zh-CN" altLang="en-US" dirty="0" smtClean="0">
                <a:sym typeface="Symbol" pitchFamily="18" charset="2"/>
              </a:rPr>
              <a:t>或</a:t>
            </a:r>
            <a:endParaRPr lang="en-US" altLang="zh-CN" dirty="0" smtClean="0">
              <a:sym typeface="Symbol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dirty="0" smtClean="0">
                <a:sym typeface="Symbol" pitchFamily="18" charset="2"/>
              </a:rPr>
              <a:t>  0          1         1         0</a:t>
            </a:r>
            <a:endParaRPr lang="en-US" altLang="zh-CN" dirty="0">
              <a:sym typeface="Symbol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dirty="0" smtClean="0">
                <a:sym typeface="Symbol" pitchFamily="18" charset="2"/>
              </a:rPr>
              <a:t>T</a:t>
            </a:r>
            <a:r>
              <a:rPr lang="en-US" altLang="zh-CN" baseline="-25000" dirty="0" smtClean="0">
                <a:sym typeface="Symbol" pitchFamily="18" charset="2"/>
              </a:rPr>
              <a:t>I</a:t>
            </a:r>
            <a:r>
              <a:rPr lang="en-US" altLang="zh-CN" dirty="0" smtClean="0">
                <a:sym typeface="Symbol" pitchFamily="18" charset="2"/>
              </a:rPr>
              <a:t>(</a:t>
            </a:r>
            <a:r>
              <a:rPr lang="en-US" altLang="zh-CN" dirty="0" err="1" smtClean="0"/>
              <a:t>xG</a:t>
            </a:r>
            <a:r>
              <a:rPr lang="en-US" altLang="zh-CN" dirty="0" smtClean="0"/>
              <a:t>(x) </a:t>
            </a:r>
            <a:r>
              <a:rPr lang="en-US" altLang="zh-CN" dirty="0" smtClean="0">
                <a:sym typeface="Symbol" pitchFamily="18" charset="2"/>
              </a:rPr>
              <a:t> </a:t>
            </a:r>
            <a:r>
              <a:rPr lang="en-US" altLang="zh-CN" dirty="0" err="1" smtClean="0"/>
              <a:t>xH</a:t>
            </a:r>
            <a:r>
              <a:rPr lang="en-US" altLang="zh-CN" dirty="0" smtClean="0"/>
              <a:t>(x) )=1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dirty="0" smtClean="0">
                <a:sym typeface="Symbol" pitchFamily="18" charset="2"/>
              </a:rPr>
              <a:t>T</a:t>
            </a:r>
            <a:r>
              <a:rPr lang="en-US" altLang="zh-CN" baseline="-25000" dirty="0" smtClean="0">
                <a:sym typeface="Symbol" pitchFamily="18" charset="2"/>
              </a:rPr>
              <a:t>I</a:t>
            </a:r>
            <a:r>
              <a:rPr lang="en-US" altLang="zh-CN" dirty="0" smtClean="0">
                <a:sym typeface="Symbol" pitchFamily="18" charset="2"/>
              </a:rPr>
              <a:t>(</a:t>
            </a:r>
            <a:r>
              <a:rPr lang="en-US" altLang="zh-CN" dirty="0" smtClean="0"/>
              <a:t>x(G(x) </a:t>
            </a:r>
            <a:r>
              <a:rPr lang="en-US" altLang="zh-CN" dirty="0" smtClean="0">
                <a:sym typeface="Symbol" pitchFamily="18" charset="2"/>
              </a:rPr>
              <a:t> </a:t>
            </a:r>
            <a:r>
              <a:rPr lang="en-US" altLang="zh-CN" dirty="0" smtClean="0"/>
              <a:t>H(x)) )=0</a:t>
            </a:r>
          </a:p>
        </p:txBody>
      </p:sp>
    </p:spTree>
    <p:extLst>
      <p:ext uri="{BB962C8B-B14F-4D97-AF65-F5344CB8AC3E}">
        <p14:creationId xmlns:p14="http://schemas.microsoft.com/office/powerpoint/2010/main" val="369864226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F8FA661-BD4B-4FAB-830F-A7C250F1BC52}" type="slidenum">
              <a:rPr lang="zh-CN" altLang="en-US" smtClean="0">
                <a:solidFill>
                  <a:srgbClr val="FFFFFF"/>
                </a:solidFill>
              </a:rPr>
              <a:pPr>
                <a:defRPr/>
              </a:pPr>
              <a:t>106</a:t>
            </a:fld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66505" y="987608"/>
            <a:ext cx="8813372" cy="5106743"/>
          </a:xfrm>
        </p:spPr>
        <p:txBody>
          <a:bodyPr/>
          <a:lstStyle/>
          <a:p>
            <a:pPr marL="0" lvl="0" indent="0" algn="just">
              <a:spcAft>
                <a:spcPts val="0"/>
              </a:spcAft>
              <a:buNone/>
            </a:pPr>
            <a:r>
              <a:rPr lang="zh-CN" altLang="zh-CN" sz="3600" kern="1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lang="en-US" altLang="zh-CN" sz="3600" kern="1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</a:t>
            </a:r>
            <a:r>
              <a:rPr lang="zh-CN" altLang="zh-CN" sz="3600" kern="1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）是恒真公式</a:t>
            </a:r>
            <a:r>
              <a:rPr lang="en-US" altLang="zh-CN" sz="3600" kern="1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. </a:t>
            </a:r>
            <a:endParaRPr lang="zh-CN" altLang="zh-CN" sz="3600" kern="1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0" algn="just">
              <a:spcAft>
                <a:spcPts val="0"/>
              </a:spcAft>
              <a:buFont typeface="+mj-lt"/>
              <a:buAutoNum type="alphaUcPeriod"/>
            </a:pPr>
            <a:r>
              <a:rPr lang="en-US" altLang="zh-CN" sz="3600" kern="1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3600" kern="1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x(G(x)</a:t>
            </a:r>
            <a:r>
              <a:rPr lang="en-US" altLang="zh-CN" sz="3600" kern="1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3600" kern="1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H(x))</a:t>
            </a:r>
            <a:r>
              <a:rPr lang="en-US" altLang="zh-CN" sz="3600" kern="1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</a:t>
            </a:r>
            <a:r>
              <a:rPr lang="en-US" altLang="zh-CN" sz="3600" kern="1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3600" kern="1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3600" kern="100" dirty="0" err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xG</a:t>
            </a:r>
            <a:r>
              <a:rPr lang="en-US" altLang="zh-CN" sz="3600" kern="1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(x)</a:t>
            </a:r>
            <a:r>
              <a:rPr lang="en-US" altLang="zh-CN" sz="3600" kern="1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</a:t>
            </a:r>
            <a:r>
              <a:rPr lang="en-US" altLang="zh-CN" sz="3600" kern="100" dirty="0" err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xH</a:t>
            </a:r>
            <a:r>
              <a:rPr lang="en-US" altLang="zh-CN" sz="3600" kern="1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(x))</a:t>
            </a:r>
            <a:endParaRPr lang="zh-CN" altLang="zh-CN" sz="3600" kern="1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0" algn="just">
              <a:spcAft>
                <a:spcPts val="0"/>
              </a:spcAft>
              <a:buFont typeface="+mj-lt"/>
              <a:buAutoNum type="alphaUcPeriod"/>
            </a:pPr>
            <a:r>
              <a:rPr lang="en-US" altLang="zh-CN" sz="3600" kern="1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3600" kern="1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x(G(x)</a:t>
            </a:r>
            <a:r>
              <a:rPr lang="en-US" altLang="zh-CN" sz="3600" kern="1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3600" kern="1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H(x))</a:t>
            </a:r>
            <a:r>
              <a:rPr lang="en-US" altLang="zh-CN" sz="3600" kern="1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</a:t>
            </a:r>
            <a:r>
              <a:rPr lang="en-US" altLang="zh-CN" sz="3600" kern="1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3600" kern="1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3600" kern="100" dirty="0" err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xG</a:t>
            </a:r>
            <a:r>
              <a:rPr lang="en-US" altLang="zh-CN" sz="3600" kern="1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(x)</a:t>
            </a:r>
            <a:r>
              <a:rPr lang="en-US" altLang="zh-CN" sz="3600" kern="1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</a:t>
            </a:r>
            <a:r>
              <a:rPr lang="en-US" altLang="zh-CN" sz="3600" kern="100" dirty="0" err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xH</a:t>
            </a:r>
            <a:r>
              <a:rPr lang="en-US" altLang="zh-CN" sz="3600" kern="1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(x))</a:t>
            </a:r>
            <a:endParaRPr lang="zh-CN" altLang="zh-CN" sz="3600" kern="1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0" algn="just">
              <a:spcAft>
                <a:spcPts val="0"/>
              </a:spcAft>
              <a:buFont typeface="+mj-lt"/>
              <a:buAutoNum type="alphaUcPeriod"/>
            </a:pPr>
            <a:r>
              <a:rPr lang="en-US" altLang="zh-CN" sz="3600" kern="1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3600" kern="1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x(G(x)</a:t>
            </a:r>
            <a:r>
              <a:rPr lang="en-US" altLang="zh-CN" sz="3600" kern="1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3600" kern="1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H(x))</a:t>
            </a:r>
            <a:r>
              <a:rPr lang="en-US" altLang="zh-CN" sz="3600" kern="1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</a:t>
            </a:r>
            <a:r>
              <a:rPr lang="en-US" altLang="zh-CN" sz="3600" kern="1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3600" kern="1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3600" kern="100" dirty="0" err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xG</a:t>
            </a:r>
            <a:r>
              <a:rPr lang="en-US" altLang="zh-CN" sz="3600" kern="1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(x)</a:t>
            </a:r>
            <a:r>
              <a:rPr lang="en-US" altLang="zh-CN" sz="3600" kern="1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</a:t>
            </a:r>
            <a:r>
              <a:rPr lang="en-US" altLang="zh-CN" sz="3600" kern="100" dirty="0" err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xH</a:t>
            </a:r>
            <a:r>
              <a:rPr lang="en-US" altLang="zh-CN" sz="3600" kern="1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(x))</a:t>
            </a:r>
            <a:endParaRPr lang="zh-CN" altLang="zh-CN" sz="3600" kern="1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0" algn="just">
              <a:spcAft>
                <a:spcPts val="0"/>
              </a:spcAft>
              <a:buFont typeface="+mj-lt"/>
              <a:buAutoNum type="alphaUcPeriod"/>
            </a:pPr>
            <a:r>
              <a:rPr lang="en-US" altLang="zh-CN" sz="3600" kern="1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n-US" altLang="zh-CN" sz="3600" kern="1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x(G(x)</a:t>
            </a:r>
            <a:r>
              <a:rPr lang="en-US" altLang="zh-CN" sz="3600" kern="1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3600" kern="1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H(x))</a:t>
            </a:r>
            <a:r>
              <a:rPr lang="en-US" altLang="zh-CN" sz="3600" kern="1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</a:t>
            </a:r>
            <a:r>
              <a:rPr lang="en-US" altLang="zh-CN" sz="3600" kern="1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3600" kern="1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n-US" altLang="zh-CN" sz="3600" kern="100" dirty="0" err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xG</a:t>
            </a:r>
            <a:r>
              <a:rPr lang="en-US" altLang="zh-CN" sz="3600" kern="1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(x)</a:t>
            </a:r>
            <a:r>
              <a:rPr lang="en-US" altLang="zh-CN" sz="3600" kern="1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</a:t>
            </a:r>
            <a:r>
              <a:rPr lang="en-US" altLang="zh-CN" sz="3600" kern="100" dirty="0" err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xH</a:t>
            </a:r>
            <a:r>
              <a:rPr lang="en-US" altLang="zh-CN" sz="3600" kern="1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(x</a:t>
            </a:r>
            <a:r>
              <a:rPr lang="en-US" altLang="zh-CN" sz="3600" kern="100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))</a:t>
            </a:r>
          </a:p>
          <a:p>
            <a:pPr marL="0" lvl="0" indent="0" algn="just">
              <a:spcAft>
                <a:spcPts val="0"/>
              </a:spcAft>
              <a:buNone/>
            </a:pPr>
            <a:r>
              <a:rPr lang="zh-CN" altLang="zh-CN" sz="3600" kern="1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答：</a:t>
            </a:r>
            <a:r>
              <a:rPr lang="en-US" altLang="zh-CN" sz="3600" kern="1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(B)</a:t>
            </a:r>
            <a:endParaRPr lang="zh-CN" altLang="zh-CN" sz="3600" kern="1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4" name="标题 2"/>
          <p:cNvSpPr txBox="1">
            <a:spLocks/>
          </p:cNvSpPr>
          <p:nvPr/>
        </p:nvSpPr>
        <p:spPr>
          <a:xfrm>
            <a:off x="76200" y="60585"/>
            <a:ext cx="7772400" cy="707886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9pPr>
          </a:lstStyle>
          <a:p>
            <a:pPr algn="l"/>
            <a:r>
              <a:rPr kumimoji="0" lang="zh-CN" altLang="en-US" sz="4000" smtClean="0"/>
              <a:t>练习：</a:t>
            </a:r>
            <a:endParaRPr kumimoji="0" lang="zh-CN" altLang="en-US" sz="4000" dirty="0"/>
          </a:p>
        </p:txBody>
      </p:sp>
    </p:spTree>
    <p:extLst>
      <p:ext uri="{BB962C8B-B14F-4D97-AF65-F5344CB8AC3E}">
        <p14:creationId xmlns:p14="http://schemas.microsoft.com/office/powerpoint/2010/main" val="1915183624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>
              <a:defRPr/>
            </a:pPr>
            <a:r>
              <a:rPr lang="zh-CN" altLang="en-US" sz="3600" dirty="0" smtClean="0"/>
              <a:t>定理</a:t>
            </a:r>
            <a:r>
              <a:rPr lang="en-US" altLang="zh-CN" sz="3600" dirty="0" smtClean="0"/>
              <a:t>3.2.1</a:t>
            </a:r>
            <a:endParaRPr lang="zh-CN" altLang="en-US" sz="3600" dirty="0" smtClean="0"/>
          </a:p>
        </p:txBody>
      </p:sp>
      <p:sp>
        <p:nvSpPr>
          <p:cNvPr id="108546" name="Rectangle 2"/>
          <p:cNvSpPr>
            <a:spLocks noGrp="1" noChangeArrowheads="1"/>
          </p:cNvSpPr>
          <p:nvPr>
            <p:ph idx="1"/>
          </p:nvPr>
        </p:nvSpPr>
        <p:spPr>
          <a:xfrm>
            <a:off x="395535" y="1365290"/>
            <a:ext cx="8352928" cy="4654509"/>
          </a:xfrm>
        </p:spPr>
        <p:txBody>
          <a:bodyPr/>
          <a:lstStyle/>
          <a:p>
            <a:pPr marL="0" indent="0" eaLnBrk="1" hangingPunct="1">
              <a:lnSpc>
                <a:spcPct val="120000"/>
              </a:lnSpc>
              <a:buClr>
                <a:srgbClr val="FFCC00"/>
              </a:buClr>
              <a:tabLst>
                <a:tab pos="860425" algn="l"/>
              </a:tabLst>
              <a:defRPr/>
            </a:pPr>
            <a:r>
              <a:rPr lang="zh-CN" altLang="en-US" sz="3200" dirty="0" smtClean="0">
                <a:latin typeface="宋体" pitchFamily="2" charset="-122"/>
              </a:rPr>
              <a:t>对任意公式</a:t>
            </a:r>
            <a:r>
              <a:rPr lang="en-US" altLang="zh-CN" sz="3200" dirty="0" smtClean="0">
                <a:latin typeface="Times New Roman" pitchFamily="18" charset="0"/>
              </a:rPr>
              <a:t>G</a:t>
            </a:r>
            <a:r>
              <a:rPr lang="zh-CN" altLang="en-US" sz="3200" dirty="0" smtClean="0">
                <a:latin typeface="宋体" pitchFamily="2" charset="-122"/>
              </a:rPr>
              <a:t>，都存在与其等价的前束范式。</a:t>
            </a:r>
            <a:r>
              <a:rPr lang="zh-CN" altLang="en-US" sz="3200" dirty="0" smtClean="0">
                <a:latin typeface="Times New Roman" pitchFamily="18" charset="0"/>
              </a:rPr>
              <a:t> </a:t>
            </a:r>
          </a:p>
          <a:p>
            <a:pPr marL="0" indent="0" eaLnBrk="1" hangingPunct="1">
              <a:lnSpc>
                <a:spcPct val="120000"/>
              </a:lnSpc>
              <a:buClr>
                <a:srgbClr val="FFCC00"/>
              </a:buClr>
              <a:buFont typeface="Wingdings" panose="05000000000000000000" pitchFamily="2" charset="2"/>
              <a:buNone/>
              <a:tabLst>
                <a:tab pos="860425" algn="l"/>
              </a:tabLst>
              <a:defRPr/>
            </a:pPr>
            <a:r>
              <a:rPr lang="zh-CN" altLang="en-US" sz="3200" dirty="0" smtClean="0">
                <a:solidFill>
                  <a:srgbClr val="FFCC00"/>
                </a:solidFill>
                <a:latin typeface="Times New Roman" pitchFamily="18" charset="0"/>
              </a:rPr>
              <a:t>证明：</a:t>
            </a:r>
            <a:r>
              <a:rPr lang="zh-CN" altLang="en-US" sz="3200" dirty="0" smtClean="0">
                <a:latin typeface="Times New Roman" pitchFamily="18" charset="0"/>
              </a:rPr>
              <a:t>通过如下算法，可将公式</a:t>
            </a:r>
            <a:r>
              <a:rPr lang="en-US" altLang="zh-CN" sz="3200" dirty="0" smtClean="0">
                <a:latin typeface="Times New Roman" pitchFamily="18" charset="0"/>
              </a:rPr>
              <a:t>G</a:t>
            </a:r>
            <a:r>
              <a:rPr lang="zh-CN" altLang="en-US" sz="3200" dirty="0" smtClean="0">
                <a:latin typeface="Times New Roman" pitchFamily="18" charset="0"/>
              </a:rPr>
              <a:t>化成等价的前束范式。</a:t>
            </a:r>
          </a:p>
          <a:p>
            <a:pPr marL="0" indent="0" eaLnBrk="1" hangingPunct="1">
              <a:lnSpc>
                <a:spcPct val="120000"/>
              </a:lnSpc>
              <a:buClr>
                <a:srgbClr val="FFCC00"/>
              </a:buClr>
              <a:buFont typeface="Wingdings" panose="05000000000000000000" pitchFamily="2" charset="2"/>
              <a:buNone/>
              <a:tabLst>
                <a:tab pos="860425" algn="l"/>
              </a:tabLst>
              <a:defRPr/>
            </a:pPr>
            <a:r>
              <a:rPr lang="en-US" altLang="zh-CN" sz="3200" dirty="0" smtClean="0">
                <a:solidFill>
                  <a:srgbClr val="FFCC00"/>
                </a:solidFill>
                <a:latin typeface="Times New Roman" pitchFamily="18" charset="0"/>
              </a:rPr>
              <a:t>1.</a:t>
            </a:r>
            <a:r>
              <a:rPr lang="en-US" altLang="zh-CN" sz="3200" dirty="0" smtClean="0">
                <a:latin typeface="Times New Roman" pitchFamily="18" charset="0"/>
              </a:rPr>
              <a:t> </a:t>
            </a:r>
            <a:r>
              <a:rPr lang="zh-CN" altLang="en-US" sz="3200" dirty="0" smtClean="0">
                <a:latin typeface="Times New Roman" pitchFamily="18" charset="0"/>
              </a:rPr>
              <a:t>使用基本等价式</a:t>
            </a:r>
            <a:br>
              <a:rPr lang="zh-CN" altLang="en-US" sz="3200" dirty="0" smtClean="0">
                <a:latin typeface="Times New Roman" pitchFamily="18" charset="0"/>
              </a:rPr>
            </a:br>
            <a:r>
              <a:rPr lang="zh-CN" altLang="en-US" sz="3200" dirty="0" smtClean="0">
                <a:latin typeface="Times New Roman" pitchFamily="18" charset="0"/>
              </a:rPr>
              <a:t>	</a:t>
            </a:r>
            <a:r>
              <a:rPr lang="en-US" altLang="zh-CN" sz="3200" dirty="0" smtClean="0"/>
              <a:t>(K</a:t>
            </a:r>
            <a:r>
              <a:rPr lang="en-US" altLang="zh-CN" sz="3200" dirty="0" smtClean="0">
                <a:solidFill>
                  <a:srgbClr val="FFC000"/>
                </a:solidFill>
                <a:sym typeface="Symbol" pitchFamily="18" charset="2"/>
              </a:rPr>
              <a:t></a:t>
            </a:r>
            <a:r>
              <a:rPr lang="en-US" altLang="zh-CN" sz="3200" dirty="0" smtClean="0"/>
              <a:t>H)=(K</a:t>
            </a:r>
            <a:r>
              <a:rPr lang="en-US" altLang="zh-CN" sz="3200" dirty="0" smtClean="0">
                <a:sym typeface="Symbol" pitchFamily="18" charset="2"/>
              </a:rPr>
              <a:t></a:t>
            </a:r>
            <a:r>
              <a:rPr lang="en-US" altLang="zh-CN" sz="3200" dirty="0" smtClean="0"/>
              <a:t>H)</a:t>
            </a:r>
            <a:r>
              <a:rPr lang="en-US" altLang="zh-CN" sz="3200" dirty="0" smtClean="0">
                <a:sym typeface="Symbol" pitchFamily="18" charset="2"/>
              </a:rPr>
              <a:t></a:t>
            </a:r>
            <a:r>
              <a:rPr lang="en-US" altLang="zh-CN" sz="3200" dirty="0" smtClean="0"/>
              <a:t>(H</a:t>
            </a:r>
            <a:r>
              <a:rPr lang="en-US" altLang="zh-CN" sz="3200" dirty="0" smtClean="0">
                <a:sym typeface="Symbol" pitchFamily="18" charset="2"/>
              </a:rPr>
              <a:t></a:t>
            </a:r>
            <a:r>
              <a:rPr lang="en-US" altLang="zh-CN" sz="3200" dirty="0" smtClean="0"/>
              <a:t>K)</a:t>
            </a:r>
            <a:br>
              <a:rPr lang="en-US" altLang="zh-CN" sz="3200" dirty="0" smtClean="0"/>
            </a:br>
            <a:r>
              <a:rPr lang="en-US" altLang="zh-CN" sz="3200" dirty="0" smtClean="0"/>
              <a:t>	(K</a:t>
            </a:r>
            <a:r>
              <a:rPr lang="en-US" altLang="zh-CN" sz="3200" dirty="0" smtClean="0">
                <a:solidFill>
                  <a:srgbClr val="FFC000"/>
                </a:solidFill>
                <a:sym typeface="Symbol" pitchFamily="18" charset="2"/>
              </a:rPr>
              <a:t></a:t>
            </a:r>
            <a:r>
              <a:rPr lang="en-US" altLang="zh-CN" sz="3200" dirty="0" smtClean="0"/>
              <a:t>H)=</a:t>
            </a:r>
            <a:r>
              <a:rPr lang="en-US" altLang="zh-CN" sz="3200" dirty="0" smtClean="0">
                <a:sym typeface="Symbol" pitchFamily="18" charset="2"/>
              </a:rPr>
              <a:t></a:t>
            </a:r>
            <a:r>
              <a:rPr lang="en-US" altLang="zh-CN" sz="3200" dirty="0" smtClean="0"/>
              <a:t>K</a:t>
            </a:r>
            <a:r>
              <a:rPr lang="en-US" altLang="zh-CN" sz="3200" dirty="0" smtClean="0">
                <a:sym typeface="Symbol" pitchFamily="18" charset="2"/>
              </a:rPr>
              <a:t></a:t>
            </a:r>
            <a:r>
              <a:rPr lang="en-US" altLang="zh-CN" sz="3200" dirty="0" smtClean="0"/>
              <a:t>H</a:t>
            </a:r>
            <a:br>
              <a:rPr lang="en-US" altLang="zh-CN" sz="3200" dirty="0" smtClean="0"/>
            </a:br>
            <a:r>
              <a:rPr lang="zh-CN" altLang="en-US" sz="3200" dirty="0" smtClean="0">
                <a:latin typeface="Times New Roman" pitchFamily="18" charset="0"/>
              </a:rPr>
              <a:t>可将公式</a:t>
            </a:r>
            <a:r>
              <a:rPr lang="en-US" altLang="zh-CN" sz="3200" dirty="0" smtClean="0">
                <a:latin typeface="Times New Roman" pitchFamily="18" charset="0"/>
              </a:rPr>
              <a:t>G</a:t>
            </a:r>
            <a:r>
              <a:rPr lang="zh-CN" altLang="en-US" sz="3200" dirty="0" smtClean="0">
                <a:latin typeface="Times New Roman" pitchFamily="18" charset="0"/>
              </a:rPr>
              <a:t>中的</a:t>
            </a:r>
            <a:r>
              <a:rPr lang="zh-CN" altLang="en-US" sz="3200" dirty="0" smtClean="0">
                <a:latin typeface="Times New Roman" pitchFamily="18" charset="0"/>
                <a:sym typeface="Symbol" pitchFamily="18" charset="2"/>
              </a:rPr>
              <a:t></a:t>
            </a:r>
            <a:r>
              <a:rPr lang="zh-CN" altLang="en-US" sz="3200" dirty="0" smtClean="0">
                <a:latin typeface="Times New Roman" pitchFamily="18" charset="0"/>
              </a:rPr>
              <a:t>和</a:t>
            </a:r>
            <a:r>
              <a:rPr lang="zh-CN" altLang="en-US" sz="3200" dirty="0" smtClean="0">
                <a:latin typeface="Times New Roman" pitchFamily="18" charset="0"/>
                <a:sym typeface="Symbol" pitchFamily="18" charset="2"/>
              </a:rPr>
              <a:t></a:t>
            </a:r>
            <a:r>
              <a:rPr lang="zh-CN" altLang="en-US" sz="3200" dirty="0" smtClean="0">
                <a:latin typeface="Times New Roman" pitchFamily="18" charset="0"/>
              </a:rPr>
              <a:t>删除。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3ED043A-1B53-4AC9-BE9F-D0213EA7182D}" type="slidenum">
              <a:rPr lang="en-US" altLang="zh-CN" smtClean="0"/>
              <a:pPr>
                <a:defRPr/>
              </a:pPr>
              <a:t>107</a:t>
            </a:fld>
            <a:endParaRPr lang="en-US" altLang="zh-CN"/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>
              <a:defRPr/>
            </a:pPr>
            <a:r>
              <a:rPr lang="zh-CN" altLang="en-US" sz="3600" dirty="0" smtClean="0"/>
              <a:t>定理</a:t>
            </a:r>
            <a:r>
              <a:rPr lang="en-US" altLang="zh-CN" sz="3600" dirty="0" smtClean="0"/>
              <a:t>3.2.1</a:t>
            </a:r>
            <a:endParaRPr lang="zh-CN" altLang="en-US" sz="3600" dirty="0" smtClean="0"/>
          </a:p>
        </p:txBody>
      </p:sp>
      <p:sp>
        <p:nvSpPr>
          <p:cNvPr id="110594" name="Rectangle 2"/>
          <p:cNvSpPr>
            <a:spLocks noGrp="1" noChangeArrowheads="1"/>
          </p:cNvSpPr>
          <p:nvPr>
            <p:ph idx="1"/>
          </p:nvPr>
        </p:nvSpPr>
        <p:spPr>
          <a:xfrm>
            <a:off x="395535" y="1365290"/>
            <a:ext cx="8352928" cy="4730709"/>
          </a:xfrm>
        </p:spPr>
        <p:txBody>
          <a:bodyPr/>
          <a:lstStyle/>
          <a:p>
            <a:pPr marL="0" indent="0" eaLnBrk="1" hangingPunct="1">
              <a:lnSpc>
                <a:spcPct val="120000"/>
              </a:lnSpc>
              <a:buClr>
                <a:srgbClr val="FFCC00"/>
              </a:buClr>
              <a:buFont typeface="Wingdings" panose="05000000000000000000" pitchFamily="2" charset="2"/>
              <a:buNone/>
              <a:tabLst>
                <a:tab pos="860425" algn="l"/>
              </a:tabLst>
              <a:defRPr/>
            </a:pPr>
            <a:r>
              <a:rPr lang="en-US" altLang="zh-CN" dirty="0" smtClean="0">
                <a:solidFill>
                  <a:srgbClr val="FFCC00"/>
                </a:solidFill>
                <a:latin typeface="Times New Roman" pitchFamily="18" charset="0"/>
              </a:rPr>
              <a:t>2.</a:t>
            </a:r>
            <a:r>
              <a:rPr lang="en-US" altLang="zh-CN" dirty="0" smtClean="0">
                <a:latin typeface="Times New Roman" pitchFamily="18" charset="0"/>
              </a:rPr>
              <a:t> </a:t>
            </a:r>
            <a:r>
              <a:rPr lang="zh-CN" altLang="en-US" sz="3200" dirty="0" smtClean="0">
                <a:latin typeface="Times New Roman" pitchFamily="18" charset="0"/>
              </a:rPr>
              <a:t>使用</a:t>
            </a:r>
            <a:r>
              <a:rPr lang="zh-CN" altLang="en-US" sz="3200" dirty="0" smtClean="0">
                <a:latin typeface="Times New Roman" pitchFamily="18" charset="0"/>
                <a:sym typeface="Symbol" pitchFamily="18" charset="2"/>
              </a:rPr>
              <a:t></a:t>
            </a:r>
            <a:r>
              <a:rPr lang="en-US" altLang="zh-CN" sz="3200" dirty="0" smtClean="0">
                <a:latin typeface="Times New Roman" pitchFamily="18" charset="0"/>
              </a:rPr>
              <a:t>(</a:t>
            </a:r>
            <a:r>
              <a:rPr lang="en-US" altLang="zh-CN" sz="3200" dirty="0" smtClean="0">
                <a:latin typeface="Times New Roman" pitchFamily="18" charset="0"/>
                <a:sym typeface="Symbol" pitchFamily="18" charset="2"/>
              </a:rPr>
              <a:t></a:t>
            </a:r>
            <a:r>
              <a:rPr lang="en-US" altLang="zh-CN" sz="3200" dirty="0" smtClean="0">
                <a:latin typeface="Times New Roman" pitchFamily="18" charset="0"/>
              </a:rPr>
              <a:t>H)=H</a:t>
            </a:r>
            <a:r>
              <a:rPr lang="zh-CN" altLang="en-US" sz="3200" dirty="0" smtClean="0">
                <a:latin typeface="Times New Roman" pitchFamily="18" charset="0"/>
              </a:rPr>
              <a:t>，摩根律，引理</a:t>
            </a:r>
            <a:r>
              <a:rPr lang="en-US" altLang="zh-CN" sz="3200" dirty="0" smtClean="0">
                <a:latin typeface="Times New Roman" pitchFamily="18" charset="0"/>
              </a:rPr>
              <a:t>3.2.1</a:t>
            </a:r>
            <a:r>
              <a:rPr lang="zh-CN" altLang="en-US" sz="3200" dirty="0" smtClean="0">
                <a:latin typeface="Times New Roman" pitchFamily="18" charset="0"/>
              </a:rPr>
              <a:t>的公式</a:t>
            </a:r>
            <a:r>
              <a:rPr lang="en-US" altLang="zh-CN" sz="3200" dirty="0" smtClean="0">
                <a:solidFill>
                  <a:srgbClr val="FFC000"/>
                </a:solidFill>
                <a:latin typeface="Times New Roman" pitchFamily="18" charset="0"/>
              </a:rPr>
              <a:t>(3)</a:t>
            </a:r>
            <a:r>
              <a:rPr lang="zh-CN" altLang="en-US" sz="3200" dirty="0" smtClean="0">
                <a:solidFill>
                  <a:srgbClr val="FFC000"/>
                </a:solidFill>
                <a:latin typeface="Times New Roman" pitchFamily="18" charset="0"/>
              </a:rPr>
              <a:t>和</a:t>
            </a:r>
            <a:r>
              <a:rPr lang="en-US" altLang="zh-CN" sz="3200" dirty="0" smtClean="0">
                <a:solidFill>
                  <a:srgbClr val="FFC000"/>
                </a:solidFill>
                <a:latin typeface="Times New Roman" pitchFamily="18" charset="0"/>
              </a:rPr>
              <a:t>(4)</a:t>
            </a:r>
            <a:r>
              <a:rPr lang="zh-CN" altLang="en-US" sz="3200" dirty="0" smtClean="0">
                <a:latin typeface="Times New Roman" pitchFamily="18" charset="0"/>
              </a:rPr>
              <a:t>，可将公式中所有否定号</a:t>
            </a:r>
            <a:r>
              <a:rPr lang="zh-CN" altLang="en-US" sz="3200" dirty="0" smtClean="0">
                <a:latin typeface="Times New Roman" pitchFamily="18" charset="0"/>
                <a:sym typeface="Symbol" pitchFamily="18" charset="2"/>
              </a:rPr>
              <a:t></a:t>
            </a:r>
            <a:r>
              <a:rPr lang="zh-CN" altLang="en-US" sz="3200" dirty="0" smtClean="0">
                <a:latin typeface="Times New Roman" pitchFamily="18" charset="0"/>
              </a:rPr>
              <a:t>放在原子之前。</a:t>
            </a:r>
          </a:p>
          <a:p>
            <a:pPr marL="0" indent="0" eaLnBrk="1" hangingPunct="1">
              <a:lnSpc>
                <a:spcPct val="120000"/>
              </a:lnSpc>
              <a:buClr>
                <a:srgbClr val="FFCC00"/>
              </a:buClr>
              <a:buFont typeface="Wingdings" panose="05000000000000000000" pitchFamily="2" charset="2"/>
              <a:buNone/>
              <a:tabLst>
                <a:tab pos="860425" algn="l"/>
              </a:tabLst>
              <a:defRPr/>
            </a:pPr>
            <a:r>
              <a:rPr lang="en-US" altLang="zh-CN" sz="3200" dirty="0" smtClean="0">
                <a:solidFill>
                  <a:srgbClr val="FFCC00"/>
                </a:solidFill>
                <a:latin typeface="Times New Roman" pitchFamily="18" charset="0"/>
              </a:rPr>
              <a:t>3.</a:t>
            </a:r>
            <a:r>
              <a:rPr lang="en-US" altLang="zh-CN" sz="3200" dirty="0" smtClean="0">
                <a:latin typeface="Times New Roman" pitchFamily="18" charset="0"/>
              </a:rPr>
              <a:t> </a:t>
            </a:r>
            <a:r>
              <a:rPr lang="zh-CN" altLang="en-US" sz="3200" dirty="0" smtClean="0">
                <a:latin typeface="Times New Roman" pitchFamily="18" charset="0"/>
              </a:rPr>
              <a:t>如果</a:t>
            </a:r>
            <a:r>
              <a:rPr lang="zh-CN" altLang="en-US" sz="3200" dirty="0" smtClean="0">
                <a:solidFill>
                  <a:srgbClr val="FFC000"/>
                </a:solidFill>
                <a:latin typeface="Times New Roman" pitchFamily="18" charset="0"/>
              </a:rPr>
              <a:t>必要</a:t>
            </a:r>
            <a:r>
              <a:rPr lang="zh-CN" altLang="en-US" sz="3200" dirty="0" smtClean="0">
                <a:latin typeface="Times New Roman" pitchFamily="18" charset="0"/>
              </a:rPr>
              <a:t>的话，则将约束变量改名。</a:t>
            </a:r>
          </a:p>
          <a:p>
            <a:pPr marL="0" indent="0" eaLnBrk="1" hangingPunct="1">
              <a:lnSpc>
                <a:spcPct val="120000"/>
              </a:lnSpc>
              <a:buClr>
                <a:srgbClr val="FFCC00"/>
              </a:buClr>
              <a:buFont typeface="Wingdings" panose="05000000000000000000" pitchFamily="2" charset="2"/>
              <a:buNone/>
              <a:tabLst>
                <a:tab pos="860425" algn="l"/>
              </a:tabLst>
              <a:defRPr/>
            </a:pPr>
            <a:r>
              <a:rPr lang="en-US" altLang="zh-CN" sz="3200" dirty="0" smtClean="0">
                <a:solidFill>
                  <a:srgbClr val="FFCC00"/>
                </a:solidFill>
                <a:latin typeface="Times New Roman" pitchFamily="18" charset="0"/>
              </a:rPr>
              <a:t>4.</a:t>
            </a:r>
            <a:r>
              <a:rPr lang="en-US" altLang="zh-CN" sz="3200" dirty="0" smtClean="0">
                <a:latin typeface="Times New Roman" pitchFamily="18" charset="0"/>
              </a:rPr>
              <a:t> </a:t>
            </a:r>
            <a:r>
              <a:rPr lang="zh-CN" altLang="en-US" sz="3200" dirty="0" smtClean="0">
                <a:latin typeface="Times New Roman" pitchFamily="18" charset="0"/>
              </a:rPr>
              <a:t>使用引理</a:t>
            </a:r>
            <a:r>
              <a:rPr lang="en-US" altLang="zh-CN" sz="3200" dirty="0" smtClean="0">
                <a:latin typeface="Times New Roman" pitchFamily="18" charset="0"/>
                <a:hlinkClick r:id="rId3" action="ppaction://hlinksldjump"/>
              </a:rPr>
              <a:t>3.2.1</a:t>
            </a:r>
            <a:r>
              <a:rPr lang="zh-CN" altLang="en-US" sz="3200" dirty="0" smtClean="0">
                <a:latin typeface="Times New Roman" pitchFamily="18" charset="0"/>
              </a:rPr>
              <a:t>，</a:t>
            </a:r>
            <a:r>
              <a:rPr lang="en-US" altLang="zh-CN" sz="3200" dirty="0" smtClean="0">
                <a:latin typeface="Times New Roman" pitchFamily="18" charset="0"/>
                <a:hlinkClick r:id="rId4" action="ppaction://hlinksldjump"/>
              </a:rPr>
              <a:t>3.2.2</a:t>
            </a:r>
            <a:r>
              <a:rPr lang="zh-CN" altLang="en-US" sz="3200" dirty="0" smtClean="0">
                <a:latin typeface="Times New Roman" pitchFamily="18" charset="0"/>
              </a:rPr>
              <a:t>将所有量词都</a:t>
            </a:r>
            <a:r>
              <a:rPr lang="zh-CN" altLang="en-US" sz="3200" dirty="0" smtClean="0">
                <a:solidFill>
                  <a:srgbClr val="FFC000"/>
                </a:solidFill>
                <a:latin typeface="Times New Roman" pitchFamily="18" charset="0"/>
              </a:rPr>
              <a:t>提到</a:t>
            </a:r>
            <a:r>
              <a:rPr lang="zh-CN" altLang="en-US" sz="3200" dirty="0" smtClean="0">
                <a:latin typeface="Times New Roman" pitchFamily="18" charset="0"/>
              </a:rPr>
              <a:t>公式的最左边。</a:t>
            </a:r>
          </a:p>
          <a:p>
            <a:pPr marL="0" indent="0" eaLnBrk="1" hangingPunct="1">
              <a:lnSpc>
                <a:spcPct val="120000"/>
              </a:lnSpc>
              <a:buClr>
                <a:srgbClr val="FFCC00"/>
              </a:buClr>
              <a:buFont typeface="Wingdings" panose="05000000000000000000" pitchFamily="2" charset="2"/>
              <a:buNone/>
              <a:tabLst>
                <a:tab pos="860425" algn="l"/>
              </a:tabLst>
              <a:defRPr/>
            </a:pPr>
            <a:r>
              <a:rPr lang="zh-CN" altLang="en-US" sz="3200" dirty="0" smtClean="0">
                <a:latin typeface="宋体" pitchFamily="2" charset="-122"/>
              </a:rPr>
              <a:t>于是，将公式</a:t>
            </a:r>
            <a:r>
              <a:rPr lang="en-US" altLang="zh-CN" sz="3200" dirty="0" smtClean="0">
                <a:latin typeface="Times New Roman" pitchFamily="18" charset="0"/>
              </a:rPr>
              <a:t>G</a:t>
            </a:r>
            <a:r>
              <a:rPr lang="zh-CN" altLang="en-US" sz="3200" dirty="0" smtClean="0">
                <a:latin typeface="宋体" pitchFamily="2" charset="-122"/>
              </a:rPr>
              <a:t>在</a:t>
            </a:r>
            <a:r>
              <a:rPr lang="zh-CN" altLang="en-US" sz="3200" dirty="0" smtClean="0">
                <a:solidFill>
                  <a:srgbClr val="FFCC00"/>
                </a:solidFill>
                <a:latin typeface="宋体" pitchFamily="2" charset="-122"/>
              </a:rPr>
              <a:t>等价意义</a:t>
            </a:r>
            <a:r>
              <a:rPr lang="zh-CN" altLang="en-US" sz="3200" dirty="0" smtClean="0">
                <a:latin typeface="宋体" pitchFamily="2" charset="-122"/>
              </a:rPr>
              <a:t>下化成了一个前束范式</a:t>
            </a:r>
            <a:r>
              <a:rPr lang="zh-CN" altLang="en-US" sz="3200" b="1" dirty="0" smtClean="0">
                <a:latin typeface="宋体" pitchFamily="2" charset="-122"/>
              </a:rPr>
              <a:t>。</a:t>
            </a:r>
            <a:r>
              <a:rPr lang="zh-CN" altLang="en-US" sz="3200" b="1" dirty="0" smtClean="0">
                <a:latin typeface="Times New Roman" pitchFamily="18" charset="0"/>
              </a:rPr>
              <a:t> 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2FD0BB9-D3DA-4615-8FDA-E4B835A5D3CB}" type="slidenum">
              <a:rPr lang="en-US" altLang="zh-CN" smtClean="0"/>
              <a:pPr>
                <a:defRPr/>
              </a:pPr>
              <a:t>108</a:t>
            </a:fld>
            <a:endParaRPr lang="en-US" altLang="zh-CN"/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3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>
              <a:defRPr/>
            </a:pPr>
            <a:r>
              <a:rPr lang="zh-CN" altLang="en-US" sz="3600" dirty="0" smtClean="0"/>
              <a:t>例</a:t>
            </a:r>
            <a:r>
              <a:rPr lang="en-US" altLang="zh-CN" sz="3600" dirty="0" smtClean="0"/>
              <a:t>3.4.1 </a:t>
            </a:r>
          </a:p>
        </p:txBody>
      </p:sp>
      <p:sp>
        <p:nvSpPr>
          <p:cNvPr id="112642" name="Rectangle 2"/>
          <p:cNvSpPr>
            <a:spLocks noGrp="1" noChangeArrowheads="1"/>
          </p:cNvSpPr>
          <p:nvPr>
            <p:ph idx="1"/>
          </p:nvPr>
        </p:nvSpPr>
        <p:spPr>
          <a:xfrm>
            <a:off x="304800" y="1365291"/>
            <a:ext cx="8610600" cy="4114800"/>
          </a:xfrm>
        </p:spPr>
        <p:txBody>
          <a:bodyPr/>
          <a:lstStyle/>
          <a:p>
            <a:pPr marL="0" indent="0" eaLnBrk="1" hangingPunct="1">
              <a:lnSpc>
                <a:spcPct val="120000"/>
              </a:lnSpc>
              <a:buClr>
                <a:srgbClr val="FFCC00"/>
              </a:buClr>
              <a:buFont typeface="Wingdings" panose="05000000000000000000" pitchFamily="2" charset="2"/>
              <a:buNone/>
              <a:defRPr/>
            </a:pPr>
            <a:r>
              <a:rPr lang="en-US" altLang="zh-CN" dirty="0" smtClean="0">
                <a:sym typeface="Symbol" pitchFamily="18" charset="2"/>
              </a:rPr>
              <a:t></a:t>
            </a:r>
            <a:r>
              <a:rPr lang="en-US" altLang="zh-CN" dirty="0" err="1" smtClean="0"/>
              <a:t>x</a:t>
            </a:r>
            <a:r>
              <a:rPr lang="en-US" altLang="zh-CN" dirty="0" err="1" smtClean="0">
                <a:sym typeface="Symbol" pitchFamily="18" charset="2"/>
              </a:rPr>
              <a:t></a:t>
            </a:r>
            <a:r>
              <a:rPr lang="en-US" altLang="zh-CN" dirty="0" err="1" smtClean="0"/>
              <a:t>y</a:t>
            </a:r>
            <a:r>
              <a:rPr lang="en-US" altLang="zh-CN" dirty="0" smtClean="0">
                <a:solidFill>
                  <a:srgbClr val="FFC000"/>
                </a:solidFill>
              </a:rPr>
              <a:t>(</a:t>
            </a:r>
            <a:r>
              <a:rPr lang="en-US" altLang="zh-CN" dirty="0" smtClean="0">
                <a:sym typeface="Symbol" pitchFamily="18" charset="2"/>
              </a:rPr>
              <a:t></a:t>
            </a:r>
            <a:r>
              <a:rPr lang="en-US" altLang="zh-CN" dirty="0" smtClean="0"/>
              <a:t>z(P(</a:t>
            </a:r>
            <a:r>
              <a:rPr lang="en-US" altLang="zh-CN" dirty="0" err="1" smtClean="0"/>
              <a:t>x,z</a:t>
            </a:r>
            <a:r>
              <a:rPr lang="en-US" altLang="zh-CN" dirty="0" smtClean="0"/>
              <a:t>)</a:t>
            </a:r>
            <a:r>
              <a:rPr lang="en-US" altLang="zh-CN" dirty="0" smtClean="0">
                <a:sym typeface="Symbol" pitchFamily="18" charset="2"/>
              </a:rPr>
              <a:t></a:t>
            </a:r>
            <a:r>
              <a:rPr lang="en-US" altLang="zh-CN" dirty="0" smtClean="0"/>
              <a:t>P(</a:t>
            </a:r>
            <a:r>
              <a:rPr lang="en-US" altLang="zh-CN" dirty="0" err="1" smtClean="0"/>
              <a:t>y,z</a:t>
            </a:r>
            <a:r>
              <a:rPr lang="en-US" altLang="zh-CN" dirty="0" smtClean="0"/>
              <a:t>))</a:t>
            </a:r>
            <a:r>
              <a:rPr lang="en-US" altLang="zh-CN" dirty="0" smtClean="0">
                <a:sym typeface="Symbol" pitchFamily="18" charset="2"/>
              </a:rPr>
              <a:t></a:t>
            </a:r>
            <a:r>
              <a:rPr lang="en-US" altLang="zh-CN" dirty="0" err="1" smtClean="0"/>
              <a:t>uQ</a:t>
            </a:r>
            <a:r>
              <a:rPr lang="en-US" altLang="zh-CN" dirty="0" smtClean="0"/>
              <a:t>(</a:t>
            </a:r>
            <a:r>
              <a:rPr lang="en-US" altLang="zh-CN" dirty="0" err="1" smtClean="0"/>
              <a:t>x,y,u</a:t>
            </a:r>
            <a:r>
              <a:rPr lang="en-US" altLang="zh-CN" dirty="0" smtClean="0"/>
              <a:t>)</a:t>
            </a:r>
            <a:r>
              <a:rPr lang="en-US" altLang="zh-CN" dirty="0" smtClean="0">
                <a:solidFill>
                  <a:srgbClr val="FFC000"/>
                </a:solidFill>
              </a:rPr>
              <a:t>)</a:t>
            </a:r>
          </a:p>
          <a:p>
            <a:pPr marL="0" indent="0" eaLnBrk="1" hangingPunct="1">
              <a:lnSpc>
                <a:spcPct val="120000"/>
              </a:lnSpc>
              <a:buClr>
                <a:srgbClr val="FFCC00"/>
              </a:buClr>
              <a:buFont typeface="Wingdings" panose="05000000000000000000" pitchFamily="2" charset="2"/>
              <a:buNone/>
              <a:defRPr/>
            </a:pPr>
            <a:r>
              <a:rPr lang="en-US" altLang="zh-CN" dirty="0" smtClean="0"/>
              <a:t>        =</a:t>
            </a:r>
            <a:r>
              <a:rPr lang="en-US" altLang="zh-CN" dirty="0" smtClean="0">
                <a:sym typeface="Symbol" pitchFamily="18" charset="2"/>
              </a:rPr>
              <a:t></a:t>
            </a:r>
            <a:r>
              <a:rPr lang="en-US" altLang="zh-CN" dirty="0" err="1" smtClean="0"/>
              <a:t>x</a:t>
            </a:r>
            <a:r>
              <a:rPr lang="en-US" altLang="zh-CN" dirty="0" err="1" smtClean="0">
                <a:sym typeface="Symbol" pitchFamily="18" charset="2"/>
              </a:rPr>
              <a:t></a:t>
            </a:r>
            <a:r>
              <a:rPr lang="en-US" altLang="zh-CN" dirty="0" err="1" smtClean="0"/>
              <a:t>y</a:t>
            </a:r>
            <a:r>
              <a:rPr lang="en-US" altLang="zh-CN" dirty="0" smtClean="0"/>
              <a:t>(</a:t>
            </a:r>
            <a:r>
              <a:rPr lang="en-US" altLang="zh-CN" dirty="0" smtClean="0">
                <a:sym typeface="Symbol" pitchFamily="18" charset="2"/>
              </a:rPr>
              <a:t></a:t>
            </a:r>
            <a:r>
              <a:rPr lang="en-US" altLang="zh-CN" dirty="0" smtClean="0"/>
              <a:t>(</a:t>
            </a:r>
            <a:r>
              <a:rPr lang="en-US" altLang="zh-CN" dirty="0" smtClean="0">
                <a:sym typeface="Symbol" pitchFamily="18" charset="2"/>
              </a:rPr>
              <a:t></a:t>
            </a:r>
            <a:r>
              <a:rPr lang="en-US" altLang="zh-CN" dirty="0" smtClean="0"/>
              <a:t>z(P(</a:t>
            </a:r>
            <a:r>
              <a:rPr lang="en-US" altLang="zh-CN" dirty="0" err="1" smtClean="0"/>
              <a:t>x,z</a:t>
            </a:r>
            <a:r>
              <a:rPr lang="en-US" altLang="zh-CN" dirty="0" smtClean="0"/>
              <a:t>)</a:t>
            </a:r>
            <a:r>
              <a:rPr lang="en-US" altLang="zh-CN" dirty="0" smtClean="0">
                <a:sym typeface="Symbol" pitchFamily="18" charset="2"/>
              </a:rPr>
              <a:t></a:t>
            </a:r>
            <a:r>
              <a:rPr lang="en-US" altLang="zh-CN" dirty="0" smtClean="0"/>
              <a:t>P(</a:t>
            </a:r>
            <a:r>
              <a:rPr lang="en-US" altLang="zh-CN" dirty="0" err="1" smtClean="0"/>
              <a:t>y,z</a:t>
            </a:r>
            <a:r>
              <a:rPr lang="en-US" altLang="zh-CN" dirty="0" smtClean="0"/>
              <a:t>)))</a:t>
            </a:r>
            <a:r>
              <a:rPr lang="en-US" altLang="zh-CN" dirty="0" smtClean="0">
                <a:sym typeface="Symbol" pitchFamily="18" charset="2"/>
              </a:rPr>
              <a:t></a:t>
            </a:r>
            <a:r>
              <a:rPr lang="en-US" altLang="zh-CN" dirty="0" err="1" smtClean="0"/>
              <a:t>uQ</a:t>
            </a:r>
            <a:r>
              <a:rPr lang="en-US" altLang="zh-CN" dirty="0" smtClean="0"/>
              <a:t>(</a:t>
            </a:r>
            <a:r>
              <a:rPr lang="en-US" altLang="zh-CN" dirty="0" err="1" smtClean="0"/>
              <a:t>x,y,u</a:t>
            </a:r>
            <a:r>
              <a:rPr lang="en-US" altLang="zh-CN" dirty="0" smtClean="0"/>
              <a:t>))</a:t>
            </a:r>
          </a:p>
          <a:p>
            <a:pPr marL="0" indent="0" eaLnBrk="1" hangingPunct="1">
              <a:lnSpc>
                <a:spcPct val="120000"/>
              </a:lnSpc>
              <a:buClr>
                <a:srgbClr val="FFCC00"/>
              </a:buClr>
              <a:buNone/>
              <a:defRPr/>
            </a:pPr>
            <a:r>
              <a:rPr lang="en-US" altLang="zh-CN" dirty="0" smtClean="0"/>
              <a:t>        =</a:t>
            </a:r>
            <a:r>
              <a:rPr lang="en-US" altLang="zh-CN" dirty="0" smtClean="0">
                <a:sym typeface="Symbol" pitchFamily="18" charset="2"/>
              </a:rPr>
              <a:t></a:t>
            </a:r>
            <a:r>
              <a:rPr lang="en-US" altLang="zh-CN" dirty="0" err="1"/>
              <a:t>x</a:t>
            </a:r>
            <a:r>
              <a:rPr lang="en-US" altLang="zh-CN" dirty="0" err="1">
                <a:sym typeface="Symbol" pitchFamily="18" charset="2"/>
              </a:rPr>
              <a:t></a:t>
            </a:r>
            <a:r>
              <a:rPr lang="en-US" altLang="zh-CN" dirty="0" err="1"/>
              <a:t>y</a:t>
            </a:r>
            <a:r>
              <a:rPr lang="en-US" altLang="zh-CN" dirty="0" smtClean="0"/>
              <a:t>(</a:t>
            </a:r>
            <a:r>
              <a:rPr lang="en-US" altLang="zh-CN" dirty="0">
                <a:sym typeface="Symbol" pitchFamily="18" charset="2"/>
              </a:rPr>
              <a:t></a:t>
            </a:r>
            <a:r>
              <a:rPr lang="en-US" altLang="zh-CN" dirty="0"/>
              <a:t>z</a:t>
            </a:r>
            <a:r>
              <a:rPr lang="en-US" altLang="zh-CN" dirty="0" smtClean="0">
                <a:sym typeface="Symbol" pitchFamily="18" charset="2"/>
              </a:rPr>
              <a:t></a:t>
            </a:r>
            <a:r>
              <a:rPr lang="en-US" altLang="zh-CN" dirty="0" smtClean="0"/>
              <a:t>(P(</a:t>
            </a:r>
            <a:r>
              <a:rPr lang="en-US" altLang="zh-CN" dirty="0" err="1" smtClean="0"/>
              <a:t>x,z</a:t>
            </a:r>
            <a:r>
              <a:rPr lang="en-US" altLang="zh-CN" dirty="0"/>
              <a:t>)</a:t>
            </a:r>
            <a:r>
              <a:rPr lang="en-US" altLang="zh-CN" dirty="0">
                <a:sym typeface="Symbol" pitchFamily="18" charset="2"/>
              </a:rPr>
              <a:t></a:t>
            </a:r>
            <a:r>
              <a:rPr lang="en-US" altLang="zh-CN" dirty="0"/>
              <a:t>P(</a:t>
            </a:r>
            <a:r>
              <a:rPr lang="en-US" altLang="zh-CN" dirty="0" err="1"/>
              <a:t>y,z</a:t>
            </a:r>
            <a:r>
              <a:rPr lang="en-US" altLang="zh-CN" dirty="0"/>
              <a:t>)))</a:t>
            </a:r>
            <a:r>
              <a:rPr lang="en-US" altLang="zh-CN" dirty="0">
                <a:sym typeface="Symbol" pitchFamily="18" charset="2"/>
              </a:rPr>
              <a:t></a:t>
            </a:r>
            <a:r>
              <a:rPr lang="en-US" altLang="zh-CN" dirty="0" err="1"/>
              <a:t>uQ</a:t>
            </a:r>
            <a:r>
              <a:rPr lang="en-US" altLang="zh-CN" dirty="0"/>
              <a:t>(</a:t>
            </a:r>
            <a:r>
              <a:rPr lang="en-US" altLang="zh-CN" dirty="0" err="1"/>
              <a:t>x,y,u</a:t>
            </a:r>
            <a:r>
              <a:rPr lang="en-US" altLang="zh-CN" dirty="0"/>
              <a:t>))</a:t>
            </a:r>
          </a:p>
          <a:p>
            <a:pPr marL="0" indent="0" eaLnBrk="1" hangingPunct="1">
              <a:lnSpc>
                <a:spcPct val="120000"/>
              </a:lnSpc>
              <a:buClr>
                <a:srgbClr val="FFCC00"/>
              </a:buClr>
              <a:buFont typeface="Wingdings" panose="05000000000000000000" pitchFamily="2" charset="2"/>
              <a:buNone/>
              <a:defRPr/>
            </a:pPr>
            <a:r>
              <a:rPr lang="en-US" altLang="zh-CN" dirty="0" smtClean="0"/>
              <a:t>        =</a:t>
            </a:r>
            <a:r>
              <a:rPr lang="en-US" altLang="zh-CN" dirty="0" smtClean="0">
                <a:sym typeface="Symbol" pitchFamily="18" charset="2"/>
              </a:rPr>
              <a:t></a:t>
            </a:r>
            <a:r>
              <a:rPr lang="en-US" altLang="zh-CN" dirty="0" err="1" smtClean="0"/>
              <a:t>x</a:t>
            </a:r>
            <a:r>
              <a:rPr lang="en-US" altLang="zh-CN" dirty="0" err="1" smtClean="0">
                <a:sym typeface="Symbol" pitchFamily="18" charset="2"/>
              </a:rPr>
              <a:t></a:t>
            </a:r>
            <a:r>
              <a:rPr lang="en-US" altLang="zh-CN" dirty="0" err="1" smtClean="0"/>
              <a:t>y</a:t>
            </a:r>
            <a:r>
              <a:rPr lang="en-US" altLang="zh-CN" dirty="0" smtClean="0"/>
              <a:t>(</a:t>
            </a:r>
            <a:r>
              <a:rPr lang="en-US" altLang="zh-CN" dirty="0" smtClean="0">
                <a:sym typeface="Symbol" pitchFamily="18" charset="2"/>
              </a:rPr>
              <a:t></a:t>
            </a:r>
            <a:r>
              <a:rPr lang="en-US" altLang="zh-CN" dirty="0" smtClean="0"/>
              <a:t>z(</a:t>
            </a:r>
            <a:r>
              <a:rPr lang="en-US" altLang="zh-CN" dirty="0" smtClean="0">
                <a:sym typeface="Symbol" pitchFamily="18" charset="2"/>
              </a:rPr>
              <a:t></a:t>
            </a:r>
            <a:r>
              <a:rPr lang="en-US" altLang="zh-CN" dirty="0" smtClean="0"/>
              <a:t>P(</a:t>
            </a:r>
            <a:r>
              <a:rPr lang="en-US" altLang="zh-CN" dirty="0" err="1" smtClean="0"/>
              <a:t>x,z</a:t>
            </a:r>
            <a:r>
              <a:rPr lang="en-US" altLang="zh-CN" dirty="0" smtClean="0"/>
              <a:t>)</a:t>
            </a:r>
            <a:r>
              <a:rPr lang="en-US" altLang="zh-CN" dirty="0" smtClean="0">
                <a:sym typeface="Symbol" pitchFamily="18" charset="2"/>
              </a:rPr>
              <a:t></a:t>
            </a:r>
            <a:r>
              <a:rPr lang="en-US" altLang="zh-CN" dirty="0" smtClean="0"/>
              <a:t>P(</a:t>
            </a:r>
            <a:r>
              <a:rPr lang="en-US" altLang="zh-CN" dirty="0" err="1" smtClean="0"/>
              <a:t>y,z</a:t>
            </a:r>
            <a:r>
              <a:rPr lang="en-US" altLang="zh-CN" dirty="0" smtClean="0"/>
              <a:t>))</a:t>
            </a:r>
            <a:r>
              <a:rPr lang="en-US" altLang="zh-CN" dirty="0" smtClean="0">
                <a:solidFill>
                  <a:schemeClr val="tx2"/>
                </a:solidFill>
                <a:sym typeface="Symbol" pitchFamily="18" charset="2"/>
              </a:rPr>
              <a:t></a:t>
            </a:r>
            <a:r>
              <a:rPr lang="en-US" altLang="zh-CN" dirty="0" err="1" smtClean="0">
                <a:solidFill>
                  <a:schemeClr val="tx2"/>
                </a:solidFill>
              </a:rPr>
              <a:t>uQ</a:t>
            </a:r>
            <a:r>
              <a:rPr lang="en-US" altLang="zh-CN" dirty="0" smtClean="0">
                <a:solidFill>
                  <a:schemeClr val="tx2"/>
                </a:solidFill>
              </a:rPr>
              <a:t>(</a:t>
            </a:r>
            <a:r>
              <a:rPr lang="en-US" altLang="zh-CN" dirty="0" err="1" smtClean="0">
                <a:solidFill>
                  <a:schemeClr val="tx2"/>
                </a:solidFill>
              </a:rPr>
              <a:t>x,y,u</a:t>
            </a:r>
            <a:r>
              <a:rPr lang="en-US" altLang="zh-CN" dirty="0" smtClean="0">
                <a:solidFill>
                  <a:schemeClr val="tx2"/>
                </a:solidFill>
              </a:rPr>
              <a:t>)</a:t>
            </a:r>
            <a:r>
              <a:rPr lang="en-US" altLang="zh-CN" dirty="0" smtClean="0"/>
              <a:t>)</a:t>
            </a:r>
          </a:p>
          <a:p>
            <a:pPr marL="0" indent="0" eaLnBrk="1" hangingPunct="1">
              <a:lnSpc>
                <a:spcPct val="120000"/>
              </a:lnSpc>
              <a:buClr>
                <a:srgbClr val="FFCC00"/>
              </a:buClr>
              <a:buFont typeface="Wingdings" panose="05000000000000000000" pitchFamily="2" charset="2"/>
              <a:buNone/>
              <a:defRPr/>
            </a:pPr>
            <a:r>
              <a:rPr lang="en-US" altLang="zh-CN" dirty="0" smtClean="0"/>
              <a:t>        =</a:t>
            </a:r>
            <a:r>
              <a:rPr lang="en-US" altLang="zh-CN" dirty="0" smtClean="0">
                <a:sym typeface="Symbol" pitchFamily="18" charset="2"/>
              </a:rPr>
              <a:t></a:t>
            </a:r>
            <a:r>
              <a:rPr lang="en-US" altLang="zh-CN" dirty="0" err="1" smtClean="0"/>
              <a:t>x</a:t>
            </a:r>
            <a:r>
              <a:rPr lang="en-US" altLang="zh-CN" dirty="0" err="1" smtClean="0">
                <a:sym typeface="Symbol" pitchFamily="18" charset="2"/>
              </a:rPr>
              <a:t></a:t>
            </a:r>
            <a:r>
              <a:rPr lang="en-US" altLang="zh-CN" dirty="0" err="1" smtClean="0"/>
              <a:t>y</a:t>
            </a:r>
            <a:r>
              <a:rPr lang="en-US" altLang="zh-CN" dirty="0" err="1" smtClean="0">
                <a:sym typeface="Symbol" pitchFamily="18" charset="2"/>
              </a:rPr>
              <a:t></a:t>
            </a:r>
            <a:r>
              <a:rPr lang="en-US" altLang="zh-CN" dirty="0" err="1" smtClean="0"/>
              <a:t>z</a:t>
            </a:r>
            <a:r>
              <a:rPr lang="en-US" altLang="zh-CN" dirty="0" smtClean="0"/>
              <a:t>(</a:t>
            </a:r>
            <a:r>
              <a:rPr lang="en-US" altLang="zh-CN" dirty="0" smtClean="0">
                <a:solidFill>
                  <a:srgbClr val="FFC000"/>
                </a:solidFill>
              </a:rPr>
              <a:t>(</a:t>
            </a:r>
            <a:r>
              <a:rPr lang="en-US" altLang="zh-CN" dirty="0" smtClean="0">
                <a:solidFill>
                  <a:srgbClr val="FFC000"/>
                </a:solidFill>
                <a:sym typeface="Symbol" pitchFamily="18" charset="2"/>
              </a:rPr>
              <a:t></a:t>
            </a:r>
            <a:r>
              <a:rPr lang="en-US" altLang="zh-CN" dirty="0" smtClean="0">
                <a:solidFill>
                  <a:srgbClr val="FFC000"/>
                </a:solidFill>
              </a:rPr>
              <a:t>P(</a:t>
            </a:r>
            <a:r>
              <a:rPr lang="en-US" altLang="zh-CN" dirty="0" err="1" smtClean="0">
                <a:solidFill>
                  <a:srgbClr val="FFC000"/>
                </a:solidFill>
              </a:rPr>
              <a:t>x,z</a:t>
            </a:r>
            <a:r>
              <a:rPr lang="en-US" altLang="zh-CN" dirty="0" smtClean="0">
                <a:solidFill>
                  <a:srgbClr val="FFC000"/>
                </a:solidFill>
              </a:rPr>
              <a:t>)</a:t>
            </a:r>
            <a:r>
              <a:rPr lang="en-US" altLang="zh-CN" dirty="0" smtClean="0">
                <a:solidFill>
                  <a:srgbClr val="FFC000"/>
                </a:solidFill>
                <a:sym typeface="Symbol" pitchFamily="18" charset="2"/>
              </a:rPr>
              <a:t></a:t>
            </a:r>
            <a:r>
              <a:rPr lang="en-US" altLang="zh-CN" dirty="0" smtClean="0">
                <a:solidFill>
                  <a:srgbClr val="FFC000"/>
                </a:solidFill>
              </a:rPr>
              <a:t>P(</a:t>
            </a:r>
            <a:r>
              <a:rPr lang="en-US" altLang="zh-CN" dirty="0" err="1" smtClean="0">
                <a:solidFill>
                  <a:srgbClr val="FFC000"/>
                </a:solidFill>
              </a:rPr>
              <a:t>y,z</a:t>
            </a:r>
            <a:r>
              <a:rPr lang="en-US" altLang="zh-CN" dirty="0" smtClean="0">
                <a:solidFill>
                  <a:srgbClr val="FFC000"/>
                </a:solidFill>
              </a:rPr>
              <a:t>))</a:t>
            </a:r>
            <a:r>
              <a:rPr lang="en-US" altLang="zh-CN" dirty="0" smtClean="0">
                <a:sym typeface="Symbol" pitchFamily="18" charset="2"/>
              </a:rPr>
              <a:t></a:t>
            </a:r>
            <a:r>
              <a:rPr lang="en-US" altLang="zh-CN" dirty="0" err="1" smtClean="0"/>
              <a:t>uQ</a:t>
            </a:r>
            <a:r>
              <a:rPr lang="en-US" altLang="zh-CN" dirty="0" smtClean="0"/>
              <a:t>(</a:t>
            </a:r>
            <a:r>
              <a:rPr lang="en-US" altLang="zh-CN" dirty="0" err="1" smtClean="0"/>
              <a:t>x,y,u</a:t>
            </a:r>
            <a:r>
              <a:rPr lang="en-US" altLang="zh-CN" dirty="0" smtClean="0"/>
              <a:t>))</a:t>
            </a:r>
          </a:p>
          <a:p>
            <a:pPr marL="0" indent="0" eaLnBrk="1" hangingPunct="1">
              <a:lnSpc>
                <a:spcPct val="120000"/>
              </a:lnSpc>
              <a:buClr>
                <a:srgbClr val="FFCC00"/>
              </a:buClr>
              <a:buFont typeface="Wingdings" panose="05000000000000000000" pitchFamily="2" charset="2"/>
              <a:buNone/>
              <a:defRPr/>
            </a:pPr>
            <a:r>
              <a:rPr lang="en-US" altLang="zh-CN" dirty="0" smtClean="0"/>
              <a:t>        =</a:t>
            </a:r>
            <a:r>
              <a:rPr lang="en-US" altLang="zh-CN" dirty="0" smtClean="0">
                <a:sym typeface="Symbol" pitchFamily="18" charset="2"/>
              </a:rPr>
              <a:t></a:t>
            </a:r>
            <a:r>
              <a:rPr lang="en-US" altLang="zh-CN" dirty="0" err="1" smtClean="0"/>
              <a:t>x</a:t>
            </a:r>
            <a:r>
              <a:rPr lang="en-US" altLang="zh-CN" dirty="0" err="1" smtClean="0">
                <a:sym typeface="Symbol" pitchFamily="18" charset="2"/>
              </a:rPr>
              <a:t></a:t>
            </a:r>
            <a:r>
              <a:rPr lang="en-US" altLang="zh-CN" dirty="0" err="1" smtClean="0"/>
              <a:t>y</a:t>
            </a:r>
            <a:r>
              <a:rPr lang="en-US" altLang="zh-CN" dirty="0" err="1" smtClean="0">
                <a:sym typeface="Symbol" pitchFamily="18" charset="2"/>
              </a:rPr>
              <a:t></a:t>
            </a:r>
            <a:r>
              <a:rPr lang="en-US" altLang="zh-CN" dirty="0" err="1" smtClean="0"/>
              <a:t>z</a:t>
            </a:r>
            <a:r>
              <a:rPr lang="en-US" altLang="zh-CN" dirty="0" err="1" smtClean="0">
                <a:sym typeface="Symbol" pitchFamily="18" charset="2"/>
              </a:rPr>
              <a:t></a:t>
            </a:r>
            <a:r>
              <a:rPr lang="en-US" altLang="zh-CN" dirty="0" err="1" smtClean="0"/>
              <a:t>u</a:t>
            </a:r>
            <a:r>
              <a:rPr lang="en-US" altLang="zh-CN" dirty="0" smtClean="0"/>
              <a:t>(</a:t>
            </a:r>
            <a:r>
              <a:rPr lang="en-US" altLang="zh-CN" dirty="0" smtClean="0">
                <a:sym typeface="Symbol" pitchFamily="18" charset="2"/>
              </a:rPr>
              <a:t></a:t>
            </a:r>
            <a:r>
              <a:rPr lang="en-US" altLang="zh-CN" dirty="0" smtClean="0"/>
              <a:t>P(</a:t>
            </a:r>
            <a:r>
              <a:rPr lang="en-US" altLang="zh-CN" dirty="0" err="1" smtClean="0"/>
              <a:t>x,z</a:t>
            </a:r>
            <a:r>
              <a:rPr lang="en-US" altLang="zh-CN" dirty="0" smtClean="0"/>
              <a:t>)</a:t>
            </a:r>
            <a:r>
              <a:rPr lang="en-US" altLang="zh-CN" dirty="0" smtClean="0">
                <a:sym typeface="Symbol" pitchFamily="18" charset="2"/>
              </a:rPr>
              <a:t></a:t>
            </a:r>
            <a:r>
              <a:rPr lang="en-US" altLang="zh-CN" dirty="0" smtClean="0"/>
              <a:t>P(</a:t>
            </a:r>
            <a:r>
              <a:rPr lang="en-US" altLang="zh-CN" dirty="0" err="1" smtClean="0"/>
              <a:t>y,z</a:t>
            </a:r>
            <a:r>
              <a:rPr lang="en-US" altLang="zh-CN" dirty="0" smtClean="0"/>
              <a:t>)</a:t>
            </a:r>
            <a:r>
              <a:rPr lang="en-US" altLang="zh-CN" dirty="0" smtClean="0">
                <a:sym typeface="Symbol" pitchFamily="18" charset="2"/>
              </a:rPr>
              <a:t></a:t>
            </a:r>
            <a:r>
              <a:rPr lang="en-US" altLang="zh-CN" dirty="0" smtClean="0"/>
              <a:t>Q(</a:t>
            </a:r>
            <a:r>
              <a:rPr lang="en-US" altLang="zh-CN" dirty="0" err="1" smtClean="0"/>
              <a:t>x,y,u</a:t>
            </a:r>
            <a:r>
              <a:rPr lang="en-US" altLang="zh-CN" b="1" dirty="0" smtClean="0">
                <a:latin typeface="Times New Roman" pitchFamily="18" charset="0"/>
              </a:rPr>
              <a:t>)) 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DD4EB0-7CCE-433B-830D-64709A0319B2}" type="slidenum">
              <a:rPr lang="en-US" altLang="zh-CN" smtClean="0"/>
              <a:pPr>
                <a:defRPr/>
              </a:pPr>
              <a:t>109</a:t>
            </a:fld>
            <a:endParaRPr lang="en-US" altLang="zh-CN"/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26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26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26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26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26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26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26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26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264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264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E1F6AFC-F34A-4A9A-8088-7035A7AE450A}" type="slidenum">
              <a:rPr lang="en-US" altLang="zh-CN" smtClean="0"/>
              <a:pPr>
                <a:defRPr/>
              </a:pPr>
              <a:t>110</a:t>
            </a:fld>
            <a:endParaRPr lang="en-US" altLang="zh-CN"/>
          </a:p>
        </p:txBody>
      </p:sp>
      <p:sp>
        <p:nvSpPr>
          <p:cNvPr id="235523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914400"/>
            <a:ext cx="8352928" cy="5334000"/>
          </a:xfrm>
        </p:spPr>
        <p:txBody>
          <a:bodyPr/>
          <a:lstStyle/>
          <a:p>
            <a:pPr eaLnBrk="1" hangingPunct="1">
              <a:lnSpc>
                <a:spcPct val="120000"/>
              </a:lnSpc>
              <a:defRPr/>
            </a:pPr>
            <a:r>
              <a:rPr lang="zh-CN" altLang="en-US" sz="3200" dirty="0" smtClean="0">
                <a:latin typeface="Times New Roman" pitchFamily="18" charset="0"/>
              </a:rPr>
              <a:t>要强调的是，若需要给变量改名则一定要注意：改名必须在量词作用区域内各处以及该量词符号中实行，并且改成的新约束变量要有别于改名区域中的所有其它变量。</a:t>
            </a:r>
            <a:endParaRPr lang="en-US" altLang="zh-CN" sz="3200" dirty="0" smtClean="0">
              <a:latin typeface="Times New Roman" pitchFamily="18" charset="0"/>
            </a:endParaRPr>
          </a:p>
          <a:p>
            <a:pPr eaLnBrk="1" hangingPunct="1">
              <a:lnSpc>
                <a:spcPct val="120000"/>
              </a:lnSpc>
              <a:defRPr/>
            </a:pPr>
            <a:r>
              <a:rPr lang="zh-CN" altLang="en-US" sz="3200" dirty="0" smtClean="0">
                <a:latin typeface="Times New Roman" pitchFamily="18" charset="0"/>
              </a:rPr>
              <a:t>由于</a:t>
            </a:r>
            <a:r>
              <a:rPr lang="zh-CN" altLang="en-US" sz="3200" dirty="0" smtClean="0">
                <a:latin typeface="Times New Roman" pitchFamily="18" charset="0"/>
                <a:sym typeface="Symbol" pitchFamily="18" charset="2"/>
              </a:rPr>
              <a:t></a:t>
            </a:r>
            <a:r>
              <a:rPr lang="zh-CN" altLang="en-US" sz="3200" dirty="0" smtClean="0">
                <a:latin typeface="Times New Roman" pitchFamily="18" charset="0"/>
              </a:rPr>
              <a:t>不能放在全式的前面，故经常使用基本等价式</a:t>
            </a:r>
            <a:endParaRPr lang="en-US" altLang="zh-CN" sz="3200" dirty="0" smtClean="0">
              <a:latin typeface="Times New Roman" pitchFamily="18" charset="0"/>
            </a:endParaRPr>
          </a:p>
          <a:p>
            <a:pPr marL="0" indent="0" eaLnBrk="1" hangingPunct="1"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3200" dirty="0" smtClean="0">
                <a:sym typeface="Symbol" pitchFamily="18" charset="2"/>
              </a:rPr>
              <a:t></a:t>
            </a:r>
            <a:r>
              <a:rPr lang="en-US" altLang="zh-CN" sz="3200" dirty="0" smtClean="0"/>
              <a:t>(</a:t>
            </a:r>
            <a:r>
              <a:rPr lang="en-US" altLang="zh-CN" sz="3200" dirty="0" smtClean="0">
                <a:sym typeface="Symbol" pitchFamily="18" charset="2"/>
              </a:rPr>
              <a:t></a:t>
            </a:r>
            <a:r>
              <a:rPr lang="en-US" altLang="zh-CN" sz="3200" dirty="0" err="1" smtClean="0"/>
              <a:t>xG</a:t>
            </a:r>
            <a:r>
              <a:rPr lang="en-US" altLang="zh-CN" sz="3200" dirty="0" smtClean="0"/>
              <a:t>(x))=</a:t>
            </a:r>
            <a:r>
              <a:rPr lang="en-US" altLang="zh-CN" sz="3200" dirty="0" smtClean="0">
                <a:sym typeface="Symbol" pitchFamily="18" charset="2"/>
              </a:rPr>
              <a:t></a:t>
            </a:r>
            <a:r>
              <a:rPr lang="en-US" altLang="zh-CN" sz="3200" dirty="0" smtClean="0"/>
              <a:t>x(</a:t>
            </a:r>
            <a:r>
              <a:rPr lang="en-US" altLang="zh-CN" sz="3200" dirty="0" smtClean="0">
                <a:sym typeface="Symbol" pitchFamily="18" charset="2"/>
              </a:rPr>
              <a:t></a:t>
            </a:r>
            <a:r>
              <a:rPr lang="en-US" altLang="zh-CN" sz="3200" dirty="0" smtClean="0"/>
              <a:t>G(x))</a:t>
            </a:r>
          </a:p>
          <a:p>
            <a:pPr marL="0" indent="0" eaLnBrk="1" hangingPunct="1"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3200" dirty="0" smtClean="0"/>
              <a:t> </a:t>
            </a:r>
            <a:r>
              <a:rPr lang="zh-CN" altLang="en-US" sz="3200" dirty="0" smtClean="0">
                <a:sym typeface="Symbol" pitchFamily="18" charset="2"/>
              </a:rPr>
              <a:t></a:t>
            </a:r>
            <a:r>
              <a:rPr lang="en-US" altLang="zh-CN" sz="3200" dirty="0" smtClean="0"/>
              <a:t>(</a:t>
            </a:r>
            <a:r>
              <a:rPr lang="en-US" altLang="zh-CN" sz="3200" dirty="0" smtClean="0">
                <a:sym typeface="Symbol" pitchFamily="18" charset="2"/>
              </a:rPr>
              <a:t></a:t>
            </a:r>
            <a:r>
              <a:rPr lang="en-US" altLang="zh-CN" sz="3200" dirty="0" err="1" smtClean="0"/>
              <a:t>xG</a:t>
            </a:r>
            <a:r>
              <a:rPr lang="en-US" altLang="zh-CN" sz="3200" dirty="0" smtClean="0"/>
              <a:t>(x))=</a:t>
            </a:r>
            <a:r>
              <a:rPr lang="en-US" altLang="zh-CN" sz="3200" dirty="0" smtClean="0">
                <a:sym typeface="Symbol" pitchFamily="18" charset="2"/>
              </a:rPr>
              <a:t></a:t>
            </a:r>
            <a:r>
              <a:rPr lang="en-US" altLang="zh-CN" sz="3200" dirty="0" smtClean="0"/>
              <a:t>x(</a:t>
            </a:r>
            <a:r>
              <a:rPr lang="en-US" altLang="zh-CN" sz="3200" dirty="0" smtClean="0">
                <a:sym typeface="Symbol" pitchFamily="18" charset="2"/>
              </a:rPr>
              <a:t></a:t>
            </a:r>
            <a:r>
              <a:rPr lang="en-US" altLang="zh-CN" sz="3200" dirty="0" smtClean="0"/>
              <a:t>G(x))</a:t>
            </a:r>
            <a:r>
              <a:rPr lang="zh-CN" altLang="en-US" sz="3200" dirty="0" smtClean="0">
                <a:latin typeface="Times New Roman" pitchFamily="18" charset="0"/>
              </a:rPr>
              <a:t>。</a:t>
            </a:r>
            <a:r>
              <a:rPr lang="zh-CN" altLang="en-US" sz="3200" dirty="0" smtClean="0"/>
              <a:t> </a:t>
            </a: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55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55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355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355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355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355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0CB2167-2C94-4676-9DBF-74ED999D470B}" type="slidenum">
              <a:rPr lang="en-US" altLang="zh-CN" smtClean="0"/>
              <a:pPr>
                <a:defRPr/>
              </a:pPr>
              <a:t>111</a:t>
            </a:fld>
            <a:endParaRPr lang="en-US" altLang="zh-CN"/>
          </a:p>
        </p:txBody>
      </p:sp>
      <p:sp>
        <p:nvSpPr>
          <p:cNvPr id="233475" name="Rectangle 3"/>
          <p:cNvSpPr>
            <a:spLocks noGrp="1" noChangeArrowheads="1"/>
          </p:cNvSpPr>
          <p:nvPr>
            <p:ph idx="1"/>
          </p:nvPr>
        </p:nvSpPr>
        <p:spPr>
          <a:xfrm>
            <a:off x="152400" y="228600"/>
            <a:ext cx="8763000" cy="6248400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800" dirty="0" smtClean="0">
                <a:solidFill>
                  <a:srgbClr val="FFCC00"/>
                </a:solidFill>
              </a:rPr>
              <a:t>例</a:t>
            </a:r>
            <a:r>
              <a:rPr lang="en-US" altLang="zh-CN" sz="2800" dirty="0" smtClean="0">
                <a:solidFill>
                  <a:srgbClr val="FFCC00"/>
                </a:solidFill>
              </a:rPr>
              <a:t>.</a:t>
            </a:r>
            <a:r>
              <a:rPr lang="en-US" altLang="zh-CN" sz="2800" dirty="0" smtClean="0"/>
              <a:t>  </a:t>
            </a:r>
            <a:r>
              <a:rPr lang="zh-CN" altLang="en-US" sz="3200" dirty="0" smtClean="0"/>
              <a:t>将下面公式化为前束范式。</a:t>
            </a:r>
            <a:endParaRPr lang="en-US" altLang="zh-CN" sz="3200" dirty="0" smtClean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3200" b="1" dirty="0" smtClean="0">
                <a:latin typeface="Times New Roman" pitchFamily="18" charset="0"/>
                <a:sym typeface="Symbol" pitchFamily="18" charset="2"/>
              </a:rPr>
              <a:t></a:t>
            </a:r>
            <a:r>
              <a:rPr lang="en-US" altLang="zh-CN" sz="3200" b="1" dirty="0" err="1" smtClean="0">
                <a:latin typeface="Times New Roman" pitchFamily="18" charset="0"/>
              </a:rPr>
              <a:t>x</a:t>
            </a:r>
            <a:r>
              <a:rPr lang="en-US" altLang="zh-CN" sz="3200" b="1" dirty="0" err="1" smtClean="0">
                <a:latin typeface="Times New Roman" pitchFamily="18" charset="0"/>
                <a:sym typeface="Symbol" pitchFamily="18" charset="2"/>
              </a:rPr>
              <a:t></a:t>
            </a:r>
            <a:r>
              <a:rPr lang="en-US" altLang="zh-CN" sz="3200" b="1" dirty="0" err="1" smtClean="0">
                <a:latin typeface="Times New Roman" pitchFamily="18" charset="0"/>
              </a:rPr>
              <a:t>y</a:t>
            </a:r>
            <a:r>
              <a:rPr lang="en-US" altLang="zh-CN" sz="3200" b="1" dirty="0" smtClean="0">
                <a:latin typeface="Times New Roman" pitchFamily="18" charset="0"/>
              </a:rPr>
              <a:t>(A(x) </a:t>
            </a:r>
            <a:r>
              <a:rPr lang="en-US" altLang="zh-CN" sz="3200" b="1" dirty="0" smtClean="0">
                <a:latin typeface="Times New Roman" pitchFamily="18" charset="0"/>
                <a:sym typeface="Symbol" pitchFamily="18" charset="2"/>
              </a:rPr>
              <a:t></a:t>
            </a:r>
            <a:r>
              <a:rPr lang="en-US" altLang="zh-CN" sz="3200" b="1" dirty="0" smtClean="0">
                <a:latin typeface="Times New Roman" pitchFamily="18" charset="0"/>
              </a:rPr>
              <a:t>B(</a:t>
            </a:r>
            <a:r>
              <a:rPr lang="en-US" altLang="zh-CN" sz="3200" b="1" dirty="0" err="1" smtClean="0">
                <a:latin typeface="Times New Roman" pitchFamily="18" charset="0"/>
              </a:rPr>
              <a:t>x,y</a:t>
            </a:r>
            <a:r>
              <a:rPr lang="en-US" altLang="zh-CN" sz="3200" b="1" dirty="0" smtClean="0">
                <a:latin typeface="Times New Roman" pitchFamily="18" charset="0"/>
              </a:rPr>
              <a:t>))</a:t>
            </a:r>
            <a:r>
              <a:rPr lang="zh-CN" altLang="en-US" sz="3200" b="1" dirty="0" smtClean="0">
                <a:solidFill>
                  <a:schemeClr val="tx2"/>
                </a:solidFill>
                <a:latin typeface="Times New Roman" pitchFamily="18" charset="0"/>
                <a:sym typeface="Symbol" pitchFamily="18" charset="2"/>
              </a:rPr>
              <a:t></a:t>
            </a:r>
            <a:r>
              <a:rPr lang="en-US" altLang="zh-CN" sz="3200" b="1" dirty="0" smtClean="0">
                <a:latin typeface="Times New Roman" pitchFamily="18" charset="0"/>
              </a:rPr>
              <a:t>(</a:t>
            </a:r>
            <a:r>
              <a:rPr lang="en-US" altLang="zh-CN" sz="3200" b="1" dirty="0" smtClean="0">
                <a:latin typeface="Times New Roman" pitchFamily="18" charset="0"/>
                <a:sym typeface="Symbol" pitchFamily="18" charset="2"/>
              </a:rPr>
              <a:t></a:t>
            </a:r>
            <a:r>
              <a:rPr lang="en-US" altLang="zh-CN" sz="3200" b="1" dirty="0" err="1" smtClean="0">
                <a:latin typeface="Times New Roman" pitchFamily="18" charset="0"/>
              </a:rPr>
              <a:t>yC</a:t>
            </a:r>
            <a:r>
              <a:rPr lang="en-US" altLang="zh-CN" sz="3200" b="1" dirty="0" smtClean="0">
                <a:latin typeface="Times New Roman" pitchFamily="18" charset="0"/>
              </a:rPr>
              <a:t>(y) </a:t>
            </a:r>
            <a:r>
              <a:rPr lang="en-US" altLang="zh-CN" sz="3200" b="1" dirty="0" smtClean="0">
                <a:latin typeface="Times New Roman" pitchFamily="18" charset="0"/>
                <a:sym typeface="Symbol" pitchFamily="18" charset="2"/>
              </a:rPr>
              <a:t></a:t>
            </a:r>
            <a:r>
              <a:rPr lang="en-US" altLang="zh-CN" sz="3200" b="1" dirty="0" err="1" smtClean="0">
                <a:latin typeface="Times New Roman" pitchFamily="18" charset="0"/>
              </a:rPr>
              <a:t>zD</a:t>
            </a:r>
            <a:r>
              <a:rPr lang="en-US" altLang="zh-CN" sz="3200" b="1" dirty="0" smtClean="0">
                <a:latin typeface="Times New Roman" pitchFamily="18" charset="0"/>
              </a:rPr>
              <a:t>(z))</a:t>
            </a:r>
            <a:r>
              <a:rPr lang="en-US" altLang="zh-CN" sz="2800" b="1" dirty="0" smtClean="0">
                <a:latin typeface="Times New Roman" pitchFamily="18" charset="0"/>
              </a:rPr>
              <a:t>     </a:t>
            </a:r>
            <a:endParaRPr lang="zh-CN" altLang="en-US" sz="2800" b="1" dirty="0" smtClean="0">
              <a:latin typeface="Times New Roman" pitchFamily="18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800" dirty="0" smtClean="0">
                <a:solidFill>
                  <a:srgbClr val="FFCC00"/>
                </a:solidFill>
                <a:latin typeface="Times New Roman" pitchFamily="18" charset="0"/>
              </a:rPr>
              <a:t>解：</a:t>
            </a:r>
            <a:endParaRPr lang="zh-CN" altLang="en-US" sz="2800" dirty="0" smtClean="0">
              <a:latin typeface="Times New Roman" pitchFamily="18" charset="0"/>
              <a:sym typeface="Symbol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zh-CN" altLang="en-US" sz="2800" dirty="0" smtClean="0">
                <a:latin typeface="Times New Roman" pitchFamily="18" charset="0"/>
                <a:sym typeface="Symbol" pitchFamily="18" charset="2"/>
              </a:rPr>
              <a:t> </a:t>
            </a:r>
            <a:r>
              <a:rPr lang="zh-CN" altLang="en-US" sz="3000" dirty="0" smtClean="0">
                <a:latin typeface="Times New Roman" pitchFamily="18" charset="0"/>
                <a:sym typeface="Symbol" pitchFamily="18" charset="2"/>
              </a:rPr>
              <a:t></a:t>
            </a:r>
            <a:r>
              <a:rPr lang="en-US" altLang="zh-CN" sz="3000" dirty="0" err="1" smtClean="0">
                <a:latin typeface="Times New Roman" pitchFamily="18" charset="0"/>
              </a:rPr>
              <a:t>x</a:t>
            </a:r>
            <a:r>
              <a:rPr lang="en-US" altLang="zh-CN" sz="3000" dirty="0" err="1" smtClean="0">
                <a:latin typeface="Times New Roman" pitchFamily="18" charset="0"/>
                <a:sym typeface="Symbol" pitchFamily="18" charset="2"/>
              </a:rPr>
              <a:t></a:t>
            </a:r>
            <a:r>
              <a:rPr lang="en-US" altLang="zh-CN" sz="3000" dirty="0" err="1" smtClean="0">
                <a:latin typeface="Times New Roman" pitchFamily="18" charset="0"/>
              </a:rPr>
              <a:t>y</a:t>
            </a:r>
            <a:r>
              <a:rPr lang="en-US" altLang="zh-CN" sz="3000" dirty="0" smtClean="0">
                <a:latin typeface="Times New Roman" pitchFamily="18" charset="0"/>
              </a:rPr>
              <a:t>(A(x) </a:t>
            </a:r>
            <a:r>
              <a:rPr lang="en-US" altLang="zh-CN" sz="3000" dirty="0" smtClean="0">
                <a:latin typeface="Times New Roman" pitchFamily="18" charset="0"/>
                <a:sym typeface="Symbol" pitchFamily="18" charset="2"/>
              </a:rPr>
              <a:t></a:t>
            </a:r>
            <a:r>
              <a:rPr lang="en-US" altLang="zh-CN" sz="3000" dirty="0" smtClean="0">
                <a:latin typeface="Times New Roman" pitchFamily="18" charset="0"/>
              </a:rPr>
              <a:t>B(</a:t>
            </a:r>
            <a:r>
              <a:rPr lang="en-US" altLang="zh-CN" sz="3000" dirty="0" err="1" smtClean="0">
                <a:latin typeface="Times New Roman" pitchFamily="18" charset="0"/>
              </a:rPr>
              <a:t>x,y</a:t>
            </a:r>
            <a:r>
              <a:rPr lang="en-US" altLang="zh-CN" sz="3000" dirty="0" smtClean="0">
                <a:latin typeface="Times New Roman" pitchFamily="18" charset="0"/>
              </a:rPr>
              <a:t>))</a:t>
            </a:r>
            <a:r>
              <a:rPr lang="zh-CN" altLang="en-US" sz="3000" dirty="0" smtClean="0">
                <a:solidFill>
                  <a:srgbClr val="FFC000"/>
                </a:solidFill>
                <a:latin typeface="Times New Roman" pitchFamily="18" charset="0"/>
                <a:sym typeface="Symbol" pitchFamily="18" charset="2"/>
              </a:rPr>
              <a:t></a:t>
            </a:r>
            <a:r>
              <a:rPr lang="en-US" altLang="zh-CN" sz="3000" dirty="0" smtClean="0">
                <a:latin typeface="Times New Roman" pitchFamily="18" charset="0"/>
              </a:rPr>
              <a:t>(</a:t>
            </a:r>
            <a:r>
              <a:rPr lang="en-US" altLang="zh-CN" sz="3000" dirty="0" smtClean="0">
                <a:latin typeface="Times New Roman" pitchFamily="18" charset="0"/>
                <a:sym typeface="Symbol" pitchFamily="18" charset="2"/>
              </a:rPr>
              <a:t></a:t>
            </a:r>
            <a:r>
              <a:rPr lang="en-US" altLang="zh-CN" sz="3000" dirty="0" err="1" smtClean="0">
                <a:latin typeface="Times New Roman" pitchFamily="18" charset="0"/>
              </a:rPr>
              <a:t>yC</a:t>
            </a:r>
            <a:r>
              <a:rPr lang="en-US" altLang="zh-CN" sz="3000" dirty="0" smtClean="0">
                <a:latin typeface="Times New Roman" pitchFamily="18" charset="0"/>
              </a:rPr>
              <a:t>(y) </a:t>
            </a:r>
            <a:r>
              <a:rPr lang="en-US" altLang="zh-CN" sz="3000" dirty="0" smtClean="0">
                <a:latin typeface="Times New Roman" pitchFamily="18" charset="0"/>
                <a:sym typeface="Symbol" pitchFamily="18" charset="2"/>
              </a:rPr>
              <a:t></a:t>
            </a:r>
            <a:r>
              <a:rPr lang="en-US" altLang="zh-CN" sz="3000" dirty="0" err="1" smtClean="0">
                <a:latin typeface="Times New Roman" pitchFamily="18" charset="0"/>
              </a:rPr>
              <a:t>zD</a:t>
            </a:r>
            <a:r>
              <a:rPr lang="en-US" altLang="zh-CN" sz="3000" dirty="0" smtClean="0">
                <a:latin typeface="Times New Roman" pitchFamily="18" charset="0"/>
              </a:rPr>
              <a:t>(z))  (</a:t>
            </a:r>
            <a:r>
              <a:rPr lang="zh-CN" altLang="en-US" sz="3000" dirty="0" smtClean="0">
                <a:latin typeface="Times New Roman" pitchFamily="18" charset="0"/>
              </a:rPr>
              <a:t>消去</a:t>
            </a:r>
            <a:r>
              <a:rPr lang="zh-CN" altLang="en-US" sz="3000" dirty="0" smtClean="0">
                <a:latin typeface="Times New Roman" pitchFamily="18" charset="0"/>
                <a:sym typeface="Symbol" pitchFamily="18" charset="2"/>
              </a:rPr>
              <a:t></a:t>
            </a:r>
            <a:r>
              <a:rPr lang="en-US" altLang="zh-CN" sz="3000" dirty="0" smtClean="0">
                <a:latin typeface="Times New Roman" pitchFamily="18" charset="0"/>
                <a:sym typeface="Symbol" pitchFamily="18" charset="2"/>
              </a:rPr>
              <a:t>)</a:t>
            </a:r>
            <a:endParaRPr lang="en-US" altLang="zh-CN" sz="3000" dirty="0" smtClean="0">
              <a:latin typeface="Times New Roman" pitchFamily="18" charset="0"/>
            </a:endParaRP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3000" dirty="0" smtClean="0">
                <a:latin typeface="Times New Roman" pitchFamily="18" charset="0"/>
              </a:rPr>
              <a:t>= </a:t>
            </a:r>
            <a:r>
              <a:rPr lang="en-US" altLang="zh-CN" sz="3000" dirty="0" smtClean="0">
                <a:latin typeface="Times New Roman" pitchFamily="18" charset="0"/>
                <a:sym typeface="Symbol" pitchFamily="18" charset="2"/>
              </a:rPr>
              <a:t></a:t>
            </a:r>
            <a:r>
              <a:rPr lang="en-US" altLang="zh-CN" sz="3000" dirty="0" err="1" smtClean="0">
                <a:latin typeface="Times New Roman" pitchFamily="18" charset="0"/>
              </a:rPr>
              <a:t>x</a:t>
            </a:r>
            <a:r>
              <a:rPr lang="en-US" altLang="zh-CN" sz="3000" dirty="0" err="1" smtClean="0">
                <a:latin typeface="Times New Roman" pitchFamily="18" charset="0"/>
                <a:sym typeface="Symbol" pitchFamily="18" charset="2"/>
              </a:rPr>
              <a:t></a:t>
            </a:r>
            <a:r>
              <a:rPr lang="en-US" altLang="zh-CN" sz="3000" dirty="0" err="1" smtClean="0">
                <a:latin typeface="Times New Roman" pitchFamily="18" charset="0"/>
              </a:rPr>
              <a:t>y</a:t>
            </a:r>
            <a:r>
              <a:rPr lang="en-US" altLang="zh-CN" sz="3000" dirty="0" smtClean="0">
                <a:latin typeface="Times New Roman" pitchFamily="18" charset="0"/>
              </a:rPr>
              <a:t>(</a:t>
            </a:r>
            <a:r>
              <a:rPr lang="zh-CN" altLang="en-US" sz="3000" dirty="0" smtClean="0">
                <a:latin typeface="Times New Roman" pitchFamily="18" charset="0"/>
                <a:sym typeface="Symbol" pitchFamily="18" charset="2"/>
              </a:rPr>
              <a:t></a:t>
            </a:r>
            <a:r>
              <a:rPr lang="zh-CN" altLang="en-US" sz="3000" dirty="0" smtClean="0">
                <a:latin typeface="Times New Roman" pitchFamily="18" charset="0"/>
              </a:rPr>
              <a:t> </a:t>
            </a:r>
            <a:r>
              <a:rPr lang="en-US" altLang="zh-CN" sz="3000" dirty="0" smtClean="0">
                <a:latin typeface="Times New Roman" pitchFamily="18" charset="0"/>
              </a:rPr>
              <a:t>A(x) </a:t>
            </a:r>
            <a:r>
              <a:rPr lang="en-US" altLang="zh-CN" sz="3000" dirty="0" smtClean="0">
                <a:latin typeface="Times New Roman" pitchFamily="18" charset="0"/>
                <a:sym typeface="Symbol" pitchFamily="18" charset="2"/>
              </a:rPr>
              <a:t></a:t>
            </a:r>
            <a:r>
              <a:rPr lang="en-US" altLang="zh-CN" sz="3000" dirty="0" smtClean="0">
                <a:latin typeface="Times New Roman" pitchFamily="18" charset="0"/>
              </a:rPr>
              <a:t> B(</a:t>
            </a:r>
            <a:r>
              <a:rPr lang="en-US" altLang="zh-CN" sz="3000" dirty="0" err="1" smtClean="0">
                <a:latin typeface="Times New Roman" pitchFamily="18" charset="0"/>
              </a:rPr>
              <a:t>x,y</a:t>
            </a:r>
            <a:r>
              <a:rPr lang="en-US" altLang="zh-CN" sz="3000" dirty="0" smtClean="0">
                <a:latin typeface="Times New Roman" pitchFamily="18" charset="0"/>
              </a:rPr>
              <a:t>))</a:t>
            </a:r>
            <a:r>
              <a:rPr lang="zh-CN" altLang="en-US" sz="3000" dirty="0" smtClean="0">
                <a:latin typeface="Times New Roman" pitchFamily="18" charset="0"/>
                <a:sym typeface="Symbol" pitchFamily="18" charset="2"/>
              </a:rPr>
              <a:t></a:t>
            </a:r>
            <a:r>
              <a:rPr lang="en-US" altLang="zh-CN" sz="3000" dirty="0" smtClean="0">
                <a:latin typeface="Times New Roman" pitchFamily="18" charset="0"/>
              </a:rPr>
              <a:t>(</a:t>
            </a:r>
            <a:r>
              <a:rPr lang="zh-CN" altLang="en-US" sz="3000" dirty="0" smtClean="0">
                <a:latin typeface="Times New Roman" pitchFamily="18" charset="0"/>
                <a:sym typeface="Symbol" pitchFamily="18" charset="2"/>
              </a:rPr>
              <a:t></a:t>
            </a:r>
            <a:r>
              <a:rPr lang="en-US" altLang="zh-CN" sz="3000" dirty="0" err="1" smtClean="0">
                <a:latin typeface="Times New Roman" pitchFamily="18" charset="0"/>
              </a:rPr>
              <a:t>yC</a:t>
            </a:r>
            <a:r>
              <a:rPr lang="en-US" altLang="zh-CN" sz="3000" dirty="0" smtClean="0">
                <a:latin typeface="Times New Roman" pitchFamily="18" charset="0"/>
              </a:rPr>
              <a:t>(y) </a:t>
            </a:r>
            <a:r>
              <a:rPr lang="en-US" altLang="zh-CN" sz="3000" dirty="0" smtClean="0">
                <a:latin typeface="Times New Roman" pitchFamily="18" charset="0"/>
                <a:sym typeface="Symbol" pitchFamily="18" charset="2"/>
              </a:rPr>
              <a:t></a:t>
            </a:r>
            <a:r>
              <a:rPr lang="en-US" altLang="zh-CN" sz="3000" dirty="0" err="1" smtClean="0">
                <a:latin typeface="Times New Roman" pitchFamily="18" charset="0"/>
              </a:rPr>
              <a:t>zD</a:t>
            </a:r>
            <a:r>
              <a:rPr lang="en-US" altLang="zh-CN" sz="3000" dirty="0" smtClean="0">
                <a:latin typeface="Times New Roman" pitchFamily="18" charset="0"/>
              </a:rPr>
              <a:t>(z))  (</a:t>
            </a:r>
            <a:r>
              <a:rPr lang="zh-CN" altLang="en-US" sz="3000" dirty="0" smtClean="0">
                <a:latin typeface="Times New Roman" pitchFamily="18" charset="0"/>
                <a:sym typeface="Symbol" pitchFamily="18" charset="2"/>
              </a:rPr>
              <a:t>移</a:t>
            </a:r>
            <a:r>
              <a:rPr lang="en-US" altLang="zh-CN" sz="3000" dirty="0" smtClean="0">
                <a:latin typeface="Times New Roman" pitchFamily="18" charset="0"/>
              </a:rPr>
              <a:t>)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3000" dirty="0" smtClean="0">
                <a:latin typeface="Times New Roman" pitchFamily="18" charset="0"/>
              </a:rPr>
              <a:t>= </a:t>
            </a:r>
            <a:r>
              <a:rPr lang="en-US" altLang="zh-CN" sz="3000" dirty="0" smtClean="0">
                <a:solidFill>
                  <a:srgbClr val="FFCC00"/>
                </a:solidFill>
                <a:latin typeface="Times New Roman" pitchFamily="18" charset="0"/>
                <a:sym typeface="Symbol" pitchFamily="18" charset="2"/>
              </a:rPr>
              <a:t></a:t>
            </a:r>
            <a:r>
              <a:rPr lang="en-US" altLang="zh-CN" sz="3000" dirty="0" err="1" smtClean="0">
                <a:solidFill>
                  <a:srgbClr val="FFCC00"/>
                </a:solidFill>
                <a:latin typeface="Times New Roman" pitchFamily="18" charset="0"/>
              </a:rPr>
              <a:t>x</a:t>
            </a:r>
            <a:r>
              <a:rPr lang="en-US" altLang="zh-CN" sz="3000" dirty="0" err="1" smtClean="0">
                <a:solidFill>
                  <a:srgbClr val="FFCC00"/>
                </a:solidFill>
                <a:latin typeface="Times New Roman" pitchFamily="18" charset="0"/>
                <a:sym typeface="Symbol" pitchFamily="18" charset="2"/>
              </a:rPr>
              <a:t></a:t>
            </a:r>
            <a:r>
              <a:rPr lang="en-US" altLang="zh-CN" sz="3000" dirty="0" err="1" smtClean="0">
                <a:solidFill>
                  <a:srgbClr val="FFCC00"/>
                </a:solidFill>
                <a:latin typeface="Times New Roman" pitchFamily="18" charset="0"/>
              </a:rPr>
              <a:t>y</a:t>
            </a:r>
            <a:r>
              <a:rPr lang="en-US" altLang="zh-CN" sz="3000" dirty="0" smtClean="0">
                <a:latin typeface="Times New Roman" pitchFamily="18" charset="0"/>
              </a:rPr>
              <a:t>(A(x) </a:t>
            </a:r>
            <a:r>
              <a:rPr lang="en-US" altLang="zh-CN" sz="3000" dirty="0" smtClean="0">
                <a:latin typeface="Times New Roman" pitchFamily="18" charset="0"/>
                <a:sym typeface="Symbol" pitchFamily="18" charset="2"/>
              </a:rPr>
              <a:t></a:t>
            </a:r>
            <a:r>
              <a:rPr lang="en-US" altLang="zh-CN" sz="3000" dirty="0" smtClean="0">
                <a:latin typeface="Times New Roman" pitchFamily="18" charset="0"/>
              </a:rPr>
              <a:t> B(</a:t>
            </a:r>
            <a:r>
              <a:rPr lang="en-US" altLang="zh-CN" sz="3000" dirty="0" err="1" smtClean="0">
                <a:latin typeface="Times New Roman" pitchFamily="18" charset="0"/>
              </a:rPr>
              <a:t>x,y</a:t>
            </a:r>
            <a:r>
              <a:rPr lang="en-US" altLang="zh-CN" sz="3000" dirty="0" smtClean="0">
                <a:latin typeface="Times New Roman" pitchFamily="18" charset="0"/>
              </a:rPr>
              <a:t>)) </a:t>
            </a:r>
            <a:r>
              <a:rPr lang="en-US" altLang="zh-CN" sz="3000" dirty="0" smtClean="0">
                <a:latin typeface="Times New Roman" pitchFamily="18" charset="0"/>
                <a:sym typeface="Symbol" pitchFamily="18" charset="2"/>
              </a:rPr>
              <a:t></a:t>
            </a:r>
            <a:r>
              <a:rPr lang="en-US" altLang="zh-CN" sz="3000" dirty="0" smtClean="0">
                <a:latin typeface="Times New Roman" pitchFamily="18" charset="0"/>
              </a:rPr>
              <a:t>(</a:t>
            </a:r>
            <a:r>
              <a:rPr lang="en-US" altLang="zh-CN" sz="3000" dirty="0" smtClean="0">
                <a:latin typeface="Times New Roman" pitchFamily="18" charset="0"/>
                <a:sym typeface="Symbol" pitchFamily="18" charset="2"/>
              </a:rPr>
              <a:t></a:t>
            </a:r>
            <a:r>
              <a:rPr lang="en-US" altLang="zh-CN" sz="3000" dirty="0" smtClean="0">
                <a:latin typeface="Times New Roman" pitchFamily="18" charset="0"/>
              </a:rPr>
              <a:t>y</a:t>
            </a:r>
            <a:r>
              <a:rPr lang="en-US" altLang="zh-CN" sz="3000" dirty="0" smtClean="0">
                <a:latin typeface="Times New Roman" pitchFamily="18" charset="0"/>
                <a:sym typeface="Symbol" pitchFamily="18" charset="2"/>
              </a:rPr>
              <a:t></a:t>
            </a:r>
            <a:r>
              <a:rPr lang="en-US" altLang="zh-CN" sz="3000" dirty="0" smtClean="0">
                <a:latin typeface="Times New Roman" pitchFamily="18" charset="0"/>
              </a:rPr>
              <a:t> C(y) </a:t>
            </a:r>
            <a:r>
              <a:rPr lang="en-US" altLang="zh-CN" sz="3000" dirty="0" smtClean="0">
                <a:latin typeface="Times New Roman" pitchFamily="18" charset="0"/>
                <a:sym typeface="Symbol" pitchFamily="18" charset="2"/>
              </a:rPr>
              <a:t></a:t>
            </a:r>
            <a:r>
              <a:rPr lang="en-US" altLang="zh-CN" sz="3000" dirty="0" err="1" smtClean="0">
                <a:latin typeface="Times New Roman" pitchFamily="18" charset="0"/>
              </a:rPr>
              <a:t>zD</a:t>
            </a:r>
            <a:r>
              <a:rPr lang="en-US" altLang="zh-CN" sz="3000" dirty="0" smtClean="0">
                <a:latin typeface="Times New Roman" pitchFamily="18" charset="0"/>
              </a:rPr>
              <a:t>(z))</a:t>
            </a:r>
            <a:r>
              <a:rPr lang="zh-CN" altLang="en-US" sz="3000" dirty="0" smtClean="0">
                <a:latin typeface="Times New Roman" pitchFamily="18" charset="0"/>
              </a:rPr>
              <a:t> </a:t>
            </a:r>
            <a:r>
              <a:rPr lang="en-US" altLang="zh-CN" sz="3000" dirty="0" smtClean="0">
                <a:latin typeface="Times New Roman" pitchFamily="18" charset="0"/>
              </a:rPr>
              <a:t>(</a:t>
            </a:r>
            <a:r>
              <a:rPr lang="zh-CN" altLang="en-US" sz="3000" dirty="0" smtClean="0">
                <a:latin typeface="Times New Roman" pitchFamily="18" charset="0"/>
              </a:rPr>
              <a:t>改名</a:t>
            </a:r>
            <a:r>
              <a:rPr lang="en-US" altLang="zh-CN" sz="3000" dirty="0" smtClean="0">
                <a:latin typeface="Times New Roman" pitchFamily="18" charset="0"/>
              </a:rPr>
              <a:t>)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3000" dirty="0" smtClean="0">
                <a:latin typeface="Times New Roman" pitchFamily="18" charset="0"/>
              </a:rPr>
              <a:t>= </a:t>
            </a:r>
            <a:r>
              <a:rPr lang="en-US" altLang="zh-CN" sz="3000" dirty="0" smtClean="0">
                <a:latin typeface="Times New Roman" pitchFamily="18" charset="0"/>
                <a:sym typeface="Symbol" pitchFamily="18" charset="2"/>
              </a:rPr>
              <a:t></a:t>
            </a:r>
            <a:r>
              <a:rPr lang="en-US" altLang="zh-CN" sz="3000" dirty="0" err="1" smtClean="0">
                <a:latin typeface="Times New Roman" pitchFamily="18" charset="0"/>
              </a:rPr>
              <a:t>x</a:t>
            </a:r>
            <a:r>
              <a:rPr lang="en-US" altLang="zh-CN" sz="3000" dirty="0" err="1" smtClean="0">
                <a:latin typeface="Times New Roman" pitchFamily="18" charset="0"/>
                <a:sym typeface="Symbol" pitchFamily="18" charset="2"/>
              </a:rPr>
              <a:t></a:t>
            </a:r>
            <a:r>
              <a:rPr lang="en-US" altLang="zh-CN" sz="3000" dirty="0" err="1" smtClean="0">
                <a:latin typeface="Times New Roman" pitchFamily="18" charset="0"/>
              </a:rPr>
              <a:t>y</a:t>
            </a:r>
            <a:r>
              <a:rPr lang="en-US" altLang="zh-CN" sz="3000" dirty="0" smtClean="0">
                <a:latin typeface="Times New Roman" pitchFamily="18" charset="0"/>
              </a:rPr>
              <a:t>(A(x) </a:t>
            </a:r>
            <a:r>
              <a:rPr lang="en-US" altLang="zh-CN" sz="3000" dirty="0" smtClean="0">
                <a:latin typeface="Times New Roman" pitchFamily="18" charset="0"/>
                <a:sym typeface="Symbol" pitchFamily="18" charset="2"/>
              </a:rPr>
              <a:t></a:t>
            </a:r>
            <a:r>
              <a:rPr lang="en-US" altLang="zh-CN" sz="3000" dirty="0" smtClean="0">
                <a:latin typeface="Times New Roman" pitchFamily="18" charset="0"/>
              </a:rPr>
              <a:t> B(</a:t>
            </a:r>
            <a:r>
              <a:rPr lang="en-US" altLang="zh-CN" sz="3000" dirty="0" err="1" smtClean="0">
                <a:latin typeface="Times New Roman" pitchFamily="18" charset="0"/>
              </a:rPr>
              <a:t>x,y</a:t>
            </a:r>
            <a:r>
              <a:rPr lang="en-US" altLang="zh-CN" sz="3000" dirty="0" smtClean="0">
                <a:latin typeface="Times New Roman" pitchFamily="18" charset="0"/>
              </a:rPr>
              <a:t>)) </a:t>
            </a:r>
            <a:r>
              <a:rPr lang="en-US" altLang="zh-CN" sz="3000" dirty="0" smtClean="0">
                <a:latin typeface="Times New Roman" pitchFamily="18" charset="0"/>
                <a:sym typeface="Symbol" pitchFamily="18" charset="2"/>
              </a:rPr>
              <a:t></a:t>
            </a:r>
            <a:r>
              <a:rPr lang="en-US" altLang="zh-CN" sz="3000" dirty="0" smtClean="0">
                <a:latin typeface="Times New Roman" pitchFamily="18" charset="0"/>
              </a:rPr>
              <a:t> (</a:t>
            </a:r>
            <a:r>
              <a:rPr lang="en-US" altLang="zh-CN" sz="3000" dirty="0" smtClean="0">
                <a:latin typeface="Times New Roman" pitchFamily="18" charset="0"/>
                <a:sym typeface="Symbol" pitchFamily="18" charset="2"/>
              </a:rPr>
              <a:t></a:t>
            </a:r>
            <a:r>
              <a:rPr lang="en-US" altLang="zh-CN" sz="3000" dirty="0" smtClean="0">
                <a:latin typeface="Times New Roman" pitchFamily="18" charset="0"/>
              </a:rPr>
              <a:t>t</a:t>
            </a:r>
            <a:r>
              <a:rPr lang="en-US" altLang="zh-CN" sz="3000" dirty="0" smtClean="0">
                <a:latin typeface="Times New Roman" pitchFamily="18" charset="0"/>
                <a:sym typeface="Symbol" pitchFamily="18" charset="2"/>
              </a:rPr>
              <a:t></a:t>
            </a:r>
            <a:r>
              <a:rPr lang="en-US" altLang="zh-CN" sz="3000" dirty="0" smtClean="0">
                <a:latin typeface="Times New Roman" pitchFamily="18" charset="0"/>
              </a:rPr>
              <a:t> C(t) </a:t>
            </a:r>
            <a:r>
              <a:rPr lang="en-US" altLang="zh-CN" sz="3000" dirty="0" smtClean="0">
                <a:latin typeface="Times New Roman" pitchFamily="18" charset="0"/>
                <a:sym typeface="Symbol" pitchFamily="18" charset="2"/>
              </a:rPr>
              <a:t></a:t>
            </a:r>
            <a:r>
              <a:rPr lang="en-US" altLang="zh-CN" sz="3000" dirty="0" err="1" smtClean="0">
                <a:latin typeface="Times New Roman" pitchFamily="18" charset="0"/>
              </a:rPr>
              <a:t>zD</a:t>
            </a:r>
            <a:r>
              <a:rPr lang="en-US" altLang="zh-CN" sz="3000" dirty="0" smtClean="0">
                <a:latin typeface="Times New Roman" pitchFamily="18" charset="0"/>
              </a:rPr>
              <a:t>(z)) (</a:t>
            </a:r>
            <a:r>
              <a:rPr lang="zh-CN" altLang="en-US" sz="3000" dirty="0" smtClean="0">
                <a:latin typeface="Times New Roman" pitchFamily="18" charset="0"/>
              </a:rPr>
              <a:t>前提）</a:t>
            </a:r>
            <a:endParaRPr lang="en-US" altLang="zh-CN" sz="3000" dirty="0" smtClean="0">
              <a:latin typeface="Times New Roman" pitchFamily="18" charset="0"/>
            </a:endParaRP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3000" dirty="0" smtClean="0">
                <a:latin typeface="Times New Roman" pitchFamily="18" charset="0"/>
              </a:rPr>
              <a:t>=</a:t>
            </a:r>
            <a:r>
              <a:rPr lang="en-US" altLang="zh-CN" sz="3000" dirty="0">
                <a:latin typeface="Times New Roman" pitchFamily="18" charset="0"/>
                <a:sym typeface="Symbol" pitchFamily="18" charset="2"/>
              </a:rPr>
              <a:t></a:t>
            </a:r>
            <a:r>
              <a:rPr lang="en-US" altLang="zh-CN" sz="3000" dirty="0" err="1">
                <a:latin typeface="Times New Roman" pitchFamily="18" charset="0"/>
              </a:rPr>
              <a:t>x</a:t>
            </a:r>
            <a:r>
              <a:rPr lang="en-US" altLang="zh-CN" sz="3000" dirty="0" err="1">
                <a:latin typeface="Times New Roman" pitchFamily="18" charset="0"/>
                <a:sym typeface="Symbol" pitchFamily="18" charset="2"/>
              </a:rPr>
              <a:t></a:t>
            </a:r>
            <a:r>
              <a:rPr lang="en-US" altLang="zh-CN" sz="3000" dirty="0" err="1">
                <a:latin typeface="Times New Roman" pitchFamily="18" charset="0"/>
              </a:rPr>
              <a:t>y</a:t>
            </a:r>
            <a:r>
              <a:rPr lang="en-US" altLang="zh-CN" sz="3000" dirty="0">
                <a:latin typeface="Times New Roman" pitchFamily="18" charset="0"/>
              </a:rPr>
              <a:t>(A(x) </a:t>
            </a:r>
            <a:r>
              <a:rPr lang="en-US" altLang="zh-CN" sz="3000" dirty="0">
                <a:latin typeface="Times New Roman" pitchFamily="18" charset="0"/>
                <a:sym typeface="Symbol" pitchFamily="18" charset="2"/>
              </a:rPr>
              <a:t></a:t>
            </a:r>
            <a:r>
              <a:rPr lang="en-US" altLang="zh-CN" sz="3000" dirty="0">
                <a:latin typeface="Times New Roman" pitchFamily="18" charset="0"/>
              </a:rPr>
              <a:t> B(</a:t>
            </a:r>
            <a:r>
              <a:rPr lang="en-US" altLang="zh-CN" sz="3000" dirty="0" err="1">
                <a:latin typeface="Times New Roman" pitchFamily="18" charset="0"/>
              </a:rPr>
              <a:t>x,y</a:t>
            </a:r>
            <a:r>
              <a:rPr lang="en-US" altLang="zh-CN" sz="3000" dirty="0">
                <a:latin typeface="Times New Roman" pitchFamily="18" charset="0"/>
              </a:rPr>
              <a:t>)) </a:t>
            </a:r>
            <a:r>
              <a:rPr lang="en-US" altLang="zh-CN" sz="3000" dirty="0">
                <a:latin typeface="Times New Roman" pitchFamily="18" charset="0"/>
                <a:sym typeface="Symbol" pitchFamily="18" charset="2"/>
              </a:rPr>
              <a:t></a:t>
            </a:r>
            <a:r>
              <a:rPr lang="en-US" altLang="zh-CN" sz="3000" dirty="0">
                <a:latin typeface="Times New Roman" pitchFamily="18" charset="0"/>
              </a:rPr>
              <a:t> </a:t>
            </a:r>
            <a:r>
              <a:rPr lang="en-US" altLang="zh-CN" sz="3000" dirty="0">
                <a:latin typeface="Times New Roman" pitchFamily="18" charset="0"/>
                <a:sym typeface="Symbol" pitchFamily="18" charset="2"/>
              </a:rPr>
              <a:t></a:t>
            </a:r>
            <a:r>
              <a:rPr lang="en-US" altLang="zh-CN" sz="3000" dirty="0" err="1" smtClean="0">
                <a:latin typeface="Times New Roman" pitchFamily="18" charset="0"/>
              </a:rPr>
              <a:t>t</a:t>
            </a:r>
            <a:r>
              <a:rPr lang="en-US" altLang="zh-CN" sz="3000" dirty="0" err="1" smtClean="0">
                <a:latin typeface="Times New Roman" pitchFamily="18" charset="0"/>
                <a:sym typeface="Symbol" pitchFamily="18" charset="2"/>
              </a:rPr>
              <a:t></a:t>
            </a:r>
            <a:r>
              <a:rPr lang="en-US" altLang="zh-CN" sz="3000" dirty="0" err="1" smtClean="0">
                <a:latin typeface="Times New Roman" pitchFamily="18" charset="0"/>
              </a:rPr>
              <a:t>z</a:t>
            </a:r>
            <a:r>
              <a:rPr lang="en-US" altLang="zh-CN" sz="3000" dirty="0" smtClean="0">
                <a:latin typeface="Times New Roman" pitchFamily="18" charset="0"/>
              </a:rPr>
              <a:t> (</a:t>
            </a:r>
            <a:r>
              <a:rPr lang="en-US" altLang="zh-CN" sz="3000" dirty="0" smtClean="0">
                <a:latin typeface="Times New Roman" pitchFamily="18" charset="0"/>
                <a:sym typeface="Symbol" pitchFamily="18" charset="2"/>
              </a:rPr>
              <a:t></a:t>
            </a:r>
            <a:r>
              <a:rPr lang="en-US" altLang="zh-CN" sz="3000" dirty="0" smtClean="0">
                <a:latin typeface="Times New Roman" pitchFamily="18" charset="0"/>
              </a:rPr>
              <a:t> </a:t>
            </a:r>
            <a:r>
              <a:rPr lang="en-US" altLang="zh-CN" sz="3000" dirty="0">
                <a:latin typeface="Times New Roman" pitchFamily="18" charset="0"/>
              </a:rPr>
              <a:t>C(t) </a:t>
            </a:r>
            <a:r>
              <a:rPr lang="en-US" altLang="zh-CN" sz="3000" dirty="0" smtClean="0">
                <a:latin typeface="Times New Roman" pitchFamily="18" charset="0"/>
                <a:sym typeface="Symbol" pitchFamily="18" charset="2"/>
              </a:rPr>
              <a:t></a:t>
            </a:r>
            <a:r>
              <a:rPr lang="en-US" altLang="zh-CN" sz="3000" dirty="0" smtClean="0">
                <a:latin typeface="Times New Roman" pitchFamily="18" charset="0"/>
              </a:rPr>
              <a:t>D(z)</a:t>
            </a:r>
            <a:r>
              <a:rPr lang="zh-CN" altLang="en-US" sz="3000" dirty="0" smtClean="0">
                <a:latin typeface="Times New Roman" pitchFamily="18" charset="0"/>
              </a:rPr>
              <a:t>）</a:t>
            </a:r>
            <a:endParaRPr lang="en-US" altLang="zh-CN" sz="3000" dirty="0" smtClean="0">
              <a:latin typeface="Times New Roman" pitchFamily="18" charset="0"/>
            </a:endParaRP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3000" dirty="0" smtClean="0">
                <a:latin typeface="Times New Roman" pitchFamily="18" charset="0"/>
              </a:rPr>
              <a:t>= </a:t>
            </a:r>
            <a:r>
              <a:rPr lang="en-US" altLang="zh-CN" sz="3000" dirty="0" smtClean="0">
                <a:solidFill>
                  <a:srgbClr val="FFC000"/>
                </a:solidFill>
                <a:latin typeface="Times New Roman" pitchFamily="18" charset="0"/>
                <a:sym typeface="Symbol" pitchFamily="18" charset="2"/>
              </a:rPr>
              <a:t></a:t>
            </a:r>
            <a:r>
              <a:rPr lang="en-US" altLang="zh-CN" sz="3000" dirty="0" err="1" smtClean="0">
                <a:solidFill>
                  <a:srgbClr val="FFC000"/>
                </a:solidFill>
                <a:latin typeface="Times New Roman" pitchFamily="18" charset="0"/>
              </a:rPr>
              <a:t>x</a:t>
            </a:r>
            <a:r>
              <a:rPr lang="en-US" altLang="zh-CN" sz="3000" dirty="0" err="1" smtClean="0">
                <a:solidFill>
                  <a:srgbClr val="FFC000"/>
                </a:solidFill>
                <a:latin typeface="Times New Roman" pitchFamily="18" charset="0"/>
                <a:sym typeface="Symbol" pitchFamily="18" charset="2"/>
              </a:rPr>
              <a:t></a:t>
            </a:r>
            <a:r>
              <a:rPr lang="en-US" altLang="zh-CN" sz="3000" dirty="0" err="1" smtClean="0">
                <a:solidFill>
                  <a:srgbClr val="FFC000"/>
                </a:solidFill>
                <a:latin typeface="Times New Roman" pitchFamily="18" charset="0"/>
              </a:rPr>
              <a:t>y</a:t>
            </a:r>
            <a:r>
              <a:rPr lang="en-US" altLang="zh-CN" sz="3000" dirty="0" err="1" smtClean="0">
                <a:solidFill>
                  <a:srgbClr val="FFC000"/>
                </a:solidFill>
                <a:latin typeface="Times New Roman" pitchFamily="18" charset="0"/>
                <a:sym typeface="Symbol" pitchFamily="18" charset="2"/>
              </a:rPr>
              <a:t></a:t>
            </a:r>
            <a:r>
              <a:rPr lang="en-US" altLang="zh-CN" sz="3000" dirty="0" err="1" smtClean="0">
                <a:solidFill>
                  <a:srgbClr val="FFC000"/>
                </a:solidFill>
                <a:latin typeface="Times New Roman" pitchFamily="18" charset="0"/>
              </a:rPr>
              <a:t>t</a:t>
            </a:r>
            <a:r>
              <a:rPr lang="en-US" altLang="zh-CN" sz="3000" dirty="0" err="1" smtClean="0">
                <a:solidFill>
                  <a:srgbClr val="FFC000"/>
                </a:solidFill>
                <a:latin typeface="Times New Roman" pitchFamily="18" charset="0"/>
                <a:sym typeface="Symbol" pitchFamily="18" charset="2"/>
              </a:rPr>
              <a:t></a:t>
            </a:r>
            <a:r>
              <a:rPr lang="en-US" altLang="zh-CN" sz="3000" dirty="0" err="1" smtClean="0">
                <a:solidFill>
                  <a:srgbClr val="FFC000"/>
                </a:solidFill>
                <a:latin typeface="Times New Roman" pitchFamily="18" charset="0"/>
              </a:rPr>
              <a:t>z</a:t>
            </a:r>
            <a:r>
              <a:rPr lang="en-US" altLang="zh-CN" sz="3000" dirty="0" smtClean="0">
                <a:solidFill>
                  <a:srgbClr val="FFC000"/>
                </a:solidFill>
                <a:latin typeface="Times New Roman" pitchFamily="18" charset="0"/>
              </a:rPr>
              <a:t>((A(x) </a:t>
            </a:r>
            <a:r>
              <a:rPr lang="en-US" altLang="zh-CN" sz="3000" dirty="0" smtClean="0">
                <a:solidFill>
                  <a:srgbClr val="FFC000"/>
                </a:solidFill>
                <a:latin typeface="Times New Roman" pitchFamily="18" charset="0"/>
                <a:sym typeface="Symbol" pitchFamily="18" charset="2"/>
              </a:rPr>
              <a:t></a:t>
            </a:r>
            <a:r>
              <a:rPr lang="en-US" altLang="zh-CN" sz="3000" dirty="0" smtClean="0">
                <a:solidFill>
                  <a:srgbClr val="FFC000"/>
                </a:solidFill>
                <a:latin typeface="Times New Roman" pitchFamily="18" charset="0"/>
              </a:rPr>
              <a:t> B(</a:t>
            </a:r>
            <a:r>
              <a:rPr lang="en-US" altLang="zh-CN" sz="3000" dirty="0" err="1" smtClean="0">
                <a:solidFill>
                  <a:srgbClr val="FFC000"/>
                </a:solidFill>
                <a:latin typeface="Times New Roman" pitchFamily="18" charset="0"/>
              </a:rPr>
              <a:t>x,y</a:t>
            </a:r>
            <a:r>
              <a:rPr lang="en-US" altLang="zh-CN" sz="3000" dirty="0" smtClean="0">
                <a:solidFill>
                  <a:srgbClr val="FFC000"/>
                </a:solidFill>
                <a:latin typeface="Times New Roman" pitchFamily="18" charset="0"/>
              </a:rPr>
              <a:t>)) </a:t>
            </a:r>
            <a:r>
              <a:rPr lang="en-US" altLang="zh-CN" sz="3000" dirty="0" smtClean="0">
                <a:solidFill>
                  <a:srgbClr val="FFC000"/>
                </a:solidFill>
                <a:latin typeface="Times New Roman" pitchFamily="18" charset="0"/>
                <a:sym typeface="Symbol" pitchFamily="18" charset="2"/>
              </a:rPr>
              <a:t></a:t>
            </a:r>
            <a:r>
              <a:rPr lang="en-US" altLang="zh-CN" sz="3000" dirty="0" smtClean="0">
                <a:solidFill>
                  <a:srgbClr val="FFC000"/>
                </a:solidFill>
                <a:latin typeface="Times New Roman" pitchFamily="18" charset="0"/>
              </a:rPr>
              <a:t> </a:t>
            </a:r>
            <a:r>
              <a:rPr lang="en-US" altLang="zh-CN" sz="3000" dirty="0" smtClean="0">
                <a:solidFill>
                  <a:srgbClr val="FFC000"/>
                </a:solidFill>
                <a:latin typeface="Times New Roman" pitchFamily="18" charset="0"/>
                <a:sym typeface="Symbol" pitchFamily="18" charset="2"/>
              </a:rPr>
              <a:t></a:t>
            </a:r>
            <a:r>
              <a:rPr lang="en-US" altLang="zh-CN" sz="3000" dirty="0" smtClean="0">
                <a:solidFill>
                  <a:srgbClr val="FFC000"/>
                </a:solidFill>
                <a:latin typeface="Times New Roman" pitchFamily="18" charset="0"/>
              </a:rPr>
              <a:t> C(t) </a:t>
            </a:r>
            <a:r>
              <a:rPr lang="en-US" altLang="zh-CN" sz="3000" dirty="0" smtClean="0">
                <a:solidFill>
                  <a:srgbClr val="FFC000"/>
                </a:solidFill>
                <a:latin typeface="Times New Roman" pitchFamily="18" charset="0"/>
                <a:sym typeface="Symbol" pitchFamily="18" charset="2"/>
              </a:rPr>
              <a:t></a:t>
            </a:r>
            <a:r>
              <a:rPr lang="en-US" altLang="zh-CN" sz="3000" dirty="0" smtClean="0">
                <a:solidFill>
                  <a:srgbClr val="FFC000"/>
                </a:solidFill>
                <a:latin typeface="Times New Roman" pitchFamily="18" charset="0"/>
              </a:rPr>
              <a:t>D(z)</a:t>
            </a:r>
            <a:r>
              <a:rPr lang="zh-CN" altLang="en-US" sz="3000" dirty="0" smtClean="0">
                <a:solidFill>
                  <a:srgbClr val="FFC000"/>
                </a:solidFill>
                <a:latin typeface="Times New Roman" pitchFamily="18" charset="0"/>
              </a:rPr>
              <a:t>）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800" dirty="0" smtClean="0">
                <a:latin typeface="Times New Roman" pitchFamily="18" charset="0"/>
              </a:rPr>
              <a:t>=</a:t>
            </a:r>
            <a:r>
              <a:rPr lang="en-US" altLang="zh-CN" sz="2800" dirty="0" smtClean="0">
                <a:latin typeface="Times New Roman" pitchFamily="18" charset="0"/>
                <a:sym typeface="Symbol" pitchFamily="18" charset="2"/>
              </a:rPr>
              <a:t></a:t>
            </a:r>
            <a:r>
              <a:rPr lang="en-US" altLang="zh-CN" sz="2800" dirty="0" err="1" smtClean="0">
                <a:latin typeface="Times New Roman" pitchFamily="18" charset="0"/>
              </a:rPr>
              <a:t>x</a:t>
            </a:r>
            <a:r>
              <a:rPr lang="en-US" altLang="zh-CN" sz="2800" dirty="0" err="1" smtClean="0">
                <a:latin typeface="Times New Roman" pitchFamily="18" charset="0"/>
                <a:sym typeface="Symbol" pitchFamily="18" charset="2"/>
              </a:rPr>
              <a:t></a:t>
            </a:r>
            <a:r>
              <a:rPr lang="en-US" altLang="zh-CN" sz="2800" dirty="0" err="1" smtClean="0">
                <a:latin typeface="Times New Roman" pitchFamily="18" charset="0"/>
              </a:rPr>
              <a:t>y</a:t>
            </a:r>
            <a:r>
              <a:rPr lang="en-US" altLang="zh-CN" sz="2800" dirty="0" err="1" smtClean="0">
                <a:latin typeface="Times New Roman" pitchFamily="18" charset="0"/>
                <a:sym typeface="Symbol" pitchFamily="18" charset="2"/>
              </a:rPr>
              <a:t></a:t>
            </a:r>
            <a:r>
              <a:rPr lang="en-US" altLang="zh-CN" sz="2800" dirty="0" err="1" smtClean="0">
                <a:latin typeface="Times New Roman" pitchFamily="18" charset="0"/>
              </a:rPr>
              <a:t>t</a:t>
            </a:r>
            <a:r>
              <a:rPr lang="en-US" altLang="zh-CN" sz="2800" dirty="0" err="1" smtClean="0">
                <a:latin typeface="Times New Roman" pitchFamily="18" charset="0"/>
                <a:sym typeface="Symbol" pitchFamily="18" charset="2"/>
              </a:rPr>
              <a:t></a:t>
            </a:r>
            <a:r>
              <a:rPr lang="en-US" altLang="zh-CN" sz="2800" dirty="0" err="1" smtClean="0">
                <a:latin typeface="Times New Roman" pitchFamily="18" charset="0"/>
              </a:rPr>
              <a:t>z</a:t>
            </a:r>
            <a:r>
              <a:rPr lang="en-US" altLang="zh-CN" sz="2800" dirty="0" smtClean="0">
                <a:latin typeface="Times New Roman" pitchFamily="18" charset="0"/>
              </a:rPr>
              <a:t>((A(x)</a:t>
            </a:r>
            <a:r>
              <a:rPr lang="en-US" altLang="zh-CN" sz="2800" dirty="0" smtClean="0">
                <a:latin typeface="Times New Roman" pitchFamily="18" charset="0"/>
                <a:sym typeface="Symbol" pitchFamily="18" charset="2"/>
              </a:rPr>
              <a:t></a:t>
            </a:r>
            <a:r>
              <a:rPr lang="en-US" altLang="zh-CN" sz="2800" dirty="0" smtClean="0">
                <a:latin typeface="Times New Roman" pitchFamily="18" charset="0"/>
              </a:rPr>
              <a:t>C(t)</a:t>
            </a:r>
            <a:r>
              <a:rPr lang="en-US" altLang="zh-CN" sz="2800" dirty="0" smtClean="0">
                <a:latin typeface="Times New Roman" pitchFamily="18" charset="0"/>
                <a:sym typeface="Symbol" pitchFamily="18" charset="2"/>
              </a:rPr>
              <a:t></a:t>
            </a:r>
            <a:r>
              <a:rPr lang="en-US" altLang="zh-CN" sz="2800" dirty="0" smtClean="0">
                <a:latin typeface="Times New Roman" pitchFamily="18" charset="0"/>
              </a:rPr>
              <a:t>D(z))</a:t>
            </a:r>
            <a:r>
              <a:rPr lang="en-US" altLang="zh-CN" sz="2800" dirty="0" smtClean="0">
                <a:latin typeface="Times New Roman" pitchFamily="18" charset="0"/>
                <a:sym typeface="Symbol" pitchFamily="18" charset="2"/>
              </a:rPr>
              <a:t></a:t>
            </a:r>
            <a:r>
              <a:rPr lang="en-US" altLang="zh-CN" sz="2800" dirty="0" smtClean="0">
                <a:latin typeface="Times New Roman" pitchFamily="18" charset="0"/>
              </a:rPr>
              <a:t>(</a:t>
            </a:r>
            <a:r>
              <a:rPr lang="en-US" altLang="zh-CN" sz="2800" dirty="0" smtClean="0">
                <a:latin typeface="Times New Roman" pitchFamily="18" charset="0"/>
                <a:sym typeface="Symbol" pitchFamily="18" charset="2"/>
              </a:rPr>
              <a:t></a:t>
            </a:r>
            <a:r>
              <a:rPr lang="en-US" altLang="zh-CN" sz="2800" dirty="0" smtClean="0">
                <a:latin typeface="Times New Roman" pitchFamily="18" charset="0"/>
              </a:rPr>
              <a:t>B(</a:t>
            </a:r>
            <a:r>
              <a:rPr lang="en-US" altLang="zh-CN" sz="2800" dirty="0" err="1" smtClean="0">
                <a:latin typeface="Times New Roman" pitchFamily="18" charset="0"/>
              </a:rPr>
              <a:t>x,y</a:t>
            </a:r>
            <a:r>
              <a:rPr lang="en-US" altLang="zh-CN" sz="2800" dirty="0" smtClean="0">
                <a:latin typeface="Times New Roman" pitchFamily="18" charset="0"/>
              </a:rPr>
              <a:t>)</a:t>
            </a:r>
            <a:r>
              <a:rPr lang="en-US" altLang="zh-CN" sz="2800" dirty="0" smtClean="0">
                <a:latin typeface="Times New Roman" pitchFamily="18" charset="0"/>
                <a:sym typeface="Symbol" pitchFamily="18" charset="2"/>
              </a:rPr>
              <a:t></a:t>
            </a:r>
            <a:r>
              <a:rPr lang="en-US" altLang="zh-CN" sz="2800" dirty="0" smtClean="0">
                <a:latin typeface="Times New Roman" pitchFamily="18" charset="0"/>
              </a:rPr>
              <a:t>C(t)</a:t>
            </a:r>
            <a:r>
              <a:rPr lang="en-US" altLang="zh-CN" sz="2800" dirty="0" smtClean="0">
                <a:latin typeface="Times New Roman" pitchFamily="18" charset="0"/>
                <a:sym typeface="Symbol" pitchFamily="18" charset="2"/>
              </a:rPr>
              <a:t></a:t>
            </a:r>
            <a:r>
              <a:rPr lang="en-US" altLang="zh-CN" sz="2800" dirty="0" smtClean="0">
                <a:latin typeface="Times New Roman" pitchFamily="18" charset="0"/>
              </a:rPr>
              <a:t>D(z)))</a:t>
            </a: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34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34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334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334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334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334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334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334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334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334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7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3347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3347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6200" y="60585"/>
            <a:ext cx="7772400" cy="707886"/>
          </a:xfrm>
        </p:spPr>
        <p:txBody>
          <a:bodyPr/>
          <a:lstStyle/>
          <a:p>
            <a:pPr algn="l"/>
            <a:r>
              <a:rPr lang="zh-CN" altLang="en-US" sz="4000" dirty="0"/>
              <a:t>练习</a:t>
            </a:r>
            <a:r>
              <a:rPr lang="zh-CN" altLang="en-US" sz="4000" dirty="0" smtClean="0"/>
              <a:t>：</a:t>
            </a:r>
            <a:endParaRPr lang="zh-CN" altLang="en-US" sz="4000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136744" y="751872"/>
            <a:ext cx="8860536" cy="5605272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判断对错：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en-US" altLang="zh-CN" sz="3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3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30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Symbol" pitchFamily="18" charset="2"/>
              </a:rPr>
              <a:t></a:t>
            </a:r>
            <a:r>
              <a:rPr lang="en-US" altLang="zh-CN" sz="3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xP</a:t>
            </a:r>
            <a:r>
              <a:rPr lang="en-US" altLang="zh-CN" sz="3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(x</a:t>
            </a:r>
            <a:r>
              <a:rPr lang="en-US" altLang="zh-CN" sz="3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en-US" altLang="zh-CN" sz="30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Symbol" pitchFamily="18" charset="2"/>
              </a:rPr>
              <a:t> </a:t>
            </a:r>
            <a:r>
              <a:rPr lang="zh-CN" altLang="en-US" sz="30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Symbol" pitchFamily="18" charset="2"/>
              </a:rPr>
              <a:t></a:t>
            </a:r>
            <a:r>
              <a:rPr lang="en-US" altLang="zh-CN" sz="3000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yG</a:t>
            </a:r>
            <a:r>
              <a:rPr lang="en-US" altLang="zh-CN" sz="3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(y)</a:t>
            </a:r>
            <a:r>
              <a:rPr lang="en-US" altLang="zh-CN" sz="30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Symbol" pitchFamily="18" charset="2"/>
              </a:rPr>
              <a:t> </a:t>
            </a:r>
            <a:r>
              <a:rPr lang="zh-CN" altLang="en-US" sz="30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Symbol" pitchFamily="18" charset="2"/>
              </a:rPr>
              <a:t>的前束范式为</a:t>
            </a:r>
            <a:r>
              <a:rPr lang="zh-CN" altLang="en-US" sz="3000" dirty="0">
                <a:latin typeface="微软雅黑" panose="020B0503020204020204" pitchFamily="34" charset="-122"/>
                <a:ea typeface="微软雅黑" panose="020B0503020204020204" pitchFamily="34" charset="-122"/>
                <a:sym typeface="Symbol" pitchFamily="18" charset="2"/>
              </a:rPr>
              <a:t></a:t>
            </a:r>
            <a:r>
              <a:rPr lang="en-US" altLang="zh-CN" sz="3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x(P(x)</a:t>
            </a:r>
            <a:r>
              <a:rPr lang="en-US" altLang="zh-CN" sz="3000" dirty="0">
                <a:latin typeface="微软雅黑" panose="020B0503020204020204" pitchFamily="34" charset="-122"/>
                <a:ea typeface="微软雅黑" panose="020B0503020204020204" pitchFamily="34" charset="-122"/>
                <a:sym typeface="Symbol" pitchFamily="18" charset="2"/>
              </a:rPr>
              <a:t> </a:t>
            </a:r>
            <a:r>
              <a:rPr lang="en-US" altLang="zh-CN" sz="30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Symbol" pitchFamily="18" charset="2"/>
              </a:rPr>
              <a:t></a:t>
            </a:r>
            <a:r>
              <a:rPr lang="en-US" altLang="zh-CN" sz="3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G(x))</a:t>
            </a:r>
          </a:p>
          <a:p>
            <a:pPr marL="0" indent="0">
              <a:buNone/>
            </a:pPr>
            <a:r>
              <a:rPr lang="en-US" altLang="zh-CN" sz="3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3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30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Symbol" pitchFamily="18" charset="2"/>
              </a:rPr>
              <a:t></a:t>
            </a:r>
            <a:r>
              <a:rPr lang="en-US" altLang="zh-CN" sz="3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xP</a:t>
            </a:r>
            <a:r>
              <a:rPr lang="en-US" altLang="zh-CN" sz="3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(x)</a:t>
            </a:r>
            <a:r>
              <a:rPr lang="en-US" altLang="zh-CN" sz="3000" dirty="0">
                <a:latin typeface="微软雅黑" panose="020B0503020204020204" pitchFamily="34" charset="-122"/>
                <a:ea typeface="微软雅黑" panose="020B0503020204020204" pitchFamily="34" charset="-122"/>
                <a:sym typeface="Symbol" pitchFamily="18" charset="2"/>
              </a:rPr>
              <a:t> </a:t>
            </a:r>
            <a:r>
              <a:rPr lang="zh-CN" altLang="en-US" sz="30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Symbol" pitchFamily="18" charset="2"/>
              </a:rPr>
              <a:t></a:t>
            </a:r>
            <a:r>
              <a:rPr lang="en-US" altLang="zh-CN" sz="3000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yG</a:t>
            </a:r>
            <a:r>
              <a:rPr lang="en-US" altLang="zh-CN" sz="3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(y)</a:t>
            </a:r>
            <a:r>
              <a:rPr lang="en-US" altLang="zh-CN" sz="30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Symbol" pitchFamily="18" charset="2"/>
              </a:rPr>
              <a:t> </a:t>
            </a:r>
            <a:r>
              <a:rPr lang="zh-CN" altLang="en-US" sz="3000" dirty="0">
                <a:latin typeface="微软雅黑" panose="020B0503020204020204" pitchFamily="34" charset="-122"/>
                <a:ea typeface="微软雅黑" panose="020B0503020204020204" pitchFamily="34" charset="-122"/>
                <a:sym typeface="Symbol" pitchFamily="18" charset="2"/>
              </a:rPr>
              <a:t>的前束范式</a:t>
            </a:r>
            <a:r>
              <a:rPr lang="zh-CN" altLang="en-US" sz="30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Symbol" pitchFamily="18" charset="2"/>
              </a:rPr>
              <a:t>为</a:t>
            </a:r>
            <a:r>
              <a:rPr lang="zh-CN" altLang="en-US" sz="3000" dirty="0">
                <a:latin typeface="微软雅黑" panose="020B0503020204020204" pitchFamily="34" charset="-122"/>
                <a:ea typeface="微软雅黑" panose="020B0503020204020204" pitchFamily="34" charset="-122"/>
                <a:sym typeface="Symbol" pitchFamily="18" charset="2"/>
              </a:rPr>
              <a:t></a:t>
            </a:r>
            <a:r>
              <a:rPr lang="en-US" altLang="zh-CN" sz="3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 sz="30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Symbol" pitchFamily="18" charset="2"/>
              </a:rPr>
              <a:t></a:t>
            </a:r>
            <a:r>
              <a:rPr lang="en-US" altLang="zh-CN" sz="30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Symbol" pitchFamily="18" charset="2"/>
              </a:rPr>
              <a:t>y(</a:t>
            </a:r>
            <a:r>
              <a:rPr lang="en-US" altLang="zh-CN" sz="3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3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P(x)</a:t>
            </a:r>
            <a:r>
              <a:rPr lang="en-US" altLang="zh-CN" sz="3000" dirty="0">
                <a:latin typeface="微软雅黑" panose="020B0503020204020204" pitchFamily="34" charset="-122"/>
                <a:ea typeface="微软雅黑" panose="020B0503020204020204" pitchFamily="34" charset="-122"/>
                <a:sym typeface="Symbol" pitchFamily="18" charset="2"/>
              </a:rPr>
              <a:t> </a:t>
            </a:r>
            <a:r>
              <a:rPr lang="en-US" altLang="zh-CN" sz="3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G(y</a:t>
            </a:r>
            <a:r>
              <a:rPr lang="en-US" altLang="zh-CN" sz="30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Symbol" pitchFamily="18" charset="2"/>
              </a:rPr>
              <a:t>))</a:t>
            </a:r>
          </a:p>
          <a:p>
            <a:pPr marL="0" indent="0">
              <a:buNone/>
            </a:pPr>
            <a:r>
              <a:rPr lang="en-US" altLang="zh-CN" sz="30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Symbol" pitchFamily="18" charset="2"/>
              </a:rPr>
              <a:t>3. 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sym typeface="Symbol"/>
              </a:rPr>
              <a:t>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x(G(x)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sym typeface="Symbol"/>
              </a:rPr>
              <a:t> 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sym typeface="Symbol"/>
              </a:rPr>
              <a:t>H(x))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sym typeface="Symbol"/>
              </a:rPr>
              <a:t> 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sym typeface="Symbol" pitchFamily="18" charset="2"/>
              </a:rPr>
              <a:t>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sym typeface="Symbol"/>
              </a:rPr>
              <a:t></a:t>
            </a:r>
            <a:r>
              <a:rPr lang="en-US" altLang="zh-CN" sz="2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xG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(x)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sym typeface="Symbol"/>
              </a:rPr>
              <a:t> 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sym typeface="Symbol"/>
              </a:rPr>
              <a:t> 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sym typeface="Symbol"/>
              </a:rPr>
              <a:t></a:t>
            </a:r>
            <a:r>
              <a:rPr lang="en-US" altLang="zh-CN" sz="2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en-US" altLang="zh-CN" sz="2800" dirty="0" err="1">
                <a:latin typeface="微软雅黑" panose="020B0503020204020204" pitchFamily="34" charset="-122"/>
                <a:ea typeface="微软雅黑" panose="020B0503020204020204" pitchFamily="34" charset="-122"/>
                <a:sym typeface="Symbol"/>
              </a:rPr>
              <a:t>H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sym typeface="Symbol"/>
              </a:rPr>
              <a:t>(x</a:t>
            </a:r>
            <a:r>
              <a:rPr lang="en-US" altLang="zh-CN" sz="28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Symbol"/>
              </a:rPr>
              <a:t>)</a:t>
            </a:r>
          </a:p>
          <a:p>
            <a:pPr marL="0" indent="0">
              <a:buNone/>
            </a:pPr>
            <a:r>
              <a:rPr lang="en-US" altLang="zh-CN" sz="28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Symbol"/>
              </a:rPr>
              <a:t>4. 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Symbol" pitchFamily="18" charset="2"/>
              </a:rPr>
              <a:t>若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sym typeface="Symbol" pitchFamily="18" charset="2"/>
              </a:rPr>
              <a:t>A</a:t>
            </a:r>
            <a:r>
              <a:rPr lang="en-US" altLang="zh-CN" sz="280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itchFamily="18" charset="2"/>
              </a:rPr>
              <a:t>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sym typeface="Symbol" pitchFamily="18" charset="2"/>
              </a:rPr>
              <a:t>B</a:t>
            </a:r>
            <a:r>
              <a:rPr lang="en-US" altLang="zh-CN" sz="28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Symbol" pitchFamily="18" charset="2"/>
              </a:rPr>
              <a:t>, 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Symbol" pitchFamily="18" charset="2"/>
              </a:rPr>
              <a:t>则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sym typeface="Symbol" pitchFamily="18" charset="2"/>
              </a:rPr>
              <a:t>A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sym typeface="Symbol"/>
              </a:rPr>
              <a:t> B=</a:t>
            </a:r>
            <a:r>
              <a:rPr lang="en-US" altLang="zh-CN" sz="280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/>
              </a:rPr>
              <a:t>A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sym typeface="Symbol"/>
              </a:rPr>
              <a:t>, A </a:t>
            </a:r>
            <a:r>
              <a:rPr lang="en-US" altLang="zh-CN" sz="28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Symbol"/>
              </a:rPr>
              <a:t>B=</a:t>
            </a:r>
            <a:r>
              <a:rPr lang="en-US" altLang="zh-CN" sz="2800" dirty="0" smtClean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/>
              </a:rPr>
              <a:t>B</a:t>
            </a:r>
          </a:p>
          <a:p>
            <a:pPr marL="0" indent="0">
              <a:buNone/>
            </a:pPr>
            <a:r>
              <a:rPr lang="en-US" altLang="zh-CN" sz="2800" dirty="0" smtClean="0"/>
              <a:t>5</a:t>
            </a:r>
            <a:r>
              <a:rPr lang="en-US" altLang="zh-CN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r>
              <a:rPr lang="en-US" altLang="zh-CN" sz="28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Symbol" pitchFamily="18" charset="2"/>
              </a:rPr>
              <a:t> (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sym typeface="Symbol" pitchFamily="18" charset="2"/>
              </a:rPr>
              <a:t>P Q) ((</a:t>
            </a:r>
            <a:r>
              <a:rPr lang="en-US" altLang="zh-CN" sz="280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itchFamily="18" charset="2"/>
              </a:rPr>
              <a:t>Q R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sym typeface="Symbol" pitchFamily="18" charset="2"/>
              </a:rPr>
              <a:t>) (PR))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sym typeface="Symbol" pitchFamily="18" charset="2"/>
              </a:rPr>
              <a:t>是恒真公式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  <a:sym typeface="Symbol" pitchFamily="18" charset="2"/>
            </a:endParaRPr>
          </a:p>
          <a:p>
            <a:pPr marL="0" indent="0">
              <a:buNone/>
            </a:pPr>
            <a:endParaRPr lang="en-US" altLang="zh-CN" sz="28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Symbol" pitchFamily="18" charset="2"/>
              </a:rPr>
              <a:t>解：</a:t>
            </a:r>
            <a:r>
              <a:rPr lang="en-US" altLang="zh-CN" sz="28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Symbol" pitchFamily="18" charset="2"/>
              </a:rPr>
              <a:t>1. 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Symbol" pitchFamily="18" charset="2"/>
              </a:rPr>
              <a:t>对；</a:t>
            </a:r>
            <a:r>
              <a:rPr lang="en-US" altLang="zh-CN" sz="28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Symbol" pitchFamily="18" charset="2"/>
              </a:rPr>
              <a:t>2. 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Symbol" pitchFamily="18" charset="2"/>
              </a:rPr>
              <a:t>对；</a:t>
            </a:r>
            <a:r>
              <a:rPr lang="en-US" altLang="zh-CN" sz="28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Symbol" pitchFamily="18" charset="2"/>
              </a:rPr>
              <a:t>3.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Symbol" pitchFamily="18" charset="2"/>
              </a:rPr>
              <a:t>错；</a:t>
            </a:r>
            <a:r>
              <a:rPr lang="en-US" altLang="zh-CN" sz="28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Symbol" pitchFamily="18" charset="2"/>
              </a:rPr>
              <a:t>4. 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Symbol" pitchFamily="18" charset="2"/>
              </a:rPr>
              <a:t>对；</a:t>
            </a:r>
            <a:r>
              <a:rPr lang="en-US" altLang="zh-CN" sz="28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Symbol" pitchFamily="18" charset="2"/>
              </a:rPr>
              <a:t>5.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Symbol" pitchFamily="18" charset="2"/>
              </a:rPr>
              <a:t>对；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  <a:sym typeface="Symbol" pitchFamily="18" charset="2"/>
            </a:endParaRPr>
          </a:p>
          <a:p>
            <a:pPr marL="0" indent="0">
              <a:buNone/>
            </a:pPr>
            <a:endParaRPr lang="en-US" altLang="zh-CN" sz="3000" dirty="0" smtClean="0"/>
          </a:p>
          <a:p>
            <a:pPr marL="0" indent="0">
              <a:buNone/>
            </a:pPr>
            <a:endParaRPr lang="en-US" altLang="zh-CN" dirty="0" smtClean="0"/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F8FA661-BD4B-4FAB-830F-A7C250F1BC52}" type="slidenum">
              <a:rPr lang="zh-CN" altLang="en-US" smtClean="0">
                <a:solidFill>
                  <a:srgbClr val="FFFFFF"/>
                </a:solidFill>
              </a:rPr>
              <a:pPr>
                <a:defRPr/>
              </a:pPr>
              <a:t>112</a:t>
            </a:fld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85800" y="990600"/>
            <a:ext cx="8077200" cy="425655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342900" lvl="0" indent="-342900" eaLnBrk="1" hangingPunct="1">
              <a:lnSpc>
                <a:spcPct val="105000"/>
              </a:lnSpc>
              <a:spcBef>
                <a:spcPct val="20000"/>
              </a:spcBef>
              <a:buSzPct val="85000"/>
              <a:tabLst>
                <a:tab pos="1146175" algn="l"/>
              </a:tabLst>
              <a:defRPr/>
            </a:pPr>
            <a:r>
              <a:rPr kumimoji="0" lang="zh-CN" altLang="en-US" sz="3200" dirty="0">
                <a:solidFill>
                  <a:schemeClr val="bg1">
                    <a:lumMod val="50000"/>
                  </a:schemeClr>
                </a:solidFill>
                <a:ea typeface="微软雅黑" panose="020B0503020204020204" pitchFamily="34" charset="-122"/>
              </a:rPr>
              <a:t>改名规则的理论依据</a:t>
            </a:r>
          </a:p>
          <a:p>
            <a:pPr marL="342900" lvl="0" indent="-342900" eaLnBrk="1" hangingPunct="1">
              <a:lnSpc>
                <a:spcPct val="125000"/>
              </a:lnSpc>
              <a:spcBef>
                <a:spcPct val="20000"/>
              </a:spcBef>
              <a:buSzPct val="85000"/>
              <a:buBlip>
                <a:blip r:embed="rId2"/>
              </a:buBlip>
              <a:tabLst>
                <a:tab pos="1146175" algn="l"/>
              </a:tabLst>
              <a:defRPr/>
            </a:pPr>
            <a:r>
              <a:rPr kumimoji="0" lang="zh-CN" altLang="en-US" sz="3000" dirty="0">
                <a:solidFill>
                  <a:schemeClr val="bg1">
                    <a:lumMod val="50000"/>
                  </a:schemeClr>
                </a:solidFill>
                <a:ea typeface="微软雅黑" panose="020B0503020204020204" pitchFamily="34" charset="-122"/>
                <a:sym typeface="Symbol" pitchFamily="18" charset="2"/>
              </a:rPr>
              <a:t></a:t>
            </a:r>
            <a:r>
              <a:rPr kumimoji="0" lang="en-US" altLang="zh-CN" sz="3000" dirty="0" err="1">
                <a:solidFill>
                  <a:schemeClr val="bg1">
                    <a:lumMod val="50000"/>
                  </a:schemeClr>
                </a:solidFill>
                <a:ea typeface="微软雅黑" panose="020B0503020204020204" pitchFamily="34" charset="-122"/>
              </a:rPr>
              <a:t>xP</a:t>
            </a:r>
            <a:r>
              <a:rPr kumimoji="0" lang="en-US" altLang="zh-CN" sz="3000" dirty="0">
                <a:solidFill>
                  <a:schemeClr val="bg1">
                    <a:lumMod val="50000"/>
                  </a:schemeClr>
                </a:solidFill>
                <a:ea typeface="微软雅黑" panose="020B0503020204020204" pitchFamily="34" charset="-122"/>
              </a:rPr>
              <a:t>(x)</a:t>
            </a:r>
            <a:r>
              <a:rPr kumimoji="0" lang="zh-CN" altLang="en-US" sz="3000" dirty="0">
                <a:solidFill>
                  <a:schemeClr val="bg1">
                    <a:lumMod val="50000"/>
                  </a:schemeClr>
                </a:solidFill>
                <a:ea typeface="微软雅黑" panose="020B0503020204020204" pitchFamily="34" charset="-122"/>
              </a:rPr>
              <a:t>与</a:t>
            </a:r>
            <a:r>
              <a:rPr kumimoji="0" lang="zh-CN" altLang="en-US" sz="3000" dirty="0">
                <a:solidFill>
                  <a:schemeClr val="bg1">
                    <a:lumMod val="50000"/>
                  </a:schemeClr>
                </a:solidFill>
                <a:ea typeface="微软雅黑" panose="020B0503020204020204" pitchFamily="34" charset="-122"/>
                <a:sym typeface="Symbol" pitchFamily="18" charset="2"/>
              </a:rPr>
              <a:t></a:t>
            </a:r>
            <a:r>
              <a:rPr kumimoji="0" lang="en-US" altLang="zh-CN" sz="3000" dirty="0" err="1">
                <a:solidFill>
                  <a:schemeClr val="bg1">
                    <a:lumMod val="50000"/>
                  </a:schemeClr>
                </a:solidFill>
                <a:ea typeface="微软雅黑" panose="020B0503020204020204" pitchFamily="34" charset="-122"/>
              </a:rPr>
              <a:t>yP</a:t>
            </a:r>
            <a:r>
              <a:rPr kumimoji="0" lang="en-US" altLang="zh-CN" sz="3000" dirty="0">
                <a:solidFill>
                  <a:schemeClr val="bg1">
                    <a:lumMod val="50000"/>
                  </a:schemeClr>
                </a:solidFill>
                <a:ea typeface="微软雅黑" panose="020B0503020204020204" pitchFamily="34" charset="-122"/>
              </a:rPr>
              <a:t>(y)</a:t>
            </a:r>
            <a:r>
              <a:rPr kumimoji="0" lang="zh-CN" altLang="en-US" sz="3000" dirty="0">
                <a:solidFill>
                  <a:schemeClr val="bg1">
                    <a:lumMod val="50000"/>
                  </a:schemeClr>
                </a:solidFill>
                <a:ea typeface="微软雅黑" panose="020B0503020204020204" pitchFamily="34" charset="-122"/>
              </a:rPr>
              <a:t>都是表示个体域</a:t>
            </a:r>
            <a:r>
              <a:rPr kumimoji="0" lang="en-US" altLang="zh-CN" sz="3000" dirty="0">
                <a:solidFill>
                  <a:schemeClr val="bg1">
                    <a:lumMod val="50000"/>
                  </a:schemeClr>
                </a:solidFill>
                <a:ea typeface="微软雅黑" panose="020B0503020204020204" pitchFamily="34" charset="-122"/>
              </a:rPr>
              <a:t>D</a:t>
            </a:r>
            <a:r>
              <a:rPr kumimoji="0" lang="zh-CN" altLang="en-US" sz="3000" dirty="0">
                <a:solidFill>
                  <a:schemeClr val="bg1">
                    <a:lumMod val="50000"/>
                  </a:schemeClr>
                </a:solidFill>
                <a:ea typeface="微软雅黑" panose="020B0503020204020204" pitchFamily="34" charset="-122"/>
              </a:rPr>
              <a:t>中的“每个个体都具有性质</a:t>
            </a:r>
            <a:r>
              <a:rPr kumimoji="0" lang="en-US" altLang="zh-CN" sz="3000" dirty="0">
                <a:solidFill>
                  <a:schemeClr val="bg1">
                    <a:lumMod val="50000"/>
                  </a:schemeClr>
                </a:solidFill>
                <a:ea typeface="微软雅黑" panose="020B0503020204020204" pitchFamily="34" charset="-122"/>
              </a:rPr>
              <a:t>P”</a:t>
            </a:r>
            <a:r>
              <a:rPr kumimoji="0" lang="zh-CN" altLang="en-US" sz="3000" dirty="0">
                <a:solidFill>
                  <a:schemeClr val="bg1">
                    <a:lumMod val="50000"/>
                  </a:schemeClr>
                </a:solidFill>
                <a:ea typeface="微软雅黑" panose="020B0503020204020204" pitchFamily="34" charset="-122"/>
              </a:rPr>
              <a:t>，所以可以把</a:t>
            </a:r>
            <a:r>
              <a:rPr kumimoji="0" lang="en-US" altLang="zh-CN" sz="3000" dirty="0">
                <a:solidFill>
                  <a:schemeClr val="bg1">
                    <a:lumMod val="50000"/>
                  </a:schemeClr>
                </a:solidFill>
                <a:ea typeface="微软雅黑" panose="020B0503020204020204" pitchFamily="34" charset="-122"/>
              </a:rPr>
              <a:t>x</a:t>
            </a:r>
            <a:r>
              <a:rPr kumimoji="0" lang="zh-CN" altLang="en-US" sz="3000" dirty="0">
                <a:solidFill>
                  <a:schemeClr val="bg1">
                    <a:lumMod val="50000"/>
                  </a:schemeClr>
                </a:solidFill>
                <a:ea typeface="微软雅黑" panose="020B0503020204020204" pitchFamily="34" charset="-122"/>
              </a:rPr>
              <a:t>改名为</a:t>
            </a:r>
            <a:r>
              <a:rPr kumimoji="0" lang="en-US" altLang="zh-CN" sz="3000" dirty="0">
                <a:solidFill>
                  <a:schemeClr val="bg1">
                    <a:lumMod val="50000"/>
                  </a:schemeClr>
                </a:solidFill>
                <a:ea typeface="微软雅黑" panose="020B0503020204020204" pitchFamily="34" charset="-122"/>
              </a:rPr>
              <a:t>y</a:t>
            </a:r>
            <a:r>
              <a:rPr kumimoji="0" lang="zh-CN" altLang="en-US" sz="3000" dirty="0">
                <a:solidFill>
                  <a:schemeClr val="bg1">
                    <a:lumMod val="50000"/>
                  </a:schemeClr>
                </a:solidFill>
                <a:ea typeface="微软雅黑" panose="020B0503020204020204" pitchFamily="34" charset="-122"/>
              </a:rPr>
              <a:t>，即把</a:t>
            </a:r>
            <a:r>
              <a:rPr kumimoji="0" lang="zh-CN" altLang="en-US" sz="3000" dirty="0">
                <a:solidFill>
                  <a:schemeClr val="bg1">
                    <a:lumMod val="50000"/>
                  </a:schemeClr>
                </a:solidFill>
                <a:ea typeface="微软雅黑" panose="020B0503020204020204" pitchFamily="34" charset="-122"/>
                <a:sym typeface="Symbol" pitchFamily="18" charset="2"/>
              </a:rPr>
              <a:t></a:t>
            </a:r>
            <a:r>
              <a:rPr kumimoji="0" lang="en-US" altLang="zh-CN" sz="3000" dirty="0" err="1">
                <a:solidFill>
                  <a:schemeClr val="bg1">
                    <a:lumMod val="50000"/>
                  </a:schemeClr>
                </a:solidFill>
                <a:ea typeface="微软雅黑" panose="020B0503020204020204" pitchFamily="34" charset="-122"/>
              </a:rPr>
              <a:t>xP</a:t>
            </a:r>
            <a:r>
              <a:rPr kumimoji="0" lang="en-US" altLang="zh-CN" sz="3000" dirty="0">
                <a:solidFill>
                  <a:schemeClr val="bg1">
                    <a:lumMod val="50000"/>
                  </a:schemeClr>
                </a:solidFill>
                <a:ea typeface="微软雅黑" panose="020B0503020204020204" pitchFamily="34" charset="-122"/>
              </a:rPr>
              <a:t>(x)</a:t>
            </a:r>
            <a:r>
              <a:rPr kumimoji="0" lang="zh-CN" altLang="en-US" sz="3000" dirty="0">
                <a:solidFill>
                  <a:schemeClr val="bg1">
                    <a:lumMod val="50000"/>
                  </a:schemeClr>
                </a:solidFill>
                <a:ea typeface="微软雅黑" panose="020B0503020204020204" pitchFamily="34" charset="-122"/>
              </a:rPr>
              <a:t>改成为</a:t>
            </a:r>
            <a:r>
              <a:rPr kumimoji="0" lang="zh-CN" altLang="en-US" sz="3000" dirty="0">
                <a:solidFill>
                  <a:schemeClr val="bg1">
                    <a:lumMod val="50000"/>
                  </a:schemeClr>
                </a:solidFill>
                <a:ea typeface="微软雅黑" panose="020B0503020204020204" pitchFamily="34" charset="-122"/>
                <a:sym typeface="Symbol" pitchFamily="18" charset="2"/>
              </a:rPr>
              <a:t></a:t>
            </a:r>
            <a:r>
              <a:rPr kumimoji="0" lang="en-US" altLang="zh-CN" sz="3000" dirty="0" err="1">
                <a:solidFill>
                  <a:schemeClr val="bg1">
                    <a:lumMod val="50000"/>
                  </a:schemeClr>
                </a:solidFill>
                <a:ea typeface="微软雅黑" panose="020B0503020204020204" pitchFamily="34" charset="-122"/>
              </a:rPr>
              <a:t>yP</a:t>
            </a:r>
            <a:r>
              <a:rPr kumimoji="0" lang="en-US" altLang="zh-CN" sz="3000" dirty="0">
                <a:solidFill>
                  <a:schemeClr val="bg1">
                    <a:lumMod val="50000"/>
                  </a:schemeClr>
                </a:solidFill>
                <a:ea typeface="微软雅黑" panose="020B0503020204020204" pitchFamily="34" charset="-122"/>
              </a:rPr>
              <a:t>(y)</a:t>
            </a:r>
            <a:r>
              <a:rPr kumimoji="0" lang="zh-CN" altLang="en-US" sz="3000" dirty="0">
                <a:solidFill>
                  <a:schemeClr val="bg1">
                    <a:lumMod val="50000"/>
                  </a:schemeClr>
                </a:solidFill>
                <a:ea typeface="微软雅黑" panose="020B0503020204020204" pitchFamily="34" charset="-122"/>
              </a:rPr>
              <a:t>。</a:t>
            </a:r>
          </a:p>
          <a:p>
            <a:pPr marL="342900" lvl="0" indent="-342900" eaLnBrk="1" hangingPunct="1">
              <a:lnSpc>
                <a:spcPct val="125000"/>
              </a:lnSpc>
              <a:spcBef>
                <a:spcPct val="20000"/>
              </a:spcBef>
              <a:buSzPct val="85000"/>
              <a:buBlip>
                <a:blip r:embed="rId2"/>
              </a:buBlip>
              <a:tabLst>
                <a:tab pos="1146175" algn="l"/>
              </a:tabLst>
              <a:defRPr/>
            </a:pPr>
            <a:r>
              <a:rPr kumimoji="0" lang="zh-CN" altLang="en-US" sz="3000" dirty="0">
                <a:solidFill>
                  <a:schemeClr val="bg1">
                    <a:lumMod val="50000"/>
                  </a:schemeClr>
                </a:solidFill>
                <a:ea typeface="微软雅黑" panose="020B0503020204020204" pitchFamily="34" charset="-122"/>
                <a:sym typeface="Symbol" pitchFamily="18" charset="2"/>
              </a:rPr>
              <a:t></a:t>
            </a:r>
            <a:r>
              <a:rPr kumimoji="0" lang="en-US" altLang="zh-CN" sz="3000" dirty="0" err="1">
                <a:solidFill>
                  <a:schemeClr val="bg1">
                    <a:lumMod val="50000"/>
                  </a:schemeClr>
                </a:solidFill>
                <a:ea typeface="微软雅黑" panose="020B0503020204020204" pitchFamily="34" charset="-122"/>
              </a:rPr>
              <a:t>xP</a:t>
            </a:r>
            <a:r>
              <a:rPr kumimoji="0" lang="en-US" altLang="zh-CN" sz="3000" dirty="0">
                <a:solidFill>
                  <a:schemeClr val="bg1">
                    <a:lumMod val="50000"/>
                  </a:schemeClr>
                </a:solidFill>
                <a:ea typeface="微软雅黑" panose="020B0503020204020204" pitchFamily="34" charset="-122"/>
              </a:rPr>
              <a:t>(x)</a:t>
            </a:r>
            <a:r>
              <a:rPr kumimoji="0" lang="zh-CN" altLang="en-US" sz="3000" dirty="0">
                <a:solidFill>
                  <a:schemeClr val="bg1">
                    <a:lumMod val="50000"/>
                  </a:schemeClr>
                </a:solidFill>
                <a:ea typeface="微软雅黑" panose="020B0503020204020204" pitchFamily="34" charset="-122"/>
              </a:rPr>
              <a:t>与</a:t>
            </a:r>
            <a:r>
              <a:rPr kumimoji="0" lang="zh-CN" altLang="en-US" sz="3000" dirty="0">
                <a:solidFill>
                  <a:schemeClr val="bg1">
                    <a:lumMod val="50000"/>
                  </a:schemeClr>
                </a:solidFill>
                <a:ea typeface="微软雅黑" panose="020B0503020204020204" pitchFamily="34" charset="-122"/>
                <a:sym typeface="Symbol" pitchFamily="18" charset="2"/>
              </a:rPr>
              <a:t></a:t>
            </a:r>
            <a:r>
              <a:rPr kumimoji="0" lang="en-US" altLang="zh-CN" sz="3000" dirty="0" err="1">
                <a:solidFill>
                  <a:schemeClr val="bg1">
                    <a:lumMod val="50000"/>
                  </a:schemeClr>
                </a:solidFill>
                <a:ea typeface="微软雅黑" panose="020B0503020204020204" pitchFamily="34" charset="-122"/>
              </a:rPr>
              <a:t>yP</a:t>
            </a:r>
            <a:r>
              <a:rPr kumimoji="0" lang="en-US" altLang="zh-CN" sz="3000" dirty="0">
                <a:solidFill>
                  <a:schemeClr val="bg1">
                    <a:lumMod val="50000"/>
                  </a:schemeClr>
                </a:solidFill>
                <a:ea typeface="微软雅黑" panose="020B0503020204020204" pitchFamily="34" charset="-122"/>
              </a:rPr>
              <a:t>(y)</a:t>
            </a:r>
            <a:r>
              <a:rPr kumimoji="0" lang="zh-CN" altLang="en-US" sz="3000" dirty="0">
                <a:solidFill>
                  <a:schemeClr val="bg1">
                    <a:lumMod val="50000"/>
                  </a:schemeClr>
                </a:solidFill>
                <a:ea typeface="微软雅黑" panose="020B0503020204020204" pitchFamily="34" charset="-122"/>
              </a:rPr>
              <a:t>都是表示个体域</a:t>
            </a:r>
            <a:r>
              <a:rPr kumimoji="0" lang="en-US" altLang="zh-CN" sz="3000" dirty="0">
                <a:solidFill>
                  <a:schemeClr val="bg1">
                    <a:lumMod val="50000"/>
                  </a:schemeClr>
                </a:solidFill>
                <a:ea typeface="微软雅黑" panose="020B0503020204020204" pitchFamily="34" charset="-122"/>
              </a:rPr>
              <a:t>D</a:t>
            </a:r>
            <a:r>
              <a:rPr kumimoji="0" lang="zh-CN" altLang="en-US" sz="3000" dirty="0">
                <a:solidFill>
                  <a:schemeClr val="bg1">
                    <a:lumMod val="50000"/>
                  </a:schemeClr>
                </a:solidFill>
                <a:ea typeface="微软雅黑" panose="020B0503020204020204" pitchFamily="34" charset="-122"/>
              </a:rPr>
              <a:t>中的“某个个体具有性质</a:t>
            </a:r>
            <a:r>
              <a:rPr kumimoji="0" lang="en-US" altLang="zh-CN" sz="3000" dirty="0">
                <a:solidFill>
                  <a:schemeClr val="bg1">
                    <a:lumMod val="50000"/>
                  </a:schemeClr>
                </a:solidFill>
                <a:ea typeface="微软雅黑" panose="020B0503020204020204" pitchFamily="34" charset="-122"/>
              </a:rPr>
              <a:t>P” </a:t>
            </a:r>
            <a:r>
              <a:rPr kumimoji="0" lang="zh-CN" altLang="en-US" sz="3000" dirty="0">
                <a:solidFill>
                  <a:schemeClr val="bg1">
                    <a:lumMod val="50000"/>
                  </a:schemeClr>
                </a:solidFill>
                <a:ea typeface="微软雅黑" panose="020B0503020204020204" pitchFamily="34" charset="-122"/>
              </a:rPr>
              <a:t>，所以也可以把</a:t>
            </a:r>
            <a:r>
              <a:rPr kumimoji="0" lang="en-US" altLang="zh-CN" sz="3000" dirty="0">
                <a:solidFill>
                  <a:schemeClr val="bg1">
                    <a:lumMod val="50000"/>
                  </a:schemeClr>
                </a:solidFill>
                <a:ea typeface="微软雅黑" panose="020B0503020204020204" pitchFamily="34" charset="-122"/>
              </a:rPr>
              <a:t>x</a:t>
            </a:r>
            <a:r>
              <a:rPr kumimoji="0" lang="zh-CN" altLang="en-US" sz="3000" dirty="0">
                <a:solidFill>
                  <a:schemeClr val="bg1">
                    <a:lumMod val="50000"/>
                  </a:schemeClr>
                </a:solidFill>
                <a:ea typeface="微软雅黑" panose="020B0503020204020204" pitchFamily="34" charset="-122"/>
              </a:rPr>
              <a:t>改名为</a:t>
            </a:r>
            <a:r>
              <a:rPr kumimoji="0" lang="en-US" altLang="zh-CN" sz="3000" dirty="0">
                <a:solidFill>
                  <a:schemeClr val="bg1">
                    <a:lumMod val="50000"/>
                  </a:schemeClr>
                </a:solidFill>
                <a:ea typeface="微软雅黑" panose="020B0503020204020204" pitchFamily="34" charset="-122"/>
              </a:rPr>
              <a:t>y</a:t>
            </a:r>
            <a:r>
              <a:rPr kumimoji="0" lang="zh-CN" altLang="en-US" sz="3000" dirty="0">
                <a:solidFill>
                  <a:schemeClr val="bg1">
                    <a:lumMod val="50000"/>
                  </a:schemeClr>
                </a:solidFill>
                <a:ea typeface="微软雅黑" panose="020B0503020204020204" pitchFamily="34" charset="-122"/>
              </a:rPr>
              <a:t>，即把</a:t>
            </a:r>
            <a:r>
              <a:rPr kumimoji="0" lang="zh-CN" altLang="en-US" sz="3000" dirty="0">
                <a:solidFill>
                  <a:schemeClr val="bg1">
                    <a:lumMod val="50000"/>
                  </a:schemeClr>
                </a:solidFill>
                <a:ea typeface="微软雅黑" panose="020B0503020204020204" pitchFamily="34" charset="-122"/>
                <a:sym typeface="Symbol" pitchFamily="18" charset="2"/>
              </a:rPr>
              <a:t></a:t>
            </a:r>
            <a:r>
              <a:rPr kumimoji="0" lang="en-US" altLang="zh-CN" sz="3000" dirty="0" err="1">
                <a:solidFill>
                  <a:schemeClr val="bg1">
                    <a:lumMod val="50000"/>
                  </a:schemeClr>
                </a:solidFill>
                <a:ea typeface="微软雅黑" panose="020B0503020204020204" pitchFamily="34" charset="-122"/>
              </a:rPr>
              <a:t>xP</a:t>
            </a:r>
            <a:r>
              <a:rPr kumimoji="0" lang="en-US" altLang="zh-CN" sz="3000" dirty="0">
                <a:solidFill>
                  <a:schemeClr val="bg1">
                    <a:lumMod val="50000"/>
                  </a:schemeClr>
                </a:solidFill>
                <a:ea typeface="微软雅黑" panose="020B0503020204020204" pitchFamily="34" charset="-122"/>
              </a:rPr>
              <a:t>(x)</a:t>
            </a:r>
            <a:r>
              <a:rPr kumimoji="0" lang="zh-CN" altLang="en-US" sz="3000" dirty="0">
                <a:solidFill>
                  <a:schemeClr val="bg1">
                    <a:lumMod val="50000"/>
                  </a:schemeClr>
                </a:solidFill>
                <a:ea typeface="微软雅黑" panose="020B0503020204020204" pitchFamily="34" charset="-122"/>
              </a:rPr>
              <a:t>改成为</a:t>
            </a:r>
            <a:r>
              <a:rPr kumimoji="0" lang="zh-CN" altLang="en-US" sz="3000" dirty="0">
                <a:solidFill>
                  <a:schemeClr val="bg1">
                    <a:lumMod val="50000"/>
                  </a:schemeClr>
                </a:solidFill>
                <a:ea typeface="微软雅黑" panose="020B0503020204020204" pitchFamily="34" charset="-122"/>
                <a:sym typeface="Symbol" pitchFamily="18" charset="2"/>
              </a:rPr>
              <a:t></a:t>
            </a:r>
            <a:r>
              <a:rPr kumimoji="0" lang="en-US" altLang="zh-CN" sz="3000" dirty="0" err="1">
                <a:solidFill>
                  <a:schemeClr val="bg1">
                    <a:lumMod val="50000"/>
                  </a:schemeClr>
                </a:solidFill>
                <a:ea typeface="微软雅黑" panose="020B0503020204020204" pitchFamily="34" charset="-122"/>
              </a:rPr>
              <a:t>yP</a:t>
            </a:r>
            <a:r>
              <a:rPr kumimoji="0" lang="en-US" altLang="zh-CN" sz="3000" dirty="0">
                <a:solidFill>
                  <a:schemeClr val="bg1">
                    <a:lumMod val="50000"/>
                  </a:schemeClr>
                </a:solidFill>
                <a:ea typeface="微软雅黑" panose="020B0503020204020204" pitchFamily="34" charset="-122"/>
              </a:rPr>
              <a:t>(y)</a:t>
            </a:r>
            <a:r>
              <a:rPr kumimoji="0" lang="zh-CN" altLang="en-US" sz="3000" dirty="0">
                <a:solidFill>
                  <a:schemeClr val="bg1">
                    <a:lumMod val="50000"/>
                  </a:schemeClr>
                </a:solidFill>
                <a:ea typeface="微软雅黑" panose="020B0503020204020204" pitchFamily="34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968376926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</p:bld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F8FA661-BD4B-4FAB-830F-A7C250F1BC52}" type="slidenum">
              <a:rPr lang="zh-CN" altLang="en-US" smtClean="0">
                <a:solidFill>
                  <a:srgbClr val="FFFFFF"/>
                </a:solidFill>
              </a:rPr>
              <a:pPr>
                <a:defRPr/>
              </a:pPr>
              <a:t>113</a:t>
            </a:fld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04800" y="771034"/>
            <a:ext cx="8229600" cy="5867400"/>
          </a:xfrm>
        </p:spPr>
        <p:txBody>
          <a:bodyPr/>
          <a:lstStyle/>
          <a:p>
            <a:pPr marL="0" lvl="0" indent="0" algn="just">
              <a:spcAft>
                <a:spcPts val="0"/>
              </a:spcAft>
              <a:buNone/>
            </a:pPr>
            <a:r>
              <a:rPr lang="zh-CN" altLang="en-US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多选：</a:t>
            </a:r>
            <a:endParaRPr lang="en-US" altLang="zh-CN" kern="100" dirty="0" smtClean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0" indent="0" algn="just">
              <a:spcAft>
                <a:spcPts val="0"/>
              </a:spcAft>
              <a:buNone/>
            </a:pPr>
            <a:r>
              <a:rPr lang="zh-CN" altLang="zh-CN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公式</a:t>
            </a:r>
            <a:r>
              <a:rPr lang="en-US" altLang="zh-CN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G=</a:t>
            </a:r>
            <a:r>
              <a:rPr lang="en-US" altLang="zh-CN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kern="100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xA</a:t>
            </a:r>
            <a:r>
              <a:rPr lang="en-US" altLang="zh-CN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(x)</a:t>
            </a:r>
            <a:r>
              <a:rPr lang="en-US" altLang="zh-CN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</a:t>
            </a:r>
            <a:r>
              <a:rPr lang="en-US" altLang="zh-CN" kern="100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xB</a:t>
            </a:r>
            <a:r>
              <a:rPr lang="en-US" altLang="zh-CN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(x)</a:t>
            </a:r>
            <a:r>
              <a:rPr lang="zh-CN" altLang="zh-CN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，下列</a:t>
            </a:r>
            <a:r>
              <a:rPr lang="zh-CN" altLang="zh-CN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几个公式</a:t>
            </a:r>
            <a:r>
              <a:rPr lang="zh-CN" altLang="zh-CN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中</a:t>
            </a:r>
            <a:r>
              <a:rPr lang="en-US" altLang="zh-CN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</a:t>
            </a:r>
            <a:r>
              <a:rPr lang="zh-CN" altLang="zh-CN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lang="en-US" altLang="zh-CN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</a:t>
            </a:r>
            <a:r>
              <a:rPr lang="zh-CN" altLang="zh-CN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）与</a:t>
            </a:r>
            <a:r>
              <a:rPr lang="en-US" altLang="zh-CN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G</a:t>
            </a:r>
            <a:r>
              <a:rPr lang="zh-CN" altLang="zh-CN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等价</a:t>
            </a:r>
            <a:r>
              <a:rPr lang="en-US" altLang="zh-CN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. </a:t>
            </a:r>
            <a:endParaRPr lang="zh-CN" altLang="zh-CN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0" algn="just">
              <a:spcAft>
                <a:spcPts val="0"/>
              </a:spcAft>
              <a:buFont typeface="+mj-lt"/>
              <a:buAutoNum type="alphaUcPeriod"/>
            </a:pPr>
            <a:r>
              <a:rPr lang="en-US" altLang="zh-CN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n-US" altLang="zh-CN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n-US" altLang="zh-CN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y(A(x)</a:t>
            </a:r>
            <a:r>
              <a:rPr lang="en-US" altLang="zh-CN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B(y))</a:t>
            </a:r>
            <a:endParaRPr lang="zh-CN" altLang="zh-CN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0" algn="just">
              <a:spcAft>
                <a:spcPts val="0"/>
              </a:spcAft>
              <a:buFont typeface="+mj-lt"/>
              <a:buAutoNum type="alphaUcPeriod"/>
            </a:pPr>
            <a:r>
              <a:rPr lang="en-US" altLang="zh-CN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kern="100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lang="en-US" altLang="zh-CN" kern="100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n-US" altLang="zh-CN" kern="100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(A(x)</a:t>
            </a:r>
            <a:r>
              <a:rPr lang="en-US" altLang="zh-CN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B(y)) </a:t>
            </a:r>
            <a:endParaRPr lang="zh-CN" altLang="zh-CN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0" algn="just">
              <a:spcAft>
                <a:spcPts val="0"/>
              </a:spcAft>
              <a:buFont typeface="+mj-lt"/>
              <a:buAutoNum type="alphaUcPeriod"/>
            </a:pPr>
            <a:r>
              <a:rPr lang="en-US" altLang="zh-CN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n-US" altLang="zh-CN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x(A(x)</a:t>
            </a:r>
            <a:r>
              <a:rPr lang="en-US" altLang="zh-CN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B(x))</a:t>
            </a:r>
            <a:endParaRPr lang="zh-CN" altLang="zh-CN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0" algn="just">
              <a:spcAft>
                <a:spcPts val="0"/>
              </a:spcAft>
              <a:buFont typeface="+mj-lt"/>
              <a:buAutoNum type="alphaUcPeriod"/>
            </a:pPr>
            <a:r>
              <a:rPr lang="en-US" altLang="zh-CN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x(A(x)</a:t>
            </a:r>
            <a:r>
              <a:rPr lang="en-US" altLang="zh-CN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B(x</a:t>
            </a:r>
            <a:r>
              <a:rPr lang="en-US" altLang="zh-CN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))</a:t>
            </a:r>
          </a:p>
          <a:p>
            <a:pPr marL="0" lvl="0" indent="0" algn="just">
              <a:spcAft>
                <a:spcPts val="0"/>
              </a:spcAft>
              <a:buNone/>
            </a:pPr>
            <a:r>
              <a:rPr lang="zh-CN" altLang="zh-CN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答：</a:t>
            </a:r>
            <a:r>
              <a:rPr lang="en-US" altLang="zh-CN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(A </a:t>
            </a:r>
            <a:r>
              <a:rPr lang="zh-CN" altLang="en-US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</a:t>
            </a:r>
            <a:r>
              <a:rPr lang="en-US" altLang="zh-CN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endParaRPr lang="zh-CN" altLang="zh-CN" kern="100" dirty="0" smtClean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4" name="标题 2"/>
          <p:cNvSpPr txBox="1">
            <a:spLocks/>
          </p:cNvSpPr>
          <p:nvPr/>
        </p:nvSpPr>
        <p:spPr>
          <a:xfrm>
            <a:off x="76200" y="60585"/>
            <a:ext cx="7772400" cy="707886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9pPr>
          </a:lstStyle>
          <a:p>
            <a:pPr algn="l"/>
            <a:r>
              <a:rPr kumimoji="0" lang="zh-CN" altLang="en-US" sz="4000" smtClean="0"/>
              <a:t>练习：</a:t>
            </a:r>
            <a:endParaRPr kumimoji="0" lang="zh-CN" altLang="en-US" sz="4000" dirty="0"/>
          </a:p>
        </p:txBody>
      </p:sp>
    </p:spTree>
    <p:extLst>
      <p:ext uri="{BB962C8B-B14F-4D97-AF65-F5344CB8AC3E}">
        <p14:creationId xmlns:p14="http://schemas.microsoft.com/office/powerpoint/2010/main" val="3605065815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F8FA661-BD4B-4FAB-830F-A7C250F1BC52}" type="slidenum">
              <a:rPr lang="zh-CN" altLang="en-US" smtClean="0">
                <a:solidFill>
                  <a:srgbClr val="FFFFFF"/>
                </a:solidFill>
              </a:rPr>
              <a:pPr>
                <a:defRPr/>
              </a:pPr>
              <a:t>114</a:t>
            </a:fld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8228" y="228600"/>
            <a:ext cx="8813372" cy="6324600"/>
          </a:xfrm>
        </p:spPr>
        <p:txBody>
          <a:bodyPr/>
          <a:lstStyle/>
          <a:p>
            <a:pPr marL="0" indent="0">
              <a:spcAft>
                <a:spcPts val="0"/>
              </a:spcAft>
              <a:buNone/>
            </a:pPr>
            <a:r>
              <a:rPr lang="zh-CN" altLang="en-US" sz="2800" kern="100" dirty="0" smtClean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习题</a:t>
            </a:r>
            <a:r>
              <a:rPr lang="en-US" altLang="zh-CN" sz="2800" kern="100" dirty="0" smtClean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3.2-6(6)</a:t>
            </a:r>
            <a:r>
              <a:rPr lang="zh-CN" altLang="zh-CN" sz="2800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试证明下列等价式或蕴涵式，其中</a:t>
            </a:r>
            <a:r>
              <a:rPr lang="en-US" altLang="zh-CN" sz="2800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A(x)</a:t>
            </a:r>
            <a:r>
              <a:rPr lang="zh-CN" altLang="zh-CN" sz="2800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800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B(x)</a:t>
            </a:r>
            <a:r>
              <a:rPr lang="zh-CN" altLang="zh-CN" sz="2800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表示含自由变量</a:t>
            </a:r>
            <a:r>
              <a:rPr lang="en-US" altLang="zh-CN" sz="2800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zh-CN" sz="2800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的公式，</a:t>
            </a:r>
            <a:r>
              <a:rPr lang="en-US" altLang="zh-CN" sz="2800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zh-CN" sz="2800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800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zh-CN" sz="2800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表示不含变量</a:t>
            </a:r>
            <a:r>
              <a:rPr lang="en-US" altLang="zh-CN" sz="2800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x(</a:t>
            </a:r>
            <a:r>
              <a:rPr lang="zh-CN" altLang="zh-CN" sz="2800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不论是自由的还是约束的</a:t>
            </a:r>
            <a:r>
              <a:rPr lang="en-US" altLang="zh-CN" sz="2800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zh-CN" sz="2800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zh-CN" sz="2800" dirty="0" smtClean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公式</a:t>
            </a:r>
            <a:endParaRPr lang="en-US" altLang="zh-CN" sz="2800" kern="100" dirty="0" smtClean="0">
              <a:solidFill>
                <a:srgbClr val="FFC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0"/>
              </a:spcAft>
            </a:pPr>
            <a:r>
              <a:rPr lang="en-US" altLang="zh-CN" sz="29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2900" kern="100" dirty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</a:t>
            </a:r>
            <a:r>
              <a:rPr lang="en-US" altLang="zh-CN" sz="2900" kern="1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xA</a:t>
            </a:r>
            <a:r>
              <a:rPr lang="en-US" altLang="zh-CN" sz="29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(x)</a:t>
            </a:r>
            <a:r>
              <a:rPr lang="en-US" altLang="zh-CN" sz="2900" kern="100" dirty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</a:t>
            </a:r>
            <a:r>
              <a:rPr lang="en-US" altLang="zh-CN" sz="2900" kern="1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xB</a:t>
            </a:r>
            <a:r>
              <a:rPr lang="en-US" altLang="zh-CN" sz="29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(x))</a:t>
            </a:r>
            <a:r>
              <a:rPr lang="en-US" altLang="zh-CN" sz="2900" kern="100" dirty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</a:t>
            </a:r>
            <a:r>
              <a:rPr lang="en-US" altLang="zh-CN" sz="29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x(A(x)</a:t>
            </a:r>
            <a:r>
              <a:rPr lang="en-US" altLang="zh-CN" sz="2900" kern="100" dirty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</a:t>
            </a:r>
            <a:r>
              <a:rPr lang="en-US" altLang="zh-CN" sz="29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B(x))</a:t>
            </a:r>
            <a:r>
              <a:rPr lang="zh-CN" altLang="zh-CN" sz="29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</a:p>
          <a:p>
            <a:pPr marL="0" indent="0">
              <a:spcAft>
                <a:spcPts val="0"/>
              </a:spcAft>
              <a:buNone/>
            </a:pPr>
            <a:r>
              <a:rPr lang="zh-CN" altLang="zh-CN" sz="29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证明：</a:t>
            </a:r>
          </a:p>
          <a:p>
            <a:pPr marL="0" indent="0">
              <a:spcAft>
                <a:spcPts val="0"/>
              </a:spcAft>
              <a:buNone/>
            </a:pPr>
            <a:r>
              <a:rPr lang="zh-CN" altLang="zh-CN" sz="29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若解释</a:t>
            </a:r>
            <a:r>
              <a:rPr lang="en-US" altLang="zh-CN" sz="2900" kern="1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zh-CN" altLang="zh-CN" sz="29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满足</a:t>
            </a:r>
            <a:r>
              <a:rPr lang="en-US" altLang="zh-CN" sz="2900" kern="100" dirty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</a:t>
            </a:r>
            <a:r>
              <a:rPr lang="en-US" altLang="zh-CN" sz="2900" kern="1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xA</a:t>
            </a:r>
            <a:r>
              <a:rPr lang="en-US" altLang="zh-CN" sz="29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(x)</a:t>
            </a:r>
            <a:r>
              <a:rPr lang="en-US" altLang="zh-CN" sz="2900" kern="100" dirty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</a:t>
            </a:r>
            <a:r>
              <a:rPr lang="en-US" altLang="zh-CN" sz="2900" kern="1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xB</a:t>
            </a:r>
            <a:r>
              <a:rPr lang="en-US" altLang="zh-CN" sz="29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(x)</a:t>
            </a:r>
            <a:r>
              <a:rPr lang="zh-CN" altLang="zh-CN" sz="29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US" altLang="zh-CN" sz="2900" kern="1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 2" panose="05020102010507070707" pitchFamily="18" charset="2"/>
              </a:rPr>
              <a:t></a:t>
            </a:r>
            <a:r>
              <a:rPr lang="zh-CN" altLang="zh-CN" sz="2900" kern="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若</a:t>
            </a:r>
            <a:r>
              <a:rPr lang="en-US" altLang="zh-CN" sz="2900" kern="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  <a:r>
              <a:rPr lang="en-US" altLang="zh-CN" sz="2900" kern="100" baseline="-25000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sz="2900" kern="100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900" kern="1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</a:t>
            </a:r>
            <a:r>
              <a:rPr lang="en-US" altLang="zh-CN" sz="2900" kern="1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xB</a:t>
            </a:r>
            <a:r>
              <a:rPr lang="en-US" altLang="zh-CN" sz="29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(x</a:t>
            </a:r>
            <a:r>
              <a:rPr lang="en-US" altLang="zh-CN" sz="2900" kern="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))=1</a:t>
            </a:r>
            <a:r>
              <a:rPr lang="zh-CN" altLang="zh-CN" sz="2900" kern="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r>
              <a:rPr lang="zh-CN" altLang="zh-CN" sz="29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即对任意的</a:t>
            </a:r>
            <a:r>
              <a:rPr lang="en-US" altLang="zh-CN" sz="2900" kern="1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en-US" altLang="zh-CN" sz="2900" kern="100" dirty="0" err="1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</a:t>
            </a:r>
            <a:r>
              <a:rPr lang="en-US" altLang="zh-CN" sz="2900" kern="1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r>
              <a:rPr lang="zh-CN" altLang="zh-CN" sz="2900" kern="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9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T</a:t>
            </a:r>
            <a:r>
              <a:rPr lang="en-US" altLang="zh-CN" sz="2900" kern="100" baseline="-25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sz="29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900" kern="1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900" kern="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B(x))=1</a:t>
            </a:r>
            <a:r>
              <a:rPr lang="zh-CN" altLang="zh-CN" sz="2900" kern="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zh-CN" sz="29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则对任意的</a:t>
            </a:r>
            <a:r>
              <a:rPr lang="en-US" altLang="zh-CN" sz="2900" kern="1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en-US" altLang="zh-CN" sz="2900" kern="100" dirty="0" err="1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</a:t>
            </a:r>
            <a:r>
              <a:rPr lang="en-US" altLang="zh-CN" sz="2900" kern="1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r>
              <a:rPr lang="zh-CN" altLang="zh-CN" sz="29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，无论</a:t>
            </a:r>
            <a:r>
              <a:rPr lang="en-US" altLang="zh-CN" sz="29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A(x)</a:t>
            </a:r>
            <a:r>
              <a:rPr lang="zh-CN" altLang="zh-CN" sz="29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为何值，都</a:t>
            </a:r>
            <a:r>
              <a:rPr lang="zh-CN" altLang="zh-CN" sz="2900" kern="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有</a:t>
            </a:r>
            <a:r>
              <a:rPr lang="en-US" altLang="zh-CN" sz="29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  <a:r>
              <a:rPr lang="en-US" altLang="zh-CN" sz="2900" kern="100" baseline="-25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 </a:t>
            </a:r>
            <a:r>
              <a:rPr lang="en-US" altLang="zh-CN" sz="2900" kern="100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900" kern="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A(x</a:t>
            </a:r>
            <a:r>
              <a:rPr lang="en-US" altLang="zh-CN" sz="29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en-US" altLang="zh-CN" sz="2900" kern="100" dirty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</a:t>
            </a:r>
            <a:r>
              <a:rPr lang="en-US" altLang="zh-CN" sz="29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B(x</a:t>
            </a:r>
            <a:r>
              <a:rPr lang="en-US" altLang="zh-CN" sz="2900" kern="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))=1</a:t>
            </a:r>
            <a:r>
              <a:rPr lang="zh-CN" altLang="zh-CN" sz="2900" kern="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，所以</a:t>
            </a:r>
            <a:r>
              <a:rPr lang="en-US" altLang="zh-CN" sz="29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  <a:r>
              <a:rPr lang="en-US" altLang="zh-CN" sz="2900" kern="100" baseline="-25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 </a:t>
            </a:r>
            <a:r>
              <a:rPr lang="en-US" altLang="zh-CN" sz="2900" kern="100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900" kern="1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</a:t>
            </a:r>
            <a:r>
              <a:rPr lang="en-US" altLang="zh-CN" sz="2900" kern="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x(A(x</a:t>
            </a:r>
            <a:r>
              <a:rPr lang="en-US" altLang="zh-CN" sz="29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en-US" altLang="zh-CN" sz="2900" kern="100" dirty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</a:t>
            </a:r>
            <a:r>
              <a:rPr lang="en-US" altLang="zh-CN" sz="29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B(x</a:t>
            </a:r>
            <a:r>
              <a:rPr lang="en-US" altLang="zh-CN" sz="2900" kern="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)))=1</a:t>
            </a:r>
            <a:r>
              <a:rPr lang="zh-CN" altLang="zh-CN" sz="2900" kern="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lang="zh-CN" altLang="zh-CN" sz="2900" kern="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en-US" altLang="zh-CN" sz="2900" kern="1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 2" panose="05020102010507070707" pitchFamily="18" charset="2"/>
              </a:rPr>
              <a:t></a:t>
            </a:r>
            <a:r>
              <a:rPr lang="zh-CN" altLang="zh-CN" sz="2900" kern="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若</a:t>
            </a:r>
            <a:r>
              <a:rPr lang="en-US" altLang="zh-CN" sz="2900" kern="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  <a:r>
              <a:rPr lang="en-US" altLang="zh-CN" sz="2900" kern="100" baseline="-25000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 </a:t>
            </a:r>
            <a:r>
              <a:rPr lang="en-US" altLang="zh-CN" sz="2900" kern="100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900" kern="1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</a:t>
            </a:r>
            <a:r>
              <a:rPr lang="en-US" altLang="zh-CN" sz="2900" kern="1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xA</a:t>
            </a:r>
            <a:r>
              <a:rPr lang="en-US" altLang="zh-CN" sz="29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(x</a:t>
            </a:r>
            <a:r>
              <a:rPr lang="en-US" altLang="zh-CN" sz="2900" kern="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))=0</a:t>
            </a:r>
            <a:r>
              <a:rPr lang="zh-CN" altLang="zh-CN" sz="2900" kern="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zh-CN" sz="29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则对任意的</a:t>
            </a:r>
            <a:r>
              <a:rPr lang="en-US" altLang="zh-CN" sz="2900" kern="1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en-US" altLang="zh-CN" sz="2900" kern="100" dirty="0" err="1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</a:t>
            </a:r>
            <a:r>
              <a:rPr lang="en-US" altLang="zh-CN" sz="2900" kern="1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r>
              <a:rPr lang="zh-CN" altLang="zh-CN" sz="2900" kern="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900" kern="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  <a:r>
              <a:rPr lang="en-US" altLang="zh-CN" sz="2900" kern="100" baseline="-25000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sz="2900" kern="100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900" kern="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 </a:t>
            </a:r>
            <a:r>
              <a:rPr lang="en-US" altLang="zh-CN" sz="29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(x</a:t>
            </a:r>
            <a:r>
              <a:rPr lang="en-US" altLang="zh-CN" sz="2900" kern="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))=0</a:t>
            </a:r>
            <a:r>
              <a:rPr lang="zh-CN" altLang="zh-CN" sz="2900" kern="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zh-CN" sz="29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则对任意的</a:t>
            </a:r>
            <a:r>
              <a:rPr lang="en-US" altLang="zh-CN" sz="2900" kern="1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en-US" altLang="zh-CN" sz="2900" kern="100" dirty="0" err="1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</a:t>
            </a:r>
            <a:r>
              <a:rPr lang="en-US" altLang="zh-CN" sz="2900" kern="1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r>
              <a:rPr lang="zh-CN" altLang="zh-CN" sz="29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，无论</a:t>
            </a:r>
            <a:r>
              <a:rPr lang="en-US" altLang="zh-CN" sz="29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 (x)</a:t>
            </a:r>
            <a:r>
              <a:rPr lang="zh-CN" altLang="zh-CN" sz="29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为何值，都</a:t>
            </a:r>
            <a:r>
              <a:rPr lang="zh-CN" altLang="zh-CN" sz="2900" kern="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有</a:t>
            </a:r>
            <a:r>
              <a:rPr lang="en-US" altLang="zh-CN" sz="29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  <a:r>
              <a:rPr lang="en-US" altLang="zh-CN" sz="2900" kern="100" baseline="-25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sz="2900" kern="1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900" kern="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A(x</a:t>
            </a:r>
            <a:r>
              <a:rPr lang="en-US" altLang="zh-CN" sz="29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en-US" altLang="zh-CN" sz="2900" kern="100" dirty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</a:t>
            </a:r>
            <a:r>
              <a:rPr lang="en-US" altLang="zh-CN" sz="29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B(x</a:t>
            </a:r>
            <a:r>
              <a:rPr lang="en-US" altLang="zh-CN" sz="2900" kern="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))=1</a:t>
            </a:r>
            <a:r>
              <a:rPr lang="zh-CN" altLang="zh-CN" sz="2900" kern="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2900" kern="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故</a:t>
            </a:r>
            <a:r>
              <a:rPr lang="en-US" altLang="zh-CN" sz="2900" kern="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  <a:r>
              <a:rPr lang="en-US" altLang="zh-CN" sz="2900" kern="100" baseline="-25000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sz="2900" kern="100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900" kern="1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</a:t>
            </a:r>
            <a:r>
              <a:rPr lang="en-US" altLang="zh-CN" sz="29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x (A(x)</a:t>
            </a:r>
            <a:r>
              <a:rPr lang="en-US" altLang="zh-CN" sz="2900" kern="100" dirty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</a:t>
            </a:r>
            <a:r>
              <a:rPr lang="en-US" altLang="zh-CN" sz="29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B(x</a:t>
            </a:r>
            <a:r>
              <a:rPr lang="en-US" altLang="zh-CN" sz="2900" kern="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)))=1</a:t>
            </a:r>
            <a:endParaRPr lang="zh-CN" altLang="zh-CN" sz="2900" kern="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zh-CN" altLang="zh-CN" sz="29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因此，</a:t>
            </a:r>
            <a:r>
              <a:rPr lang="en-US" altLang="zh-CN" sz="29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2900" kern="100" dirty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</a:t>
            </a:r>
            <a:r>
              <a:rPr lang="en-US" altLang="zh-CN" sz="2900" kern="1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xA</a:t>
            </a:r>
            <a:r>
              <a:rPr lang="en-US" altLang="zh-CN" sz="29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(x)</a:t>
            </a:r>
            <a:r>
              <a:rPr lang="en-US" altLang="zh-CN" sz="2900" kern="100" dirty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</a:t>
            </a:r>
            <a:r>
              <a:rPr lang="en-US" altLang="zh-CN" sz="2900" kern="1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xB</a:t>
            </a:r>
            <a:r>
              <a:rPr lang="en-US" altLang="zh-CN" sz="29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(x))</a:t>
            </a:r>
            <a:r>
              <a:rPr lang="en-US" altLang="zh-CN" sz="2900" kern="100" dirty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</a:t>
            </a:r>
            <a:r>
              <a:rPr lang="en-US" altLang="zh-CN" sz="29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x(A(x)</a:t>
            </a:r>
            <a:r>
              <a:rPr lang="en-US" altLang="zh-CN" sz="2900" kern="100" dirty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</a:t>
            </a:r>
            <a:r>
              <a:rPr lang="en-US" altLang="zh-CN" sz="29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B(x))</a:t>
            </a:r>
            <a:r>
              <a:rPr lang="zh-CN" altLang="zh-CN" sz="29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>
              <a:spcAft>
                <a:spcPts val="0"/>
              </a:spcAft>
            </a:pPr>
            <a:endParaRPr lang="zh-CN" altLang="zh-CN" kern="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7514479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4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>
              <a:defRPr/>
            </a:pPr>
            <a:r>
              <a:rPr lang="en-US" altLang="zh-CN" sz="3600" dirty="0" smtClean="0"/>
              <a:t>3  </a:t>
            </a:r>
            <a:r>
              <a:rPr lang="en-US" altLang="zh-CN" sz="3600" dirty="0" err="1" smtClean="0">
                <a:solidFill>
                  <a:srgbClr val="FFC000"/>
                </a:solidFill>
              </a:rPr>
              <a:t>Skolem</a:t>
            </a:r>
            <a:r>
              <a:rPr lang="zh-CN" altLang="en-US" sz="3600" dirty="0" smtClean="0">
                <a:solidFill>
                  <a:srgbClr val="FFC000"/>
                </a:solidFill>
              </a:rPr>
              <a:t>范式 </a:t>
            </a:r>
          </a:p>
        </p:txBody>
      </p:sp>
      <p:sp>
        <p:nvSpPr>
          <p:cNvPr id="114690" name="Rectangle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 eaLnBrk="1" hangingPunct="1">
              <a:lnSpc>
                <a:spcPct val="120000"/>
              </a:lnSpc>
              <a:buClr>
                <a:srgbClr val="FFCC00"/>
              </a:buClr>
              <a:buFont typeface="Wingdings" panose="05000000000000000000" pitchFamily="2" charset="2"/>
              <a:buNone/>
              <a:tabLst>
                <a:tab pos="1812925" algn="l"/>
              </a:tabLst>
              <a:defRPr/>
            </a:pPr>
            <a:r>
              <a:rPr lang="zh-CN" altLang="en-US" sz="3200" dirty="0" smtClean="0">
                <a:solidFill>
                  <a:srgbClr val="FFCC00"/>
                </a:solidFill>
                <a:latin typeface="Times New Roman" pitchFamily="18" charset="0"/>
              </a:rPr>
              <a:t>定义</a:t>
            </a:r>
            <a:r>
              <a:rPr lang="en-US" altLang="zh-CN" sz="3200" dirty="0" smtClean="0">
                <a:solidFill>
                  <a:srgbClr val="FFCC00"/>
                </a:solidFill>
              </a:rPr>
              <a:t>3.2.15</a:t>
            </a:r>
            <a:r>
              <a:rPr lang="en-US" altLang="zh-CN" sz="3200" dirty="0" smtClean="0"/>
              <a:t>  </a:t>
            </a:r>
            <a:r>
              <a:rPr lang="zh-CN" altLang="en-US" sz="3200" dirty="0" smtClean="0">
                <a:latin typeface="Times New Roman" pitchFamily="18" charset="0"/>
              </a:rPr>
              <a:t>设</a:t>
            </a:r>
            <a:r>
              <a:rPr lang="en-US" altLang="zh-CN" sz="3200" dirty="0" smtClean="0">
                <a:latin typeface="Times New Roman" pitchFamily="18" charset="0"/>
              </a:rPr>
              <a:t>G</a:t>
            </a:r>
            <a:r>
              <a:rPr lang="zh-CN" altLang="en-US" sz="3200" dirty="0" smtClean="0">
                <a:latin typeface="Times New Roman" pitchFamily="18" charset="0"/>
              </a:rPr>
              <a:t>是一个公式，</a:t>
            </a:r>
            <a:r>
              <a:rPr lang="en-US" altLang="zh-CN" sz="3200" dirty="0" smtClean="0">
                <a:latin typeface="Times New Roman" pitchFamily="18" charset="0"/>
              </a:rPr>
              <a:t>Q</a:t>
            </a:r>
            <a:r>
              <a:rPr lang="en-US" altLang="zh-CN" sz="3200" baseline="-30000" dirty="0" smtClean="0">
                <a:latin typeface="Times New Roman" pitchFamily="18" charset="0"/>
              </a:rPr>
              <a:t>1</a:t>
            </a:r>
            <a:r>
              <a:rPr lang="en-US" altLang="zh-CN" sz="3200" dirty="0" smtClean="0">
                <a:latin typeface="Times New Roman" pitchFamily="18" charset="0"/>
              </a:rPr>
              <a:t>x</a:t>
            </a:r>
            <a:r>
              <a:rPr lang="en-US" altLang="zh-CN" sz="3200" baseline="-30000" dirty="0" smtClean="0">
                <a:latin typeface="Times New Roman" pitchFamily="18" charset="0"/>
              </a:rPr>
              <a:t>1</a:t>
            </a:r>
            <a:r>
              <a:rPr lang="en-US" altLang="zh-CN" sz="3200" dirty="0" smtClean="0">
                <a:latin typeface="Times New Roman" pitchFamily="18" charset="0"/>
              </a:rPr>
              <a:t>…</a:t>
            </a:r>
            <a:r>
              <a:rPr lang="en-US" altLang="zh-CN" sz="3200" dirty="0" err="1" smtClean="0">
                <a:latin typeface="Times New Roman" pitchFamily="18" charset="0"/>
              </a:rPr>
              <a:t>Q</a:t>
            </a:r>
            <a:r>
              <a:rPr lang="en-US" altLang="zh-CN" sz="3200" baseline="-30000" dirty="0" err="1" smtClean="0">
                <a:latin typeface="Times New Roman" pitchFamily="18" charset="0"/>
              </a:rPr>
              <a:t>n</a:t>
            </a:r>
            <a:r>
              <a:rPr lang="en-US" altLang="zh-CN" sz="3200" dirty="0" err="1" smtClean="0">
                <a:latin typeface="Times New Roman" pitchFamily="18" charset="0"/>
              </a:rPr>
              <a:t>x</a:t>
            </a:r>
            <a:r>
              <a:rPr lang="en-US" altLang="zh-CN" sz="3200" baseline="-30000" dirty="0" err="1" smtClean="0">
                <a:latin typeface="Times New Roman" pitchFamily="18" charset="0"/>
              </a:rPr>
              <a:t>n</a:t>
            </a:r>
            <a:r>
              <a:rPr lang="en-US" altLang="zh-CN" sz="3200" dirty="0" err="1" smtClean="0">
                <a:latin typeface="Times New Roman" pitchFamily="18" charset="0"/>
              </a:rPr>
              <a:t>M</a:t>
            </a:r>
            <a:r>
              <a:rPr lang="zh-CN" altLang="en-US" sz="3200" dirty="0" smtClean="0">
                <a:latin typeface="Times New Roman" pitchFamily="18" charset="0"/>
              </a:rPr>
              <a:t>是与</a:t>
            </a:r>
            <a:r>
              <a:rPr lang="en-US" altLang="zh-CN" sz="3200" dirty="0" smtClean="0">
                <a:latin typeface="Times New Roman" pitchFamily="18" charset="0"/>
              </a:rPr>
              <a:t>G</a:t>
            </a:r>
            <a:r>
              <a:rPr lang="zh-CN" altLang="en-US" sz="3200" dirty="0" smtClean="0">
                <a:latin typeface="Times New Roman" pitchFamily="18" charset="0"/>
              </a:rPr>
              <a:t>等价的前束范式，其中</a:t>
            </a:r>
            <a:r>
              <a:rPr lang="en-US" altLang="zh-CN" sz="3200" dirty="0" smtClean="0">
                <a:latin typeface="Times New Roman" pitchFamily="18" charset="0"/>
              </a:rPr>
              <a:t>M</a:t>
            </a:r>
            <a:r>
              <a:rPr lang="zh-CN" altLang="en-US" sz="3200" dirty="0" smtClean="0">
                <a:latin typeface="Times New Roman" pitchFamily="18" charset="0"/>
              </a:rPr>
              <a:t>为</a:t>
            </a:r>
            <a:r>
              <a:rPr lang="zh-CN" altLang="en-US" sz="3200" dirty="0" smtClean="0">
                <a:solidFill>
                  <a:srgbClr val="FFCC00"/>
                </a:solidFill>
                <a:latin typeface="Times New Roman" pitchFamily="18" charset="0"/>
              </a:rPr>
              <a:t>合取范式</a:t>
            </a:r>
            <a:r>
              <a:rPr lang="zh-CN" altLang="en-US" sz="3200" dirty="0" smtClean="0">
                <a:latin typeface="Times New Roman" pitchFamily="18" charset="0"/>
              </a:rPr>
              <a:t>形式。</a:t>
            </a:r>
          </a:p>
          <a:p>
            <a:pPr marL="0" indent="0" eaLnBrk="1" hangingPunct="1">
              <a:lnSpc>
                <a:spcPct val="120000"/>
              </a:lnSpc>
              <a:buClr>
                <a:srgbClr val="FFCC00"/>
              </a:buClr>
              <a:buFont typeface="Wingdings" panose="05000000000000000000" pitchFamily="2" charset="2"/>
              <a:buNone/>
              <a:tabLst>
                <a:tab pos="1812925" algn="l"/>
              </a:tabLst>
              <a:defRPr/>
            </a:pPr>
            <a:r>
              <a:rPr lang="zh-CN" altLang="en-US" sz="3200" dirty="0" smtClean="0">
                <a:latin typeface="Times New Roman" pitchFamily="18" charset="0"/>
              </a:rPr>
              <a:t>若</a:t>
            </a:r>
            <a:r>
              <a:rPr lang="en-US" altLang="zh-CN" sz="3200" dirty="0" err="1" smtClean="0">
                <a:latin typeface="Times New Roman" pitchFamily="18" charset="0"/>
              </a:rPr>
              <a:t>Q</a:t>
            </a:r>
            <a:r>
              <a:rPr lang="en-US" altLang="zh-CN" sz="3200" baseline="-30000" dirty="0" err="1" smtClean="0">
                <a:latin typeface="Times New Roman" pitchFamily="18" charset="0"/>
              </a:rPr>
              <a:t>r</a:t>
            </a:r>
            <a:r>
              <a:rPr lang="zh-CN" altLang="en-US" sz="3200" dirty="0" smtClean="0">
                <a:latin typeface="Times New Roman" pitchFamily="18" charset="0"/>
              </a:rPr>
              <a:t>是存在量词，并且它左边没有全称量词，则取异于出现在</a:t>
            </a:r>
            <a:r>
              <a:rPr lang="en-US" altLang="zh-CN" sz="3200" dirty="0" smtClean="0">
                <a:latin typeface="Times New Roman" pitchFamily="18" charset="0"/>
              </a:rPr>
              <a:t>M</a:t>
            </a:r>
            <a:r>
              <a:rPr lang="zh-CN" altLang="en-US" sz="3200" dirty="0" smtClean="0">
                <a:latin typeface="Times New Roman" pitchFamily="18" charset="0"/>
              </a:rPr>
              <a:t>中所有常量符号的常量符号</a:t>
            </a:r>
            <a:r>
              <a:rPr lang="en-US" altLang="zh-CN" sz="3200" dirty="0" smtClean="0">
                <a:latin typeface="Times New Roman" pitchFamily="18" charset="0"/>
              </a:rPr>
              <a:t>c</a:t>
            </a:r>
            <a:r>
              <a:rPr lang="zh-CN" altLang="en-US" sz="3200" dirty="0" smtClean="0">
                <a:latin typeface="Times New Roman" pitchFamily="18" charset="0"/>
              </a:rPr>
              <a:t>，并用</a:t>
            </a:r>
            <a:r>
              <a:rPr lang="en-US" altLang="zh-CN" sz="3200" dirty="0" smtClean="0">
                <a:latin typeface="Times New Roman" pitchFamily="18" charset="0"/>
              </a:rPr>
              <a:t>c</a:t>
            </a:r>
            <a:r>
              <a:rPr lang="zh-CN" altLang="en-US" sz="3200" dirty="0" smtClean="0">
                <a:latin typeface="Times New Roman" pitchFamily="18" charset="0"/>
              </a:rPr>
              <a:t>代替</a:t>
            </a:r>
            <a:r>
              <a:rPr lang="en-US" altLang="zh-CN" sz="3200" dirty="0" smtClean="0">
                <a:latin typeface="Times New Roman" pitchFamily="18" charset="0"/>
              </a:rPr>
              <a:t>M</a:t>
            </a:r>
            <a:r>
              <a:rPr lang="zh-CN" altLang="en-US" sz="3200" dirty="0" smtClean="0">
                <a:latin typeface="Times New Roman" pitchFamily="18" charset="0"/>
              </a:rPr>
              <a:t>中所有的</a:t>
            </a:r>
            <a:r>
              <a:rPr lang="en-US" altLang="zh-CN" sz="3200" dirty="0" err="1" smtClean="0">
                <a:latin typeface="Times New Roman" pitchFamily="18" charset="0"/>
              </a:rPr>
              <a:t>x</a:t>
            </a:r>
            <a:r>
              <a:rPr lang="en-US" altLang="zh-CN" sz="3200" baseline="-30000" dirty="0" err="1" smtClean="0">
                <a:latin typeface="Times New Roman" pitchFamily="18" charset="0"/>
              </a:rPr>
              <a:t>r</a:t>
            </a:r>
            <a:r>
              <a:rPr lang="zh-CN" altLang="en-US" sz="3200" dirty="0" smtClean="0">
                <a:latin typeface="Times New Roman" pitchFamily="18" charset="0"/>
              </a:rPr>
              <a:t>，然后在首标中删除</a:t>
            </a:r>
            <a:r>
              <a:rPr lang="en-US" altLang="zh-CN" sz="3200" dirty="0" err="1" smtClean="0">
                <a:latin typeface="Times New Roman" pitchFamily="18" charset="0"/>
              </a:rPr>
              <a:t>Q</a:t>
            </a:r>
            <a:r>
              <a:rPr lang="en-US" altLang="zh-CN" sz="3200" baseline="-30000" dirty="0" err="1" smtClean="0">
                <a:latin typeface="Times New Roman" pitchFamily="18" charset="0"/>
              </a:rPr>
              <a:t>r</a:t>
            </a:r>
            <a:r>
              <a:rPr lang="en-US" altLang="zh-CN" sz="3200" dirty="0" err="1" smtClean="0">
                <a:latin typeface="Times New Roman" pitchFamily="18" charset="0"/>
              </a:rPr>
              <a:t>x</a:t>
            </a:r>
            <a:r>
              <a:rPr lang="en-US" altLang="zh-CN" sz="3200" baseline="-30000" dirty="0" err="1" smtClean="0">
                <a:latin typeface="Times New Roman" pitchFamily="18" charset="0"/>
              </a:rPr>
              <a:t>r</a:t>
            </a:r>
            <a:r>
              <a:rPr lang="zh-CN" altLang="en-US" sz="3200" dirty="0" smtClean="0">
                <a:latin typeface="Times New Roman" pitchFamily="18" charset="0"/>
              </a:rPr>
              <a:t>。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119B1C8-225C-4391-8828-1DB7E227E967}" type="slidenum">
              <a:rPr lang="en-US" altLang="zh-CN" smtClean="0"/>
              <a:pPr>
                <a:defRPr/>
              </a:pPr>
              <a:t>115</a:t>
            </a:fld>
            <a:endParaRPr lang="en-US" altLang="zh-CN"/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9BD3D94-3D6E-4FD5-BF0B-7BC61F249A2C}" type="slidenum">
              <a:rPr lang="en-US" altLang="zh-CN" smtClean="0"/>
              <a:pPr>
                <a:defRPr/>
              </a:pPr>
              <a:t>116</a:t>
            </a:fld>
            <a:endParaRPr lang="en-US" altLang="zh-CN"/>
          </a:p>
        </p:txBody>
      </p:sp>
      <p:sp>
        <p:nvSpPr>
          <p:cNvPr id="116738" name="Rectangle 2"/>
          <p:cNvSpPr>
            <a:spLocks noGrp="1" noChangeArrowheads="1"/>
          </p:cNvSpPr>
          <p:nvPr>
            <p:ph idx="1"/>
          </p:nvPr>
        </p:nvSpPr>
        <p:spPr>
          <a:xfrm>
            <a:off x="381000" y="685800"/>
            <a:ext cx="8352928" cy="4114800"/>
          </a:xfrm>
        </p:spPr>
        <p:txBody>
          <a:bodyPr/>
          <a:lstStyle/>
          <a:p>
            <a:pPr marL="0" indent="0" eaLnBrk="1" hangingPunct="1">
              <a:lnSpc>
                <a:spcPct val="125000"/>
              </a:lnSpc>
              <a:buClr>
                <a:srgbClr val="FFCC00"/>
              </a:buClr>
              <a:buFont typeface="Wingdings" panose="05000000000000000000" pitchFamily="2" charset="2"/>
              <a:buNone/>
              <a:tabLst>
                <a:tab pos="1812925" algn="l"/>
              </a:tabLst>
              <a:defRPr/>
            </a:pPr>
            <a:r>
              <a:rPr lang="zh-CN" altLang="en-US" sz="3200" dirty="0" smtClean="0">
                <a:latin typeface="Times New Roman" pitchFamily="18" charset="0"/>
              </a:rPr>
              <a:t>若</a:t>
            </a:r>
            <a:r>
              <a:rPr lang="en-US" altLang="zh-CN" sz="3200" dirty="0" smtClean="0">
                <a:latin typeface="Times New Roman" pitchFamily="18" charset="0"/>
              </a:rPr>
              <a:t>Q</a:t>
            </a:r>
            <a:r>
              <a:rPr lang="en-US" altLang="zh-CN" sz="3200" baseline="-30000" dirty="0" smtClean="0">
                <a:latin typeface="Times New Roman" pitchFamily="18" charset="0"/>
              </a:rPr>
              <a:t>s1</a:t>
            </a:r>
            <a:r>
              <a:rPr lang="en-US" altLang="zh-CN" sz="3200" dirty="0" smtClean="0">
                <a:latin typeface="Times New Roman" pitchFamily="18" charset="0"/>
              </a:rPr>
              <a:t>, …, </a:t>
            </a:r>
            <a:r>
              <a:rPr lang="en-US" altLang="zh-CN" sz="3200" dirty="0" err="1" smtClean="0">
                <a:latin typeface="Times New Roman" pitchFamily="18" charset="0"/>
              </a:rPr>
              <a:t>Q</a:t>
            </a:r>
            <a:r>
              <a:rPr lang="en-US" altLang="zh-CN" sz="3200" baseline="-30000" dirty="0" err="1" smtClean="0">
                <a:latin typeface="Times New Roman" pitchFamily="18" charset="0"/>
              </a:rPr>
              <a:t>sm</a:t>
            </a:r>
            <a:r>
              <a:rPr lang="zh-CN" altLang="en-US" sz="3200" dirty="0" smtClean="0">
                <a:latin typeface="Times New Roman" pitchFamily="18" charset="0"/>
              </a:rPr>
              <a:t>是所有出现在</a:t>
            </a:r>
            <a:r>
              <a:rPr lang="en-US" altLang="zh-CN" sz="3200" dirty="0" err="1" smtClean="0">
                <a:latin typeface="Times New Roman" pitchFamily="18" charset="0"/>
              </a:rPr>
              <a:t>Q</a:t>
            </a:r>
            <a:r>
              <a:rPr lang="en-US" altLang="zh-CN" sz="3200" baseline="-30000" dirty="0" err="1" smtClean="0">
                <a:latin typeface="Times New Roman" pitchFamily="18" charset="0"/>
              </a:rPr>
              <a:t>r</a:t>
            </a:r>
            <a:r>
              <a:rPr lang="en-US" altLang="zh-CN" sz="3200" dirty="0" err="1" smtClean="0">
                <a:latin typeface="Times New Roman" pitchFamily="18" charset="0"/>
              </a:rPr>
              <a:t>x</a:t>
            </a:r>
            <a:r>
              <a:rPr lang="en-US" altLang="zh-CN" sz="3200" baseline="-30000" dirty="0" err="1" smtClean="0">
                <a:latin typeface="Times New Roman" pitchFamily="18" charset="0"/>
              </a:rPr>
              <a:t>r</a:t>
            </a:r>
            <a:r>
              <a:rPr lang="zh-CN" altLang="en-US" sz="3200" dirty="0" smtClean="0">
                <a:latin typeface="Times New Roman" pitchFamily="18" charset="0"/>
              </a:rPr>
              <a:t>左边的全称量词</a:t>
            </a:r>
            <a:r>
              <a:rPr lang="en-US" altLang="zh-CN" sz="3200" dirty="0" smtClean="0">
                <a:latin typeface="Times New Roman" pitchFamily="18" charset="0"/>
              </a:rPr>
              <a:t>(m</a:t>
            </a:r>
            <a:r>
              <a:rPr lang="en-US" altLang="zh-CN" sz="3200" dirty="0" smtClean="0">
                <a:latin typeface="Times New Roman" pitchFamily="18" charset="0"/>
                <a:sym typeface="Symbol" pitchFamily="18" charset="2"/>
              </a:rPr>
              <a:t></a:t>
            </a:r>
            <a:r>
              <a:rPr lang="en-US" altLang="zh-CN" sz="3200" dirty="0" smtClean="0">
                <a:latin typeface="Times New Roman" pitchFamily="18" charset="0"/>
              </a:rPr>
              <a:t>1,1</a:t>
            </a:r>
            <a:r>
              <a:rPr lang="en-US" altLang="zh-CN" sz="3200" dirty="0" smtClean="0">
                <a:latin typeface="Times New Roman" pitchFamily="18" charset="0"/>
                <a:sym typeface="Symbol" pitchFamily="18" charset="2"/>
              </a:rPr>
              <a:t></a:t>
            </a:r>
            <a:r>
              <a:rPr lang="en-US" altLang="zh-CN" sz="3200" dirty="0" smtClean="0">
                <a:latin typeface="Times New Roman" pitchFamily="18" charset="0"/>
              </a:rPr>
              <a:t>s1&lt;s2&lt;…&lt;</a:t>
            </a:r>
            <a:r>
              <a:rPr lang="en-US" altLang="zh-CN" sz="3200" dirty="0" err="1" smtClean="0">
                <a:latin typeface="Times New Roman" pitchFamily="18" charset="0"/>
              </a:rPr>
              <a:t>sm</a:t>
            </a:r>
            <a:r>
              <a:rPr lang="en-US" altLang="zh-CN" sz="3200" dirty="0" smtClean="0">
                <a:latin typeface="Times New Roman" pitchFamily="18" charset="0"/>
              </a:rPr>
              <a:t>&lt;r),</a:t>
            </a:r>
          </a:p>
          <a:p>
            <a:pPr marL="0" indent="0" eaLnBrk="1" hangingPunct="1">
              <a:lnSpc>
                <a:spcPct val="125000"/>
              </a:lnSpc>
              <a:buClr>
                <a:srgbClr val="FFCC00"/>
              </a:buClr>
              <a:buFont typeface="Wingdings" panose="05000000000000000000" pitchFamily="2" charset="2"/>
              <a:buNone/>
              <a:tabLst>
                <a:tab pos="1812925" algn="l"/>
              </a:tabLst>
              <a:defRPr/>
            </a:pPr>
            <a:r>
              <a:rPr lang="zh-CN" altLang="en-US" sz="3200" dirty="0" smtClean="0">
                <a:latin typeface="Times New Roman" pitchFamily="18" charset="0"/>
              </a:rPr>
              <a:t>则取异于出现在</a:t>
            </a:r>
            <a:r>
              <a:rPr lang="en-US" altLang="zh-CN" sz="3200" dirty="0" smtClean="0">
                <a:latin typeface="Times New Roman" pitchFamily="18" charset="0"/>
              </a:rPr>
              <a:t>M</a:t>
            </a:r>
            <a:r>
              <a:rPr lang="zh-CN" altLang="en-US" sz="3200" dirty="0" smtClean="0">
                <a:latin typeface="Times New Roman" pitchFamily="18" charset="0"/>
              </a:rPr>
              <a:t>中所有函数符号的</a:t>
            </a:r>
            <a:r>
              <a:rPr lang="en-US" altLang="zh-CN" sz="3200" dirty="0" smtClean="0">
                <a:latin typeface="Times New Roman" pitchFamily="18" charset="0"/>
              </a:rPr>
              <a:t>m</a:t>
            </a:r>
            <a:r>
              <a:rPr lang="zh-CN" altLang="en-US" sz="3200" dirty="0" smtClean="0">
                <a:latin typeface="Times New Roman" pitchFamily="18" charset="0"/>
              </a:rPr>
              <a:t>元函数符号</a:t>
            </a:r>
            <a:r>
              <a:rPr lang="en-US" altLang="zh-CN" sz="3200" dirty="0" smtClean="0">
                <a:latin typeface="Times New Roman" pitchFamily="18" charset="0"/>
              </a:rPr>
              <a:t>f(x</a:t>
            </a:r>
            <a:r>
              <a:rPr lang="en-US" altLang="zh-CN" sz="3200" baseline="-30000" dirty="0" smtClean="0">
                <a:latin typeface="Times New Roman" pitchFamily="18" charset="0"/>
              </a:rPr>
              <a:t>s1</a:t>
            </a:r>
            <a:r>
              <a:rPr lang="en-US" altLang="zh-CN" sz="3200" dirty="0" smtClean="0">
                <a:latin typeface="Times New Roman" pitchFamily="18" charset="0"/>
              </a:rPr>
              <a:t>,…,</a:t>
            </a:r>
            <a:r>
              <a:rPr lang="en-US" altLang="zh-CN" sz="3200" dirty="0" err="1" smtClean="0">
                <a:latin typeface="Times New Roman" pitchFamily="18" charset="0"/>
              </a:rPr>
              <a:t>x</a:t>
            </a:r>
            <a:r>
              <a:rPr lang="en-US" altLang="zh-CN" sz="3200" baseline="-30000" dirty="0" err="1" smtClean="0">
                <a:latin typeface="Times New Roman" pitchFamily="18" charset="0"/>
              </a:rPr>
              <a:t>sm</a:t>
            </a:r>
            <a:r>
              <a:rPr lang="en-US" altLang="zh-CN" sz="3200" dirty="0" smtClean="0">
                <a:latin typeface="Times New Roman" pitchFamily="18" charset="0"/>
              </a:rPr>
              <a:t> )</a:t>
            </a:r>
            <a:r>
              <a:rPr lang="zh-CN" altLang="en-US" sz="3200" dirty="0" smtClean="0">
                <a:latin typeface="Times New Roman" pitchFamily="18" charset="0"/>
              </a:rPr>
              <a:t>，用</a:t>
            </a:r>
            <a:r>
              <a:rPr lang="en-US" altLang="zh-CN" sz="3200" dirty="0" smtClean="0">
                <a:latin typeface="Times New Roman" pitchFamily="18" charset="0"/>
              </a:rPr>
              <a:t>f(x</a:t>
            </a:r>
            <a:r>
              <a:rPr lang="en-US" altLang="zh-CN" sz="3200" baseline="-30000" dirty="0" smtClean="0">
                <a:latin typeface="Times New Roman" pitchFamily="18" charset="0"/>
              </a:rPr>
              <a:t>s1</a:t>
            </a:r>
            <a:r>
              <a:rPr lang="en-US" altLang="zh-CN" sz="3200" dirty="0" smtClean="0">
                <a:latin typeface="Times New Roman" pitchFamily="18" charset="0"/>
              </a:rPr>
              <a:t>,…,</a:t>
            </a:r>
            <a:r>
              <a:rPr lang="en-US" altLang="zh-CN" sz="3200" dirty="0" err="1" smtClean="0">
                <a:latin typeface="Times New Roman" pitchFamily="18" charset="0"/>
              </a:rPr>
              <a:t>x</a:t>
            </a:r>
            <a:r>
              <a:rPr lang="en-US" altLang="zh-CN" sz="3200" baseline="-30000" dirty="0" err="1" smtClean="0">
                <a:latin typeface="Times New Roman" pitchFamily="18" charset="0"/>
              </a:rPr>
              <a:t>sm</a:t>
            </a:r>
            <a:r>
              <a:rPr lang="en-US" altLang="zh-CN" sz="3200" dirty="0" smtClean="0">
                <a:latin typeface="Times New Roman" pitchFamily="18" charset="0"/>
              </a:rPr>
              <a:t> )</a:t>
            </a:r>
            <a:r>
              <a:rPr lang="zh-CN" altLang="en-US" sz="3200" dirty="0" smtClean="0">
                <a:latin typeface="Times New Roman" pitchFamily="18" charset="0"/>
              </a:rPr>
              <a:t>代替出现在</a:t>
            </a:r>
            <a:r>
              <a:rPr lang="en-US" altLang="zh-CN" sz="3200" dirty="0" smtClean="0">
                <a:latin typeface="Times New Roman" pitchFamily="18" charset="0"/>
              </a:rPr>
              <a:t>M</a:t>
            </a:r>
            <a:r>
              <a:rPr lang="zh-CN" altLang="en-US" sz="3200" dirty="0" smtClean="0">
                <a:latin typeface="Times New Roman" pitchFamily="18" charset="0"/>
              </a:rPr>
              <a:t>中的所有</a:t>
            </a:r>
            <a:r>
              <a:rPr lang="en-US" altLang="zh-CN" sz="3200" dirty="0" err="1" smtClean="0">
                <a:latin typeface="Times New Roman" pitchFamily="18" charset="0"/>
              </a:rPr>
              <a:t>x</a:t>
            </a:r>
            <a:r>
              <a:rPr lang="en-US" altLang="zh-CN" sz="3200" baseline="-30000" dirty="0" err="1" smtClean="0">
                <a:latin typeface="Times New Roman" pitchFamily="18" charset="0"/>
              </a:rPr>
              <a:t>r</a:t>
            </a:r>
            <a:r>
              <a:rPr lang="zh-CN" altLang="en-US" sz="3200" dirty="0" smtClean="0">
                <a:latin typeface="Times New Roman" pitchFamily="18" charset="0"/>
              </a:rPr>
              <a:t>，然后在首标中删除</a:t>
            </a:r>
            <a:r>
              <a:rPr lang="en-US" altLang="zh-CN" sz="3200" dirty="0" err="1" smtClean="0">
                <a:latin typeface="Times New Roman" pitchFamily="18" charset="0"/>
              </a:rPr>
              <a:t>Q</a:t>
            </a:r>
            <a:r>
              <a:rPr lang="en-US" altLang="zh-CN" sz="3200" baseline="-30000" dirty="0" err="1" smtClean="0">
                <a:latin typeface="Times New Roman" pitchFamily="18" charset="0"/>
              </a:rPr>
              <a:t>r</a:t>
            </a:r>
            <a:r>
              <a:rPr lang="en-US" altLang="zh-CN" sz="3200" dirty="0" err="1" smtClean="0">
                <a:latin typeface="Times New Roman" pitchFamily="18" charset="0"/>
              </a:rPr>
              <a:t>x</a:t>
            </a:r>
            <a:r>
              <a:rPr lang="en-US" altLang="zh-CN" sz="3200" baseline="-30000" dirty="0" err="1" smtClean="0">
                <a:latin typeface="Times New Roman" pitchFamily="18" charset="0"/>
              </a:rPr>
              <a:t>r</a:t>
            </a:r>
            <a:r>
              <a:rPr lang="en-US" altLang="zh-CN" sz="3200" baseline="-30000" dirty="0" smtClean="0">
                <a:latin typeface="Times New Roman" pitchFamily="18" charset="0"/>
              </a:rPr>
              <a:t> </a:t>
            </a:r>
            <a:r>
              <a:rPr lang="en-US" altLang="zh-CN" sz="3200" dirty="0" smtClean="0">
                <a:latin typeface="Times New Roman" pitchFamily="18" charset="0"/>
              </a:rPr>
              <a:t>.</a:t>
            </a:r>
            <a:endParaRPr lang="en-US" altLang="zh-CN" sz="3200" dirty="0" smtClean="0">
              <a:latin typeface="Times New Roman" pitchFamily="18" charset="0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AD1F8A0-3C09-4FA4-BD72-788EC600D541}" type="slidenum">
              <a:rPr lang="en-US" altLang="zh-CN" smtClean="0"/>
              <a:pPr>
                <a:defRPr/>
              </a:pPr>
              <a:t>117</a:t>
            </a:fld>
            <a:endParaRPr lang="en-US" altLang="zh-CN"/>
          </a:p>
        </p:txBody>
      </p:sp>
      <p:sp>
        <p:nvSpPr>
          <p:cNvPr id="174082" name="Rectangle 2"/>
          <p:cNvSpPr>
            <a:spLocks noGrp="1" noChangeArrowheads="1"/>
          </p:cNvSpPr>
          <p:nvPr>
            <p:ph idx="1"/>
          </p:nvPr>
        </p:nvSpPr>
        <p:spPr>
          <a:xfrm>
            <a:off x="304800" y="914400"/>
            <a:ext cx="8352928" cy="4114800"/>
          </a:xfrm>
        </p:spPr>
        <p:txBody>
          <a:bodyPr/>
          <a:lstStyle/>
          <a:p>
            <a:pPr marL="0" indent="0" eaLnBrk="1" hangingPunct="1">
              <a:lnSpc>
                <a:spcPct val="120000"/>
              </a:lnSpc>
              <a:buClr>
                <a:srgbClr val="FFCC00"/>
              </a:buClr>
              <a:buFont typeface="Wingdings" panose="05000000000000000000" pitchFamily="2" charset="2"/>
              <a:buNone/>
              <a:tabLst>
                <a:tab pos="1812925" algn="l"/>
              </a:tabLst>
              <a:defRPr/>
            </a:pPr>
            <a:r>
              <a:rPr lang="zh-CN" altLang="en-US" sz="3200" dirty="0" smtClean="0">
                <a:latin typeface="宋体" pitchFamily="2" charset="-122"/>
              </a:rPr>
              <a:t>对首标中的所有存在量词做上述处理后，得到一个在首标中没有存在量词的前束范式，这个前束范式就称为公式</a:t>
            </a:r>
            <a:r>
              <a:rPr lang="en-US" altLang="zh-CN" sz="3200" dirty="0" smtClean="0">
                <a:latin typeface="Times New Roman" pitchFamily="18" charset="0"/>
              </a:rPr>
              <a:t>G</a:t>
            </a:r>
            <a:r>
              <a:rPr lang="zh-CN" altLang="en-US" sz="3200" dirty="0" smtClean="0">
                <a:latin typeface="宋体" pitchFamily="2" charset="-122"/>
              </a:rPr>
              <a:t>的</a:t>
            </a:r>
            <a:r>
              <a:rPr lang="en-US" altLang="zh-CN" sz="3200" dirty="0" err="1" smtClean="0">
                <a:solidFill>
                  <a:srgbClr val="FFCC00"/>
                </a:solidFill>
                <a:latin typeface="Times New Roman" pitchFamily="18" charset="0"/>
              </a:rPr>
              <a:t>Skolem</a:t>
            </a:r>
            <a:r>
              <a:rPr lang="zh-CN" altLang="en-US" sz="3200" dirty="0" smtClean="0">
                <a:solidFill>
                  <a:srgbClr val="FFCC00"/>
                </a:solidFill>
                <a:latin typeface="宋体" pitchFamily="2" charset="-122"/>
              </a:rPr>
              <a:t>范式</a:t>
            </a:r>
            <a:r>
              <a:rPr lang="zh-CN" altLang="en-US" sz="3200" dirty="0" smtClean="0">
                <a:latin typeface="宋体" pitchFamily="2" charset="-122"/>
              </a:rPr>
              <a:t>。</a:t>
            </a:r>
          </a:p>
          <a:p>
            <a:pPr marL="0" indent="0" eaLnBrk="1" hangingPunct="1">
              <a:lnSpc>
                <a:spcPct val="120000"/>
              </a:lnSpc>
              <a:buClr>
                <a:srgbClr val="FFCC00"/>
              </a:buClr>
              <a:tabLst>
                <a:tab pos="1812925" algn="l"/>
              </a:tabLst>
              <a:defRPr/>
            </a:pPr>
            <a:r>
              <a:rPr lang="zh-CN" altLang="en-US" sz="3200" dirty="0" smtClean="0">
                <a:latin typeface="宋体" pitchFamily="2" charset="-122"/>
              </a:rPr>
              <a:t>其中用来代替</a:t>
            </a:r>
            <a:r>
              <a:rPr lang="en-US" altLang="zh-CN" sz="3200" dirty="0" err="1" smtClean="0">
                <a:latin typeface="Times New Roman" pitchFamily="18" charset="0"/>
              </a:rPr>
              <a:t>x</a:t>
            </a:r>
            <a:r>
              <a:rPr lang="en-US" altLang="zh-CN" sz="3200" baseline="-30000" dirty="0" err="1" smtClean="0">
                <a:latin typeface="Times New Roman" pitchFamily="18" charset="0"/>
              </a:rPr>
              <a:t>r</a:t>
            </a:r>
            <a:r>
              <a:rPr lang="zh-CN" altLang="en-US" sz="3200" dirty="0" smtClean="0">
                <a:latin typeface="宋体" pitchFamily="2" charset="-122"/>
              </a:rPr>
              <a:t>的那些</a:t>
            </a:r>
            <a:r>
              <a:rPr lang="zh-CN" altLang="en-US" sz="3200" dirty="0" smtClean="0">
                <a:solidFill>
                  <a:srgbClr val="FFCC00"/>
                </a:solidFill>
                <a:latin typeface="宋体" pitchFamily="2" charset="-122"/>
              </a:rPr>
              <a:t>常量符号</a:t>
            </a:r>
            <a:r>
              <a:rPr lang="zh-CN" altLang="en-US" sz="3200" dirty="0" smtClean="0">
                <a:latin typeface="宋体" pitchFamily="2" charset="-122"/>
              </a:rPr>
              <a:t>和</a:t>
            </a:r>
            <a:r>
              <a:rPr lang="zh-CN" altLang="en-US" sz="3200" dirty="0" smtClean="0">
                <a:solidFill>
                  <a:srgbClr val="FFCC00"/>
                </a:solidFill>
                <a:latin typeface="宋体" pitchFamily="2" charset="-122"/>
              </a:rPr>
              <a:t>函数符号</a:t>
            </a:r>
            <a:r>
              <a:rPr lang="zh-CN" altLang="en-US" sz="3200" dirty="0" smtClean="0">
                <a:latin typeface="宋体" pitchFamily="2" charset="-122"/>
              </a:rPr>
              <a:t>称为公式</a:t>
            </a:r>
            <a:r>
              <a:rPr lang="en-US" altLang="zh-CN" sz="3200" dirty="0" smtClean="0">
                <a:latin typeface="Times New Roman" pitchFamily="18" charset="0"/>
              </a:rPr>
              <a:t>G</a:t>
            </a:r>
            <a:r>
              <a:rPr lang="zh-CN" altLang="en-US" sz="3200" dirty="0" smtClean="0">
                <a:latin typeface="宋体" pitchFamily="2" charset="-122"/>
              </a:rPr>
              <a:t>的</a:t>
            </a:r>
            <a:r>
              <a:rPr lang="en-US" altLang="zh-CN" sz="3200" dirty="0" err="1" smtClean="0">
                <a:latin typeface="Times New Roman" pitchFamily="18" charset="0"/>
                <a:ea typeface="黑体" pitchFamily="2" charset="-122"/>
              </a:rPr>
              <a:t>Skolem</a:t>
            </a:r>
            <a:r>
              <a:rPr lang="zh-CN" altLang="en-US" sz="3200" dirty="0" smtClean="0">
                <a:latin typeface="宋体" pitchFamily="2" charset="-122"/>
              </a:rPr>
              <a:t>函数。</a:t>
            </a:r>
            <a:endParaRPr lang="en-US" altLang="zh-CN" sz="3200" dirty="0" smtClean="0">
              <a:latin typeface="Times New Roman" pitchFamily="18" charset="0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7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>
              <a:defRPr/>
            </a:pPr>
            <a:r>
              <a:rPr lang="zh-CN" altLang="en-US" sz="3600" dirty="0" smtClean="0"/>
              <a:t>例</a:t>
            </a:r>
            <a:r>
              <a:rPr lang="en-US" altLang="zh-CN" sz="3600" dirty="0" smtClean="0"/>
              <a:t>3.2.2</a:t>
            </a:r>
          </a:p>
        </p:txBody>
      </p:sp>
      <p:sp>
        <p:nvSpPr>
          <p:cNvPr id="118786" name="Rectangle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25000"/>
              </a:lnSpc>
              <a:tabLst>
                <a:tab pos="768350" algn="l"/>
              </a:tabLst>
              <a:defRPr/>
            </a:pPr>
            <a:r>
              <a:rPr lang="en-US" altLang="zh-CN" dirty="0" smtClean="0"/>
              <a:t>G=</a:t>
            </a:r>
            <a:r>
              <a:rPr lang="en-US" altLang="zh-CN" dirty="0" smtClean="0">
                <a:solidFill>
                  <a:srgbClr val="FFCC00"/>
                </a:solidFill>
                <a:sym typeface="Symbol" pitchFamily="18" charset="2"/>
              </a:rPr>
              <a:t></a:t>
            </a:r>
            <a:r>
              <a:rPr lang="en-US" altLang="zh-CN" dirty="0" err="1" smtClean="0">
                <a:solidFill>
                  <a:srgbClr val="FFCC00"/>
                </a:solidFill>
              </a:rPr>
              <a:t>x</a:t>
            </a:r>
            <a:r>
              <a:rPr lang="en-US" altLang="zh-CN" dirty="0" err="1" smtClean="0">
                <a:sym typeface="Symbol" pitchFamily="18" charset="2"/>
              </a:rPr>
              <a:t></a:t>
            </a:r>
            <a:r>
              <a:rPr lang="en-US" altLang="zh-CN" dirty="0" err="1" smtClean="0"/>
              <a:t>y</a:t>
            </a:r>
            <a:r>
              <a:rPr lang="en-US" altLang="zh-CN" dirty="0" err="1" smtClean="0">
                <a:sym typeface="Symbol" pitchFamily="18" charset="2"/>
              </a:rPr>
              <a:t></a:t>
            </a:r>
            <a:r>
              <a:rPr lang="en-US" altLang="zh-CN" dirty="0" err="1" smtClean="0"/>
              <a:t>z</a:t>
            </a:r>
            <a:r>
              <a:rPr lang="en-US" altLang="zh-CN" dirty="0" err="1" smtClean="0">
                <a:solidFill>
                  <a:srgbClr val="FFCC00"/>
                </a:solidFill>
                <a:sym typeface="Symbol" pitchFamily="18" charset="2"/>
              </a:rPr>
              <a:t></a:t>
            </a:r>
            <a:r>
              <a:rPr lang="en-US" altLang="zh-CN" dirty="0" err="1" smtClean="0">
                <a:solidFill>
                  <a:srgbClr val="FFCC00"/>
                </a:solidFill>
              </a:rPr>
              <a:t>u</a:t>
            </a:r>
            <a:r>
              <a:rPr lang="en-US" altLang="zh-CN" dirty="0" err="1" smtClean="0">
                <a:sym typeface="Symbol" pitchFamily="18" charset="2"/>
              </a:rPr>
              <a:t></a:t>
            </a:r>
            <a:r>
              <a:rPr lang="en-US" altLang="zh-CN" dirty="0" err="1" smtClean="0"/>
              <a:t>v</a:t>
            </a:r>
            <a:r>
              <a:rPr lang="en-US" altLang="zh-CN" dirty="0" err="1" smtClean="0">
                <a:solidFill>
                  <a:srgbClr val="FFCC00"/>
                </a:solidFill>
                <a:sym typeface="Symbol" pitchFamily="18" charset="2"/>
              </a:rPr>
              <a:t></a:t>
            </a:r>
            <a:r>
              <a:rPr lang="en-US" altLang="zh-CN" dirty="0" err="1" smtClean="0">
                <a:solidFill>
                  <a:srgbClr val="FFCC00"/>
                </a:solidFill>
              </a:rPr>
              <a:t>w</a:t>
            </a:r>
            <a:r>
              <a:rPr lang="en-US" altLang="zh-CN" dirty="0" err="1" smtClean="0"/>
              <a:t>P</a:t>
            </a:r>
            <a:r>
              <a:rPr lang="en-US" altLang="zh-CN" dirty="0" smtClean="0"/>
              <a:t>(</a:t>
            </a:r>
            <a:r>
              <a:rPr lang="en-US" altLang="zh-CN" dirty="0" err="1" smtClean="0">
                <a:solidFill>
                  <a:srgbClr val="FFCC00"/>
                </a:solidFill>
              </a:rPr>
              <a:t>x</a:t>
            </a:r>
            <a:r>
              <a:rPr lang="en-US" altLang="zh-CN" dirty="0" err="1" smtClean="0"/>
              <a:t>,y,z,</a:t>
            </a:r>
            <a:r>
              <a:rPr lang="en-US" altLang="zh-CN" dirty="0" err="1" smtClean="0">
                <a:solidFill>
                  <a:srgbClr val="FFCC00"/>
                </a:solidFill>
              </a:rPr>
              <a:t>u</a:t>
            </a:r>
            <a:r>
              <a:rPr lang="en-US" altLang="zh-CN" dirty="0" err="1" smtClean="0"/>
              <a:t>,v,</a:t>
            </a:r>
            <a:r>
              <a:rPr lang="en-US" altLang="zh-CN" dirty="0" err="1" smtClean="0">
                <a:solidFill>
                  <a:srgbClr val="FFCC00"/>
                </a:solidFill>
              </a:rPr>
              <a:t>w</a:t>
            </a:r>
            <a:r>
              <a:rPr lang="en-US" altLang="zh-CN" dirty="0" smtClean="0">
                <a:latin typeface="Times New Roman" pitchFamily="18" charset="0"/>
              </a:rPr>
              <a:t>)</a:t>
            </a:r>
          </a:p>
          <a:p>
            <a:pPr marL="0" indent="0">
              <a:lnSpc>
                <a:spcPct val="125000"/>
              </a:lnSpc>
              <a:buFont typeface="Wingdings" panose="05000000000000000000" pitchFamily="2" charset="2"/>
              <a:buNone/>
              <a:tabLst>
                <a:tab pos="768350" algn="l"/>
              </a:tabLst>
              <a:defRPr/>
            </a:pPr>
            <a:r>
              <a:rPr lang="zh-CN" altLang="en-US" sz="3300" dirty="0" smtClean="0">
                <a:latin typeface="Times New Roman" pitchFamily="18" charset="0"/>
              </a:rPr>
              <a:t>用</a:t>
            </a:r>
            <a:r>
              <a:rPr lang="en-US" altLang="zh-CN" sz="3300" dirty="0" smtClean="0">
                <a:latin typeface="Times New Roman" pitchFamily="18" charset="0"/>
              </a:rPr>
              <a:t>a</a:t>
            </a:r>
            <a:r>
              <a:rPr lang="zh-CN" altLang="en-US" sz="3300" dirty="0" smtClean="0">
                <a:latin typeface="Times New Roman" pitchFamily="18" charset="0"/>
              </a:rPr>
              <a:t>代替</a:t>
            </a:r>
            <a:r>
              <a:rPr lang="en-US" altLang="zh-CN" sz="3300" dirty="0" smtClean="0">
                <a:latin typeface="Times New Roman" pitchFamily="18" charset="0"/>
              </a:rPr>
              <a:t>x</a:t>
            </a:r>
            <a:r>
              <a:rPr lang="zh-CN" altLang="en-US" sz="3300" dirty="0" smtClean="0">
                <a:latin typeface="Times New Roman" pitchFamily="18" charset="0"/>
              </a:rPr>
              <a:t>，</a:t>
            </a:r>
          </a:p>
          <a:p>
            <a:pPr marL="0" indent="0">
              <a:lnSpc>
                <a:spcPct val="125000"/>
              </a:lnSpc>
              <a:buFont typeface="Wingdings" panose="05000000000000000000" pitchFamily="2" charset="2"/>
              <a:buNone/>
              <a:tabLst>
                <a:tab pos="768350" algn="l"/>
              </a:tabLst>
              <a:defRPr/>
            </a:pPr>
            <a:r>
              <a:rPr lang="zh-CN" altLang="en-US" sz="3300" dirty="0" smtClean="0">
                <a:latin typeface="Times New Roman" pitchFamily="18" charset="0"/>
              </a:rPr>
              <a:t>用</a:t>
            </a:r>
            <a:r>
              <a:rPr lang="en-US" altLang="zh-CN" sz="3300" dirty="0" smtClean="0">
                <a:latin typeface="Times New Roman" pitchFamily="18" charset="0"/>
              </a:rPr>
              <a:t>f(y</a:t>
            </a:r>
            <a:r>
              <a:rPr lang="zh-CN" altLang="en-US" sz="3300" dirty="0" smtClean="0">
                <a:latin typeface="Times New Roman" pitchFamily="18" charset="0"/>
              </a:rPr>
              <a:t>，</a:t>
            </a:r>
            <a:r>
              <a:rPr lang="en-US" altLang="zh-CN" sz="3300" dirty="0" smtClean="0">
                <a:latin typeface="Times New Roman" pitchFamily="18" charset="0"/>
              </a:rPr>
              <a:t>z)</a:t>
            </a:r>
            <a:r>
              <a:rPr lang="zh-CN" altLang="en-US" sz="3300" dirty="0" smtClean="0">
                <a:latin typeface="Times New Roman" pitchFamily="18" charset="0"/>
              </a:rPr>
              <a:t>代替</a:t>
            </a:r>
            <a:r>
              <a:rPr lang="en-US" altLang="zh-CN" sz="3300" dirty="0" smtClean="0">
                <a:latin typeface="Times New Roman" pitchFamily="18" charset="0"/>
              </a:rPr>
              <a:t>u</a:t>
            </a:r>
            <a:r>
              <a:rPr lang="zh-CN" altLang="en-US" sz="3300" dirty="0" smtClean="0">
                <a:latin typeface="Times New Roman" pitchFamily="18" charset="0"/>
              </a:rPr>
              <a:t>，</a:t>
            </a:r>
          </a:p>
          <a:p>
            <a:pPr marL="0" indent="0">
              <a:lnSpc>
                <a:spcPct val="125000"/>
              </a:lnSpc>
              <a:buFont typeface="Wingdings" panose="05000000000000000000" pitchFamily="2" charset="2"/>
              <a:buNone/>
              <a:tabLst>
                <a:tab pos="768350" algn="l"/>
              </a:tabLst>
              <a:defRPr/>
            </a:pPr>
            <a:r>
              <a:rPr lang="zh-CN" altLang="en-US" sz="3300" dirty="0" smtClean="0">
                <a:latin typeface="Times New Roman" pitchFamily="18" charset="0"/>
              </a:rPr>
              <a:t>用</a:t>
            </a:r>
            <a:r>
              <a:rPr lang="en-US" altLang="zh-CN" sz="3300" dirty="0" smtClean="0">
                <a:latin typeface="Times New Roman" pitchFamily="18" charset="0"/>
              </a:rPr>
              <a:t>g(y</a:t>
            </a:r>
            <a:r>
              <a:rPr lang="zh-CN" altLang="en-US" sz="3300" dirty="0" smtClean="0">
                <a:latin typeface="Times New Roman" pitchFamily="18" charset="0"/>
              </a:rPr>
              <a:t>，</a:t>
            </a:r>
            <a:r>
              <a:rPr lang="en-US" altLang="zh-CN" sz="3300" dirty="0" smtClean="0">
                <a:latin typeface="Times New Roman" pitchFamily="18" charset="0"/>
              </a:rPr>
              <a:t>z</a:t>
            </a:r>
            <a:r>
              <a:rPr lang="zh-CN" altLang="en-US" sz="3300" dirty="0" smtClean="0">
                <a:latin typeface="Times New Roman" pitchFamily="18" charset="0"/>
              </a:rPr>
              <a:t>，</a:t>
            </a:r>
            <a:r>
              <a:rPr lang="en-US" altLang="zh-CN" sz="3300" dirty="0" smtClean="0">
                <a:latin typeface="Times New Roman" pitchFamily="18" charset="0"/>
              </a:rPr>
              <a:t>v)</a:t>
            </a:r>
            <a:r>
              <a:rPr lang="zh-CN" altLang="en-US" sz="3300" dirty="0" smtClean="0">
                <a:latin typeface="Times New Roman" pitchFamily="18" charset="0"/>
              </a:rPr>
              <a:t>代替</a:t>
            </a:r>
            <a:r>
              <a:rPr lang="en-US" altLang="zh-CN" sz="3300" dirty="0" smtClean="0">
                <a:latin typeface="Times New Roman" pitchFamily="18" charset="0"/>
              </a:rPr>
              <a:t>w</a:t>
            </a:r>
            <a:r>
              <a:rPr lang="zh-CN" altLang="en-US" sz="3300" dirty="0" smtClean="0">
                <a:latin typeface="Times New Roman" pitchFamily="18" charset="0"/>
              </a:rPr>
              <a:t>，</a:t>
            </a:r>
          </a:p>
          <a:p>
            <a:pPr marL="0" indent="0">
              <a:lnSpc>
                <a:spcPct val="125000"/>
              </a:lnSpc>
              <a:buFont typeface="Wingdings" panose="05000000000000000000" pitchFamily="2" charset="2"/>
              <a:buNone/>
              <a:tabLst>
                <a:tab pos="768350" algn="l"/>
              </a:tabLst>
              <a:defRPr/>
            </a:pPr>
            <a:r>
              <a:rPr lang="zh-CN" altLang="en-US" sz="3300" dirty="0" smtClean="0">
                <a:solidFill>
                  <a:srgbClr val="FFCC00"/>
                </a:solidFill>
                <a:latin typeface="Times New Roman" pitchFamily="18" charset="0"/>
              </a:rPr>
              <a:t>得</a:t>
            </a:r>
            <a:r>
              <a:rPr lang="zh-CN" altLang="en-US" sz="3300" dirty="0" smtClean="0">
                <a:latin typeface="Times New Roman" pitchFamily="18" charset="0"/>
              </a:rPr>
              <a:t>公式</a:t>
            </a:r>
            <a:r>
              <a:rPr lang="en-US" altLang="zh-CN" sz="3300" dirty="0" smtClean="0">
                <a:latin typeface="Times New Roman" pitchFamily="18" charset="0"/>
              </a:rPr>
              <a:t>G</a:t>
            </a:r>
            <a:r>
              <a:rPr lang="zh-CN" altLang="en-US" sz="3300" dirty="0" smtClean="0">
                <a:latin typeface="Times New Roman" pitchFamily="18" charset="0"/>
              </a:rPr>
              <a:t>的</a:t>
            </a:r>
            <a:r>
              <a:rPr lang="en-US" altLang="zh-CN" sz="3300" dirty="0" err="1" smtClean="0">
                <a:latin typeface="Times New Roman" pitchFamily="18" charset="0"/>
              </a:rPr>
              <a:t>Skolem</a:t>
            </a:r>
            <a:r>
              <a:rPr lang="zh-CN" altLang="en-US" sz="3300" dirty="0" smtClean="0">
                <a:latin typeface="Times New Roman" pitchFamily="18" charset="0"/>
              </a:rPr>
              <a:t>范式：</a:t>
            </a:r>
            <a:r>
              <a:rPr lang="zh-CN" altLang="en-US" dirty="0" smtClean="0"/>
              <a:t/>
            </a:r>
            <a:br>
              <a:rPr lang="zh-CN" altLang="en-US" dirty="0" smtClean="0"/>
            </a:br>
            <a:r>
              <a:rPr lang="zh-CN" altLang="en-US" dirty="0" smtClean="0"/>
              <a:t>	</a:t>
            </a:r>
            <a:r>
              <a:rPr lang="zh-CN" altLang="en-US" dirty="0" smtClean="0">
                <a:sym typeface="Symbol" pitchFamily="18" charset="2"/>
              </a:rPr>
              <a:t></a:t>
            </a:r>
            <a:r>
              <a:rPr lang="en-US" altLang="zh-CN" dirty="0" err="1" smtClean="0"/>
              <a:t>y</a:t>
            </a:r>
            <a:r>
              <a:rPr lang="en-US" altLang="zh-CN" dirty="0" err="1" smtClean="0">
                <a:sym typeface="Symbol" pitchFamily="18" charset="2"/>
              </a:rPr>
              <a:t></a:t>
            </a:r>
            <a:r>
              <a:rPr lang="en-US" altLang="zh-CN" dirty="0" err="1" smtClean="0"/>
              <a:t>z</a:t>
            </a:r>
            <a:r>
              <a:rPr lang="en-US" altLang="zh-CN" dirty="0" err="1" smtClean="0">
                <a:sym typeface="Symbol" pitchFamily="18" charset="2"/>
              </a:rPr>
              <a:t></a:t>
            </a:r>
            <a:r>
              <a:rPr lang="en-US" altLang="zh-CN" dirty="0" err="1" smtClean="0"/>
              <a:t>vP</a:t>
            </a:r>
            <a:r>
              <a:rPr lang="en-US" altLang="zh-CN" dirty="0" smtClean="0"/>
              <a:t>(</a:t>
            </a:r>
            <a:r>
              <a:rPr lang="en-US" altLang="zh-CN" dirty="0" err="1" smtClean="0">
                <a:solidFill>
                  <a:srgbClr val="FFCC00"/>
                </a:solidFill>
              </a:rPr>
              <a:t>a</a:t>
            </a:r>
            <a:r>
              <a:rPr lang="en-US" altLang="zh-CN" dirty="0" err="1" smtClean="0"/>
              <a:t>,y,z,</a:t>
            </a:r>
            <a:r>
              <a:rPr lang="en-US" altLang="zh-CN" dirty="0" err="1" smtClean="0">
                <a:solidFill>
                  <a:srgbClr val="FFCC00"/>
                </a:solidFill>
              </a:rPr>
              <a:t>f</a:t>
            </a:r>
            <a:r>
              <a:rPr lang="en-US" altLang="zh-CN" dirty="0" smtClean="0">
                <a:solidFill>
                  <a:srgbClr val="FFCC00"/>
                </a:solidFill>
              </a:rPr>
              <a:t>(</a:t>
            </a:r>
            <a:r>
              <a:rPr lang="en-US" altLang="zh-CN" dirty="0" err="1" smtClean="0">
                <a:solidFill>
                  <a:srgbClr val="FFCC00"/>
                </a:solidFill>
              </a:rPr>
              <a:t>y,z</a:t>
            </a:r>
            <a:r>
              <a:rPr lang="en-US" altLang="zh-CN" dirty="0" smtClean="0">
                <a:solidFill>
                  <a:srgbClr val="FFCC00"/>
                </a:solidFill>
              </a:rPr>
              <a:t>)</a:t>
            </a:r>
            <a:r>
              <a:rPr lang="en-US" altLang="zh-CN" dirty="0" smtClean="0"/>
              <a:t>,</a:t>
            </a:r>
            <a:r>
              <a:rPr lang="en-US" altLang="zh-CN" dirty="0" err="1" smtClean="0"/>
              <a:t>v,</a:t>
            </a:r>
            <a:r>
              <a:rPr lang="en-US" altLang="zh-CN" dirty="0" err="1" smtClean="0">
                <a:solidFill>
                  <a:srgbClr val="FFCC00"/>
                </a:solidFill>
              </a:rPr>
              <a:t>g</a:t>
            </a:r>
            <a:r>
              <a:rPr lang="en-US" altLang="zh-CN" dirty="0" smtClean="0">
                <a:solidFill>
                  <a:srgbClr val="FFCC00"/>
                </a:solidFill>
              </a:rPr>
              <a:t>(</a:t>
            </a:r>
            <a:r>
              <a:rPr lang="en-US" altLang="zh-CN" dirty="0" err="1" smtClean="0">
                <a:solidFill>
                  <a:srgbClr val="FFCC00"/>
                </a:solidFill>
              </a:rPr>
              <a:t>y,z,v</a:t>
            </a:r>
            <a:r>
              <a:rPr lang="en-US" altLang="zh-CN" dirty="0" smtClean="0">
                <a:solidFill>
                  <a:srgbClr val="FFCC00"/>
                </a:solidFill>
              </a:rPr>
              <a:t>)</a:t>
            </a:r>
            <a:r>
              <a:rPr lang="en-US" altLang="zh-CN" dirty="0" smtClean="0"/>
              <a:t>) 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772A26C-B258-4AEA-9CFD-0C72A05B171E}" type="slidenum">
              <a:rPr lang="en-US" altLang="zh-CN" smtClean="0"/>
              <a:pPr>
                <a:defRPr/>
              </a:pPr>
              <a:t>118</a:t>
            </a:fld>
            <a:endParaRPr lang="en-US" altLang="zh-CN"/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>
              <a:defRPr/>
            </a:pPr>
            <a:r>
              <a:rPr lang="zh-CN" altLang="en-US" sz="3600" dirty="0" smtClean="0"/>
              <a:t>注意</a:t>
            </a:r>
            <a:endParaRPr lang="en-US" altLang="zh-CN" sz="3600" dirty="0" smtClean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25000"/>
              </a:lnSpc>
              <a:defRPr/>
            </a:pPr>
            <a:r>
              <a:rPr lang="zh-CN" altLang="en-US" sz="3200" dirty="0" smtClean="0">
                <a:latin typeface="Times New Roman" pitchFamily="18" charset="0"/>
                <a:cs typeface="Times New Roman" pitchFamily="18" charset="0"/>
              </a:rPr>
              <a:t>一公式的前束范式与原公式是等价的，但一般情况下一公式的</a:t>
            </a:r>
            <a:r>
              <a:rPr lang="en-US" altLang="zh-CN" sz="3200" dirty="0" err="1" smtClean="0">
                <a:latin typeface="Times New Roman" pitchFamily="18" charset="0"/>
                <a:cs typeface="Times New Roman" pitchFamily="18" charset="0"/>
              </a:rPr>
              <a:t>Skolem</a:t>
            </a:r>
            <a:r>
              <a:rPr lang="zh-CN" altLang="en-US" sz="3200" dirty="0" smtClean="0">
                <a:latin typeface="Times New Roman" pitchFamily="18" charset="0"/>
                <a:cs typeface="Times New Roman" pitchFamily="18" charset="0"/>
              </a:rPr>
              <a:t>范式与原公式是不等价的。很多人在写公式的</a:t>
            </a:r>
            <a:r>
              <a:rPr lang="en-US" altLang="zh-CN" sz="3200" dirty="0" err="1" smtClean="0">
                <a:latin typeface="Times New Roman" pitchFamily="18" charset="0"/>
                <a:cs typeface="Times New Roman" pitchFamily="18" charset="0"/>
              </a:rPr>
              <a:t>Skolem</a:t>
            </a:r>
            <a:r>
              <a:rPr lang="zh-CN" altLang="en-US" sz="3200" dirty="0" smtClean="0">
                <a:latin typeface="Times New Roman" pitchFamily="18" charset="0"/>
                <a:cs typeface="Times New Roman" pitchFamily="18" charset="0"/>
              </a:rPr>
              <a:t>范式时与原公式间“</a:t>
            </a:r>
            <a:r>
              <a:rPr lang="en-US" altLang="zh-CN" sz="3200" dirty="0" smtClean="0">
                <a:latin typeface="Times New Roman" pitchFamily="18" charset="0"/>
                <a:cs typeface="Times New Roman" pitchFamily="18" charset="0"/>
              </a:rPr>
              <a:t>=”</a:t>
            </a:r>
            <a:r>
              <a:rPr lang="zh-CN" altLang="en-US" sz="3200" dirty="0" smtClean="0">
                <a:latin typeface="Times New Roman" pitchFamily="18" charset="0"/>
                <a:cs typeface="Times New Roman" pitchFamily="18" charset="0"/>
              </a:rPr>
              <a:t>相连，这是不对的。</a:t>
            </a:r>
            <a:endParaRPr lang="zh-CN" altLang="en-US" sz="32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0ADE8C2-CCF1-41B1-A53F-626DA707A6CB}" type="slidenum">
              <a:rPr lang="en-US" altLang="zh-CN" smtClean="0"/>
              <a:pPr>
                <a:defRPr/>
              </a:pPr>
              <a:t>119</a:t>
            </a:fld>
            <a:endParaRPr lang="en-US" altLang="zh-CN"/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>
              <a:defRPr/>
            </a:pPr>
            <a:r>
              <a:rPr lang="zh-CN" altLang="en-US" sz="3600" dirty="0" smtClean="0"/>
              <a:t>例</a:t>
            </a:r>
            <a:endParaRPr lang="en-US" altLang="zh-CN" sz="3600" dirty="0" smtClean="0"/>
          </a:p>
        </p:txBody>
      </p:sp>
      <p:sp>
        <p:nvSpPr>
          <p:cNvPr id="236547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1143000"/>
            <a:ext cx="8610600" cy="5334000"/>
          </a:xfrm>
        </p:spPr>
        <p:txBody>
          <a:bodyPr/>
          <a:lstStyle/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32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zh-CN" altLang="en-US" sz="3200" dirty="0" smtClean="0">
                <a:latin typeface="Times New Roman" pitchFamily="18" charset="0"/>
                <a:cs typeface="Times New Roman" pitchFamily="18" charset="0"/>
              </a:rPr>
              <a:t>将下面公式化为</a:t>
            </a:r>
            <a:r>
              <a:rPr lang="en-US" altLang="zh-CN" sz="3200" dirty="0" err="1" smtClean="0">
                <a:latin typeface="Times New Roman" pitchFamily="18" charset="0"/>
                <a:cs typeface="Times New Roman" pitchFamily="18" charset="0"/>
              </a:rPr>
              <a:t>Skolem</a:t>
            </a:r>
            <a:r>
              <a:rPr lang="zh-CN" altLang="en-US" sz="3200" dirty="0" smtClean="0">
                <a:latin typeface="Times New Roman" pitchFamily="18" charset="0"/>
                <a:cs typeface="Times New Roman" pitchFamily="18" charset="0"/>
              </a:rPr>
              <a:t>范式。</a:t>
            </a:r>
            <a:endParaRPr lang="en-US" altLang="zh-CN" sz="3200" dirty="0" smtClean="0">
              <a:latin typeface="Times New Roman" pitchFamily="18" charset="0"/>
              <a:cs typeface="Times New Roman" pitchFamily="18" charset="0"/>
            </a:endParaRP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32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  </a:t>
            </a:r>
            <a:r>
              <a:rPr lang="en-US" altLang="zh-CN" sz="3200" dirty="0" err="1" smtClean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zh-CN" sz="3200" dirty="0" err="1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</a:t>
            </a:r>
            <a:r>
              <a:rPr lang="en-US" altLang="zh-CN" sz="3200" dirty="0" err="1" smtClean="0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altLang="zh-CN" sz="3200" dirty="0" smtClean="0">
                <a:latin typeface="Times New Roman" pitchFamily="18" charset="0"/>
                <a:cs typeface="Times New Roman" pitchFamily="18" charset="0"/>
              </a:rPr>
              <a:t>(A(x)</a:t>
            </a:r>
            <a:r>
              <a:rPr lang="en-US" altLang="zh-CN" sz="32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</a:t>
            </a:r>
            <a:r>
              <a:rPr lang="en-US" altLang="zh-CN" sz="3200" dirty="0" smtClean="0">
                <a:latin typeface="Times New Roman" pitchFamily="18" charset="0"/>
                <a:cs typeface="Times New Roman" pitchFamily="18" charset="0"/>
              </a:rPr>
              <a:t>B(</a:t>
            </a:r>
            <a:r>
              <a:rPr lang="en-US" altLang="zh-CN" sz="3200" dirty="0" err="1" smtClean="0">
                <a:latin typeface="Times New Roman" pitchFamily="18" charset="0"/>
                <a:cs typeface="Times New Roman" pitchFamily="18" charset="0"/>
              </a:rPr>
              <a:t>x,y</a:t>
            </a:r>
            <a:r>
              <a:rPr lang="en-US" altLang="zh-CN" sz="3200" dirty="0" smtClean="0">
                <a:latin typeface="Times New Roman" pitchFamily="18" charset="0"/>
                <a:cs typeface="Times New Roman" pitchFamily="18" charset="0"/>
              </a:rPr>
              <a:t>)) </a:t>
            </a:r>
            <a:r>
              <a:rPr lang="zh-CN" altLang="en-US" sz="32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</a:t>
            </a:r>
            <a:r>
              <a:rPr lang="en-US" altLang="zh-CN" sz="32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zh-CN" sz="32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</a:t>
            </a:r>
            <a:r>
              <a:rPr lang="en-US" altLang="zh-CN" sz="3200" dirty="0" err="1" smtClean="0">
                <a:latin typeface="Times New Roman" pitchFamily="18" charset="0"/>
                <a:cs typeface="Times New Roman" pitchFamily="18" charset="0"/>
              </a:rPr>
              <a:t>yC</a:t>
            </a:r>
            <a:r>
              <a:rPr lang="en-US" altLang="zh-CN" sz="3200" dirty="0" smtClean="0">
                <a:latin typeface="Times New Roman" pitchFamily="18" charset="0"/>
                <a:cs typeface="Times New Roman" pitchFamily="18" charset="0"/>
              </a:rPr>
              <a:t>(y) </a:t>
            </a:r>
            <a:r>
              <a:rPr lang="en-US" altLang="zh-CN" sz="32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</a:t>
            </a:r>
            <a:r>
              <a:rPr lang="en-US" altLang="zh-CN" sz="3200" dirty="0" err="1" smtClean="0">
                <a:latin typeface="Times New Roman" pitchFamily="18" charset="0"/>
                <a:cs typeface="Times New Roman" pitchFamily="18" charset="0"/>
              </a:rPr>
              <a:t>zD</a:t>
            </a:r>
            <a:r>
              <a:rPr lang="en-US" altLang="zh-CN" sz="3200" dirty="0" smtClean="0">
                <a:latin typeface="Times New Roman" pitchFamily="18" charset="0"/>
                <a:cs typeface="Times New Roman" pitchFamily="18" charset="0"/>
              </a:rPr>
              <a:t>(z)) 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3200" dirty="0" smtClean="0">
                <a:latin typeface="Times New Roman" pitchFamily="18" charset="0"/>
                <a:cs typeface="Times New Roman" pitchFamily="18" charset="0"/>
              </a:rPr>
              <a:t>      </a:t>
            </a:r>
            <a:endParaRPr lang="zh-CN" altLang="en-US" sz="3200" dirty="0" smtClean="0">
              <a:latin typeface="Times New Roman" pitchFamily="18" charset="0"/>
              <a:cs typeface="Times New Roman" pitchFamily="18" charset="0"/>
            </a:endParaRPr>
          </a:p>
          <a:p>
            <a:pPr algn="just" eaLnBrk="1" hangingPunct="1">
              <a:buFont typeface="Wingdings" panose="05000000000000000000" pitchFamily="2" charset="2"/>
              <a:buNone/>
              <a:defRPr/>
            </a:pPr>
            <a:r>
              <a:rPr lang="zh-CN" altLang="en-US" sz="2800" dirty="0" smtClean="0">
                <a:solidFill>
                  <a:srgbClr val="FFCC00"/>
                </a:solidFill>
                <a:latin typeface="Times New Roman" pitchFamily="18" charset="0"/>
                <a:cs typeface="Times New Roman" pitchFamily="18" charset="0"/>
              </a:rPr>
              <a:t>解</a:t>
            </a:r>
            <a:r>
              <a:rPr lang="en-US" altLang="zh-CN" sz="2800" dirty="0" smtClean="0">
                <a:solidFill>
                  <a:srgbClr val="FFCC00"/>
                </a:solidFill>
                <a:latin typeface="Times New Roman" pitchFamily="18" charset="0"/>
                <a:cs typeface="Times New Roman" pitchFamily="18" charset="0"/>
              </a:rPr>
              <a:t>:</a:t>
            </a:r>
            <a:r>
              <a:rPr lang="zh-CN" altLang="en-US" sz="3200" dirty="0" smtClean="0">
                <a:latin typeface="Times New Roman" pitchFamily="18" charset="0"/>
                <a:cs typeface="Times New Roman" pitchFamily="18" charset="0"/>
              </a:rPr>
              <a:t>前面已经将该公式化成了前束范式</a:t>
            </a:r>
            <a:r>
              <a:rPr lang="en-US" altLang="zh-CN" sz="3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zh-CN" altLang="en-US" sz="3200" dirty="0" smtClean="0">
                <a:latin typeface="Times New Roman" pitchFamily="18" charset="0"/>
                <a:cs typeface="Times New Roman" pitchFamily="18" charset="0"/>
              </a:rPr>
              <a:t>，且母式为合取范式。</a:t>
            </a:r>
          </a:p>
          <a:p>
            <a:pPr algn="just" eaLnBrk="1" hangingPunct="1">
              <a:buFont typeface="Wingdings" panose="05000000000000000000" pitchFamily="2" charset="2"/>
              <a:buNone/>
              <a:defRPr/>
            </a:pPr>
            <a:r>
              <a:rPr lang="zh-CN" altLang="en-US" sz="28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</a:t>
            </a:r>
            <a:r>
              <a:rPr lang="en-US" altLang="zh-CN" sz="2800" dirty="0" err="1" smtClean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zh-CN" sz="2800" dirty="0" err="1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</a:t>
            </a:r>
            <a:r>
              <a:rPr lang="en-US" altLang="zh-CN" sz="2800" dirty="0" err="1" smtClean="0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altLang="zh-CN" sz="2800" dirty="0" err="1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</a:t>
            </a:r>
            <a:r>
              <a:rPr lang="en-US" altLang="zh-CN" sz="2800" dirty="0" err="1" smtClean="0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altLang="zh-CN" sz="2800" dirty="0" err="1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</a:t>
            </a:r>
            <a:r>
              <a:rPr lang="en-US" altLang="zh-CN" sz="2800" dirty="0" err="1" smtClean="0">
                <a:latin typeface="Times New Roman" pitchFamily="18" charset="0"/>
                <a:cs typeface="Times New Roman" pitchFamily="18" charset="0"/>
              </a:rPr>
              <a:t>z</a:t>
            </a:r>
            <a:r>
              <a:rPr lang="en-US" altLang="zh-CN" sz="2800" dirty="0" smtClean="0">
                <a:solidFill>
                  <a:srgbClr val="FFC000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zh-CN" sz="2800" dirty="0" smtClean="0">
                <a:latin typeface="Times New Roman" pitchFamily="18" charset="0"/>
                <a:cs typeface="Times New Roman" pitchFamily="18" charset="0"/>
              </a:rPr>
              <a:t>(A(x)</a:t>
            </a:r>
            <a:r>
              <a:rPr lang="en-US" altLang="zh-CN" sz="28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</a:t>
            </a:r>
            <a:r>
              <a:rPr lang="en-US" altLang="zh-CN" sz="2800" dirty="0" smtClean="0">
                <a:latin typeface="Times New Roman" pitchFamily="18" charset="0"/>
                <a:cs typeface="Times New Roman" pitchFamily="18" charset="0"/>
              </a:rPr>
              <a:t>C(t)</a:t>
            </a:r>
            <a:r>
              <a:rPr lang="en-US" altLang="zh-CN" sz="28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</a:t>
            </a:r>
            <a:r>
              <a:rPr lang="en-US" altLang="zh-CN" sz="2800" dirty="0" smtClean="0">
                <a:latin typeface="Times New Roman" pitchFamily="18" charset="0"/>
                <a:cs typeface="Times New Roman" pitchFamily="18" charset="0"/>
              </a:rPr>
              <a:t>D(z))</a:t>
            </a:r>
            <a:r>
              <a:rPr lang="en-US" altLang="zh-CN" sz="2800" dirty="0" smtClean="0">
                <a:solidFill>
                  <a:srgbClr val="FFC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</a:t>
            </a:r>
            <a:r>
              <a:rPr lang="en-US" altLang="zh-CN" sz="28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zh-CN" sz="28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</a:t>
            </a:r>
            <a:r>
              <a:rPr lang="en-US" altLang="zh-CN" sz="2800" dirty="0" smtClean="0">
                <a:latin typeface="Times New Roman" pitchFamily="18" charset="0"/>
                <a:cs typeface="Times New Roman" pitchFamily="18" charset="0"/>
              </a:rPr>
              <a:t>B(</a:t>
            </a:r>
            <a:r>
              <a:rPr lang="en-US" altLang="zh-CN" sz="2800" dirty="0" err="1" smtClean="0">
                <a:latin typeface="Times New Roman" pitchFamily="18" charset="0"/>
                <a:cs typeface="Times New Roman" pitchFamily="18" charset="0"/>
              </a:rPr>
              <a:t>x,y</a:t>
            </a:r>
            <a:r>
              <a:rPr lang="en-US" altLang="zh-CN" sz="2800" dirty="0" smtClean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altLang="zh-CN" sz="28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</a:t>
            </a:r>
            <a:r>
              <a:rPr lang="en-US" altLang="zh-CN" sz="2800" dirty="0" smtClean="0">
                <a:latin typeface="Times New Roman" pitchFamily="18" charset="0"/>
                <a:cs typeface="Times New Roman" pitchFamily="18" charset="0"/>
              </a:rPr>
              <a:t>C(t)</a:t>
            </a:r>
            <a:r>
              <a:rPr lang="en-US" altLang="zh-CN" sz="28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</a:t>
            </a:r>
            <a:r>
              <a:rPr lang="en-US" altLang="zh-CN" sz="2800" dirty="0" smtClean="0">
                <a:latin typeface="Times New Roman" pitchFamily="18" charset="0"/>
                <a:cs typeface="Times New Roman" pitchFamily="18" charset="0"/>
              </a:rPr>
              <a:t>D(z))</a:t>
            </a:r>
            <a:r>
              <a:rPr lang="en-US" altLang="zh-CN" sz="2800" dirty="0" smtClean="0">
                <a:solidFill>
                  <a:srgbClr val="FFC000"/>
                </a:solidFill>
                <a:latin typeface="Times New Roman" pitchFamily="18" charset="0"/>
                <a:cs typeface="Times New Roman" pitchFamily="18" charset="0"/>
              </a:rPr>
              <a:t>)</a:t>
            </a:r>
            <a:r>
              <a:rPr lang="zh-CN" altLang="en-US" sz="2800" dirty="0" smtClean="0">
                <a:latin typeface="Times New Roman" pitchFamily="18" charset="0"/>
                <a:cs typeface="Times New Roman" pitchFamily="18" charset="0"/>
              </a:rPr>
              <a:t>，</a:t>
            </a:r>
            <a:endParaRPr lang="en-US" altLang="zh-CN" sz="2800" dirty="0" smtClean="0">
              <a:latin typeface="Times New Roman" pitchFamily="18" charset="0"/>
              <a:cs typeface="Times New Roman" pitchFamily="18" charset="0"/>
            </a:endParaRPr>
          </a:p>
          <a:p>
            <a:pPr algn="just" eaLnBrk="1" hangingPunct="1">
              <a:buFont typeface="Wingdings" panose="05000000000000000000" pitchFamily="2" charset="2"/>
              <a:buNone/>
              <a:defRPr/>
            </a:pPr>
            <a:r>
              <a:rPr lang="zh-CN" altLang="en-US" sz="3200" dirty="0" smtClean="0">
                <a:latin typeface="Times New Roman" pitchFamily="18" charset="0"/>
                <a:cs typeface="Times New Roman" pitchFamily="18" charset="0"/>
              </a:rPr>
              <a:t>用</a:t>
            </a:r>
            <a:r>
              <a:rPr lang="en-US" altLang="zh-CN" sz="3200" dirty="0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zh-CN" altLang="en-US" sz="3200" dirty="0" smtClean="0">
                <a:latin typeface="Times New Roman" pitchFamily="18" charset="0"/>
                <a:cs typeface="Times New Roman" pitchFamily="18" charset="0"/>
              </a:rPr>
              <a:t>代替</a:t>
            </a:r>
            <a:r>
              <a:rPr lang="en-US" altLang="zh-CN" sz="3200" dirty="0" smtClean="0">
                <a:solidFill>
                  <a:srgbClr val="FFC000"/>
                </a:solidFill>
                <a:latin typeface="Times New Roman" pitchFamily="18" charset="0"/>
                <a:cs typeface="Times New Roman" pitchFamily="18" charset="0"/>
              </a:rPr>
              <a:t>x</a:t>
            </a:r>
            <a:r>
              <a:rPr lang="zh-CN" altLang="en-US" sz="3200" dirty="0" smtClean="0">
                <a:latin typeface="Times New Roman" pitchFamily="18" charset="0"/>
                <a:cs typeface="Times New Roman" pitchFamily="18" charset="0"/>
              </a:rPr>
              <a:t>，用</a:t>
            </a:r>
            <a:r>
              <a:rPr lang="en-US" altLang="zh-CN" sz="3200" dirty="0" smtClean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zh-CN" altLang="en-US" sz="3200" dirty="0" smtClean="0">
                <a:latin typeface="Times New Roman" pitchFamily="18" charset="0"/>
                <a:cs typeface="Times New Roman" pitchFamily="18" charset="0"/>
              </a:rPr>
              <a:t>代替</a:t>
            </a:r>
            <a:r>
              <a:rPr lang="en-US" altLang="zh-CN" sz="3200" dirty="0" smtClean="0">
                <a:solidFill>
                  <a:srgbClr val="FFC000"/>
                </a:solidFill>
                <a:latin typeface="Times New Roman" pitchFamily="18" charset="0"/>
                <a:cs typeface="Times New Roman" pitchFamily="18" charset="0"/>
              </a:rPr>
              <a:t>y</a:t>
            </a:r>
            <a:r>
              <a:rPr lang="zh-CN" altLang="en-US" sz="3200" dirty="0" smtClean="0">
                <a:latin typeface="Times New Roman" pitchFamily="18" charset="0"/>
                <a:cs typeface="Times New Roman" pitchFamily="18" charset="0"/>
              </a:rPr>
              <a:t>，用</a:t>
            </a:r>
            <a:r>
              <a:rPr lang="en-US" altLang="zh-CN" sz="3200" dirty="0" smtClean="0">
                <a:latin typeface="Times New Roman" pitchFamily="18" charset="0"/>
                <a:cs typeface="Times New Roman" pitchFamily="18" charset="0"/>
              </a:rPr>
              <a:t>f(t)</a:t>
            </a:r>
            <a:r>
              <a:rPr lang="zh-CN" altLang="en-US" sz="3200" dirty="0" smtClean="0">
                <a:latin typeface="Times New Roman" pitchFamily="18" charset="0"/>
                <a:cs typeface="Times New Roman" pitchFamily="18" charset="0"/>
              </a:rPr>
              <a:t>代替</a:t>
            </a:r>
            <a:r>
              <a:rPr lang="en-US" altLang="zh-CN" sz="3200" dirty="0" smtClean="0">
                <a:solidFill>
                  <a:srgbClr val="FFC000"/>
                </a:solidFill>
                <a:latin typeface="Times New Roman" pitchFamily="18" charset="0"/>
                <a:cs typeface="Times New Roman" pitchFamily="18" charset="0"/>
              </a:rPr>
              <a:t>z</a:t>
            </a:r>
            <a:r>
              <a:rPr lang="zh-CN" altLang="en-US" sz="3200" dirty="0" smtClean="0">
                <a:latin typeface="Times New Roman" pitchFamily="18" charset="0"/>
                <a:cs typeface="Times New Roman" pitchFamily="18" charset="0"/>
              </a:rPr>
              <a:t>，</a:t>
            </a:r>
          </a:p>
          <a:p>
            <a:pPr algn="just" eaLnBrk="1" hangingPunct="1">
              <a:buFont typeface="Wingdings" panose="05000000000000000000" pitchFamily="2" charset="2"/>
              <a:buNone/>
              <a:defRPr/>
            </a:pPr>
            <a:r>
              <a:rPr lang="zh-CN" altLang="en-US" sz="3200" dirty="0" smtClean="0">
                <a:solidFill>
                  <a:srgbClr val="FFC000"/>
                </a:solidFill>
                <a:latin typeface="Times New Roman" pitchFamily="18" charset="0"/>
                <a:cs typeface="Times New Roman" pitchFamily="18" charset="0"/>
              </a:rPr>
              <a:t>得</a:t>
            </a:r>
            <a:r>
              <a:rPr lang="zh-CN" altLang="en-US" sz="3200" dirty="0" smtClean="0">
                <a:latin typeface="Times New Roman" pitchFamily="18" charset="0"/>
                <a:cs typeface="Times New Roman" pitchFamily="18" charset="0"/>
              </a:rPr>
              <a:t>公式的</a:t>
            </a:r>
            <a:r>
              <a:rPr lang="en-US" altLang="zh-CN" sz="3200" dirty="0" err="1" smtClean="0">
                <a:latin typeface="Times New Roman" pitchFamily="18" charset="0"/>
                <a:cs typeface="Times New Roman" pitchFamily="18" charset="0"/>
              </a:rPr>
              <a:t>Skolem</a:t>
            </a:r>
            <a:r>
              <a:rPr lang="zh-CN" altLang="en-US" sz="3200" dirty="0" smtClean="0">
                <a:latin typeface="Times New Roman" pitchFamily="18" charset="0"/>
                <a:cs typeface="Times New Roman" pitchFamily="18" charset="0"/>
              </a:rPr>
              <a:t>范式：</a:t>
            </a:r>
            <a:endParaRPr lang="zh-CN" altLang="en-US" sz="2800" dirty="0" smtClean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zh-CN" altLang="en-US" sz="28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</a:t>
            </a:r>
            <a:r>
              <a:rPr lang="en-US" altLang="zh-CN" sz="2800" dirty="0" smtClean="0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altLang="zh-CN" sz="2800" dirty="0" smtClean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zh-CN" sz="2800" dirty="0" smtClean="0">
                <a:latin typeface="Times New Roman" pitchFamily="18" charset="0"/>
                <a:cs typeface="Times New Roman" pitchFamily="18" charset="0"/>
              </a:rPr>
              <a:t>(A(a) </a:t>
            </a:r>
            <a:r>
              <a:rPr lang="en-US" altLang="zh-CN" sz="28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</a:t>
            </a:r>
            <a:r>
              <a:rPr lang="en-US" altLang="zh-CN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8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</a:t>
            </a:r>
            <a:r>
              <a:rPr lang="en-US" altLang="zh-CN" sz="2800" dirty="0" smtClean="0">
                <a:latin typeface="Times New Roman" pitchFamily="18" charset="0"/>
                <a:cs typeface="Times New Roman" pitchFamily="18" charset="0"/>
              </a:rPr>
              <a:t> C(t) </a:t>
            </a:r>
            <a:r>
              <a:rPr lang="en-US" altLang="zh-CN" sz="28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</a:t>
            </a:r>
            <a:r>
              <a:rPr lang="en-US" altLang="zh-CN" sz="2800" dirty="0" smtClean="0">
                <a:latin typeface="Times New Roman" pitchFamily="18" charset="0"/>
                <a:cs typeface="Times New Roman" pitchFamily="18" charset="0"/>
              </a:rPr>
              <a:t>D(f(t))) </a:t>
            </a:r>
            <a:r>
              <a:rPr lang="en-US" altLang="zh-CN" sz="28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</a:t>
            </a:r>
            <a:r>
              <a:rPr lang="en-US" altLang="zh-CN" sz="28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zh-CN" sz="28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</a:t>
            </a:r>
            <a:r>
              <a:rPr lang="en-US" altLang="zh-CN" sz="2800" dirty="0" smtClean="0">
                <a:latin typeface="Times New Roman" pitchFamily="18" charset="0"/>
                <a:cs typeface="Times New Roman" pitchFamily="18" charset="0"/>
              </a:rPr>
              <a:t> B(</a:t>
            </a:r>
            <a:r>
              <a:rPr lang="en-US" altLang="zh-CN" sz="2800" dirty="0" err="1" smtClean="0">
                <a:latin typeface="Times New Roman" pitchFamily="18" charset="0"/>
                <a:cs typeface="Times New Roman" pitchFamily="18" charset="0"/>
              </a:rPr>
              <a:t>a,b</a:t>
            </a:r>
            <a:r>
              <a:rPr lang="en-US" altLang="zh-CN" sz="2800" dirty="0" smtClean="0"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en-US" altLang="zh-CN" sz="28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</a:t>
            </a:r>
            <a:r>
              <a:rPr lang="en-US" altLang="zh-CN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8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</a:t>
            </a:r>
            <a:r>
              <a:rPr lang="en-US" altLang="zh-CN" sz="2800" dirty="0" smtClean="0">
                <a:latin typeface="Times New Roman" pitchFamily="18" charset="0"/>
                <a:cs typeface="Times New Roman" pitchFamily="18" charset="0"/>
              </a:rPr>
              <a:t> C(t) </a:t>
            </a:r>
            <a:r>
              <a:rPr lang="en-US" altLang="zh-CN" sz="28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</a:t>
            </a:r>
            <a:r>
              <a:rPr lang="en-US" altLang="zh-CN" sz="2800" dirty="0" smtClean="0">
                <a:latin typeface="Times New Roman" pitchFamily="18" charset="0"/>
                <a:cs typeface="Times New Roman" pitchFamily="18" charset="0"/>
              </a:rPr>
              <a:t>D(f(t)))</a:t>
            </a:r>
            <a:r>
              <a:rPr lang="en-US" altLang="zh-CN" sz="2800" dirty="0" smtClean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altLang="zh-CN" sz="3200" dirty="0" smtClean="0"/>
              <a:t> 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8FC689E-AAEC-4610-81FA-A463C60D9282}" type="slidenum">
              <a:rPr lang="en-US" altLang="zh-CN" smtClean="0"/>
              <a:pPr>
                <a:defRPr/>
              </a:pPr>
              <a:t>120</a:t>
            </a:fld>
            <a:endParaRPr lang="en-US" altLang="zh-CN"/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内容占位符 2"/>
          <p:cNvSpPr>
            <a:spLocks noGrp="1"/>
          </p:cNvSpPr>
          <p:nvPr>
            <p:ph idx="1"/>
          </p:nvPr>
        </p:nvSpPr>
        <p:spPr>
          <a:xfrm>
            <a:off x="207933" y="228600"/>
            <a:ext cx="8352928" cy="6172200"/>
          </a:xfrm>
        </p:spPr>
        <p:txBody>
          <a:bodyPr/>
          <a:lstStyle/>
          <a:p>
            <a:r>
              <a:rPr lang="zh-CN" altLang="en-US" sz="3200" dirty="0" smtClean="0"/>
              <a:t>习题</a:t>
            </a:r>
            <a:r>
              <a:rPr lang="en-US" altLang="zh-CN" sz="3200" dirty="0" smtClean="0"/>
              <a:t>3.2-9(1)</a:t>
            </a:r>
            <a:r>
              <a:rPr lang="zh-CN" altLang="zh-CN" sz="3200" dirty="0" smtClean="0"/>
              <a:t>找出下面公式的</a:t>
            </a:r>
            <a:r>
              <a:rPr lang="en-US" altLang="zh-CN" sz="3200" dirty="0" err="1" smtClean="0"/>
              <a:t>Skolem</a:t>
            </a:r>
            <a:r>
              <a:rPr lang="zh-CN" altLang="zh-CN" sz="3200" dirty="0" smtClean="0"/>
              <a:t>范式：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3200" dirty="0" smtClean="0"/>
              <a:t>(1)</a:t>
            </a:r>
            <a:r>
              <a:rPr lang="en-US" altLang="zh-CN" sz="3200" dirty="0" smtClean="0">
                <a:sym typeface="Symbol" panose="05050102010706020507" pitchFamily="18" charset="2"/>
              </a:rPr>
              <a:t></a:t>
            </a:r>
            <a:r>
              <a:rPr lang="en-US" altLang="zh-CN" sz="3200" dirty="0" smtClean="0">
                <a:solidFill>
                  <a:schemeClr val="tx2"/>
                </a:solidFill>
              </a:rPr>
              <a:t>(</a:t>
            </a:r>
            <a:r>
              <a:rPr lang="en-US" altLang="zh-CN" sz="3200" dirty="0" smtClean="0">
                <a:sym typeface="Symbol" panose="05050102010706020507" pitchFamily="18" charset="2"/>
              </a:rPr>
              <a:t></a:t>
            </a:r>
            <a:r>
              <a:rPr lang="en-US" altLang="zh-CN" sz="3200" dirty="0" err="1" smtClean="0"/>
              <a:t>xP</a:t>
            </a:r>
            <a:r>
              <a:rPr lang="en-US" altLang="zh-CN" sz="3200" dirty="0" smtClean="0"/>
              <a:t>(x)</a:t>
            </a:r>
            <a:r>
              <a:rPr lang="en-US" altLang="zh-CN" sz="3200" dirty="0" smtClean="0">
                <a:sym typeface="Symbol" panose="05050102010706020507" pitchFamily="18" charset="2"/>
              </a:rPr>
              <a:t></a:t>
            </a:r>
            <a:r>
              <a:rPr lang="en-US" altLang="zh-CN" sz="3200" dirty="0" err="1" smtClean="0"/>
              <a:t>y</a:t>
            </a:r>
            <a:r>
              <a:rPr lang="en-US" altLang="zh-CN" sz="3200" dirty="0" err="1" smtClean="0">
                <a:sym typeface="Symbol" panose="05050102010706020507" pitchFamily="18" charset="2"/>
              </a:rPr>
              <a:t></a:t>
            </a:r>
            <a:r>
              <a:rPr lang="en-US" altLang="zh-CN" sz="3200" dirty="0" err="1" smtClean="0"/>
              <a:t>zQ</a:t>
            </a:r>
            <a:r>
              <a:rPr lang="en-US" altLang="zh-CN" sz="3200" dirty="0" smtClean="0"/>
              <a:t>(y</a:t>
            </a:r>
            <a:r>
              <a:rPr lang="zh-CN" altLang="zh-CN" sz="3200" dirty="0" smtClean="0"/>
              <a:t>，</a:t>
            </a:r>
            <a:r>
              <a:rPr lang="en-US" altLang="zh-CN" sz="3200" dirty="0" smtClean="0"/>
              <a:t>z)</a:t>
            </a:r>
            <a:r>
              <a:rPr lang="en-US" altLang="zh-CN" sz="3200" dirty="0" smtClean="0">
                <a:solidFill>
                  <a:schemeClr val="tx2"/>
                </a:solidFill>
              </a:rPr>
              <a:t>)</a:t>
            </a:r>
            <a:r>
              <a:rPr lang="zh-CN" altLang="zh-CN" sz="3200" dirty="0" smtClean="0"/>
              <a:t>；</a:t>
            </a:r>
            <a:r>
              <a:rPr lang="zh-CN" altLang="en-US" sz="3200" dirty="0" smtClean="0"/>
              <a:t>（方法一）</a:t>
            </a:r>
            <a:endParaRPr lang="zh-CN" altLang="zh-CN" sz="3200" dirty="0" smtClean="0"/>
          </a:p>
          <a:p>
            <a:pPr>
              <a:buFont typeface="Wingdings" panose="05000000000000000000" pitchFamily="2" charset="2"/>
              <a:buNone/>
            </a:pPr>
            <a:r>
              <a:rPr lang="en-US" altLang="zh-CN" sz="3200" dirty="0" smtClean="0"/>
              <a:t>=</a:t>
            </a:r>
            <a:r>
              <a:rPr lang="en-US" altLang="zh-CN" sz="3200" dirty="0" smtClean="0">
                <a:sym typeface="Symbol" panose="05050102010706020507" pitchFamily="18" charset="2"/>
              </a:rPr>
              <a:t></a:t>
            </a:r>
            <a:r>
              <a:rPr lang="en-US" altLang="zh-CN" sz="3200" dirty="0" smtClean="0"/>
              <a:t>(</a:t>
            </a:r>
            <a:r>
              <a:rPr lang="en-US" altLang="zh-CN" sz="3200" dirty="0" smtClean="0">
                <a:sym typeface="Symbol" panose="05050102010706020507" pitchFamily="18" charset="2"/>
              </a:rPr>
              <a:t></a:t>
            </a:r>
            <a:r>
              <a:rPr lang="en-US" altLang="zh-CN" sz="3200" dirty="0" smtClean="0"/>
              <a:t>(</a:t>
            </a:r>
            <a:r>
              <a:rPr lang="en-US" altLang="zh-CN" sz="3200" dirty="0" smtClean="0">
                <a:sym typeface="Symbol" panose="05050102010706020507" pitchFamily="18" charset="2"/>
              </a:rPr>
              <a:t></a:t>
            </a:r>
            <a:r>
              <a:rPr lang="en-US" altLang="zh-CN" sz="3200" dirty="0" err="1" smtClean="0"/>
              <a:t>xP</a:t>
            </a:r>
            <a:r>
              <a:rPr lang="en-US" altLang="zh-CN" sz="3200" dirty="0" smtClean="0"/>
              <a:t>(x)) </a:t>
            </a:r>
            <a:r>
              <a:rPr lang="en-US" altLang="zh-CN" sz="3200" dirty="0" smtClean="0">
                <a:sym typeface="Symbol" panose="05050102010706020507" pitchFamily="18" charset="2"/>
              </a:rPr>
              <a:t></a:t>
            </a:r>
            <a:r>
              <a:rPr lang="en-US" altLang="zh-CN" sz="3200" dirty="0" err="1" smtClean="0"/>
              <a:t>y</a:t>
            </a:r>
            <a:r>
              <a:rPr lang="en-US" altLang="zh-CN" sz="3200" dirty="0" err="1" smtClean="0">
                <a:sym typeface="Symbol" panose="05050102010706020507" pitchFamily="18" charset="2"/>
              </a:rPr>
              <a:t></a:t>
            </a:r>
            <a:r>
              <a:rPr lang="en-US" altLang="zh-CN" sz="3200" dirty="0" err="1" smtClean="0"/>
              <a:t>zQ</a:t>
            </a:r>
            <a:r>
              <a:rPr lang="en-US" altLang="zh-CN" sz="3200" dirty="0" smtClean="0"/>
              <a:t>(y</a:t>
            </a:r>
            <a:r>
              <a:rPr lang="zh-CN" altLang="zh-CN" sz="3200" dirty="0" smtClean="0"/>
              <a:t>，</a:t>
            </a:r>
            <a:r>
              <a:rPr lang="en-US" altLang="zh-CN" sz="3200" dirty="0" smtClean="0"/>
              <a:t>z))</a:t>
            </a:r>
            <a:endParaRPr lang="zh-CN" altLang="zh-CN" sz="3200" dirty="0" smtClean="0"/>
          </a:p>
          <a:p>
            <a:pPr>
              <a:buFont typeface="Wingdings" panose="05000000000000000000" pitchFamily="2" charset="2"/>
              <a:buNone/>
            </a:pPr>
            <a:r>
              <a:rPr lang="en-US" altLang="zh-CN" sz="3200" dirty="0" smtClean="0"/>
              <a:t>=</a:t>
            </a:r>
            <a:r>
              <a:rPr lang="en-US" altLang="zh-CN" sz="3200" dirty="0" smtClean="0">
                <a:sym typeface="Symbol" panose="05050102010706020507" pitchFamily="18" charset="2"/>
              </a:rPr>
              <a:t></a:t>
            </a:r>
            <a:r>
              <a:rPr lang="en-US" altLang="zh-CN" sz="3200" dirty="0" err="1" smtClean="0"/>
              <a:t>xP</a:t>
            </a:r>
            <a:r>
              <a:rPr lang="en-US" altLang="zh-CN" sz="3200" dirty="0" smtClean="0"/>
              <a:t>(x) </a:t>
            </a:r>
            <a:r>
              <a:rPr lang="en-US" altLang="zh-CN" sz="3200" dirty="0" smtClean="0">
                <a:sym typeface="Symbol" panose="05050102010706020507" pitchFamily="18" charset="2"/>
              </a:rPr>
              <a:t></a:t>
            </a:r>
            <a:r>
              <a:rPr lang="en-US" altLang="zh-CN" sz="3200" dirty="0" smtClean="0"/>
              <a:t>(</a:t>
            </a:r>
            <a:r>
              <a:rPr lang="en-US" altLang="zh-CN" sz="3200" dirty="0" smtClean="0">
                <a:sym typeface="Symbol" panose="05050102010706020507" pitchFamily="18" charset="2"/>
              </a:rPr>
              <a:t></a:t>
            </a:r>
            <a:r>
              <a:rPr lang="en-US" altLang="zh-CN" sz="3200" dirty="0" err="1" smtClean="0"/>
              <a:t>y</a:t>
            </a:r>
            <a:r>
              <a:rPr lang="en-US" altLang="zh-CN" sz="3200" dirty="0" err="1" smtClean="0">
                <a:sym typeface="Symbol" panose="05050102010706020507" pitchFamily="18" charset="2"/>
              </a:rPr>
              <a:t></a:t>
            </a:r>
            <a:r>
              <a:rPr lang="en-US" altLang="zh-CN" sz="3200" dirty="0" err="1" smtClean="0"/>
              <a:t>zQ</a:t>
            </a:r>
            <a:r>
              <a:rPr lang="en-US" altLang="zh-CN" sz="3200" dirty="0" smtClean="0"/>
              <a:t>(y</a:t>
            </a:r>
            <a:r>
              <a:rPr lang="zh-CN" altLang="zh-CN" sz="3200" dirty="0" smtClean="0"/>
              <a:t>，</a:t>
            </a:r>
            <a:r>
              <a:rPr lang="en-US" altLang="zh-CN" sz="3200" dirty="0" smtClean="0"/>
              <a:t>z))</a:t>
            </a:r>
          </a:p>
          <a:p>
            <a:pPr>
              <a:buNone/>
            </a:pPr>
            <a:r>
              <a:rPr lang="en-US" altLang="zh-CN" dirty="0"/>
              <a:t>=</a:t>
            </a:r>
            <a:r>
              <a:rPr lang="en-US" altLang="zh-CN" dirty="0">
                <a:sym typeface="Symbol" panose="05050102010706020507" pitchFamily="18" charset="2"/>
              </a:rPr>
              <a:t></a:t>
            </a:r>
            <a:r>
              <a:rPr lang="en-US" altLang="zh-CN" dirty="0" err="1" smtClean="0"/>
              <a:t>xP</a:t>
            </a:r>
            <a:r>
              <a:rPr lang="en-US" altLang="zh-CN" dirty="0" smtClean="0"/>
              <a:t>(x</a:t>
            </a:r>
            <a:r>
              <a:rPr lang="en-US" altLang="zh-CN" dirty="0"/>
              <a:t>) </a:t>
            </a:r>
            <a:r>
              <a:rPr lang="en-US" altLang="zh-CN" dirty="0">
                <a:sym typeface="Symbol" panose="05050102010706020507" pitchFamily="18" charset="2"/>
              </a:rPr>
              <a:t></a:t>
            </a:r>
            <a:r>
              <a:rPr lang="en-US" altLang="zh-CN" dirty="0"/>
              <a:t> </a:t>
            </a:r>
            <a:r>
              <a:rPr lang="en-US" altLang="zh-CN" dirty="0">
                <a:sym typeface="Symbol" panose="05050102010706020507" pitchFamily="18" charset="2"/>
              </a:rPr>
              <a:t></a:t>
            </a:r>
            <a:r>
              <a:rPr lang="en-US" altLang="zh-CN" dirty="0"/>
              <a:t>y</a:t>
            </a:r>
            <a:r>
              <a:rPr lang="en-US" altLang="zh-CN" dirty="0">
                <a:sym typeface="Symbol" panose="05050102010706020507" pitchFamily="18" charset="2"/>
              </a:rPr>
              <a:t></a:t>
            </a:r>
            <a:r>
              <a:rPr lang="en-US" altLang="zh-CN" dirty="0"/>
              <a:t>(</a:t>
            </a:r>
            <a:r>
              <a:rPr lang="en-US" altLang="zh-CN" dirty="0">
                <a:sym typeface="Symbol" panose="05050102010706020507" pitchFamily="18" charset="2"/>
              </a:rPr>
              <a:t></a:t>
            </a:r>
            <a:r>
              <a:rPr lang="en-US" altLang="zh-CN" dirty="0" err="1"/>
              <a:t>zQ</a:t>
            </a:r>
            <a:r>
              <a:rPr lang="en-US" altLang="zh-CN" dirty="0"/>
              <a:t>(y</a:t>
            </a:r>
            <a:r>
              <a:rPr lang="zh-CN" altLang="zh-CN" dirty="0"/>
              <a:t>，</a:t>
            </a:r>
            <a:r>
              <a:rPr lang="en-US" altLang="zh-CN" dirty="0"/>
              <a:t>z</a:t>
            </a:r>
            <a:r>
              <a:rPr lang="en-US" altLang="zh-CN" dirty="0" smtClean="0"/>
              <a:t>))</a:t>
            </a:r>
            <a:endParaRPr lang="zh-CN" altLang="zh-CN" dirty="0"/>
          </a:p>
          <a:p>
            <a:pPr>
              <a:buFont typeface="Wingdings" panose="05000000000000000000" pitchFamily="2" charset="2"/>
              <a:buNone/>
            </a:pPr>
            <a:r>
              <a:rPr lang="en-US" altLang="zh-CN" sz="3200" dirty="0" smtClean="0"/>
              <a:t>=</a:t>
            </a:r>
            <a:r>
              <a:rPr lang="en-US" altLang="zh-CN" sz="3200" dirty="0" smtClean="0">
                <a:sym typeface="Symbol" panose="05050102010706020507" pitchFamily="18" charset="2"/>
              </a:rPr>
              <a:t></a:t>
            </a:r>
            <a:r>
              <a:rPr lang="en-US" altLang="zh-CN" sz="3200" dirty="0" smtClean="0"/>
              <a:t>x(P(x) </a:t>
            </a:r>
            <a:r>
              <a:rPr lang="en-US" altLang="zh-CN" sz="3200" dirty="0" smtClean="0">
                <a:sym typeface="Symbol" panose="05050102010706020507" pitchFamily="18" charset="2"/>
              </a:rPr>
              <a:t></a:t>
            </a:r>
            <a:r>
              <a:rPr lang="en-US" altLang="zh-CN" sz="3200" dirty="0" smtClean="0"/>
              <a:t> </a:t>
            </a:r>
            <a:r>
              <a:rPr lang="en-US" altLang="zh-CN" sz="3200" dirty="0" smtClean="0">
                <a:sym typeface="Symbol" panose="05050102010706020507" pitchFamily="18" charset="2"/>
              </a:rPr>
              <a:t></a:t>
            </a:r>
            <a:r>
              <a:rPr lang="en-US" altLang="zh-CN" sz="3200" dirty="0" smtClean="0"/>
              <a:t>y(</a:t>
            </a:r>
            <a:r>
              <a:rPr lang="en-US" altLang="zh-CN" dirty="0">
                <a:sym typeface="Symbol" panose="05050102010706020507" pitchFamily="18" charset="2"/>
              </a:rPr>
              <a:t></a:t>
            </a:r>
            <a:r>
              <a:rPr lang="en-US" altLang="zh-CN" dirty="0" err="1"/>
              <a:t>z</a:t>
            </a:r>
            <a:r>
              <a:rPr lang="en-US" altLang="zh-CN" sz="3200" dirty="0" err="1" smtClean="0">
                <a:sym typeface="Symbol" panose="05050102010706020507" pitchFamily="18" charset="2"/>
              </a:rPr>
              <a:t></a:t>
            </a:r>
            <a:r>
              <a:rPr lang="en-US" altLang="zh-CN" sz="3200" dirty="0" err="1" smtClean="0"/>
              <a:t>Q</a:t>
            </a:r>
            <a:r>
              <a:rPr lang="en-US" altLang="zh-CN" sz="3200" dirty="0" smtClean="0"/>
              <a:t>(y</a:t>
            </a:r>
            <a:r>
              <a:rPr lang="zh-CN" altLang="zh-CN" sz="3200" dirty="0" smtClean="0"/>
              <a:t>，</a:t>
            </a:r>
            <a:r>
              <a:rPr lang="en-US" altLang="zh-CN" sz="3200" dirty="0" smtClean="0"/>
              <a:t>z)))</a:t>
            </a:r>
            <a:endParaRPr lang="zh-CN" altLang="zh-CN" sz="3200" dirty="0" smtClean="0"/>
          </a:p>
          <a:p>
            <a:pPr>
              <a:buFont typeface="Wingdings" panose="05000000000000000000" pitchFamily="2" charset="2"/>
              <a:buNone/>
            </a:pPr>
            <a:r>
              <a:rPr lang="en-US" altLang="zh-CN" sz="3200" dirty="0" smtClean="0"/>
              <a:t>=</a:t>
            </a:r>
            <a:r>
              <a:rPr lang="en-US" altLang="zh-CN" sz="3200" dirty="0" smtClean="0">
                <a:sym typeface="Symbol" panose="05050102010706020507" pitchFamily="18" charset="2"/>
              </a:rPr>
              <a:t></a:t>
            </a:r>
            <a:r>
              <a:rPr lang="en-US" altLang="zh-CN" sz="3200" dirty="0" err="1" smtClean="0"/>
              <a:t>x</a:t>
            </a:r>
            <a:r>
              <a:rPr lang="en-US" altLang="zh-CN" sz="3200" dirty="0" err="1" smtClean="0">
                <a:sym typeface="Symbol" panose="05050102010706020507" pitchFamily="18" charset="2"/>
              </a:rPr>
              <a:t></a:t>
            </a:r>
            <a:r>
              <a:rPr lang="en-US" altLang="zh-CN" sz="3200" dirty="0" err="1" smtClean="0"/>
              <a:t>y</a:t>
            </a:r>
            <a:r>
              <a:rPr lang="en-US" altLang="zh-CN" sz="3200" dirty="0" smtClean="0"/>
              <a:t> (P(x) </a:t>
            </a:r>
            <a:r>
              <a:rPr lang="en-US" altLang="zh-CN" sz="3200" dirty="0" smtClean="0">
                <a:sym typeface="Symbol" panose="05050102010706020507" pitchFamily="18" charset="2"/>
              </a:rPr>
              <a:t></a:t>
            </a:r>
            <a:r>
              <a:rPr lang="en-US" altLang="zh-CN" dirty="0">
                <a:sym typeface="Symbol" panose="05050102010706020507" pitchFamily="18" charset="2"/>
              </a:rPr>
              <a:t> </a:t>
            </a:r>
            <a:r>
              <a:rPr lang="en-US" altLang="zh-CN" dirty="0" smtClean="0"/>
              <a:t>z</a:t>
            </a:r>
            <a:r>
              <a:rPr lang="en-US" altLang="zh-CN" sz="3200" dirty="0" smtClean="0"/>
              <a:t>(</a:t>
            </a:r>
            <a:r>
              <a:rPr lang="en-US" altLang="zh-CN" sz="3200" dirty="0" smtClean="0">
                <a:sym typeface="Symbol" panose="05050102010706020507" pitchFamily="18" charset="2"/>
              </a:rPr>
              <a:t></a:t>
            </a:r>
            <a:r>
              <a:rPr lang="en-US" altLang="zh-CN" sz="3200" dirty="0" smtClean="0"/>
              <a:t>Q(y</a:t>
            </a:r>
            <a:r>
              <a:rPr lang="zh-CN" altLang="zh-CN" sz="3200" dirty="0" smtClean="0"/>
              <a:t>，</a:t>
            </a:r>
            <a:r>
              <a:rPr lang="en-US" altLang="zh-CN" sz="3200" dirty="0" smtClean="0"/>
              <a:t>z)))</a:t>
            </a:r>
            <a:endParaRPr lang="zh-CN" altLang="zh-CN" sz="3200" dirty="0" smtClean="0"/>
          </a:p>
          <a:p>
            <a:pPr>
              <a:buFont typeface="Wingdings" panose="05000000000000000000" pitchFamily="2" charset="2"/>
              <a:buNone/>
            </a:pPr>
            <a:r>
              <a:rPr lang="en-US" altLang="zh-CN" sz="3200" dirty="0" smtClean="0"/>
              <a:t>=</a:t>
            </a:r>
            <a:r>
              <a:rPr lang="en-US" altLang="zh-CN" sz="3200" dirty="0" smtClean="0">
                <a:sym typeface="Symbol" panose="05050102010706020507" pitchFamily="18" charset="2"/>
              </a:rPr>
              <a:t></a:t>
            </a:r>
            <a:r>
              <a:rPr lang="en-US" altLang="zh-CN" sz="3200" dirty="0" err="1" smtClean="0"/>
              <a:t>x</a:t>
            </a:r>
            <a:r>
              <a:rPr lang="en-US" altLang="zh-CN" sz="3200" dirty="0" err="1" smtClean="0">
                <a:sym typeface="Symbol" panose="05050102010706020507" pitchFamily="18" charset="2"/>
              </a:rPr>
              <a:t></a:t>
            </a:r>
            <a:r>
              <a:rPr lang="en-US" altLang="zh-CN" sz="3200" dirty="0" err="1" smtClean="0"/>
              <a:t>y</a:t>
            </a:r>
            <a:r>
              <a:rPr lang="en-US" altLang="zh-CN" sz="3200" dirty="0" smtClean="0"/>
              <a:t> </a:t>
            </a:r>
            <a:r>
              <a:rPr lang="en-US" altLang="zh-CN" sz="3200" dirty="0" smtClean="0">
                <a:sym typeface="Symbol" panose="05050102010706020507" pitchFamily="18" charset="2"/>
              </a:rPr>
              <a:t></a:t>
            </a:r>
            <a:r>
              <a:rPr lang="en-US" altLang="zh-CN" sz="3200" dirty="0" smtClean="0"/>
              <a:t>z (P(x) </a:t>
            </a:r>
            <a:r>
              <a:rPr lang="en-US" altLang="zh-CN" sz="3200" dirty="0" smtClean="0">
                <a:solidFill>
                  <a:schemeClr val="tx2"/>
                </a:solidFill>
                <a:sym typeface="Symbol" panose="05050102010706020507" pitchFamily="18" charset="2"/>
              </a:rPr>
              <a:t></a:t>
            </a:r>
            <a:r>
              <a:rPr lang="en-US" altLang="zh-CN" sz="3200" dirty="0" smtClean="0">
                <a:sym typeface="Symbol" panose="05050102010706020507" pitchFamily="18" charset="2"/>
              </a:rPr>
              <a:t></a:t>
            </a:r>
            <a:r>
              <a:rPr lang="en-US" altLang="zh-CN" sz="3200" dirty="0" smtClean="0"/>
              <a:t>Q(y</a:t>
            </a:r>
            <a:r>
              <a:rPr lang="zh-CN" altLang="zh-CN" sz="3200" dirty="0" smtClean="0"/>
              <a:t>，</a:t>
            </a:r>
            <a:r>
              <a:rPr lang="en-US" altLang="zh-CN" sz="3200" dirty="0" smtClean="0"/>
              <a:t>z))</a:t>
            </a:r>
            <a:endParaRPr lang="zh-CN" altLang="zh-CN" sz="3200" dirty="0" smtClean="0"/>
          </a:p>
          <a:p>
            <a:pPr>
              <a:buFont typeface="Wingdings" panose="05000000000000000000" pitchFamily="2" charset="2"/>
              <a:buNone/>
            </a:pPr>
            <a:r>
              <a:rPr lang="zh-CN" altLang="zh-CN" sz="3200" dirty="0" smtClean="0"/>
              <a:t>用</a:t>
            </a:r>
            <a:r>
              <a:rPr lang="en-US" altLang="zh-CN" sz="3200" dirty="0" smtClean="0">
                <a:solidFill>
                  <a:schemeClr val="tx2"/>
                </a:solidFill>
              </a:rPr>
              <a:t>f(x</a:t>
            </a:r>
            <a:r>
              <a:rPr lang="zh-CN" altLang="zh-CN" sz="3200" dirty="0" smtClean="0">
                <a:solidFill>
                  <a:schemeClr val="tx2"/>
                </a:solidFill>
              </a:rPr>
              <a:t>，</a:t>
            </a:r>
            <a:r>
              <a:rPr lang="en-US" altLang="zh-CN" sz="3200" dirty="0" smtClean="0">
                <a:solidFill>
                  <a:schemeClr val="tx2"/>
                </a:solidFill>
              </a:rPr>
              <a:t>y)</a:t>
            </a:r>
            <a:r>
              <a:rPr lang="zh-CN" altLang="zh-CN" sz="3200" dirty="0" smtClean="0"/>
              <a:t>代替</a:t>
            </a:r>
            <a:r>
              <a:rPr lang="en-US" altLang="zh-CN" sz="3200" dirty="0" smtClean="0"/>
              <a:t>z</a:t>
            </a:r>
            <a:r>
              <a:rPr lang="zh-CN" altLang="zh-CN" sz="3200" dirty="0" smtClean="0">
                <a:solidFill>
                  <a:schemeClr val="tx2"/>
                </a:solidFill>
              </a:rPr>
              <a:t>得</a:t>
            </a:r>
            <a:r>
              <a:rPr lang="en-US" altLang="zh-CN" sz="3200" dirty="0" err="1" smtClean="0">
                <a:solidFill>
                  <a:schemeClr val="tx2"/>
                </a:solidFill>
              </a:rPr>
              <a:t>Skolem</a:t>
            </a:r>
            <a:r>
              <a:rPr lang="zh-CN" altLang="zh-CN" sz="3200" dirty="0" smtClean="0">
                <a:solidFill>
                  <a:schemeClr val="tx2"/>
                </a:solidFill>
              </a:rPr>
              <a:t>范式</a:t>
            </a:r>
            <a:r>
              <a:rPr lang="en-US" altLang="zh-CN" sz="3200" dirty="0" smtClean="0">
                <a:solidFill>
                  <a:schemeClr val="tx2"/>
                </a:solidFill>
              </a:rPr>
              <a:t>:</a:t>
            </a:r>
            <a:endParaRPr lang="zh-CN" altLang="zh-CN" sz="3200" dirty="0" smtClean="0">
              <a:solidFill>
                <a:schemeClr val="tx2"/>
              </a:solidFill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3200" dirty="0" smtClean="0">
                <a:sym typeface="Symbol" panose="05050102010706020507" pitchFamily="18" charset="2"/>
              </a:rPr>
              <a:t></a:t>
            </a:r>
            <a:r>
              <a:rPr lang="en-US" altLang="zh-CN" sz="3200" dirty="0" err="1" smtClean="0"/>
              <a:t>x</a:t>
            </a:r>
            <a:r>
              <a:rPr lang="en-US" altLang="zh-CN" sz="3200" dirty="0" err="1" smtClean="0">
                <a:sym typeface="Symbol" panose="05050102010706020507" pitchFamily="18" charset="2"/>
              </a:rPr>
              <a:t></a:t>
            </a:r>
            <a:r>
              <a:rPr lang="en-US" altLang="zh-CN" sz="3200" dirty="0" err="1" smtClean="0"/>
              <a:t>y</a:t>
            </a:r>
            <a:r>
              <a:rPr lang="en-US" altLang="zh-CN" sz="3200" dirty="0" smtClean="0"/>
              <a:t>(P(x) </a:t>
            </a:r>
            <a:r>
              <a:rPr lang="en-US" altLang="zh-CN" sz="3200" dirty="0" smtClean="0">
                <a:sym typeface="Symbol" panose="05050102010706020507" pitchFamily="18" charset="2"/>
              </a:rPr>
              <a:t></a:t>
            </a:r>
            <a:r>
              <a:rPr lang="en-US" altLang="zh-CN" sz="3200" dirty="0" smtClean="0"/>
              <a:t>Q(y</a:t>
            </a:r>
            <a:r>
              <a:rPr lang="zh-CN" altLang="zh-CN" sz="3200" dirty="0" smtClean="0"/>
              <a:t>，</a:t>
            </a:r>
            <a:r>
              <a:rPr lang="en-US" altLang="zh-CN" sz="3200" dirty="0" smtClean="0"/>
              <a:t>f(x</a:t>
            </a:r>
            <a:r>
              <a:rPr lang="zh-CN" altLang="zh-CN" sz="3200" dirty="0" smtClean="0"/>
              <a:t>，</a:t>
            </a:r>
            <a:r>
              <a:rPr lang="en-US" altLang="zh-CN" sz="3200" dirty="0" smtClean="0"/>
              <a:t>y)))</a:t>
            </a:r>
            <a:endParaRPr lang="zh-CN" altLang="zh-CN" sz="3200" dirty="0" smtClean="0"/>
          </a:p>
          <a:p>
            <a:endParaRPr lang="zh-CN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3147976813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内容占位符 2"/>
          <p:cNvSpPr>
            <a:spLocks noGrp="1"/>
          </p:cNvSpPr>
          <p:nvPr>
            <p:ph idx="1"/>
          </p:nvPr>
        </p:nvSpPr>
        <p:spPr>
          <a:xfrm>
            <a:off x="207933" y="228600"/>
            <a:ext cx="8352928" cy="6324600"/>
          </a:xfrm>
        </p:spPr>
        <p:txBody>
          <a:bodyPr/>
          <a:lstStyle/>
          <a:p>
            <a:r>
              <a:rPr lang="zh-CN" altLang="en-US" sz="2800" dirty="0" smtClean="0"/>
              <a:t>习题</a:t>
            </a:r>
            <a:r>
              <a:rPr lang="en-US" altLang="zh-CN" sz="2800" dirty="0" smtClean="0"/>
              <a:t>3.2-9</a:t>
            </a:r>
            <a:r>
              <a:rPr lang="zh-CN" altLang="zh-CN" sz="2800" dirty="0" smtClean="0"/>
              <a:t>找出下面公式的</a:t>
            </a:r>
            <a:r>
              <a:rPr lang="en-US" altLang="zh-CN" sz="2800" dirty="0" err="1" smtClean="0"/>
              <a:t>Skolem</a:t>
            </a:r>
            <a:r>
              <a:rPr lang="zh-CN" altLang="zh-CN" sz="2800" dirty="0" smtClean="0"/>
              <a:t>范式：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800" dirty="0" smtClean="0"/>
              <a:t>(1)</a:t>
            </a:r>
            <a:r>
              <a:rPr lang="en-US" altLang="zh-CN" sz="2800" dirty="0" smtClean="0">
                <a:sym typeface="Symbol" panose="05050102010706020507" pitchFamily="18" charset="2"/>
              </a:rPr>
              <a:t></a:t>
            </a:r>
            <a:r>
              <a:rPr lang="en-US" altLang="zh-CN" sz="2800" dirty="0" smtClean="0"/>
              <a:t>(</a:t>
            </a:r>
            <a:r>
              <a:rPr lang="en-US" altLang="zh-CN" sz="2800" dirty="0" smtClean="0">
                <a:sym typeface="Symbol" panose="05050102010706020507" pitchFamily="18" charset="2"/>
              </a:rPr>
              <a:t></a:t>
            </a:r>
            <a:r>
              <a:rPr lang="en-US" altLang="zh-CN" sz="2800" dirty="0" err="1" smtClean="0"/>
              <a:t>xP</a:t>
            </a:r>
            <a:r>
              <a:rPr lang="en-US" altLang="zh-CN" sz="2800" dirty="0" smtClean="0"/>
              <a:t>(x)</a:t>
            </a:r>
            <a:r>
              <a:rPr lang="en-US" altLang="zh-CN" sz="2800" dirty="0" smtClean="0">
                <a:sym typeface="Symbol" panose="05050102010706020507" pitchFamily="18" charset="2"/>
              </a:rPr>
              <a:t></a:t>
            </a:r>
            <a:r>
              <a:rPr lang="en-US" altLang="zh-CN" sz="2800" dirty="0" err="1" smtClean="0"/>
              <a:t>y</a:t>
            </a:r>
            <a:r>
              <a:rPr lang="en-US" altLang="zh-CN" sz="2800" dirty="0" err="1" smtClean="0">
                <a:sym typeface="Symbol" panose="05050102010706020507" pitchFamily="18" charset="2"/>
              </a:rPr>
              <a:t></a:t>
            </a:r>
            <a:r>
              <a:rPr lang="en-US" altLang="zh-CN" sz="2800" dirty="0" err="1" smtClean="0"/>
              <a:t>zQ</a:t>
            </a:r>
            <a:r>
              <a:rPr lang="en-US" altLang="zh-CN" sz="2800" dirty="0" smtClean="0"/>
              <a:t>(y</a:t>
            </a:r>
            <a:r>
              <a:rPr lang="zh-CN" altLang="zh-CN" sz="2800" dirty="0" smtClean="0"/>
              <a:t>，</a:t>
            </a:r>
            <a:r>
              <a:rPr lang="en-US" altLang="zh-CN" sz="2800" dirty="0" smtClean="0"/>
              <a:t>z))</a:t>
            </a:r>
            <a:r>
              <a:rPr lang="zh-CN" altLang="zh-CN" sz="2800" dirty="0" smtClean="0"/>
              <a:t>；</a:t>
            </a:r>
            <a:r>
              <a:rPr lang="zh-CN" altLang="en-US" sz="2800" dirty="0" smtClean="0"/>
              <a:t>（方法二）</a:t>
            </a:r>
            <a:endParaRPr lang="zh-CN" altLang="zh-CN" sz="2800" dirty="0" smtClean="0"/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800" dirty="0" smtClean="0"/>
              <a:t>=</a:t>
            </a:r>
            <a:r>
              <a:rPr lang="en-US" altLang="zh-CN" sz="2800" dirty="0" smtClean="0">
                <a:sym typeface="Symbol" panose="05050102010706020507" pitchFamily="18" charset="2"/>
              </a:rPr>
              <a:t></a:t>
            </a:r>
            <a:r>
              <a:rPr lang="en-US" altLang="zh-CN" sz="2800" dirty="0" smtClean="0"/>
              <a:t>(</a:t>
            </a:r>
            <a:r>
              <a:rPr lang="en-US" altLang="zh-CN" sz="2800" dirty="0" smtClean="0">
                <a:sym typeface="Symbol" panose="05050102010706020507" pitchFamily="18" charset="2"/>
              </a:rPr>
              <a:t></a:t>
            </a:r>
            <a:r>
              <a:rPr lang="en-US" altLang="zh-CN" sz="2800" dirty="0" smtClean="0"/>
              <a:t>(</a:t>
            </a:r>
            <a:r>
              <a:rPr lang="en-US" altLang="zh-CN" sz="2800" dirty="0" smtClean="0">
                <a:sym typeface="Symbol" panose="05050102010706020507" pitchFamily="18" charset="2"/>
              </a:rPr>
              <a:t></a:t>
            </a:r>
            <a:r>
              <a:rPr lang="en-US" altLang="zh-CN" sz="2800" dirty="0" err="1" smtClean="0"/>
              <a:t>xP</a:t>
            </a:r>
            <a:r>
              <a:rPr lang="en-US" altLang="zh-CN" sz="2800" dirty="0" smtClean="0"/>
              <a:t>(x)) </a:t>
            </a:r>
            <a:r>
              <a:rPr lang="en-US" altLang="zh-CN" sz="2800" dirty="0" smtClean="0">
                <a:sym typeface="Symbol" panose="05050102010706020507" pitchFamily="18" charset="2"/>
              </a:rPr>
              <a:t></a:t>
            </a:r>
            <a:r>
              <a:rPr lang="en-US" altLang="zh-CN" sz="2800" dirty="0" err="1" smtClean="0"/>
              <a:t>y</a:t>
            </a:r>
            <a:r>
              <a:rPr lang="en-US" altLang="zh-CN" sz="2800" dirty="0" err="1" smtClean="0">
                <a:sym typeface="Symbol" panose="05050102010706020507" pitchFamily="18" charset="2"/>
              </a:rPr>
              <a:t></a:t>
            </a:r>
            <a:r>
              <a:rPr lang="en-US" altLang="zh-CN" sz="2800" dirty="0" err="1" smtClean="0"/>
              <a:t>zQ</a:t>
            </a:r>
            <a:r>
              <a:rPr lang="en-US" altLang="zh-CN" sz="2800" dirty="0" smtClean="0"/>
              <a:t>(y</a:t>
            </a:r>
            <a:r>
              <a:rPr lang="zh-CN" altLang="zh-CN" sz="2800" dirty="0" smtClean="0"/>
              <a:t>，</a:t>
            </a:r>
            <a:r>
              <a:rPr lang="en-US" altLang="zh-CN" sz="2800" dirty="0" smtClean="0"/>
              <a:t>z))</a:t>
            </a:r>
            <a:endParaRPr lang="zh-CN" altLang="zh-CN" sz="2800" dirty="0" smtClean="0"/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800" dirty="0" smtClean="0"/>
              <a:t>=</a:t>
            </a:r>
            <a:r>
              <a:rPr lang="en-US" altLang="zh-CN" sz="2800" dirty="0" smtClean="0">
                <a:sym typeface="Symbol" panose="05050102010706020507" pitchFamily="18" charset="2"/>
              </a:rPr>
              <a:t></a:t>
            </a:r>
            <a:r>
              <a:rPr lang="en-US" altLang="zh-CN" sz="2800" dirty="0" err="1" smtClean="0"/>
              <a:t>xP</a:t>
            </a:r>
            <a:r>
              <a:rPr lang="en-US" altLang="zh-CN" sz="2800" dirty="0" smtClean="0"/>
              <a:t>(x) </a:t>
            </a:r>
            <a:r>
              <a:rPr lang="en-US" altLang="zh-CN" sz="2800" dirty="0" smtClean="0">
                <a:sym typeface="Symbol" panose="05050102010706020507" pitchFamily="18" charset="2"/>
              </a:rPr>
              <a:t></a:t>
            </a:r>
            <a:r>
              <a:rPr lang="en-US" altLang="zh-CN" sz="2800" dirty="0" smtClean="0"/>
              <a:t>(</a:t>
            </a:r>
            <a:r>
              <a:rPr lang="en-US" altLang="zh-CN" sz="2800" dirty="0" smtClean="0">
                <a:sym typeface="Symbol" panose="05050102010706020507" pitchFamily="18" charset="2"/>
              </a:rPr>
              <a:t></a:t>
            </a:r>
            <a:r>
              <a:rPr lang="en-US" altLang="zh-CN" sz="2800" dirty="0" err="1" smtClean="0"/>
              <a:t>y</a:t>
            </a:r>
            <a:r>
              <a:rPr lang="en-US" altLang="zh-CN" sz="2800" dirty="0" err="1" smtClean="0">
                <a:sym typeface="Symbol" panose="05050102010706020507" pitchFamily="18" charset="2"/>
              </a:rPr>
              <a:t></a:t>
            </a:r>
            <a:r>
              <a:rPr lang="en-US" altLang="zh-CN" sz="2800" dirty="0" err="1" smtClean="0"/>
              <a:t>zQ</a:t>
            </a:r>
            <a:r>
              <a:rPr lang="en-US" altLang="zh-CN" sz="2800" dirty="0" smtClean="0"/>
              <a:t>(y</a:t>
            </a:r>
            <a:r>
              <a:rPr lang="zh-CN" altLang="zh-CN" sz="2800" dirty="0" smtClean="0"/>
              <a:t>，</a:t>
            </a:r>
            <a:r>
              <a:rPr lang="en-US" altLang="zh-CN" sz="2800" dirty="0" smtClean="0"/>
              <a:t>z)))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800" dirty="0" smtClean="0"/>
              <a:t>=</a:t>
            </a:r>
            <a:r>
              <a:rPr lang="en-US" altLang="zh-CN" sz="2800" dirty="0" smtClean="0">
                <a:sym typeface="Symbol" panose="05050102010706020507" pitchFamily="18" charset="2"/>
              </a:rPr>
              <a:t></a:t>
            </a:r>
            <a:r>
              <a:rPr lang="en-US" altLang="zh-CN" sz="2800" dirty="0" err="1" smtClean="0"/>
              <a:t>xP</a:t>
            </a:r>
            <a:r>
              <a:rPr lang="en-US" altLang="zh-CN" sz="2800" dirty="0" smtClean="0"/>
              <a:t>(x) </a:t>
            </a:r>
            <a:r>
              <a:rPr lang="en-US" altLang="zh-CN" sz="2800" dirty="0" smtClean="0">
                <a:sym typeface="Symbol" panose="05050102010706020507" pitchFamily="18" charset="2"/>
              </a:rPr>
              <a:t></a:t>
            </a:r>
            <a:r>
              <a:rPr lang="en-US" altLang="zh-CN" sz="2800" dirty="0" err="1" smtClean="0"/>
              <a:t>y</a:t>
            </a:r>
            <a:r>
              <a:rPr lang="en-US" altLang="zh-CN" sz="2800" dirty="0" err="1" smtClean="0">
                <a:sym typeface="Symbol" panose="05050102010706020507" pitchFamily="18" charset="2"/>
              </a:rPr>
              <a:t></a:t>
            </a:r>
            <a:r>
              <a:rPr lang="en-US" altLang="zh-CN" sz="2800" dirty="0" err="1" smtClean="0"/>
              <a:t>z</a:t>
            </a:r>
            <a:r>
              <a:rPr lang="en-US" altLang="zh-CN" sz="2800" dirty="0" smtClean="0"/>
              <a:t>(</a:t>
            </a:r>
            <a:r>
              <a:rPr lang="en-US" altLang="zh-CN" sz="2800" dirty="0" smtClean="0">
                <a:sym typeface="Symbol" panose="05050102010706020507" pitchFamily="18" charset="2"/>
              </a:rPr>
              <a:t></a:t>
            </a:r>
            <a:r>
              <a:rPr lang="en-US" altLang="zh-CN" sz="2800" dirty="0" smtClean="0"/>
              <a:t>Q(y</a:t>
            </a:r>
            <a:r>
              <a:rPr lang="zh-CN" altLang="zh-CN" sz="2800" dirty="0" smtClean="0"/>
              <a:t>，</a:t>
            </a:r>
            <a:r>
              <a:rPr lang="en-US" altLang="zh-CN" sz="2800" dirty="0" smtClean="0"/>
              <a:t>z) )</a:t>
            </a:r>
            <a:endParaRPr lang="zh-CN" altLang="zh-CN" sz="2800" dirty="0" smtClean="0"/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800" dirty="0" smtClean="0">
                <a:solidFill>
                  <a:schemeClr val="tx2"/>
                </a:solidFill>
              </a:rPr>
              <a:t>=</a:t>
            </a:r>
            <a:r>
              <a:rPr lang="en-US" altLang="zh-CN" sz="2800" dirty="0" smtClean="0">
                <a:solidFill>
                  <a:schemeClr val="tx2"/>
                </a:solidFill>
                <a:sym typeface="Symbol" panose="05050102010706020507" pitchFamily="18" charset="2"/>
              </a:rPr>
              <a:t></a:t>
            </a:r>
            <a:r>
              <a:rPr lang="en-US" altLang="zh-CN" sz="2800" dirty="0" err="1" smtClean="0">
                <a:solidFill>
                  <a:schemeClr val="tx2"/>
                </a:solidFill>
              </a:rPr>
              <a:t>y</a:t>
            </a:r>
            <a:r>
              <a:rPr lang="en-US" altLang="zh-CN" sz="2800" dirty="0" err="1" smtClean="0">
                <a:solidFill>
                  <a:schemeClr val="tx2"/>
                </a:solidFill>
                <a:sym typeface="Symbol" panose="05050102010706020507" pitchFamily="18" charset="2"/>
              </a:rPr>
              <a:t></a:t>
            </a:r>
            <a:r>
              <a:rPr lang="en-US" altLang="zh-CN" sz="2800" dirty="0" err="1" smtClean="0">
                <a:solidFill>
                  <a:schemeClr val="tx2"/>
                </a:solidFill>
              </a:rPr>
              <a:t>z</a:t>
            </a:r>
            <a:r>
              <a:rPr lang="en-US" altLang="zh-CN" sz="2800" dirty="0" smtClean="0">
                <a:solidFill>
                  <a:schemeClr val="tx2"/>
                </a:solidFill>
              </a:rPr>
              <a:t>(</a:t>
            </a:r>
            <a:r>
              <a:rPr lang="en-US" altLang="zh-CN" sz="2800" dirty="0" smtClean="0">
                <a:solidFill>
                  <a:schemeClr val="tx2"/>
                </a:solidFill>
                <a:sym typeface="Symbol" panose="05050102010706020507" pitchFamily="18" charset="2"/>
              </a:rPr>
              <a:t></a:t>
            </a:r>
            <a:r>
              <a:rPr lang="en-US" altLang="zh-CN" sz="2800" dirty="0" smtClean="0">
                <a:solidFill>
                  <a:schemeClr val="tx2"/>
                </a:solidFill>
              </a:rPr>
              <a:t>Q(y</a:t>
            </a:r>
            <a:r>
              <a:rPr lang="zh-CN" altLang="zh-CN" sz="2800" dirty="0" smtClean="0">
                <a:solidFill>
                  <a:schemeClr val="tx2"/>
                </a:solidFill>
              </a:rPr>
              <a:t>，</a:t>
            </a:r>
            <a:r>
              <a:rPr lang="en-US" altLang="zh-CN" sz="2800" dirty="0" smtClean="0">
                <a:solidFill>
                  <a:schemeClr val="tx2"/>
                </a:solidFill>
              </a:rPr>
              <a:t>z) ) </a:t>
            </a:r>
            <a:r>
              <a:rPr lang="en-US" altLang="zh-CN" sz="2800" dirty="0" smtClean="0">
                <a:solidFill>
                  <a:schemeClr val="tx2"/>
                </a:solidFill>
                <a:sym typeface="Symbol" panose="05050102010706020507" pitchFamily="18" charset="2"/>
              </a:rPr>
              <a:t></a:t>
            </a:r>
            <a:r>
              <a:rPr lang="en-US" altLang="zh-CN" sz="2800" dirty="0" err="1" smtClean="0">
                <a:solidFill>
                  <a:schemeClr val="tx2"/>
                </a:solidFill>
              </a:rPr>
              <a:t>xP</a:t>
            </a:r>
            <a:r>
              <a:rPr lang="en-US" altLang="zh-CN" sz="2800" dirty="0" smtClean="0">
                <a:solidFill>
                  <a:schemeClr val="tx2"/>
                </a:solidFill>
              </a:rPr>
              <a:t>(x) </a:t>
            </a:r>
            <a:endParaRPr lang="en-US" altLang="zh-CN" sz="2800" dirty="0" smtClean="0">
              <a:solidFill>
                <a:schemeClr val="tx2"/>
              </a:solidFill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800" dirty="0" smtClean="0"/>
              <a:t>=</a:t>
            </a:r>
            <a:r>
              <a:rPr lang="en-US" altLang="zh-CN" sz="2800" dirty="0">
                <a:sym typeface="Symbol" panose="05050102010706020507" pitchFamily="18" charset="2"/>
              </a:rPr>
              <a:t></a:t>
            </a:r>
            <a:r>
              <a:rPr lang="en-US" altLang="zh-CN" sz="2800" dirty="0" smtClean="0"/>
              <a:t>y(</a:t>
            </a:r>
            <a:r>
              <a:rPr lang="en-US" altLang="zh-CN" sz="2800" dirty="0">
                <a:sym typeface="Symbol" panose="05050102010706020507" pitchFamily="18" charset="2"/>
              </a:rPr>
              <a:t></a:t>
            </a:r>
            <a:r>
              <a:rPr lang="en-US" altLang="zh-CN" sz="2800" dirty="0"/>
              <a:t>z(</a:t>
            </a:r>
            <a:r>
              <a:rPr lang="en-US" altLang="zh-CN" sz="2800" dirty="0">
                <a:sym typeface="Symbol" panose="05050102010706020507" pitchFamily="18" charset="2"/>
              </a:rPr>
              <a:t></a:t>
            </a:r>
            <a:r>
              <a:rPr lang="en-US" altLang="zh-CN" sz="2800" dirty="0"/>
              <a:t>Q(y</a:t>
            </a:r>
            <a:r>
              <a:rPr lang="zh-CN" altLang="zh-CN" sz="2800" dirty="0"/>
              <a:t>，</a:t>
            </a:r>
            <a:r>
              <a:rPr lang="en-US" altLang="zh-CN" sz="2800" dirty="0"/>
              <a:t>z) </a:t>
            </a:r>
            <a:r>
              <a:rPr lang="en-US" altLang="zh-CN" sz="2800" dirty="0" smtClean="0"/>
              <a:t>)) </a:t>
            </a:r>
            <a:r>
              <a:rPr lang="en-US" altLang="zh-CN" sz="2800" dirty="0">
                <a:sym typeface="Symbol" panose="05050102010706020507" pitchFamily="18" charset="2"/>
              </a:rPr>
              <a:t></a:t>
            </a:r>
            <a:r>
              <a:rPr lang="en-US" altLang="zh-CN" sz="2800" dirty="0" err="1"/>
              <a:t>xP</a:t>
            </a:r>
            <a:r>
              <a:rPr lang="en-US" altLang="zh-CN" sz="2800" dirty="0"/>
              <a:t>(x) </a:t>
            </a:r>
            <a:endParaRPr lang="zh-CN" altLang="zh-CN" sz="2800" dirty="0" smtClean="0"/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800" dirty="0" smtClean="0"/>
              <a:t>=</a:t>
            </a:r>
            <a:r>
              <a:rPr lang="en-US" altLang="zh-CN" sz="2800" dirty="0" smtClean="0">
                <a:sym typeface="Symbol" panose="05050102010706020507" pitchFamily="18" charset="2"/>
              </a:rPr>
              <a:t></a:t>
            </a:r>
            <a:r>
              <a:rPr lang="en-US" altLang="zh-CN" sz="2800" dirty="0" smtClean="0"/>
              <a:t>y(</a:t>
            </a:r>
            <a:r>
              <a:rPr lang="en-US" altLang="zh-CN" sz="2800" dirty="0" smtClean="0">
                <a:sym typeface="Symbol" panose="05050102010706020507" pitchFamily="18" charset="2"/>
              </a:rPr>
              <a:t></a:t>
            </a:r>
            <a:r>
              <a:rPr lang="en-US" altLang="zh-CN" sz="2800" dirty="0" smtClean="0"/>
              <a:t>z(</a:t>
            </a:r>
            <a:r>
              <a:rPr lang="en-US" altLang="zh-CN" sz="2800" dirty="0" smtClean="0">
                <a:sym typeface="Symbol" panose="05050102010706020507" pitchFamily="18" charset="2"/>
              </a:rPr>
              <a:t></a:t>
            </a:r>
            <a:r>
              <a:rPr lang="en-US" altLang="zh-CN" sz="2800" dirty="0" smtClean="0"/>
              <a:t>Q(y</a:t>
            </a:r>
            <a:r>
              <a:rPr lang="zh-CN" altLang="zh-CN" sz="2800" dirty="0" smtClean="0"/>
              <a:t>，</a:t>
            </a:r>
            <a:r>
              <a:rPr lang="en-US" altLang="zh-CN" sz="2800" dirty="0" smtClean="0"/>
              <a:t>z) ) </a:t>
            </a:r>
            <a:r>
              <a:rPr lang="en-US" altLang="zh-CN" sz="2800" dirty="0" smtClean="0">
                <a:sym typeface="Symbol" panose="05050102010706020507" pitchFamily="18" charset="2"/>
              </a:rPr>
              <a:t></a:t>
            </a:r>
            <a:r>
              <a:rPr lang="en-US" altLang="zh-CN" sz="2800" dirty="0" err="1" smtClean="0"/>
              <a:t>xP</a:t>
            </a:r>
            <a:r>
              <a:rPr lang="en-US" altLang="zh-CN" sz="2800" dirty="0" smtClean="0"/>
              <a:t>(x))</a:t>
            </a:r>
            <a:endParaRPr lang="zh-CN" altLang="zh-CN" sz="2800" dirty="0" smtClean="0"/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800" dirty="0" smtClean="0"/>
              <a:t>=</a:t>
            </a:r>
            <a:r>
              <a:rPr lang="en-US" altLang="zh-CN" sz="2800" dirty="0" smtClean="0">
                <a:sym typeface="Symbol" panose="05050102010706020507" pitchFamily="18" charset="2"/>
              </a:rPr>
              <a:t></a:t>
            </a:r>
            <a:r>
              <a:rPr lang="en-US" altLang="zh-CN" sz="2800" dirty="0" err="1" smtClean="0"/>
              <a:t>y</a:t>
            </a:r>
            <a:r>
              <a:rPr lang="en-US" altLang="zh-CN" sz="2800" dirty="0" err="1" smtClean="0">
                <a:sym typeface="Symbol" panose="05050102010706020507" pitchFamily="18" charset="2"/>
              </a:rPr>
              <a:t></a:t>
            </a:r>
            <a:r>
              <a:rPr lang="en-US" altLang="zh-CN" sz="2800" dirty="0" err="1" smtClean="0"/>
              <a:t>z</a:t>
            </a:r>
            <a:r>
              <a:rPr lang="en-US" altLang="zh-CN" sz="2800" dirty="0" smtClean="0"/>
              <a:t>(</a:t>
            </a:r>
            <a:r>
              <a:rPr lang="en-US" altLang="zh-CN" sz="2800" dirty="0" smtClean="0">
                <a:sym typeface="Symbol" panose="05050102010706020507" pitchFamily="18" charset="2"/>
              </a:rPr>
              <a:t></a:t>
            </a:r>
            <a:r>
              <a:rPr lang="en-US" altLang="zh-CN" sz="2800" dirty="0" smtClean="0"/>
              <a:t>Q(y</a:t>
            </a:r>
            <a:r>
              <a:rPr lang="zh-CN" altLang="zh-CN" sz="2800" dirty="0" smtClean="0"/>
              <a:t>，</a:t>
            </a:r>
            <a:r>
              <a:rPr lang="en-US" altLang="zh-CN" sz="2800" dirty="0" smtClean="0"/>
              <a:t>z) </a:t>
            </a:r>
            <a:r>
              <a:rPr lang="en-US" altLang="zh-CN" sz="2800" dirty="0" smtClean="0">
                <a:sym typeface="Symbol" panose="05050102010706020507" pitchFamily="18" charset="2"/>
              </a:rPr>
              <a:t></a:t>
            </a:r>
            <a:r>
              <a:rPr lang="en-US" altLang="zh-CN" sz="2800" dirty="0" err="1" smtClean="0"/>
              <a:t>xP</a:t>
            </a:r>
            <a:r>
              <a:rPr lang="en-US" altLang="zh-CN" sz="2800" dirty="0" smtClean="0"/>
              <a:t>(x))</a:t>
            </a:r>
            <a:endParaRPr lang="zh-CN" altLang="zh-CN" sz="2800" dirty="0" smtClean="0"/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800" dirty="0" smtClean="0"/>
              <a:t>=</a:t>
            </a:r>
            <a:r>
              <a:rPr lang="en-US" altLang="zh-CN" sz="2800" dirty="0" smtClean="0">
                <a:sym typeface="Symbol" panose="05050102010706020507" pitchFamily="18" charset="2"/>
              </a:rPr>
              <a:t></a:t>
            </a:r>
            <a:r>
              <a:rPr lang="en-US" altLang="zh-CN" sz="2800" dirty="0" err="1" smtClean="0"/>
              <a:t>y</a:t>
            </a:r>
            <a:r>
              <a:rPr lang="en-US" altLang="zh-CN" sz="2800" dirty="0" err="1" smtClean="0">
                <a:sym typeface="Symbol" panose="05050102010706020507" pitchFamily="18" charset="2"/>
              </a:rPr>
              <a:t></a:t>
            </a:r>
            <a:r>
              <a:rPr lang="en-US" altLang="zh-CN" sz="2800" dirty="0" err="1" smtClean="0"/>
              <a:t>z</a:t>
            </a:r>
            <a:r>
              <a:rPr lang="en-US" altLang="zh-CN" sz="2800" dirty="0" err="1" smtClean="0">
                <a:sym typeface="Symbol" panose="05050102010706020507" pitchFamily="18" charset="2"/>
              </a:rPr>
              <a:t></a:t>
            </a:r>
            <a:r>
              <a:rPr lang="en-US" altLang="zh-CN" sz="2800" dirty="0" err="1" smtClean="0"/>
              <a:t>x</a:t>
            </a:r>
            <a:r>
              <a:rPr lang="en-US" altLang="zh-CN" sz="2800" dirty="0" smtClean="0"/>
              <a:t>(</a:t>
            </a:r>
            <a:r>
              <a:rPr lang="en-US" altLang="zh-CN" sz="2800" dirty="0" smtClean="0">
                <a:sym typeface="Symbol" panose="05050102010706020507" pitchFamily="18" charset="2"/>
              </a:rPr>
              <a:t></a:t>
            </a:r>
            <a:r>
              <a:rPr lang="en-US" altLang="zh-CN" sz="2800" dirty="0" smtClean="0"/>
              <a:t>Q(y</a:t>
            </a:r>
            <a:r>
              <a:rPr lang="zh-CN" altLang="zh-CN" sz="2800" dirty="0" smtClean="0"/>
              <a:t>，</a:t>
            </a:r>
            <a:r>
              <a:rPr lang="en-US" altLang="zh-CN" sz="2800" dirty="0" smtClean="0"/>
              <a:t>z) </a:t>
            </a:r>
            <a:r>
              <a:rPr lang="en-US" altLang="zh-CN" sz="2800" dirty="0" smtClean="0">
                <a:sym typeface="Symbol" panose="05050102010706020507" pitchFamily="18" charset="2"/>
              </a:rPr>
              <a:t></a:t>
            </a:r>
            <a:r>
              <a:rPr lang="en-US" altLang="zh-CN" sz="2800" dirty="0" smtClean="0"/>
              <a:t> P(x))</a:t>
            </a:r>
            <a:endParaRPr lang="zh-CN" altLang="zh-CN" sz="2800" dirty="0" smtClean="0"/>
          </a:p>
          <a:p>
            <a:pPr>
              <a:buFont typeface="Wingdings" panose="05000000000000000000" pitchFamily="2" charset="2"/>
              <a:buNone/>
            </a:pPr>
            <a:r>
              <a:rPr lang="zh-CN" altLang="zh-CN" sz="2800" dirty="0" smtClean="0"/>
              <a:t>用</a:t>
            </a:r>
            <a:r>
              <a:rPr lang="en-US" altLang="zh-CN" sz="2800" dirty="0" smtClean="0">
                <a:solidFill>
                  <a:schemeClr val="tx2"/>
                </a:solidFill>
              </a:rPr>
              <a:t>f(y)</a:t>
            </a:r>
            <a:r>
              <a:rPr lang="zh-CN" altLang="zh-CN" sz="2800" dirty="0" smtClean="0"/>
              <a:t>代替</a:t>
            </a:r>
            <a:r>
              <a:rPr lang="en-US" altLang="zh-CN" sz="2800" dirty="0" smtClean="0"/>
              <a:t>Z</a:t>
            </a:r>
            <a:r>
              <a:rPr lang="zh-CN" altLang="zh-CN" sz="2800" dirty="0" smtClean="0"/>
              <a:t>，得</a:t>
            </a:r>
            <a:r>
              <a:rPr lang="en-US" altLang="zh-CN" sz="2800" dirty="0" smtClean="0"/>
              <a:t> </a:t>
            </a:r>
            <a:r>
              <a:rPr lang="en-US" altLang="zh-CN" sz="2800" dirty="0" err="1" smtClean="0">
                <a:solidFill>
                  <a:schemeClr val="tx2"/>
                </a:solidFill>
              </a:rPr>
              <a:t>skolem</a:t>
            </a:r>
            <a:r>
              <a:rPr lang="zh-CN" altLang="zh-CN" sz="2800" dirty="0" smtClean="0">
                <a:solidFill>
                  <a:schemeClr val="tx2"/>
                </a:solidFill>
              </a:rPr>
              <a:t>范式为：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800" dirty="0" smtClean="0">
                <a:sym typeface="Symbol" panose="05050102010706020507" pitchFamily="18" charset="2"/>
              </a:rPr>
              <a:t></a:t>
            </a:r>
            <a:r>
              <a:rPr lang="en-US" altLang="zh-CN" sz="2800" dirty="0" err="1" smtClean="0"/>
              <a:t>y</a:t>
            </a:r>
            <a:r>
              <a:rPr lang="en-US" altLang="zh-CN" sz="2800" dirty="0" err="1" smtClean="0">
                <a:sym typeface="Symbol" panose="05050102010706020507" pitchFamily="18" charset="2"/>
              </a:rPr>
              <a:t></a:t>
            </a:r>
            <a:r>
              <a:rPr lang="en-US" altLang="zh-CN" sz="2800" dirty="0" err="1" smtClean="0"/>
              <a:t>x</a:t>
            </a:r>
            <a:r>
              <a:rPr lang="en-US" altLang="zh-CN" sz="2800" dirty="0" smtClean="0"/>
              <a:t>(</a:t>
            </a:r>
            <a:r>
              <a:rPr lang="en-US" altLang="zh-CN" sz="2800" dirty="0" smtClean="0">
                <a:sym typeface="Symbol" panose="05050102010706020507" pitchFamily="18" charset="2"/>
              </a:rPr>
              <a:t></a:t>
            </a:r>
            <a:r>
              <a:rPr lang="en-US" altLang="zh-CN" sz="2800" dirty="0" smtClean="0"/>
              <a:t>Q(y</a:t>
            </a:r>
            <a:r>
              <a:rPr lang="zh-CN" altLang="zh-CN" sz="2800" dirty="0" smtClean="0"/>
              <a:t>，</a:t>
            </a:r>
            <a:r>
              <a:rPr lang="en-US" altLang="zh-CN" sz="2800" dirty="0" smtClean="0"/>
              <a:t>f(y)) </a:t>
            </a:r>
            <a:r>
              <a:rPr lang="en-US" altLang="zh-CN" sz="2800" dirty="0" smtClean="0">
                <a:sym typeface="Symbol" panose="05050102010706020507" pitchFamily="18" charset="2"/>
              </a:rPr>
              <a:t></a:t>
            </a:r>
            <a:r>
              <a:rPr lang="en-US" altLang="zh-CN" sz="2800" dirty="0" smtClean="0"/>
              <a:t> </a:t>
            </a:r>
            <a:r>
              <a:rPr lang="en-US" altLang="zh-CN" sz="2800" dirty="0" smtClean="0"/>
              <a:t>P(x))</a:t>
            </a:r>
            <a:endParaRPr lang="en-US" altLang="zh-CN" sz="2800" dirty="0" smtClean="0"/>
          </a:p>
          <a:p>
            <a:pPr>
              <a:buFont typeface="Wingdings" panose="05000000000000000000" pitchFamily="2" charset="2"/>
              <a:buNone/>
            </a:pPr>
            <a:endParaRPr lang="zh-CN" altLang="zh-CN" sz="2800" dirty="0" smtClean="0"/>
          </a:p>
          <a:p>
            <a:pPr>
              <a:buFont typeface="Wingdings" panose="05000000000000000000" pitchFamily="2" charset="2"/>
              <a:buNone/>
            </a:pPr>
            <a:endParaRPr lang="zh-CN" altLang="zh-CN" sz="3200" dirty="0" smtClean="0"/>
          </a:p>
          <a:p>
            <a:endParaRPr lang="zh-CN" altLang="en-US" sz="3200" dirty="0" smtClean="0"/>
          </a:p>
        </p:txBody>
      </p:sp>
    </p:spTree>
    <p:extLst>
      <p:ext uri="{BB962C8B-B14F-4D97-AF65-F5344CB8AC3E}">
        <p14:creationId xmlns:p14="http://schemas.microsoft.com/office/powerpoint/2010/main" val="3396862572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4034337-9BFC-478F-A6FD-93C4FF168109}" type="slidenum">
              <a:rPr lang="en-US" altLang="zh-CN" smtClean="0">
                <a:solidFill>
                  <a:srgbClr val="FFFFFF"/>
                </a:solidFill>
              </a:rPr>
              <a:pPr>
                <a:defRPr/>
              </a:pPr>
              <a:t>123</a:t>
            </a:fld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28600" y="385519"/>
            <a:ext cx="8616280" cy="6172200"/>
          </a:xfrm>
        </p:spPr>
        <p:txBody>
          <a:bodyPr/>
          <a:lstStyle/>
          <a:p>
            <a:pPr>
              <a:defRPr/>
            </a:pPr>
            <a:r>
              <a:rPr lang="zh-CN" altLang="en-US" sz="3200" dirty="0" smtClean="0"/>
              <a:t>习题</a:t>
            </a:r>
            <a:r>
              <a:rPr lang="en-US" altLang="zh-CN" sz="3200" dirty="0" smtClean="0"/>
              <a:t>3.2-9 (2)</a:t>
            </a:r>
          </a:p>
          <a:p>
            <a:pPr>
              <a:lnSpc>
                <a:spcPts val="35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800" dirty="0" smtClean="0"/>
              <a:t>(2)</a:t>
            </a:r>
            <a:r>
              <a:rPr lang="en-US" altLang="zh-CN" sz="2800" dirty="0" smtClean="0">
                <a:sym typeface="Symbol" pitchFamily="18" charset="2"/>
              </a:rPr>
              <a:t></a:t>
            </a:r>
            <a:r>
              <a:rPr lang="en-US" altLang="zh-CN" sz="2800" dirty="0" smtClean="0"/>
              <a:t>x</a:t>
            </a:r>
            <a:r>
              <a:rPr lang="en-US" altLang="zh-CN" sz="2800" dirty="0" smtClean="0">
                <a:solidFill>
                  <a:srgbClr val="FFC000"/>
                </a:solidFill>
              </a:rPr>
              <a:t>(</a:t>
            </a:r>
            <a:r>
              <a:rPr lang="en-US" altLang="zh-CN" sz="2800" dirty="0" smtClean="0">
                <a:sym typeface="Symbol" pitchFamily="18" charset="2"/>
              </a:rPr>
              <a:t></a:t>
            </a:r>
            <a:r>
              <a:rPr lang="en-US" altLang="zh-CN" sz="2800" dirty="0" smtClean="0"/>
              <a:t>E(x,0)</a:t>
            </a:r>
            <a:r>
              <a:rPr lang="en-US" altLang="zh-CN" sz="2800" dirty="0" smtClean="0">
                <a:sym typeface="Symbol" pitchFamily="18" charset="2"/>
              </a:rPr>
              <a:t></a:t>
            </a:r>
            <a:r>
              <a:rPr lang="en-US" altLang="zh-CN" sz="2800" dirty="0" smtClean="0">
                <a:solidFill>
                  <a:srgbClr val="AFDC7E"/>
                </a:solidFill>
              </a:rPr>
              <a:t>(</a:t>
            </a:r>
            <a:r>
              <a:rPr lang="en-US" altLang="zh-CN" sz="2800" dirty="0" smtClean="0">
                <a:sym typeface="Symbol" pitchFamily="18" charset="2"/>
              </a:rPr>
              <a:t></a:t>
            </a:r>
            <a:r>
              <a:rPr lang="en-US" altLang="zh-CN" sz="2800" dirty="0" smtClean="0"/>
              <a:t>y</a:t>
            </a:r>
            <a:r>
              <a:rPr lang="en-US" altLang="zh-CN" sz="2800" dirty="0" smtClean="0">
                <a:solidFill>
                  <a:srgbClr val="FF0000"/>
                </a:solidFill>
              </a:rPr>
              <a:t>(</a:t>
            </a:r>
            <a:r>
              <a:rPr lang="en-US" altLang="zh-CN" sz="2800" dirty="0" smtClean="0"/>
              <a:t>E(</a:t>
            </a:r>
            <a:r>
              <a:rPr lang="en-US" altLang="zh-CN" sz="2800" dirty="0" err="1" smtClean="0"/>
              <a:t>y,g</a:t>
            </a:r>
            <a:r>
              <a:rPr lang="en-US" altLang="zh-CN" sz="2800" dirty="0" smtClean="0"/>
              <a:t>(x))</a:t>
            </a:r>
            <a:r>
              <a:rPr lang="en-US" altLang="zh-CN" sz="2800" dirty="0" smtClean="0">
                <a:sym typeface="Symbol" pitchFamily="18" charset="2"/>
              </a:rPr>
              <a:t></a:t>
            </a:r>
            <a:r>
              <a:rPr lang="en-US" altLang="zh-CN" sz="2800" dirty="0" smtClean="0"/>
              <a:t>z</a:t>
            </a:r>
            <a:r>
              <a:rPr lang="en-US" altLang="zh-CN" sz="2800" dirty="0" smtClean="0">
                <a:solidFill>
                  <a:srgbClr val="00B0F0"/>
                </a:solidFill>
              </a:rPr>
              <a:t>(</a:t>
            </a:r>
            <a:r>
              <a:rPr lang="en-US" altLang="zh-CN" sz="2800" dirty="0" smtClean="0"/>
              <a:t>E(</a:t>
            </a:r>
            <a:r>
              <a:rPr lang="en-US" altLang="zh-CN" sz="2800" dirty="0" err="1" smtClean="0"/>
              <a:t>z,g</a:t>
            </a:r>
            <a:r>
              <a:rPr lang="en-US" altLang="zh-CN" sz="2800" dirty="0" smtClean="0"/>
              <a:t>(x))</a:t>
            </a:r>
            <a:r>
              <a:rPr lang="en-US" altLang="zh-CN" sz="2800" dirty="0" smtClean="0">
                <a:sym typeface="Symbol" pitchFamily="18" charset="2"/>
              </a:rPr>
              <a:t></a:t>
            </a:r>
            <a:r>
              <a:rPr lang="en-US" altLang="zh-CN" sz="2800" dirty="0" smtClean="0"/>
              <a:t>E(</a:t>
            </a:r>
            <a:r>
              <a:rPr lang="en-US" altLang="zh-CN" sz="2800" dirty="0" err="1" smtClean="0"/>
              <a:t>y,z</a:t>
            </a:r>
            <a:r>
              <a:rPr lang="en-US" altLang="zh-CN" sz="2800" dirty="0" smtClean="0"/>
              <a:t>) </a:t>
            </a:r>
            <a:r>
              <a:rPr lang="en-US" altLang="zh-CN" sz="2800" dirty="0" smtClean="0">
                <a:solidFill>
                  <a:srgbClr val="00B0F0"/>
                </a:solidFill>
              </a:rPr>
              <a:t>)</a:t>
            </a:r>
            <a:r>
              <a:rPr lang="en-US" altLang="zh-CN" sz="2800" dirty="0" smtClean="0">
                <a:solidFill>
                  <a:srgbClr val="FF0000"/>
                </a:solidFill>
              </a:rPr>
              <a:t>)</a:t>
            </a:r>
            <a:r>
              <a:rPr lang="en-US" altLang="zh-CN" sz="2800" dirty="0" smtClean="0">
                <a:solidFill>
                  <a:srgbClr val="AFDC7E"/>
                </a:solidFill>
              </a:rPr>
              <a:t>)</a:t>
            </a:r>
            <a:r>
              <a:rPr lang="en-US" altLang="zh-CN" sz="2800" dirty="0" smtClean="0">
                <a:solidFill>
                  <a:srgbClr val="FFC000"/>
                </a:solidFill>
              </a:rPr>
              <a:t>)</a:t>
            </a:r>
            <a:endParaRPr lang="zh-CN" altLang="zh-CN" sz="2800" dirty="0" smtClean="0">
              <a:solidFill>
                <a:srgbClr val="FFC000"/>
              </a:solidFill>
            </a:endParaRPr>
          </a:p>
          <a:p>
            <a:pPr>
              <a:lnSpc>
                <a:spcPts val="3500"/>
              </a:lnSpc>
              <a:buFont typeface="Wingdings" panose="05000000000000000000" pitchFamily="2" charset="2"/>
              <a:buNone/>
              <a:defRPr/>
            </a:pPr>
            <a:r>
              <a:rPr lang="zh-CN" altLang="zh-CN" sz="2800" dirty="0" smtClean="0"/>
              <a:t>＝</a:t>
            </a:r>
            <a:r>
              <a:rPr lang="en-US" altLang="zh-CN" sz="2800" dirty="0" smtClean="0">
                <a:sym typeface="Symbol" pitchFamily="18" charset="2"/>
              </a:rPr>
              <a:t></a:t>
            </a:r>
            <a:r>
              <a:rPr lang="en-US" altLang="zh-CN" sz="2800" dirty="0" smtClean="0"/>
              <a:t>x(E(x,0) </a:t>
            </a:r>
            <a:r>
              <a:rPr lang="en-US" altLang="zh-CN" sz="2800" dirty="0" smtClean="0">
                <a:sym typeface="Symbol" pitchFamily="18" charset="2"/>
              </a:rPr>
              <a:t></a:t>
            </a:r>
            <a:r>
              <a:rPr lang="en-US" altLang="zh-CN" sz="2800" dirty="0" smtClean="0"/>
              <a:t> (</a:t>
            </a:r>
            <a:r>
              <a:rPr lang="en-US" altLang="zh-CN" sz="2800" dirty="0" smtClean="0">
                <a:sym typeface="Symbol" pitchFamily="18" charset="2"/>
              </a:rPr>
              <a:t></a:t>
            </a:r>
            <a:r>
              <a:rPr lang="en-US" altLang="zh-CN" sz="2800" dirty="0" smtClean="0">
                <a:solidFill>
                  <a:srgbClr val="FFC000"/>
                </a:solidFill>
              </a:rPr>
              <a:t>y</a:t>
            </a:r>
            <a:r>
              <a:rPr lang="en-US" altLang="zh-CN" sz="2800" dirty="0" smtClean="0">
                <a:solidFill>
                  <a:srgbClr val="FF0000"/>
                </a:solidFill>
              </a:rPr>
              <a:t>(</a:t>
            </a:r>
            <a:r>
              <a:rPr lang="en-US" altLang="zh-CN" sz="2800" dirty="0" smtClean="0"/>
              <a:t>E(</a:t>
            </a:r>
            <a:r>
              <a:rPr lang="en-US" altLang="zh-CN" sz="2800" dirty="0" err="1" smtClean="0"/>
              <a:t>y,g</a:t>
            </a:r>
            <a:r>
              <a:rPr lang="en-US" altLang="zh-CN" sz="2800" dirty="0" smtClean="0"/>
              <a:t>(x))</a:t>
            </a:r>
            <a:r>
              <a:rPr lang="en-US" altLang="zh-CN" sz="2800" dirty="0" smtClean="0">
                <a:sym typeface="Symbol" pitchFamily="18" charset="2"/>
              </a:rPr>
              <a:t></a:t>
            </a:r>
            <a:r>
              <a:rPr lang="en-US" altLang="zh-CN" sz="2800" dirty="0" smtClean="0">
                <a:solidFill>
                  <a:srgbClr val="FFFF00"/>
                </a:solidFill>
              </a:rPr>
              <a:t>z</a:t>
            </a:r>
            <a:r>
              <a:rPr lang="en-US" altLang="zh-CN" sz="2800" dirty="0" smtClean="0"/>
              <a:t>(</a:t>
            </a:r>
            <a:r>
              <a:rPr lang="en-US" altLang="zh-CN" sz="2800" dirty="0" smtClean="0">
                <a:sym typeface="Symbol" pitchFamily="18" charset="2"/>
              </a:rPr>
              <a:t></a:t>
            </a:r>
            <a:r>
              <a:rPr lang="en-US" altLang="zh-CN" sz="2800" dirty="0" smtClean="0"/>
              <a:t>E(</a:t>
            </a:r>
            <a:r>
              <a:rPr lang="en-US" altLang="zh-CN" sz="2800" dirty="0" err="1" smtClean="0"/>
              <a:t>z,g</a:t>
            </a:r>
            <a:r>
              <a:rPr lang="en-US" altLang="zh-CN" sz="2800" dirty="0" smtClean="0"/>
              <a:t>(x))</a:t>
            </a:r>
            <a:r>
              <a:rPr lang="en-US" altLang="zh-CN" sz="2800" dirty="0" smtClean="0">
                <a:sym typeface="Symbol" pitchFamily="18" charset="2"/>
              </a:rPr>
              <a:t></a:t>
            </a:r>
            <a:r>
              <a:rPr lang="en-US" altLang="zh-CN" sz="2800" dirty="0" smtClean="0"/>
              <a:t>E(</a:t>
            </a:r>
            <a:r>
              <a:rPr lang="en-US" altLang="zh-CN" sz="2800" dirty="0" err="1" smtClean="0"/>
              <a:t>y,z</a:t>
            </a:r>
            <a:r>
              <a:rPr lang="en-US" altLang="zh-CN" sz="2800" dirty="0" smtClean="0"/>
              <a:t>))</a:t>
            </a:r>
            <a:r>
              <a:rPr lang="en-US" altLang="zh-CN" sz="2800" dirty="0" smtClean="0">
                <a:solidFill>
                  <a:srgbClr val="FF3300"/>
                </a:solidFill>
              </a:rPr>
              <a:t>)</a:t>
            </a:r>
            <a:r>
              <a:rPr lang="en-US" altLang="zh-CN" sz="2800" dirty="0" smtClean="0"/>
              <a:t>))</a:t>
            </a:r>
          </a:p>
          <a:p>
            <a:pPr>
              <a:lnSpc>
                <a:spcPts val="35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800" dirty="0" smtClean="0"/>
              <a:t>=</a:t>
            </a:r>
            <a:r>
              <a:rPr lang="en-US" altLang="zh-CN" sz="2800" dirty="0">
                <a:sym typeface="Symbol" pitchFamily="18" charset="2"/>
              </a:rPr>
              <a:t></a:t>
            </a:r>
            <a:r>
              <a:rPr lang="en-US" altLang="zh-CN" sz="2800" dirty="0" err="1"/>
              <a:t>x</a:t>
            </a:r>
            <a:r>
              <a:rPr lang="en-US" altLang="zh-CN" sz="2800" dirty="0" err="1">
                <a:sym typeface="Symbol" pitchFamily="18" charset="2"/>
              </a:rPr>
              <a:t></a:t>
            </a:r>
            <a:r>
              <a:rPr lang="en-US" altLang="zh-CN" sz="2800" dirty="0" err="1" smtClean="0"/>
              <a:t>y</a:t>
            </a:r>
            <a:r>
              <a:rPr lang="en-US" altLang="zh-CN" sz="2800" dirty="0" smtClean="0"/>
              <a:t>(E(x,0</a:t>
            </a:r>
            <a:r>
              <a:rPr lang="en-US" altLang="zh-CN" sz="2800" dirty="0"/>
              <a:t>) </a:t>
            </a:r>
            <a:r>
              <a:rPr lang="en-US" altLang="zh-CN" sz="2800" dirty="0" smtClean="0">
                <a:sym typeface="Symbol" pitchFamily="18" charset="2"/>
              </a:rPr>
              <a:t>(</a:t>
            </a:r>
            <a:r>
              <a:rPr lang="en-US" altLang="zh-CN" sz="2800" dirty="0" smtClean="0"/>
              <a:t>E(</a:t>
            </a:r>
            <a:r>
              <a:rPr lang="en-US" altLang="zh-CN" sz="2800" dirty="0" err="1" smtClean="0"/>
              <a:t>y,g</a:t>
            </a:r>
            <a:r>
              <a:rPr lang="en-US" altLang="zh-CN" sz="2800" dirty="0" smtClean="0"/>
              <a:t>(x</a:t>
            </a:r>
            <a:r>
              <a:rPr lang="en-US" altLang="zh-CN" sz="2800" dirty="0"/>
              <a:t>))</a:t>
            </a:r>
            <a:r>
              <a:rPr lang="en-US" altLang="zh-CN" sz="2800" dirty="0">
                <a:sym typeface="Symbol" pitchFamily="18" charset="2"/>
              </a:rPr>
              <a:t></a:t>
            </a:r>
            <a:r>
              <a:rPr lang="en-US" altLang="zh-CN" sz="2800" dirty="0">
                <a:solidFill>
                  <a:srgbClr val="FFFF00"/>
                </a:solidFill>
              </a:rPr>
              <a:t>z</a:t>
            </a:r>
            <a:r>
              <a:rPr lang="en-US" altLang="zh-CN" sz="2800" dirty="0"/>
              <a:t>(</a:t>
            </a:r>
            <a:r>
              <a:rPr lang="en-US" altLang="zh-CN" sz="2800" dirty="0">
                <a:sym typeface="Symbol" pitchFamily="18" charset="2"/>
              </a:rPr>
              <a:t></a:t>
            </a:r>
            <a:r>
              <a:rPr lang="en-US" altLang="zh-CN" sz="2800" dirty="0"/>
              <a:t>E(</a:t>
            </a:r>
            <a:r>
              <a:rPr lang="en-US" altLang="zh-CN" sz="2800" dirty="0" err="1"/>
              <a:t>z,g</a:t>
            </a:r>
            <a:r>
              <a:rPr lang="en-US" altLang="zh-CN" sz="2800" dirty="0"/>
              <a:t>(x))</a:t>
            </a:r>
            <a:r>
              <a:rPr lang="en-US" altLang="zh-CN" sz="2800" dirty="0">
                <a:sym typeface="Symbol" pitchFamily="18" charset="2"/>
              </a:rPr>
              <a:t></a:t>
            </a:r>
            <a:r>
              <a:rPr lang="en-US" altLang="zh-CN" sz="2800" dirty="0"/>
              <a:t>E(</a:t>
            </a:r>
            <a:r>
              <a:rPr lang="en-US" altLang="zh-CN" sz="2800" dirty="0" err="1"/>
              <a:t>y,z</a:t>
            </a:r>
            <a:r>
              <a:rPr lang="en-US" altLang="zh-CN" sz="2800" dirty="0" smtClean="0"/>
              <a:t>)))))</a:t>
            </a:r>
          </a:p>
          <a:p>
            <a:pPr>
              <a:lnSpc>
                <a:spcPts val="35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800" dirty="0" smtClean="0"/>
              <a:t>=</a:t>
            </a:r>
            <a:r>
              <a:rPr lang="en-US" altLang="zh-CN" sz="2800" dirty="0">
                <a:sym typeface="Symbol" pitchFamily="18" charset="2"/>
              </a:rPr>
              <a:t> </a:t>
            </a:r>
            <a:r>
              <a:rPr lang="en-US" altLang="zh-CN" sz="2800" dirty="0" err="1"/>
              <a:t>x</a:t>
            </a:r>
            <a:r>
              <a:rPr lang="en-US" altLang="zh-CN" sz="2800" dirty="0" err="1">
                <a:sym typeface="Symbol" pitchFamily="18" charset="2"/>
              </a:rPr>
              <a:t></a:t>
            </a:r>
            <a:r>
              <a:rPr lang="en-US" altLang="zh-CN" sz="2800" dirty="0" err="1"/>
              <a:t>y</a:t>
            </a:r>
            <a:r>
              <a:rPr lang="en-US" altLang="zh-CN" sz="2800" dirty="0"/>
              <a:t>(E(x,0) </a:t>
            </a:r>
            <a:r>
              <a:rPr lang="en-US" altLang="zh-CN" sz="2800" dirty="0" smtClean="0">
                <a:sym typeface="Symbol" pitchFamily="18" charset="2"/>
              </a:rPr>
              <a:t></a:t>
            </a:r>
            <a:r>
              <a:rPr lang="en-US" altLang="zh-CN" sz="2800" dirty="0">
                <a:sym typeface="Symbol" pitchFamily="18" charset="2"/>
              </a:rPr>
              <a:t></a:t>
            </a:r>
            <a:r>
              <a:rPr lang="en-US" altLang="zh-CN" sz="2800" dirty="0">
                <a:solidFill>
                  <a:srgbClr val="FFFF00"/>
                </a:solidFill>
              </a:rPr>
              <a:t>z </a:t>
            </a:r>
            <a:r>
              <a:rPr lang="en-US" altLang="zh-CN" sz="2800" dirty="0" smtClean="0">
                <a:sym typeface="Symbol" pitchFamily="18" charset="2"/>
              </a:rPr>
              <a:t>(</a:t>
            </a:r>
            <a:r>
              <a:rPr lang="en-US" altLang="zh-CN" sz="2800" dirty="0"/>
              <a:t>E(</a:t>
            </a:r>
            <a:r>
              <a:rPr lang="en-US" altLang="zh-CN" sz="2800" dirty="0" err="1"/>
              <a:t>y,g</a:t>
            </a:r>
            <a:r>
              <a:rPr lang="en-US" altLang="zh-CN" sz="2800" dirty="0"/>
              <a:t>(x))</a:t>
            </a:r>
            <a:r>
              <a:rPr lang="en-US" altLang="zh-CN" sz="2800" dirty="0" smtClean="0">
                <a:sym typeface="Symbol" pitchFamily="18" charset="2"/>
              </a:rPr>
              <a:t> </a:t>
            </a:r>
            <a:r>
              <a:rPr lang="en-US" altLang="zh-CN" sz="2800" dirty="0" smtClean="0"/>
              <a:t>(</a:t>
            </a:r>
            <a:r>
              <a:rPr lang="en-US" altLang="zh-CN" sz="2800" dirty="0">
                <a:sym typeface="Symbol" pitchFamily="18" charset="2"/>
              </a:rPr>
              <a:t></a:t>
            </a:r>
            <a:r>
              <a:rPr lang="en-US" altLang="zh-CN" sz="2800" dirty="0"/>
              <a:t>E(</a:t>
            </a:r>
            <a:r>
              <a:rPr lang="en-US" altLang="zh-CN" sz="2800" dirty="0" err="1"/>
              <a:t>z,g</a:t>
            </a:r>
            <a:r>
              <a:rPr lang="en-US" altLang="zh-CN" sz="2800" dirty="0"/>
              <a:t>(x))</a:t>
            </a:r>
            <a:r>
              <a:rPr lang="en-US" altLang="zh-CN" sz="2800" dirty="0">
                <a:sym typeface="Symbol" pitchFamily="18" charset="2"/>
              </a:rPr>
              <a:t></a:t>
            </a:r>
            <a:r>
              <a:rPr lang="en-US" altLang="zh-CN" sz="2800" dirty="0"/>
              <a:t>E(</a:t>
            </a:r>
            <a:r>
              <a:rPr lang="en-US" altLang="zh-CN" sz="2800" dirty="0" err="1"/>
              <a:t>y,z</a:t>
            </a:r>
            <a:r>
              <a:rPr lang="en-US" altLang="zh-CN" sz="2800" dirty="0"/>
              <a:t>)))))</a:t>
            </a:r>
            <a:endParaRPr lang="zh-CN" altLang="zh-CN" sz="2800" dirty="0" smtClean="0"/>
          </a:p>
          <a:p>
            <a:pPr>
              <a:lnSpc>
                <a:spcPts val="3500"/>
              </a:lnSpc>
              <a:buFont typeface="Wingdings" panose="05000000000000000000" pitchFamily="2" charset="2"/>
              <a:buNone/>
              <a:defRPr/>
            </a:pPr>
            <a:r>
              <a:rPr lang="zh-CN" altLang="zh-CN" sz="2800" dirty="0" smtClean="0"/>
              <a:t>＝</a:t>
            </a:r>
            <a:r>
              <a:rPr lang="en-US" altLang="zh-CN" sz="2800" dirty="0" smtClean="0">
                <a:sym typeface="Symbol" pitchFamily="18" charset="2"/>
              </a:rPr>
              <a:t></a:t>
            </a:r>
            <a:r>
              <a:rPr lang="en-US" altLang="zh-CN" sz="2800" dirty="0" err="1" smtClean="0"/>
              <a:t>x</a:t>
            </a:r>
            <a:r>
              <a:rPr lang="en-US" altLang="zh-CN" sz="2800" dirty="0" err="1" smtClean="0">
                <a:sym typeface="Symbol" pitchFamily="18" charset="2"/>
              </a:rPr>
              <a:t></a:t>
            </a:r>
            <a:r>
              <a:rPr lang="en-US" altLang="zh-CN" sz="2800" dirty="0" err="1" smtClean="0"/>
              <a:t>y</a:t>
            </a:r>
            <a:r>
              <a:rPr lang="en-US" altLang="zh-CN" sz="2800" dirty="0" err="1" smtClean="0">
                <a:sym typeface="Symbol" pitchFamily="18" charset="2"/>
              </a:rPr>
              <a:t></a:t>
            </a:r>
            <a:r>
              <a:rPr lang="en-US" altLang="zh-CN" sz="2800" dirty="0" err="1" smtClean="0"/>
              <a:t>z</a:t>
            </a:r>
            <a:r>
              <a:rPr lang="en-US" altLang="zh-CN" sz="2800" dirty="0" smtClean="0"/>
              <a:t> (E(x,0) </a:t>
            </a:r>
            <a:r>
              <a:rPr lang="en-US" altLang="zh-CN" sz="2800" dirty="0" smtClean="0">
                <a:sym typeface="Symbol" pitchFamily="18" charset="2"/>
              </a:rPr>
              <a:t></a:t>
            </a:r>
            <a:r>
              <a:rPr lang="en-US" altLang="zh-CN" sz="2800" dirty="0" smtClean="0"/>
              <a:t> </a:t>
            </a:r>
            <a:r>
              <a:rPr lang="en-US" altLang="zh-CN" sz="2800" dirty="0" smtClean="0">
                <a:solidFill>
                  <a:srgbClr val="AFDC7E"/>
                </a:solidFill>
              </a:rPr>
              <a:t>(</a:t>
            </a:r>
            <a:r>
              <a:rPr lang="en-US" altLang="zh-CN" sz="2800" dirty="0" smtClean="0"/>
              <a:t>E(</a:t>
            </a:r>
            <a:r>
              <a:rPr lang="en-US" altLang="zh-CN" sz="2800" dirty="0" err="1" smtClean="0"/>
              <a:t>y,g</a:t>
            </a:r>
            <a:r>
              <a:rPr lang="en-US" altLang="zh-CN" sz="2800" dirty="0" smtClean="0"/>
              <a:t>(x))</a:t>
            </a:r>
            <a:r>
              <a:rPr lang="en-US" altLang="zh-CN" sz="2800" dirty="0" smtClean="0">
                <a:sym typeface="Symbol" pitchFamily="18" charset="2"/>
              </a:rPr>
              <a:t></a:t>
            </a:r>
            <a:r>
              <a:rPr lang="en-US" altLang="zh-CN" sz="2800" dirty="0" smtClean="0"/>
              <a:t> (</a:t>
            </a:r>
            <a:r>
              <a:rPr lang="en-US" altLang="zh-CN" sz="2800" dirty="0" smtClean="0">
                <a:sym typeface="Symbol" pitchFamily="18" charset="2"/>
              </a:rPr>
              <a:t></a:t>
            </a:r>
            <a:r>
              <a:rPr lang="en-US" altLang="zh-CN" sz="2800" dirty="0" smtClean="0"/>
              <a:t>E(</a:t>
            </a:r>
            <a:r>
              <a:rPr lang="en-US" altLang="zh-CN" sz="2800" dirty="0" err="1" smtClean="0"/>
              <a:t>z,g</a:t>
            </a:r>
            <a:r>
              <a:rPr lang="en-US" altLang="zh-CN" sz="2800" dirty="0" smtClean="0"/>
              <a:t>(x))</a:t>
            </a:r>
            <a:r>
              <a:rPr lang="en-US" altLang="zh-CN" sz="2800" dirty="0" smtClean="0">
                <a:sym typeface="Symbol" pitchFamily="18" charset="2"/>
              </a:rPr>
              <a:t></a:t>
            </a:r>
            <a:r>
              <a:rPr lang="en-US" altLang="zh-CN" sz="2800" dirty="0" smtClean="0"/>
              <a:t>E(</a:t>
            </a:r>
            <a:r>
              <a:rPr lang="en-US" altLang="zh-CN" sz="2800" dirty="0" err="1" smtClean="0"/>
              <a:t>y,z</a:t>
            </a:r>
            <a:r>
              <a:rPr lang="en-US" altLang="zh-CN" sz="2800" dirty="0" smtClean="0"/>
              <a:t>)))</a:t>
            </a:r>
            <a:r>
              <a:rPr lang="en-US" altLang="zh-CN" sz="2800" dirty="0" smtClean="0">
                <a:solidFill>
                  <a:srgbClr val="AFDC7E"/>
                </a:solidFill>
              </a:rPr>
              <a:t>)</a:t>
            </a:r>
            <a:r>
              <a:rPr lang="en-US" altLang="zh-CN" sz="2800" dirty="0" smtClean="0"/>
              <a:t>)</a:t>
            </a:r>
            <a:endParaRPr lang="zh-CN" altLang="zh-CN" sz="2800" dirty="0" smtClean="0"/>
          </a:p>
          <a:p>
            <a:pPr>
              <a:lnSpc>
                <a:spcPts val="3500"/>
              </a:lnSpc>
              <a:buFont typeface="Wingdings" panose="05000000000000000000" pitchFamily="2" charset="2"/>
              <a:buNone/>
              <a:defRPr/>
            </a:pPr>
            <a:r>
              <a:rPr lang="zh-CN" altLang="zh-CN" sz="2800" dirty="0" smtClean="0"/>
              <a:t>＝</a:t>
            </a:r>
            <a:r>
              <a:rPr lang="en-US" altLang="zh-CN" sz="2800" dirty="0" smtClean="0">
                <a:sym typeface="Symbol" pitchFamily="18" charset="2"/>
              </a:rPr>
              <a:t></a:t>
            </a:r>
            <a:r>
              <a:rPr lang="en-US" altLang="zh-CN" sz="2800" dirty="0" err="1" smtClean="0"/>
              <a:t>x</a:t>
            </a:r>
            <a:r>
              <a:rPr lang="en-US" altLang="zh-CN" sz="2800" dirty="0" err="1" smtClean="0">
                <a:solidFill>
                  <a:srgbClr val="FFC000"/>
                </a:solidFill>
                <a:sym typeface="Symbol" pitchFamily="18" charset="2"/>
              </a:rPr>
              <a:t></a:t>
            </a:r>
            <a:r>
              <a:rPr lang="en-US" altLang="zh-CN" sz="2800" dirty="0" err="1" smtClean="0">
                <a:solidFill>
                  <a:srgbClr val="FFC000"/>
                </a:solidFill>
              </a:rPr>
              <a:t>y</a:t>
            </a:r>
            <a:r>
              <a:rPr lang="en-US" altLang="zh-CN" sz="2800" dirty="0" err="1" smtClean="0">
                <a:sym typeface="Symbol" pitchFamily="18" charset="2"/>
              </a:rPr>
              <a:t></a:t>
            </a:r>
            <a:r>
              <a:rPr lang="en-US" altLang="zh-CN" sz="2800" dirty="0" err="1" smtClean="0"/>
              <a:t>z</a:t>
            </a:r>
            <a:r>
              <a:rPr lang="en-US" altLang="zh-CN" sz="2800" dirty="0" smtClean="0"/>
              <a:t> ((E(x,0) </a:t>
            </a:r>
            <a:r>
              <a:rPr lang="en-US" altLang="zh-CN" sz="2800" dirty="0" smtClean="0">
                <a:sym typeface="Symbol" pitchFamily="18" charset="2"/>
              </a:rPr>
              <a:t></a:t>
            </a:r>
            <a:r>
              <a:rPr lang="en-US" altLang="zh-CN" sz="2800" dirty="0" smtClean="0"/>
              <a:t> E(</a:t>
            </a:r>
            <a:r>
              <a:rPr lang="en-US" altLang="zh-CN" sz="2800" dirty="0" err="1" smtClean="0"/>
              <a:t>y,g</a:t>
            </a:r>
            <a:r>
              <a:rPr lang="en-US" altLang="zh-CN" sz="2800" dirty="0" smtClean="0"/>
              <a:t>(x)) )</a:t>
            </a:r>
            <a:r>
              <a:rPr lang="en-US" altLang="zh-CN" sz="2800" dirty="0" smtClean="0">
                <a:sym typeface="Symbol" pitchFamily="18" charset="2"/>
              </a:rPr>
              <a:t></a:t>
            </a:r>
          </a:p>
          <a:p>
            <a:pPr>
              <a:lnSpc>
                <a:spcPts val="35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800" dirty="0" smtClean="0"/>
              <a:t> (E(x,0) </a:t>
            </a:r>
            <a:r>
              <a:rPr lang="en-US" altLang="zh-CN" sz="2800" dirty="0" smtClean="0">
                <a:sym typeface="Symbol" pitchFamily="18" charset="2"/>
              </a:rPr>
              <a:t></a:t>
            </a:r>
            <a:r>
              <a:rPr lang="en-US" altLang="zh-CN" sz="2800" dirty="0" smtClean="0"/>
              <a:t>E(</a:t>
            </a:r>
            <a:r>
              <a:rPr lang="en-US" altLang="zh-CN" sz="2800" dirty="0" err="1" smtClean="0"/>
              <a:t>z,g</a:t>
            </a:r>
            <a:r>
              <a:rPr lang="en-US" altLang="zh-CN" sz="2800" dirty="0" smtClean="0"/>
              <a:t>(x))</a:t>
            </a:r>
            <a:r>
              <a:rPr lang="en-US" altLang="zh-CN" sz="2800" dirty="0" smtClean="0">
                <a:sym typeface="Symbol" pitchFamily="18" charset="2"/>
              </a:rPr>
              <a:t></a:t>
            </a:r>
            <a:r>
              <a:rPr lang="en-US" altLang="zh-CN" sz="2800" dirty="0" smtClean="0"/>
              <a:t>E(</a:t>
            </a:r>
            <a:r>
              <a:rPr lang="en-US" altLang="zh-CN" sz="2800" dirty="0" err="1" smtClean="0"/>
              <a:t>y,z</a:t>
            </a:r>
            <a:r>
              <a:rPr lang="en-US" altLang="zh-CN" sz="2800" dirty="0" smtClean="0"/>
              <a:t>)))</a:t>
            </a:r>
            <a:endParaRPr lang="zh-CN" altLang="zh-CN" sz="2800" dirty="0" smtClean="0"/>
          </a:p>
          <a:p>
            <a:pPr>
              <a:lnSpc>
                <a:spcPts val="3500"/>
              </a:lnSpc>
              <a:buFont typeface="Wingdings" panose="05000000000000000000" pitchFamily="2" charset="2"/>
              <a:buNone/>
              <a:defRPr/>
            </a:pPr>
            <a:r>
              <a:rPr lang="zh-CN" altLang="zh-CN" sz="2800" dirty="0" smtClean="0"/>
              <a:t>用</a:t>
            </a:r>
            <a:r>
              <a:rPr lang="en-US" altLang="zh-CN" sz="2800" dirty="0" smtClean="0">
                <a:solidFill>
                  <a:srgbClr val="FFC000"/>
                </a:solidFill>
              </a:rPr>
              <a:t>f(x)</a:t>
            </a:r>
            <a:r>
              <a:rPr lang="zh-CN" altLang="zh-CN" sz="2800" dirty="0" smtClean="0"/>
              <a:t>代替</a:t>
            </a:r>
            <a:r>
              <a:rPr lang="en-US" altLang="zh-CN" sz="2800" dirty="0" smtClean="0"/>
              <a:t>y</a:t>
            </a:r>
            <a:r>
              <a:rPr lang="zh-CN" altLang="zh-CN" sz="2800" dirty="0" smtClean="0"/>
              <a:t>得</a:t>
            </a:r>
            <a:r>
              <a:rPr lang="en-US" altLang="zh-CN" sz="2800" dirty="0" err="1" smtClean="0"/>
              <a:t>Skolem</a:t>
            </a:r>
            <a:r>
              <a:rPr lang="zh-CN" altLang="zh-CN" sz="2800" dirty="0" smtClean="0"/>
              <a:t>范式</a:t>
            </a:r>
            <a:r>
              <a:rPr lang="en-US" altLang="zh-CN" sz="2800" dirty="0" smtClean="0"/>
              <a:t>:</a:t>
            </a:r>
            <a:endParaRPr lang="zh-CN" altLang="zh-CN" sz="2800" dirty="0" smtClean="0"/>
          </a:p>
          <a:p>
            <a:pPr>
              <a:lnSpc>
                <a:spcPts val="35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800" dirty="0" err="1" smtClean="0">
                <a:solidFill>
                  <a:srgbClr val="FFC000"/>
                </a:solidFill>
              </a:rPr>
              <a:t>Skolem</a:t>
            </a:r>
            <a:r>
              <a:rPr lang="zh-CN" altLang="zh-CN" sz="2800" dirty="0" smtClean="0">
                <a:solidFill>
                  <a:srgbClr val="FFC000"/>
                </a:solidFill>
              </a:rPr>
              <a:t>范式</a:t>
            </a:r>
            <a:r>
              <a:rPr lang="en-US" altLang="zh-CN" sz="2800" dirty="0" smtClean="0"/>
              <a:t>: </a:t>
            </a:r>
            <a:r>
              <a:rPr lang="en-US" altLang="zh-CN" sz="2800" dirty="0" smtClean="0">
                <a:sym typeface="Symbol" pitchFamily="18" charset="2"/>
              </a:rPr>
              <a:t></a:t>
            </a:r>
            <a:r>
              <a:rPr lang="en-US" altLang="zh-CN" sz="2800" dirty="0" err="1" smtClean="0"/>
              <a:t>x</a:t>
            </a:r>
            <a:r>
              <a:rPr lang="en-US" altLang="zh-CN" sz="2800" dirty="0" err="1" smtClean="0">
                <a:sym typeface="Symbol" pitchFamily="18" charset="2"/>
              </a:rPr>
              <a:t></a:t>
            </a:r>
            <a:r>
              <a:rPr lang="en-US" altLang="zh-CN" sz="2800" dirty="0" err="1" smtClean="0"/>
              <a:t>z</a:t>
            </a:r>
            <a:r>
              <a:rPr lang="en-US" altLang="zh-CN" sz="2800" dirty="0" smtClean="0"/>
              <a:t>((E(x,0) </a:t>
            </a:r>
            <a:r>
              <a:rPr lang="en-US" altLang="zh-CN" sz="2800" dirty="0" smtClean="0">
                <a:sym typeface="Symbol" pitchFamily="18" charset="2"/>
              </a:rPr>
              <a:t></a:t>
            </a:r>
            <a:r>
              <a:rPr lang="en-US" altLang="zh-CN" sz="2800" dirty="0" smtClean="0"/>
              <a:t> E( f(x),g(x))) </a:t>
            </a:r>
            <a:r>
              <a:rPr lang="en-US" altLang="zh-CN" sz="2800" dirty="0" smtClean="0">
                <a:sym typeface="Symbol" pitchFamily="18" charset="2"/>
              </a:rPr>
              <a:t></a:t>
            </a:r>
            <a:r>
              <a:rPr lang="en-US" altLang="zh-CN" sz="2800" dirty="0" smtClean="0"/>
              <a:t> (E(x,0) </a:t>
            </a:r>
            <a:r>
              <a:rPr lang="en-US" altLang="zh-CN" sz="2800" dirty="0" smtClean="0">
                <a:sym typeface="Symbol" pitchFamily="18" charset="2"/>
              </a:rPr>
              <a:t></a:t>
            </a:r>
            <a:r>
              <a:rPr lang="en-US" altLang="zh-CN" sz="2800" dirty="0" smtClean="0"/>
              <a:t>E(</a:t>
            </a:r>
            <a:r>
              <a:rPr lang="en-US" altLang="zh-CN" sz="2800" dirty="0" err="1" smtClean="0"/>
              <a:t>z,g</a:t>
            </a:r>
            <a:r>
              <a:rPr lang="en-US" altLang="zh-CN" sz="2800" dirty="0" smtClean="0"/>
              <a:t>(x)) </a:t>
            </a:r>
            <a:r>
              <a:rPr lang="en-US" altLang="zh-CN" sz="2800" dirty="0" smtClean="0">
                <a:sym typeface="Symbol" pitchFamily="18" charset="2"/>
              </a:rPr>
              <a:t></a:t>
            </a:r>
            <a:r>
              <a:rPr lang="en-US" altLang="zh-CN" sz="2800" dirty="0" smtClean="0"/>
              <a:t> E( f(x),z)))</a:t>
            </a:r>
            <a:endParaRPr lang="zh-CN" altLang="zh-CN" sz="2800" dirty="0" smtClean="0"/>
          </a:p>
          <a:p>
            <a:pPr>
              <a:buFont typeface="Wingdings" panose="05000000000000000000" pitchFamily="2" charset="2"/>
              <a:buNone/>
              <a:defRPr/>
            </a:pPr>
            <a:r>
              <a:rPr lang="en-US" altLang="zh-CN" sz="3200" b="1" dirty="0" smtClean="0"/>
              <a:t> </a:t>
            </a:r>
            <a:endParaRPr lang="zh-CN" altLang="en-US" sz="3200" b="1" dirty="0" smtClean="0"/>
          </a:p>
          <a:p>
            <a:pPr>
              <a:buFont typeface="Wingdings" panose="05000000000000000000" pitchFamily="2" charset="2"/>
              <a:buNone/>
              <a:defRPr/>
            </a:pPr>
            <a:endParaRPr lang="zh-CN" altLang="en-US" sz="3200" dirty="0" smtClean="0"/>
          </a:p>
        </p:txBody>
      </p:sp>
    </p:spTree>
    <p:extLst>
      <p:ext uri="{BB962C8B-B14F-4D97-AF65-F5344CB8AC3E}">
        <p14:creationId xmlns:p14="http://schemas.microsoft.com/office/powerpoint/2010/main" val="3078028929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4" name="Rectangle 2"/>
          <p:cNvSpPr>
            <a:spLocks noGrp="1" noChangeArrowheads="1"/>
          </p:cNvSpPr>
          <p:nvPr>
            <p:ph idx="1"/>
          </p:nvPr>
        </p:nvSpPr>
        <p:spPr>
          <a:xfrm>
            <a:off x="304800" y="856232"/>
            <a:ext cx="8352928" cy="5849368"/>
          </a:xfrm>
        </p:spPr>
        <p:txBody>
          <a:bodyPr/>
          <a:lstStyle/>
          <a:p>
            <a:pPr marL="0" indent="0">
              <a:lnSpc>
                <a:spcPct val="105000"/>
              </a:lnSpc>
              <a:buFont typeface="Wingdings" panose="05000000000000000000" pitchFamily="2" charset="2"/>
              <a:buNone/>
              <a:tabLst>
                <a:tab pos="1336675" algn="l"/>
              </a:tabLst>
              <a:defRPr/>
            </a:pPr>
            <a:r>
              <a:rPr lang="zh-CN" altLang="en-US" sz="3000" dirty="0" smtClean="0">
                <a:solidFill>
                  <a:srgbClr val="FFCC00"/>
                </a:solidFill>
                <a:latin typeface="Times New Roman" pitchFamily="18" charset="0"/>
              </a:rPr>
              <a:t>定理</a:t>
            </a:r>
            <a:r>
              <a:rPr lang="en-US" altLang="zh-CN" sz="3000" dirty="0" smtClean="0">
                <a:solidFill>
                  <a:srgbClr val="FFCC00"/>
                </a:solidFill>
                <a:latin typeface="Times New Roman" pitchFamily="18" charset="0"/>
              </a:rPr>
              <a:t>1</a:t>
            </a:r>
            <a:r>
              <a:rPr lang="zh-CN" altLang="en-US" sz="3000" dirty="0" smtClean="0">
                <a:latin typeface="Times New Roman" pitchFamily="18" charset="0"/>
              </a:rPr>
              <a:t>： </a:t>
            </a:r>
            <a:r>
              <a:rPr lang="en-US" altLang="zh-CN" sz="3000" dirty="0" smtClean="0">
                <a:latin typeface="Times New Roman" pitchFamily="18" charset="0"/>
              </a:rPr>
              <a:t>G</a:t>
            </a:r>
            <a:r>
              <a:rPr lang="zh-CN" altLang="en-US" sz="3000" dirty="0" smtClean="0">
                <a:latin typeface="宋体" pitchFamily="2" charset="-122"/>
              </a:rPr>
              <a:t>与</a:t>
            </a:r>
            <a:r>
              <a:rPr lang="en-US" altLang="zh-CN" sz="3000" dirty="0" smtClean="0">
                <a:latin typeface="Times New Roman" pitchFamily="18" charset="0"/>
              </a:rPr>
              <a:t>S</a:t>
            </a:r>
            <a:r>
              <a:rPr lang="zh-CN" altLang="en-US" sz="3000" dirty="0" smtClean="0">
                <a:latin typeface="宋体" pitchFamily="2" charset="-122"/>
              </a:rPr>
              <a:t>的可满足性是等价的。</a:t>
            </a:r>
            <a:endParaRPr lang="zh-CN" altLang="en-US" sz="3000" dirty="0" smtClean="0">
              <a:solidFill>
                <a:srgbClr val="FFCC00"/>
              </a:solidFill>
              <a:latin typeface="Times New Roman" pitchFamily="18" charset="0"/>
            </a:endParaRPr>
          </a:p>
          <a:p>
            <a:pPr marL="0" indent="0">
              <a:lnSpc>
                <a:spcPct val="105000"/>
              </a:lnSpc>
              <a:buFont typeface="Wingdings" panose="05000000000000000000" pitchFamily="2" charset="2"/>
              <a:buNone/>
              <a:tabLst>
                <a:tab pos="1336675" algn="l"/>
              </a:tabLst>
              <a:defRPr/>
            </a:pPr>
            <a:r>
              <a:rPr lang="zh-CN" altLang="en-US" sz="3000" dirty="0" smtClean="0">
                <a:solidFill>
                  <a:srgbClr val="FFCC00"/>
                </a:solidFill>
                <a:latin typeface="Times New Roman" pitchFamily="18" charset="0"/>
              </a:rPr>
              <a:t>分析</a:t>
            </a:r>
            <a:r>
              <a:rPr lang="en-US" altLang="zh-CN" sz="3000" dirty="0" smtClean="0">
                <a:solidFill>
                  <a:srgbClr val="FFCC00"/>
                </a:solidFill>
                <a:latin typeface="Times New Roman" pitchFamily="18" charset="0"/>
              </a:rPr>
              <a:t>:</a:t>
            </a:r>
            <a:r>
              <a:rPr lang="zh-CN" altLang="en-US" sz="3000" dirty="0" smtClean="0">
                <a:latin typeface="Times New Roman" pitchFamily="18" charset="0"/>
              </a:rPr>
              <a:t>待证</a:t>
            </a:r>
            <a:r>
              <a:rPr lang="en-US" altLang="zh-CN" sz="3000" dirty="0" smtClean="0">
                <a:latin typeface="Times New Roman" pitchFamily="18" charset="0"/>
              </a:rPr>
              <a:t>,G</a:t>
            </a:r>
            <a:r>
              <a:rPr lang="zh-CN" altLang="en-US" sz="3000" dirty="0" smtClean="0">
                <a:latin typeface="Times New Roman" pitchFamily="18" charset="0"/>
              </a:rPr>
              <a:t>是可满足的 当且仅当 </a:t>
            </a:r>
            <a:r>
              <a:rPr lang="en-US" altLang="zh-CN" sz="3000" dirty="0" smtClean="0">
                <a:latin typeface="Times New Roman" pitchFamily="18" charset="0"/>
              </a:rPr>
              <a:t>S</a:t>
            </a:r>
            <a:r>
              <a:rPr lang="zh-CN" altLang="en-US" sz="3000" dirty="0" smtClean="0">
                <a:latin typeface="Times New Roman" pitchFamily="18" charset="0"/>
              </a:rPr>
              <a:t>是可满足的。</a:t>
            </a:r>
          </a:p>
          <a:p>
            <a:pPr marL="0" indent="0">
              <a:lnSpc>
                <a:spcPct val="105000"/>
              </a:lnSpc>
              <a:buFont typeface="Wingdings" panose="05000000000000000000" pitchFamily="2" charset="2"/>
              <a:buNone/>
              <a:tabLst>
                <a:tab pos="1336675" algn="l"/>
              </a:tabLst>
              <a:defRPr/>
            </a:pPr>
            <a:r>
              <a:rPr lang="zh-CN" altLang="en-US" sz="3000" dirty="0" smtClean="0">
                <a:latin typeface="Times New Roman" pitchFamily="18" charset="0"/>
              </a:rPr>
              <a:t>    设</a:t>
            </a:r>
            <a:r>
              <a:rPr lang="en-US" altLang="zh-CN" sz="3000" dirty="0" smtClean="0">
                <a:latin typeface="Times New Roman" pitchFamily="18" charset="0"/>
              </a:rPr>
              <a:t>G</a:t>
            </a:r>
            <a:r>
              <a:rPr lang="zh-CN" altLang="en-US" sz="3000" dirty="0" smtClean="0">
                <a:latin typeface="Times New Roman" pitchFamily="18" charset="0"/>
              </a:rPr>
              <a:t>已经化成了前束范式。</a:t>
            </a:r>
          </a:p>
          <a:p>
            <a:pPr marL="0" indent="0">
              <a:lnSpc>
                <a:spcPct val="105000"/>
              </a:lnSpc>
              <a:buFont typeface="Wingdings" panose="05000000000000000000" pitchFamily="2" charset="2"/>
              <a:buNone/>
              <a:tabLst>
                <a:tab pos="1336675" algn="l"/>
              </a:tabLst>
              <a:defRPr/>
            </a:pPr>
            <a:r>
              <a:rPr lang="zh-CN" altLang="en-US" sz="3000" dirty="0" smtClean="0">
                <a:solidFill>
                  <a:srgbClr val="FFC000"/>
                </a:solidFill>
                <a:latin typeface="Times New Roman" pitchFamily="18" charset="0"/>
              </a:rPr>
              <a:t>    </a:t>
            </a:r>
            <a:r>
              <a:rPr lang="en-US" altLang="zh-CN" sz="3000" dirty="0" smtClean="0">
                <a:solidFill>
                  <a:srgbClr val="FFC000"/>
                </a:solidFill>
                <a:latin typeface="Times New Roman" pitchFamily="18" charset="0"/>
              </a:rPr>
              <a:t>(1)</a:t>
            </a:r>
            <a:r>
              <a:rPr lang="zh-CN" altLang="en-US" sz="3000" dirty="0" smtClean="0">
                <a:latin typeface="Times New Roman" pitchFamily="18" charset="0"/>
              </a:rPr>
              <a:t>若</a:t>
            </a:r>
            <a:r>
              <a:rPr lang="en-US" altLang="zh-CN" sz="3000" dirty="0" smtClean="0">
                <a:latin typeface="Times New Roman" pitchFamily="18" charset="0"/>
              </a:rPr>
              <a:t>G</a:t>
            </a:r>
            <a:r>
              <a:rPr lang="zh-CN" altLang="en-US" sz="3000" dirty="0" smtClean="0">
                <a:latin typeface="Times New Roman" pitchFamily="18" charset="0"/>
              </a:rPr>
              <a:t>中没有存在量词，则命题显然成立</a:t>
            </a:r>
            <a:r>
              <a:rPr lang="en-US" altLang="zh-CN" sz="3000" dirty="0" smtClean="0">
                <a:latin typeface="Times New Roman" pitchFamily="18" charset="0"/>
              </a:rPr>
              <a:t>.</a:t>
            </a:r>
          </a:p>
          <a:p>
            <a:pPr marL="0" indent="0">
              <a:lnSpc>
                <a:spcPct val="105000"/>
              </a:lnSpc>
              <a:buFont typeface="Wingdings" panose="05000000000000000000" pitchFamily="2" charset="2"/>
              <a:buNone/>
              <a:tabLst>
                <a:tab pos="1336675" algn="l"/>
              </a:tabLst>
              <a:defRPr/>
            </a:pPr>
            <a:r>
              <a:rPr lang="en-US" altLang="zh-CN" sz="3000" dirty="0" smtClean="0">
                <a:latin typeface="Times New Roman" pitchFamily="18" charset="0"/>
              </a:rPr>
              <a:t>    </a:t>
            </a:r>
            <a:r>
              <a:rPr lang="en-US" altLang="zh-CN" sz="3000" dirty="0" smtClean="0">
                <a:solidFill>
                  <a:srgbClr val="FFC000"/>
                </a:solidFill>
                <a:latin typeface="Times New Roman" pitchFamily="18" charset="0"/>
              </a:rPr>
              <a:t>(2)</a:t>
            </a:r>
            <a:r>
              <a:rPr lang="en-US" altLang="zh-CN" sz="3000" dirty="0" smtClean="0">
                <a:latin typeface="Times New Roman" pitchFamily="18" charset="0"/>
              </a:rPr>
              <a:t>S</a:t>
            </a:r>
            <a:r>
              <a:rPr lang="zh-CN" altLang="en-US" sz="3000" dirty="0" smtClean="0">
                <a:latin typeface="Times New Roman" pitchFamily="18" charset="0"/>
              </a:rPr>
              <a:t>是由</a:t>
            </a:r>
            <a:r>
              <a:rPr lang="en-US" altLang="zh-CN" sz="3000" dirty="0" smtClean="0">
                <a:latin typeface="Times New Roman" pitchFamily="18" charset="0"/>
              </a:rPr>
              <a:t>G</a:t>
            </a:r>
            <a:r>
              <a:rPr lang="zh-CN" altLang="en-US" sz="3000" dirty="0" smtClean="0">
                <a:latin typeface="Times New Roman" pitchFamily="18" charset="0"/>
              </a:rPr>
              <a:t>一步步去掉存在量词得到的，因为</a:t>
            </a:r>
            <a:r>
              <a:rPr lang="en-US" altLang="zh-CN" sz="3000" dirty="0" smtClean="0">
                <a:latin typeface="Times New Roman" pitchFamily="18" charset="0"/>
              </a:rPr>
              <a:t>G</a:t>
            </a:r>
            <a:r>
              <a:rPr lang="zh-CN" altLang="en-US" sz="3000" dirty="0" smtClean="0">
                <a:latin typeface="Times New Roman" pitchFamily="18" charset="0"/>
              </a:rPr>
              <a:t>中存在量词的个数是有限的，经过有限步的转换，可以从</a:t>
            </a:r>
            <a:r>
              <a:rPr lang="en-US" altLang="zh-CN" sz="3000" dirty="0" smtClean="0">
                <a:latin typeface="Times New Roman" pitchFamily="18" charset="0"/>
              </a:rPr>
              <a:t>G</a:t>
            </a:r>
            <a:r>
              <a:rPr lang="zh-CN" altLang="en-US" sz="3000" dirty="0" smtClean="0">
                <a:latin typeface="Times New Roman" pitchFamily="18" charset="0"/>
              </a:rPr>
              <a:t>到</a:t>
            </a:r>
            <a:r>
              <a:rPr lang="en-US" altLang="zh-CN" sz="3000" dirty="0" smtClean="0">
                <a:latin typeface="Times New Roman" pitchFamily="18" charset="0"/>
              </a:rPr>
              <a:t>S</a:t>
            </a:r>
            <a:r>
              <a:rPr lang="zh-CN" altLang="en-US" sz="3000" dirty="0" smtClean="0">
                <a:latin typeface="Times New Roman" pitchFamily="18" charset="0"/>
              </a:rPr>
              <a:t>。这样，从</a:t>
            </a:r>
            <a:r>
              <a:rPr lang="en-US" altLang="zh-CN" sz="3000" dirty="0" smtClean="0">
                <a:latin typeface="Times New Roman" pitchFamily="18" charset="0"/>
              </a:rPr>
              <a:t>G</a:t>
            </a:r>
            <a:r>
              <a:rPr lang="zh-CN" altLang="en-US" sz="3000" dirty="0" smtClean="0">
                <a:latin typeface="Times New Roman" pitchFamily="18" charset="0"/>
              </a:rPr>
              <a:t>到</a:t>
            </a:r>
            <a:r>
              <a:rPr lang="en-US" altLang="zh-CN" sz="3000" dirty="0" smtClean="0">
                <a:latin typeface="Times New Roman" pitchFamily="18" charset="0"/>
              </a:rPr>
              <a:t>S</a:t>
            </a:r>
            <a:r>
              <a:rPr lang="zh-CN" altLang="en-US" sz="3000" dirty="0" smtClean="0">
                <a:latin typeface="Times New Roman" pitchFamily="18" charset="0"/>
              </a:rPr>
              <a:t>有：</a:t>
            </a:r>
            <a:r>
              <a:rPr lang="en-US" altLang="zh-CN" sz="3000" dirty="0" smtClean="0">
                <a:latin typeface="Times New Roman" pitchFamily="18" charset="0"/>
              </a:rPr>
              <a:t>G ,  G</a:t>
            </a:r>
            <a:r>
              <a:rPr lang="en-US" altLang="zh-CN" sz="3000" baseline="-25000" dirty="0" smtClean="0">
                <a:latin typeface="Times New Roman" pitchFamily="18" charset="0"/>
              </a:rPr>
              <a:t>1</a:t>
            </a:r>
            <a:r>
              <a:rPr lang="en-US" altLang="zh-CN" sz="3000" dirty="0" smtClean="0">
                <a:latin typeface="Times New Roman" pitchFamily="18" charset="0"/>
              </a:rPr>
              <a:t>, G</a:t>
            </a:r>
            <a:r>
              <a:rPr lang="en-US" altLang="zh-CN" sz="3000" baseline="-25000" dirty="0" smtClean="0">
                <a:latin typeface="Times New Roman" pitchFamily="18" charset="0"/>
              </a:rPr>
              <a:t>2</a:t>
            </a:r>
            <a:r>
              <a:rPr lang="en-US" altLang="zh-CN" sz="3000" dirty="0" smtClean="0">
                <a:latin typeface="Times New Roman" pitchFamily="18" charset="0"/>
              </a:rPr>
              <a:t>, ……, S</a:t>
            </a:r>
            <a:r>
              <a:rPr lang="zh-CN" altLang="en-US" sz="2700" dirty="0" smtClean="0">
                <a:latin typeface="Times New Roman" pitchFamily="18" charset="0"/>
              </a:rPr>
              <a:t>。</a:t>
            </a:r>
          </a:p>
          <a:p>
            <a:pPr marL="0" indent="0">
              <a:lnSpc>
                <a:spcPct val="105000"/>
              </a:lnSpc>
              <a:buFont typeface="Wingdings" panose="05000000000000000000" pitchFamily="2" charset="2"/>
              <a:buNone/>
              <a:tabLst>
                <a:tab pos="1336675" algn="l"/>
              </a:tabLst>
              <a:defRPr/>
            </a:pPr>
            <a:r>
              <a:rPr lang="zh-CN" altLang="en-US" sz="3000" dirty="0" smtClean="0">
                <a:latin typeface="Times New Roman" pitchFamily="18" charset="0"/>
              </a:rPr>
              <a:t>    如果可以证明</a:t>
            </a:r>
            <a:r>
              <a:rPr lang="en-US" altLang="zh-CN" sz="3000" dirty="0" smtClean="0">
                <a:solidFill>
                  <a:srgbClr val="FFCC00"/>
                </a:solidFill>
                <a:latin typeface="Times New Roman" pitchFamily="18" charset="0"/>
              </a:rPr>
              <a:t>G</a:t>
            </a:r>
            <a:r>
              <a:rPr lang="zh-CN" altLang="en-US" sz="3000" dirty="0" smtClean="0">
                <a:solidFill>
                  <a:srgbClr val="FFCC00"/>
                </a:solidFill>
                <a:latin typeface="Times New Roman" pitchFamily="18" charset="0"/>
              </a:rPr>
              <a:t>与</a:t>
            </a:r>
            <a:r>
              <a:rPr lang="en-US" altLang="zh-CN" sz="3000" dirty="0" smtClean="0">
                <a:solidFill>
                  <a:srgbClr val="FFCC00"/>
                </a:solidFill>
                <a:latin typeface="Times New Roman" pitchFamily="18" charset="0"/>
              </a:rPr>
              <a:t>G</a:t>
            </a:r>
            <a:r>
              <a:rPr lang="en-US" altLang="zh-CN" sz="3000" baseline="-25000" dirty="0" smtClean="0">
                <a:solidFill>
                  <a:srgbClr val="FFCC00"/>
                </a:solidFill>
                <a:latin typeface="Times New Roman" pitchFamily="18" charset="0"/>
              </a:rPr>
              <a:t>1</a:t>
            </a:r>
            <a:r>
              <a:rPr lang="zh-CN" altLang="en-US" sz="3000" dirty="0" smtClean="0">
                <a:latin typeface="Times New Roman" pitchFamily="18" charset="0"/>
              </a:rPr>
              <a:t>的可满足性等价</a:t>
            </a:r>
            <a:r>
              <a:rPr lang="en-US" altLang="zh-CN" sz="3000" dirty="0" smtClean="0">
                <a:latin typeface="Times New Roman" pitchFamily="18" charset="0"/>
              </a:rPr>
              <a:t>,G</a:t>
            </a:r>
            <a:r>
              <a:rPr lang="en-US" altLang="zh-CN" sz="3000" baseline="-25000" dirty="0" smtClean="0">
                <a:latin typeface="Times New Roman" pitchFamily="18" charset="0"/>
              </a:rPr>
              <a:t>1</a:t>
            </a:r>
            <a:r>
              <a:rPr lang="zh-CN" altLang="en-US" sz="3000" dirty="0" smtClean="0">
                <a:latin typeface="Times New Roman" pitchFamily="18" charset="0"/>
              </a:rPr>
              <a:t>与</a:t>
            </a:r>
            <a:r>
              <a:rPr lang="en-US" altLang="zh-CN" sz="3000" dirty="0" smtClean="0">
                <a:latin typeface="Times New Roman" pitchFamily="18" charset="0"/>
              </a:rPr>
              <a:t>G</a:t>
            </a:r>
            <a:r>
              <a:rPr lang="en-US" altLang="zh-CN" sz="3000" baseline="-25000" dirty="0" smtClean="0">
                <a:latin typeface="Times New Roman" pitchFamily="18" charset="0"/>
              </a:rPr>
              <a:t>2</a:t>
            </a:r>
            <a:r>
              <a:rPr lang="zh-CN" altLang="en-US" sz="3000" dirty="0" smtClean="0">
                <a:latin typeface="Times New Roman" pitchFamily="18" charset="0"/>
              </a:rPr>
              <a:t>的可满足性等价，</a:t>
            </a:r>
            <a:r>
              <a:rPr lang="en-US" altLang="zh-CN" sz="3000" dirty="0" smtClean="0">
                <a:latin typeface="Times New Roman" pitchFamily="18" charset="0"/>
              </a:rPr>
              <a:t>…, </a:t>
            </a:r>
            <a:r>
              <a:rPr lang="zh-CN" altLang="en-US" sz="3000" dirty="0" smtClean="0">
                <a:latin typeface="Times New Roman" pitchFamily="18" charset="0"/>
              </a:rPr>
              <a:t>则最后有</a:t>
            </a:r>
            <a:r>
              <a:rPr lang="en-US" altLang="zh-CN" sz="3000" dirty="0" smtClean="0">
                <a:latin typeface="Times New Roman" pitchFamily="18" charset="0"/>
              </a:rPr>
              <a:t>G</a:t>
            </a:r>
            <a:r>
              <a:rPr lang="zh-CN" altLang="en-US" sz="3000" dirty="0" smtClean="0">
                <a:latin typeface="Times New Roman" pitchFamily="18" charset="0"/>
              </a:rPr>
              <a:t>与</a:t>
            </a:r>
            <a:r>
              <a:rPr lang="en-US" altLang="zh-CN" sz="3000" dirty="0" smtClean="0">
                <a:latin typeface="Times New Roman" pitchFamily="18" charset="0"/>
              </a:rPr>
              <a:t>S</a:t>
            </a:r>
            <a:r>
              <a:rPr lang="zh-CN" altLang="en-US" sz="3000" dirty="0" smtClean="0">
                <a:latin typeface="Times New Roman" pitchFamily="18" charset="0"/>
              </a:rPr>
              <a:t>的可满足性等价。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98E9F7-B6FF-4F7D-B3A5-069B7A207601}" type="slidenum">
              <a:rPr lang="en-US" altLang="zh-CN" smtClean="0"/>
              <a:pPr>
                <a:defRPr/>
              </a:pPr>
              <a:t>124</a:t>
            </a:fld>
            <a:endParaRPr lang="en-US" altLang="zh-CN"/>
          </a:p>
        </p:txBody>
      </p:sp>
      <p:sp>
        <p:nvSpPr>
          <p:cNvPr id="172036" name="Rectangle 4"/>
          <p:cNvSpPr>
            <a:spLocks noChangeArrowheads="1"/>
          </p:cNvSpPr>
          <p:nvPr/>
        </p:nvSpPr>
        <p:spPr bwMode="auto">
          <a:xfrm>
            <a:off x="66431" y="227094"/>
            <a:ext cx="90678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eaLnBrk="1" hangingPunct="1">
              <a:defRPr/>
            </a:pPr>
            <a:r>
              <a:rPr lang="en-US" altLang="zh-CN" sz="3600" dirty="0">
                <a:solidFill>
                  <a:srgbClr val="FFCC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  </a:t>
            </a:r>
            <a:r>
              <a:rPr lang="zh-CN" altLang="en-US" sz="3600" dirty="0">
                <a:solidFill>
                  <a:srgbClr val="FFCC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公式</a:t>
            </a:r>
            <a:r>
              <a:rPr lang="en-US" altLang="zh-CN" sz="3600" dirty="0">
                <a:solidFill>
                  <a:srgbClr val="FFCC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</a:t>
            </a:r>
            <a:r>
              <a:rPr lang="zh-CN" altLang="en-US" sz="3600" dirty="0">
                <a:solidFill>
                  <a:srgbClr val="FFCC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与其</a:t>
            </a:r>
            <a:r>
              <a:rPr lang="en-US" altLang="zh-CN" sz="3600" dirty="0" err="1">
                <a:solidFill>
                  <a:srgbClr val="FFCC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Skolem</a:t>
            </a:r>
            <a:r>
              <a:rPr lang="zh-CN" altLang="en-US" sz="3600" dirty="0">
                <a:solidFill>
                  <a:srgbClr val="FFCC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范式</a:t>
            </a:r>
            <a:r>
              <a:rPr lang="en-US" altLang="zh-CN" sz="3600" dirty="0">
                <a:solidFill>
                  <a:srgbClr val="FFCC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r>
              <a:rPr lang="zh-CN" altLang="en-US" sz="3600" dirty="0">
                <a:solidFill>
                  <a:srgbClr val="FFCC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间的关系 </a:t>
            </a: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20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20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720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720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720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720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720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720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720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720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idx="1"/>
          </p:nvPr>
        </p:nvSpPr>
        <p:spPr>
          <a:xfrm>
            <a:off x="457200" y="1143000"/>
            <a:ext cx="8352928" cy="4953000"/>
          </a:xfrm>
        </p:spPr>
        <p:txBody>
          <a:bodyPr/>
          <a:lstStyle/>
          <a:p>
            <a:pPr marL="0" indent="0">
              <a:lnSpc>
                <a:spcPct val="125000"/>
              </a:lnSpc>
              <a:buFont typeface="Wingdings" panose="05000000000000000000" pitchFamily="2" charset="2"/>
              <a:buNone/>
              <a:tabLst>
                <a:tab pos="1336675" algn="l"/>
              </a:tabLst>
              <a:defRPr/>
            </a:pPr>
            <a:r>
              <a:rPr lang="zh-CN" altLang="en-US" sz="3200" dirty="0" smtClean="0">
                <a:solidFill>
                  <a:srgbClr val="FFCC00"/>
                </a:solidFill>
                <a:latin typeface="Times New Roman" pitchFamily="18" charset="0"/>
              </a:rPr>
              <a:t>证明：</a:t>
            </a:r>
            <a:r>
              <a:rPr lang="zh-CN" altLang="en-US" sz="3200" dirty="0" smtClean="0">
                <a:latin typeface="Times New Roman" pitchFamily="18" charset="0"/>
              </a:rPr>
              <a:t>设</a:t>
            </a:r>
            <a:r>
              <a:rPr lang="en-US" altLang="zh-CN" sz="3200" dirty="0" smtClean="0">
                <a:latin typeface="Times New Roman" pitchFamily="18" charset="0"/>
              </a:rPr>
              <a:t>G</a:t>
            </a:r>
            <a:r>
              <a:rPr lang="zh-CN" altLang="en-US" sz="3200" dirty="0" smtClean="0">
                <a:latin typeface="Times New Roman" pitchFamily="18" charset="0"/>
              </a:rPr>
              <a:t>是前束范式：</a:t>
            </a:r>
            <a:br>
              <a:rPr lang="zh-CN" altLang="en-US" sz="3200" dirty="0" smtClean="0">
                <a:latin typeface="Times New Roman" pitchFamily="18" charset="0"/>
              </a:rPr>
            </a:br>
            <a:r>
              <a:rPr lang="zh-CN" altLang="en-US" sz="3200" dirty="0" smtClean="0">
                <a:latin typeface="Times New Roman" pitchFamily="18" charset="0"/>
              </a:rPr>
              <a:t>    </a:t>
            </a:r>
            <a:r>
              <a:rPr lang="en-US" altLang="zh-CN" sz="3200" dirty="0" smtClean="0">
                <a:latin typeface="Times New Roman" pitchFamily="18" charset="0"/>
              </a:rPr>
              <a:t>G= Q</a:t>
            </a:r>
            <a:r>
              <a:rPr lang="en-US" altLang="zh-CN" sz="3200" baseline="-30000" dirty="0" smtClean="0">
                <a:latin typeface="Times New Roman" pitchFamily="18" charset="0"/>
              </a:rPr>
              <a:t>1</a:t>
            </a:r>
            <a:r>
              <a:rPr lang="en-US" altLang="zh-CN" sz="3200" dirty="0" smtClean="0">
                <a:latin typeface="Times New Roman" pitchFamily="18" charset="0"/>
              </a:rPr>
              <a:t>x</a:t>
            </a:r>
            <a:r>
              <a:rPr lang="en-US" altLang="zh-CN" sz="3200" baseline="-30000" dirty="0" smtClean="0">
                <a:latin typeface="Times New Roman" pitchFamily="18" charset="0"/>
              </a:rPr>
              <a:t>1</a:t>
            </a:r>
            <a:r>
              <a:rPr lang="en-US" altLang="zh-CN" sz="3200" dirty="0" smtClean="0">
                <a:latin typeface="Times New Roman" pitchFamily="18" charset="0"/>
              </a:rPr>
              <a:t>…</a:t>
            </a:r>
            <a:r>
              <a:rPr lang="en-US" altLang="zh-CN" sz="3200" dirty="0" err="1" smtClean="0">
                <a:solidFill>
                  <a:srgbClr val="FFCC00"/>
                </a:solidFill>
                <a:latin typeface="Times New Roman" pitchFamily="18" charset="0"/>
              </a:rPr>
              <a:t>Q</a:t>
            </a:r>
            <a:r>
              <a:rPr lang="en-US" altLang="zh-CN" sz="3200" baseline="-25000" dirty="0" err="1" smtClean="0">
                <a:solidFill>
                  <a:srgbClr val="FFCC00"/>
                </a:solidFill>
                <a:latin typeface="Times New Roman" pitchFamily="18" charset="0"/>
              </a:rPr>
              <a:t>r</a:t>
            </a:r>
            <a:r>
              <a:rPr lang="en-US" altLang="zh-CN" sz="3200" dirty="0" err="1" smtClean="0">
                <a:solidFill>
                  <a:srgbClr val="FFCC00"/>
                </a:solidFill>
                <a:latin typeface="Times New Roman" pitchFamily="18" charset="0"/>
              </a:rPr>
              <a:t>x</a:t>
            </a:r>
            <a:r>
              <a:rPr lang="en-US" altLang="zh-CN" sz="3200" baseline="-25000" dirty="0" err="1" smtClean="0">
                <a:solidFill>
                  <a:srgbClr val="FFCC00"/>
                </a:solidFill>
                <a:latin typeface="Times New Roman" pitchFamily="18" charset="0"/>
              </a:rPr>
              <a:t>r</a:t>
            </a:r>
            <a:r>
              <a:rPr lang="en-US" altLang="zh-CN" sz="3200" dirty="0" smtClean="0">
                <a:latin typeface="Times New Roman" pitchFamily="18" charset="0"/>
              </a:rPr>
              <a:t>…</a:t>
            </a:r>
            <a:r>
              <a:rPr lang="en-US" altLang="zh-CN" sz="3200" dirty="0" err="1" smtClean="0">
                <a:latin typeface="Times New Roman" pitchFamily="18" charset="0"/>
              </a:rPr>
              <a:t>Q</a:t>
            </a:r>
            <a:r>
              <a:rPr lang="en-US" altLang="zh-CN" sz="3200" baseline="-30000" dirty="0" err="1" smtClean="0">
                <a:latin typeface="Times New Roman" pitchFamily="18" charset="0"/>
              </a:rPr>
              <a:t>n</a:t>
            </a:r>
            <a:r>
              <a:rPr lang="en-US" altLang="zh-CN" sz="3200" dirty="0" err="1" smtClean="0">
                <a:latin typeface="Times New Roman" pitchFamily="18" charset="0"/>
              </a:rPr>
              <a:t>x</a:t>
            </a:r>
            <a:r>
              <a:rPr lang="en-US" altLang="zh-CN" sz="3200" baseline="-30000" dirty="0" err="1" smtClean="0">
                <a:latin typeface="Times New Roman" pitchFamily="18" charset="0"/>
              </a:rPr>
              <a:t>n</a:t>
            </a:r>
            <a:r>
              <a:rPr lang="en-US" altLang="zh-CN" sz="3200" dirty="0" err="1" smtClean="0">
                <a:latin typeface="Times New Roman" pitchFamily="18" charset="0"/>
              </a:rPr>
              <a:t>M</a:t>
            </a:r>
            <a:r>
              <a:rPr lang="en-US" altLang="zh-CN" sz="3200" dirty="0" smtClean="0">
                <a:latin typeface="Times New Roman" pitchFamily="18" charset="0"/>
              </a:rPr>
              <a:t>(x</a:t>
            </a:r>
            <a:r>
              <a:rPr lang="en-US" altLang="zh-CN" sz="3200" baseline="-30000" dirty="0" smtClean="0">
                <a:latin typeface="Times New Roman" pitchFamily="18" charset="0"/>
              </a:rPr>
              <a:t>1</a:t>
            </a:r>
            <a:r>
              <a:rPr lang="en-US" altLang="zh-CN" sz="3200" dirty="0" smtClean="0">
                <a:latin typeface="Times New Roman" pitchFamily="18" charset="0"/>
              </a:rPr>
              <a:t>,…</a:t>
            </a:r>
            <a:r>
              <a:rPr lang="en-US" altLang="zh-CN" sz="3200" dirty="0" err="1" smtClean="0">
                <a:latin typeface="Times New Roman" pitchFamily="18" charset="0"/>
              </a:rPr>
              <a:t>x</a:t>
            </a:r>
            <a:r>
              <a:rPr lang="en-US" altLang="zh-CN" sz="3200" baseline="-25000" dirty="0" err="1" smtClean="0">
                <a:latin typeface="Times New Roman" pitchFamily="18" charset="0"/>
              </a:rPr>
              <a:t>r</a:t>
            </a:r>
            <a:r>
              <a:rPr lang="en-US" altLang="zh-CN" sz="3200" dirty="0" smtClean="0">
                <a:latin typeface="Times New Roman" pitchFamily="18" charset="0"/>
              </a:rPr>
              <a:t>,…,</a:t>
            </a:r>
            <a:r>
              <a:rPr lang="en-US" altLang="zh-CN" sz="3200" dirty="0" err="1" smtClean="0">
                <a:latin typeface="Times New Roman" pitchFamily="18" charset="0"/>
              </a:rPr>
              <a:t>x</a:t>
            </a:r>
            <a:r>
              <a:rPr lang="en-US" altLang="zh-CN" sz="3200" baseline="-30000" dirty="0" err="1" smtClean="0">
                <a:latin typeface="Times New Roman" pitchFamily="18" charset="0"/>
              </a:rPr>
              <a:t>n</a:t>
            </a:r>
            <a:r>
              <a:rPr lang="en-US" altLang="zh-CN" sz="3200" dirty="0" smtClean="0">
                <a:latin typeface="Times New Roman" pitchFamily="18" charset="0"/>
              </a:rPr>
              <a:t>) </a:t>
            </a:r>
            <a:r>
              <a:rPr lang="zh-CN" altLang="en-US" sz="3200" dirty="0" smtClean="0">
                <a:latin typeface="Times New Roman" pitchFamily="18" charset="0"/>
              </a:rPr>
              <a:t>其中</a:t>
            </a:r>
            <a:r>
              <a:rPr lang="en-US" altLang="zh-CN" sz="3200" dirty="0" smtClean="0">
                <a:latin typeface="Times New Roman" pitchFamily="18" charset="0"/>
              </a:rPr>
              <a:t>M(x</a:t>
            </a:r>
            <a:r>
              <a:rPr lang="en-US" altLang="zh-CN" sz="3200" baseline="-30000" dirty="0" smtClean="0">
                <a:latin typeface="Times New Roman" pitchFamily="18" charset="0"/>
              </a:rPr>
              <a:t>1</a:t>
            </a:r>
            <a:r>
              <a:rPr lang="en-US" altLang="zh-CN" sz="3200" dirty="0" smtClean="0">
                <a:latin typeface="Times New Roman" pitchFamily="18" charset="0"/>
              </a:rPr>
              <a:t>,…</a:t>
            </a:r>
            <a:r>
              <a:rPr lang="en-US" altLang="zh-CN" sz="3200" dirty="0" err="1" smtClean="0">
                <a:latin typeface="Times New Roman" pitchFamily="18" charset="0"/>
              </a:rPr>
              <a:t>x</a:t>
            </a:r>
            <a:r>
              <a:rPr lang="en-US" altLang="zh-CN" sz="3200" baseline="-25000" dirty="0" err="1" smtClean="0">
                <a:latin typeface="Times New Roman" pitchFamily="18" charset="0"/>
              </a:rPr>
              <a:t>r</a:t>
            </a:r>
            <a:r>
              <a:rPr lang="en-US" altLang="zh-CN" sz="3200" dirty="0" smtClean="0">
                <a:latin typeface="Times New Roman" pitchFamily="18" charset="0"/>
              </a:rPr>
              <a:t>,…,</a:t>
            </a:r>
            <a:r>
              <a:rPr lang="en-US" altLang="zh-CN" sz="3200" dirty="0" err="1" smtClean="0">
                <a:latin typeface="Times New Roman" pitchFamily="18" charset="0"/>
              </a:rPr>
              <a:t>x</a:t>
            </a:r>
            <a:r>
              <a:rPr lang="en-US" altLang="zh-CN" sz="3200" baseline="-30000" dirty="0" err="1" smtClean="0">
                <a:latin typeface="Times New Roman" pitchFamily="18" charset="0"/>
              </a:rPr>
              <a:t>n</a:t>
            </a:r>
            <a:r>
              <a:rPr lang="en-US" altLang="zh-CN" sz="3200" dirty="0" smtClean="0">
                <a:latin typeface="Times New Roman" pitchFamily="18" charset="0"/>
              </a:rPr>
              <a:t>)</a:t>
            </a:r>
            <a:r>
              <a:rPr lang="zh-CN" altLang="en-US" sz="3200" dirty="0" smtClean="0">
                <a:latin typeface="Times New Roman" pitchFamily="18" charset="0"/>
              </a:rPr>
              <a:t>为合取范式形式。 </a:t>
            </a:r>
          </a:p>
          <a:p>
            <a:pPr marL="0" indent="0">
              <a:lnSpc>
                <a:spcPct val="125000"/>
              </a:lnSpc>
              <a:buFont typeface="Wingdings" panose="05000000000000000000" pitchFamily="2" charset="2"/>
              <a:buNone/>
              <a:tabLst>
                <a:tab pos="1336675" algn="l"/>
              </a:tabLst>
              <a:defRPr/>
            </a:pPr>
            <a:r>
              <a:rPr lang="zh-CN" altLang="en-US" sz="3200" dirty="0" smtClean="0">
                <a:latin typeface="Times New Roman" pitchFamily="18" charset="0"/>
              </a:rPr>
              <a:t>设 </a:t>
            </a:r>
            <a:r>
              <a:rPr lang="en-US" altLang="zh-CN" sz="3200" dirty="0" err="1" smtClean="0">
                <a:latin typeface="Times New Roman" pitchFamily="18" charset="0"/>
              </a:rPr>
              <a:t>Q</a:t>
            </a:r>
            <a:r>
              <a:rPr lang="en-US" altLang="zh-CN" sz="3200" baseline="-30000" dirty="0" err="1" smtClean="0">
                <a:latin typeface="Times New Roman" pitchFamily="18" charset="0"/>
              </a:rPr>
              <a:t>r</a:t>
            </a:r>
            <a:r>
              <a:rPr lang="zh-CN" altLang="en-US" sz="3200" dirty="0" smtClean="0">
                <a:latin typeface="Times New Roman" pitchFamily="18" charset="0"/>
              </a:rPr>
              <a:t>是从左往右看第一个存在量词。</a:t>
            </a:r>
          </a:p>
          <a:p>
            <a:pPr marL="0" indent="0">
              <a:lnSpc>
                <a:spcPct val="125000"/>
              </a:lnSpc>
              <a:buFont typeface="Wingdings" panose="05000000000000000000" pitchFamily="2" charset="2"/>
              <a:buNone/>
              <a:tabLst>
                <a:tab pos="1336675" algn="l"/>
              </a:tabLst>
              <a:defRPr/>
            </a:pPr>
            <a:r>
              <a:rPr lang="zh-CN" altLang="en-US" sz="3200" dirty="0" smtClean="0">
                <a:latin typeface="Times New Roman" pitchFamily="18" charset="0"/>
              </a:rPr>
              <a:t>    令</a:t>
            </a:r>
            <a:r>
              <a:rPr lang="en-US" altLang="zh-CN" sz="3200" dirty="0" smtClean="0">
                <a:latin typeface="Times New Roman" pitchFamily="18" charset="0"/>
              </a:rPr>
              <a:t>G</a:t>
            </a:r>
            <a:r>
              <a:rPr lang="en-US" altLang="zh-CN" sz="3200" baseline="-30000" dirty="0" smtClean="0">
                <a:latin typeface="Times New Roman" pitchFamily="18" charset="0"/>
              </a:rPr>
              <a:t>1</a:t>
            </a:r>
            <a:r>
              <a:rPr lang="en-US" altLang="zh-CN" sz="3200" dirty="0" smtClean="0">
                <a:latin typeface="Times New Roman" pitchFamily="18" charset="0"/>
              </a:rPr>
              <a:t>= </a:t>
            </a:r>
            <a:r>
              <a:rPr lang="en-US" altLang="zh-CN" sz="3200" dirty="0" smtClean="0">
                <a:solidFill>
                  <a:srgbClr val="FFCC00"/>
                </a:solidFill>
                <a:latin typeface="Times New Roman" pitchFamily="18" charset="0"/>
                <a:sym typeface="Symbol" pitchFamily="18" charset="2"/>
              </a:rPr>
              <a:t></a:t>
            </a:r>
            <a:r>
              <a:rPr lang="en-US" altLang="zh-CN" sz="3200" dirty="0" smtClean="0">
                <a:solidFill>
                  <a:srgbClr val="FFCC00"/>
                </a:solidFill>
                <a:latin typeface="Times New Roman" pitchFamily="18" charset="0"/>
              </a:rPr>
              <a:t>x</a:t>
            </a:r>
            <a:r>
              <a:rPr lang="en-US" altLang="zh-CN" sz="3200" baseline="-30000" dirty="0" smtClean="0">
                <a:solidFill>
                  <a:srgbClr val="FFCC00"/>
                </a:solidFill>
                <a:latin typeface="Times New Roman" pitchFamily="18" charset="0"/>
              </a:rPr>
              <a:t>1</a:t>
            </a:r>
            <a:r>
              <a:rPr lang="en-US" altLang="zh-CN" sz="3200" dirty="0" smtClean="0">
                <a:solidFill>
                  <a:srgbClr val="FFCC00"/>
                </a:solidFill>
                <a:latin typeface="Times New Roman" pitchFamily="18" charset="0"/>
              </a:rPr>
              <a:t>…</a:t>
            </a:r>
            <a:r>
              <a:rPr lang="en-US" altLang="zh-CN" sz="3200" dirty="0" smtClean="0">
                <a:solidFill>
                  <a:srgbClr val="FFCC00"/>
                </a:solidFill>
                <a:latin typeface="Times New Roman" pitchFamily="18" charset="0"/>
                <a:sym typeface="Symbol" pitchFamily="18" charset="2"/>
              </a:rPr>
              <a:t></a:t>
            </a:r>
            <a:r>
              <a:rPr lang="en-US" altLang="zh-CN" sz="3200" dirty="0" smtClean="0">
                <a:solidFill>
                  <a:srgbClr val="FFCC00"/>
                </a:solidFill>
                <a:latin typeface="Times New Roman" pitchFamily="18" charset="0"/>
              </a:rPr>
              <a:t>x</a:t>
            </a:r>
            <a:r>
              <a:rPr lang="en-US" altLang="zh-CN" sz="3200" baseline="-30000" dirty="0" smtClean="0">
                <a:solidFill>
                  <a:srgbClr val="FFCC00"/>
                </a:solidFill>
                <a:latin typeface="Times New Roman" pitchFamily="18" charset="0"/>
              </a:rPr>
              <a:t>r-1</a:t>
            </a:r>
            <a:r>
              <a:rPr lang="en-US" altLang="zh-CN" sz="3200" dirty="0" smtClean="0">
                <a:latin typeface="Times New Roman" pitchFamily="18" charset="0"/>
              </a:rPr>
              <a:t>Q</a:t>
            </a:r>
            <a:r>
              <a:rPr lang="en-US" altLang="zh-CN" sz="3200" baseline="-30000" dirty="0" smtClean="0">
                <a:latin typeface="Times New Roman" pitchFamily="18" charset="0"/>
              </a:rPr>
              <a:t>r+1 </a:t>
            </a:r>
            <a:r>
              <a:rPr lang="en-US" altLang="zh-CN" sz="3200" dirty="0" smtClean="0">
                <a:latin typeface="Times New Roman" pitchFamily="18" charset="0"/>
              </a:rPr>
              <a:t>x</a:t>
            </a:r>
            <a:r>
              <a:rPr lang="en-US" altLang="zh-CN" sz="3200" baseline="-30000" dirty="0" smtClean="0">
                <a:latin typeface="Times New Roman" pitchFamily="18" charset="0"/>
              </a:rPr>
              <a:t>r+1</a:t>
            </a:r>
            <a:r>
              <a:rPr lang="en-US" altLang="zh-CN" sz="3200" dirty="0" smtClean="0">
                <a:latin typeface="Times New Roman" pitchFamily="18" charset="0"/>
              </a:rPr>
              <a:t>…</a:t>
            </a:r>
            <a:r>
              <a:rPr lang="en-US" altLang="zh-CN" sz="3200" dirty="0" err="1" smtClean="0">
                <a:latin typeface="Times New Roman" pitchFamily="18" charset="0"/>
              </a:rPr>
              <a:t>Q</a:t>
            </a:r>
            <a:r>
              <a:rPr lang="en-US" altLang="zh-CN" sz="3200" baseline="-30000" dirty="0" err="1" smtClean="0">
                <a:latin typeface="Times New Roman" pitchFamily="18" charset="0"/>
              </a:rPr>
              <a:t>n</a:t>
            </a:r>
            <a:r>
              <a:rPr lang="en-US" altLang="zh-CN" sz="3200" dirty="0" err="1" smtClean="0">
                <a:latin typeface="Times New Roman" pitchFamily="18" charset="0"/>
              </a:rPr>
              <a:t>x</a:t>
            </a:r>
            <a:r>
              <a:rPr lang="en-US" altLang="zh-CN" sz="3200" baseline="-30000" dirty="0" err="1" smtClean="0">
                <a:latin typeface="Times New Roman" pitchFamily="18" charset="0"/>
              </a:rPr>
              <a:t>n</a:t>
            </a:r>
            <a:endParaRPr lang="en-US" altLang="zh-CN" sz="3200" baseline="-30000" dirty="0" smtClean="0">
              <a:latin typeface="Times New Roman" pitchFamily="18" charset="0"/>
            </a:endParaRPr>
          </a:p>
          <a:p>
            <a:pPr marL="0" indent="0">
              <a:lnSpc>
                <a:spcPct val="125000"/>
              </a:lnSpc>
              <a:buFont typeface="Wingdings" panose="05000000000000000000" pitchFamily="2" charset="2"/>
              <a:buNone/>
              <a:tabLst>
                <a:tab pos="1336675" algn="l"/>
              </a:tabLst>
              <a:defRPr/>
            </a:pPr>
            <a:r>
              <a:rPr lang="en-US" altLang="zh-CN" sz="3200" dirty="0" smtClean="0">
                <a:latin typeface="Times New Roman" pitchFamily="18" charset="0"/>
              </a:rPr>
              <a:t>M(x</a:t>
            </a:r>
            <a:r>
              <a:rPr lang="en-US" altLang="zh-CN" sz="3200" baseline="-30000" dirty="0" smtClean="0">
                <a:latin typeface="Times New Roman" pitchFamily="18" charset="0"/>
              </a:rPr>
              <a:t>1</a:t>
            </a:r>
            <a:r>
              <a:rPr lang="en-US" altLang="zh-CN" sz="3200" dirty="0" smtClean="0">
                <a:latin typeface="Times New Roman" pitchFamily="18" charset="0"/>
              </a:rPr>
              <a:t>,…,x</a:t>
            </a:r>
            <a:r>
              <a:rPr lang="en-US" altLang="zh-CN" sz="3200" baseline="-30000" dirty="0" smtClean="0">
                <a:latin typeface="Times New Roman" pitchFamily="18" charset="0"/>
              </a:rPr>
              <a:t>r-1 </a:t>
            </a:r>
            <a:r>
              <a:rPr lang="en-US" altLang="zh-CN" sz="3200" dirty="0" smtClean="0">
                <a:latin typeface="Times New Roman" pitchFamily="18" charset="0"/>
              </a:rPr>
              <a:t>,f(x</a:t>
            </a:r>
            <a:r>
              <a:rPr lang="en-US" altLang="zh-CN" sz="3200" baseline="-30000" dirty="0" smtClean="0">
                <a:latin typeface="Times New Roman" pitchFamily="18" charset="0"/>
              </a:rPr>
              <a:t>1</a:t>
            </a:r>
            <a:r>
              <a:rPr lang="en-US" altLang="zh-CN" sz="3200" dirty="0" smtClean="0">
                <a:latin typeface="Times New Roman" pitchFamily="18" charset="0"/>
              </a:rPr>
              <a:t>,…,x</a:t>
            </a:r>
            <a:r>
              <a:rPr lang="en-US" altLang="zh-CN" sz="3200" baseline="-30000" dirty="0" smtClean="0">
                <a:latin typeface="Times New Roman" pitchFamily="18" charset="0"/>
              </a:rPr>
              <a:t>r-1</a:t>
            </a:r>
            <a:r>
              <a:rPr lang="en-US" altLang="zh-CN" sz="3200" dirty="0" smtClean="0">
                <a:latin typeface="Times New Roman" pitchFamily="18" charset="0"/>
              </a:rPr>
              <a:t>),x</a:t>
            </a:r>
            <a:r>
              <a:rPr lang="en-US" altLang="zh-CN" sz="3200" baseline="-30000" dirty="0" smtClean="0">
                <a:latin typeface="Times New Roman" pitchFamily="18" charset="0"/>
              </a:rPr>
              <a:t>r+1</a:t>
            </a:r>
            <a:r>
              <a:rPr lang="zh-CN" altLang="en-US" sz="3200" baseline="-30000" dirty="0" smtClean="0">
                <a:latin typeface="Times New Roman" pitchFamily="18" charset="0"/>
              </a:rPr>
              <a:t>，</a:t>
            </a:r>
            <a:r>
              <a:rPr lang="en-US" altLang="zh-CN" sz="3200" dirty="0" smtClean="0">
                <a:latin typeface="Times New Roman" pitchFamily="18" charset="0"/>
              </a:rPr>
              <a:t>,…,</a:t>
            </a:r>
            <a:r>
              <a:rPr lang="en-US" altLang="zh-CN" sz="3200" dirty="0" err="1" smtClean="0">
                <a:latin typeface="Times New Roman" pitchFamily="18" charset="0"/>
              </a:rPr>
              <a:t>x</a:t>
            </a:r>
            <a:r>
              <a:rPr lang="en-US" altLang="zh-CN" sz="3200" baseline="-30000" dirty="0" err="1" smtClean="0">
                <a:latin typeface="Times New Roman" pitchFamily="18" charset="0"/>
              </a:rPr>
              <a:t>n</a:t>
            </a:r>
            <a:r>
              <a:rPr lang="en-US" altLang="zh-CN" sz="3200" dirty="0" smtClean="0">
                <a:latin typeface="Times New Roman" pitchFamily="18" charset="0"/>
              </a:rPr>
              <a:t>)</a:t>
            </a:r>
            <a:r>
              <a:rPr lang="en-US" altLang="zh-CN" sz="3300" dirty="0" smtClean="0">
                <a:latin typeface="Times New Roman" pitchFamily="18" charset="0"/>
              </a:rPr>
              <a:t/>
            </a:r>
            <a:br>
              <a:rPr lang="en-US" altLang="zh-CN" sz="3300" dirty="0" smtClean="0">
                <a:latin typeface="Times New Roman" pitchFamily="18" charset="0"/>
              </a:rPr>
            </a:br>
            <a:r>
              <a:rPr lang="zh-CN" altLang="en-US" sz="3200" dirty="0" smtClean="0">
                <a:latin typeface="Times New Roman" pitchFamily="18" charset="0"/>
              </a:rPr>
              <a:t>其中</a:t>
            </a:r>
            <a:r>
              <a:rPr lang="en-US" altLang="zh-CN" sz="3200" dirty="0" smtClean="0">
                <a:latin typeface="Times New Roman" pitchFamily="18" charset="0"/>
              </a:rPr>
              <a:t>f(x</a:t>
            </a:r>
            <a:r>
              <a:rPr lang="en-US" altLang="zh-CN" sz="3200" baseline="-30000" dirty="0" smtClean="0">
                <a:latin typeface="Times New Roman" pitchFamily="18" charset="0"/>
              </a:rPr>
              <a:t>1</a:t>
            </a:r>
            <a:r>
              <a:rPr lang="en-US" altLang="zh-CN" sz="3200" dirty="0" smtClean="0">
                <a:latin typeface="Times New Roman" pitchFamily="18" charset="0"/>
              </a:rPr>
              <a:t>,…,x</a:t>
            </a:r>
            <a:r>
              <a:rPr lang="en-US" altLang="zh-CN" sz="3200" baseline="-30000" dirty="0" smtClean="0">
                <a:latin typeface="Times New Roman" pitchFamily="18" charset="0"/>
              </a:rPr>
              <a:t>r-1</a:t>
            </a:r>
            <a:r>
              <a:rPr lang="en-US" altLang="zh-CN" sz="3200" dirty="0" smtClean="0">
                <a:latin typeface="Times New Roman" pitchFamily="18" charset="0"/>
              </a:rPr>
              <a:t>)</a:t>
            </a:r>
            <a:r>
              <a:rPr lang="zh-CN" altLang="en-US" sz="3200" dirty="0" smtClean="0">
                <a:latin typeface="Times New Roman" pitchFamily="18" charset="0"/>
              </a:rPr>
              <a:t>是代替</a:t>
            </a:r>
            <a:r>
              <a:rPr lang="en-US" altLang="zh-CN" sz="3200" dirty="0" err="1" smtClean="0">
                <a:latin typeface="Times New Roman" pitchFamily="18" charset="0"/>
              </a:rPr>
              <a:t>x</a:t>
            </a:r>
            <a:r>
              <a:rPr lang="en-US" altLang="zh-CN" sz="3200" baseline="-30000" dirty="0" err="1" smtClean="0">
                <a:latin typeface="Times New Roman" pitchFamily="18" charset="0"/>
              </a:rPr>
              <a:t>r</a:t>
            </a:r>
            <a:r>
              <a:rPr lang="zh-CN" altLang="en-US" sz="3200" dirty="0" smtClean="0">
                <a:latin typeface="Times New Roman" pitchFamily="18" charset="0"/>
              </a:rPr>
              <a:t>的</a:t>
            </a:r>
            <a:r>
              <a:rPr lang="en-US" altLang="zh-CN" sz="3200" dirty="0" err="1" smtClean="0">
                <a:latin typeface="Times New Roman" pitchFamily="18" charset="0"/>
              </a:rPr>
              <a:t>Skolem</a:t>
            </a:r>
            <a:r>
              <a:rPr lang="zh-CN" altLang="en-US" sz="3200" dirty="0" smtClean="0">
                <a:latin typeface="Times New Roman" pitchFamily="18" charset="0"/>
              </a:rPr>
              <a:t>函数。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698A2E4-1C9E-4742-8E69-B08C23D0EBF3}" type="slidenum">
              <a:rPr lang="en-US" altLang="zh-CN" smtClean="0"/>
              <a:pPr>
                <a:defRPr/>
              </a:pPr>
              <a:t>125</a:t>
            </a:fld>
            <a:endParaRPr lang="en-US" altLang="zh-CN"/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0" y="227094"/>
            <a:ext cx="90678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eaLnBrk="1" hangingPunct="1">
              <a:defRPr/>
            </a:pPr>
            <a:r>
              <a:rPr lang="zh-CN" altLang="en-US" sz="3200" dirty="0" smtClean="0">
                <a:solidFill>
                  <a:srgbClr val="FFCC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定理</a:t>
            </a:r>
            <a:r>
              <a:rPr lang="en-US" altLang="zh-CN" sz="3200" dirty="0" smtClean="0">
                <a:solidFill>
                  <a:srgbClr val="FFCC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3200" dirty="0" smtClean="0">
                <a:solidFill>
                  <a:srgbClr val="FFCC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3200" dirty="0" smtClean="0">
                <a:solidFill>
                  <a:srgbClr val="FFCC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</a:t>
            </a:r>
            <a:r>
              <a:rPr lang="zh-CN" altLang="en-US" sz="3200" dirty="0" smtClean="0">
                <a:solidFill>
                  <a:srgbClr val="FFCC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</a:t>
            </a:r>
            <a:r>
              <a:rPr lang="en-US" altLang="zh-CN" sz="3200" dirty="0" smtClean="0">
                <a:solidFill>
                  <a:srgbClr val="FFCC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r>
              <a:rPr lang="zh-CN" altLang="en-US" sz="3200" dirty="0" smtClean="0">
                <a:solidFill>
                  <a:srgbClr val="FFCC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的可满足性是等价的 </a:t>
            </a:r>
            <a:endParaRPr lang="zh-CN" altLang="en-US" sz="3200" dirty="0">
              <a:solidFill>
                <a:srgbClr val="FFCC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30" name="Rectangle 2"/>
          <p:cNvSpPr>
            <a:spLocks noGrp="1" noChangeArrowheads="1"/>
          </p:cNvSpPr>
          <p:nvPr>
            <p:ph idx="1"/>
          </p:nvPr>
        </p:nvSpPr>
        <p:spPr>
          <a:xfrm>
            <a:off x="395535" y="1365290"/>
            <a:ext cx="8352928" cy="4502109"/>
          </a:xfrm>
        </p:spPr>
        <p:txBody>
          <a:bodyPr/>
          <a:lstStyle/>
          <a:p>
            <a:pPr marL="0" indent="0">
              <a:lnSpc>
                <a:spcPct val="120000"/>
              </a:lnSpc>
              <a:buFont typeface="Wingdings" panose="05000000000000000000" pitchFamily="2" charset="2"/>
              <a:buNone/>
              <a:tabLst>
                <a:tab pos="1336675" algn="l"/>
              </a:tabLst>
              <a:defRPr/>
            </a:pPr>
            <a:r>
              <a:rPr lang="zh-CN" altLang="en-US" sz="3200" dirty="0" smtClean="0">
                <a:latin typeface="Times New Roman" pitchFamily="18" charset="0"/>
              </a:rPr>
              <a:t>下面证明</a:t>
            </a:r>
            <a:r>
              <a:rPr lang="en-US" altLang="zh-CN" sz="3200" dirty="0" smtClean="0">
                <a:latin typeface="Times New Roman" pitchFamily="18" charset="0"/>
              </a:rPr>
              <a:t>: G</a:t>
            </a:r>
            <a:r>
              <a:rPr lang="zh-CN" altLang="en-US" sz="3200" dirty="0" smtClean="0">
                <a:latin typeface="Times New Roman" pitchFamily="18" charset="0"/>
              </a:rPr>
              <a:t>与</a:t>
            </a:r>
            <a:r>
              <a:rPr lang="en-US" altLang="zh-CN" sz="3200" dirty="0" smtClean="0">
                <a:latin typeface="Times New Roman" pitchFamily="18" charset="0"/>
              </a:rPr>
              <a:t>G</a:t>
            </a:r>
            <a:r>
              <a:rPr lang="en-US" altLang="zh-CN" sz="3200" baseline="-25000" dirty="0" smtClean="0">
                <a:latin typeface="Times New Roman" pitchFamily="18" charset="0"/>
              </a:rPr>
              <a:t>1</a:t>
            </a:r>
            <a:r>
              <a:rPr lang="zh-CN" altLang="en-US" sz="3200" dirty="0" smtClean="0">
                <a:latin typeface="Times New Roman" pitchFamily="18" charset="0"/>
              </a:rPr>
              <a:t>的可满足性是等价的，也即：如果有解释</a:t>
            </a:r>
            <a:r>
              <a:rPr lang="en-US" altLang="zh-CN" sz="3200" dirty="0" smtClean="0">
                <a:latin typeface="Times New Roman" pitchFamily="18" charset="0"/>
              </a:rPr>
              <a:t>I</a:t>
            </a:r>
            <a:r>
              <a:rPr lang="zh-CN" altLang="en-US" sz="3200" dirty="0" smtClean="0">
                <a:latin typeface="Times New Roman" pitchFamily="18" charset="0"/>
              </a:rPr>
              <a:t>满足</a:t>
            </a:r>
            <a:r>
              <a:rPr lang="en-US" altLang="zh-CN" sz="3200" dirty="0" smtClean="0">
                <a:latin typeface="Times New Roman" pitchFamily="18" charset="0"/>
              </a:rPr>
              <a:t>G</a:t>
            </a:r>
            <a:r>
              <a:rPr lang="zh-CN" altLang="en-US" sz="3200" dirty="0" smtClean="0">
                <a:latin typeface="Times New Roman" pitchFamily="18" charset="0"/>
              </a:rPr>
              <a:t>，那么就存在解释</a:t>
            </a:r>
            <a:r>
              <a:rPr lang="en-US" altLang="zh-CN" sz="3200" dirty="0" smtClean="0">
                <a:latin typeface="Times New Roman" pitchFamily="18" charset="0"/>
              </a:rPr>
              <a:t>I’</a:t>
            </a:r>
            <a:r>
              <a:rPr lang="zh-CN" altLang="en-US" sz="3200" dirty="0" smtClean="0">
                <a:latin typeface="Times New Roman" pitchFamily="18" charset="0"/>
              </a:rPr>
              <a:t>满足</a:t>
            </a:r>
            <a:r>
              <a:rPr lang="en-US" altLang="zh-CN" sz="3200" dirty="0" smtClean="0">
                <a:latin typeface="Times New Roman" pitchFamily="18" charset="0"/>
              </a:rPr>
              <a:t>G</a:t>
            </a:r>
            <a:r>
              <a:rPr lang="en-US" altLang="zh-CN" sz="3200" baseline="-25000" dirty="0" smtClean="0">
                <a:latin typeface="Times New Roman" pitchFamily="18" charset="0"/>
              </a:rPr>
              <a:t>1</a:t>
            </a:r>
            <a:r>
              <a:rPr lang="en-US" altLang="zh-CN" sz="3200" dirty="0" smtClean="0">
                <a:latin typeface="Times New Roman" pitchFamily="18" charset="0"/>
              </a:rPr>
              <a:t> ;</a:t>
            </a:r>
            <a:r>
              <a:rPr lang="zh-CN" altLang="en-US" sz="3200" dirty="0" smtClean="0">
                <a:latin typeface="Times New Roman" pitchFamily="18" charset="0"/>
              </a:rPr>
              <a:t>反之，如果有解释</a:t>
            </a:r>
            <a:r>
              <a:rPr lang="en-US" altLang="zh-CN" sz="3200" dirty="0" smtClean="0">
                <a:latin typeface="Times New Roman" pitchFamily="18" charset="0"/>
              </a:rPr>
              <a:t>I’</a:t>
            </a:r>
            <a:r>
              <a:rPr lang="zh-CN" altLang="en-US" sz="3200" dirty="0" smtClean="0">
                <a:latin typeface="Times New Roman" pitchFamily="18" charset="0"/>
              </a:rPr>
              <a:t>满足</a:t>
            </a:r>
            <a:r>
              <a:rPr lang="en-US" altLang="zh-CN" sz="3200" dirty="0" smtClean="0">
                <a:latin typeface="Times New Roman" pitchFamily="18" charset="0"/>
              </a:rPr>
              <a:t>G</a:t>
            </a:r>
            <a:r>
              <a:rPr lang="en-US" altLang="zh-CN" sz="3200" baseline="-25000" dirty="0" smtClean="0">
                <a:latin typeface="Times New Roman" pitchFamily="18" charset="0"/>
              </a:rPr>
              <a:t>1</a:t>
            </a:r>
            <a:r>
              <a:rPr lang="en-US" altLang="zh-CN" sz="3200" dirty="0" smtClean="0">
                <a:latin typeface="Times New Roman" pitchFamily="18" charset="0"/>
              </a:rPr>
              <a:t> </a:t>
            </a:r>
            <a:r>
              <a:rPr lang="zh-CN" altLang="en-US" sz="3200" dirty="0" smtClean="0">
                <a:latin typeface="Times New Roman" pitchFamily="18" charset="0"/>
              </a:rPr>
              <a:t>，那么存在解释</a:t>
            </a:r>
            <a:r>
              <a:rPr lang="en-US" altLang="zh-CN" sz="3200" dirty="0" smtClean="0">
                <a:latin typeface="Times New Roman" pitchFamily="18" charset="0"/>
              </a:rPr>
              <a:t>I</a:t>
            </a:r>
            <a:r>
              <a:rPr lang="zh-CN" altLang="en-US" sz="3200" dirty="0" smtClean="0">
                <a:latin typeface="Times New Roman" pitchFamily="18" charset="0"/>
              </a:rPr>
              <a:t>满足</a:t>
            </a:r>
            <a:r>
              <a:rPr lang="en-US" altLang="zh-CN" sz="3200" dirty="0" smtClean="0">
                <a:latin typeface="Times New Roman" pitchFamily="18" charset="0"/>
              </a:rPr>
              <a:t>G</a:t>
            </a:r>
            <a:r>
              <a:rPr lang="zh-CN" altLang="en-US" sz="3200" dirty="0" smtClean="0">
                <a:latin typeface="Times New Roman" pitchFamily="18" charset="0"/>
              </a:rPr>
              <a:t>。</a:t>
            </a:r>
          </a:p>
          <a:p>
            <a:pPr marL="0" indent="0">
              <a:lnSpc>
                <a:spcPct val="120000"/>
              </a:lnSpc>
              <a:buFont typeface="Wingdings" panose="05000000000000000000" pitchFamily="2" charset="2"/>
              <a:buNone/>
              <a:tabLst>
                <a:tab pos="1336675" algn="l"/>
              </a:tabLst>
              <a:defRPr/>
            </a:pPr>
            <a:r>
              <a:rPr lang="zh-CN" altLang="en-US" sz="3200" dirty="0" smtClean="0">
                <a:latin typeface="Times New Roman" pitchFamily="18" charset="0"/>
              </a:rPr>
              <a:t>    有更好的结果：</a:t>
            </a:r>
          </a:p>
          <a:p>
            <a:pPr marL="0" indent="0">
              <a:lnSpc>
                <a:spcPct val="120000"/>
              </a:lnSpc>
              <a:buFont typeface="Wingdings" panose="05000000000000000000" pitchFamily="2" charset="2"/>
              <a:buNone/>
              <a:tabLst>
                <a:tab pos="1336675" algn="l"/>
              </a:tabLst>
              <a:defRPr/>
            </a:pPr>
            <a:r>
              <a:rPr lang="zh-CN" altLang="en-US" sz="3200" dirty="0" smtClean="0">
                <a:latin typeface="Times New Roman" pitchFamily="18" charset="0"/>
              </a:rPr>
              <a:t>    </a:t>
            </a:r>
            <a:r>
              <a:rPr lang="en-US" altLang="zh-CN" sz="3200" dirty="0" smtClean="0">
                <a:latin typeface="Times New Roman" pitchFamily="18" charset="0"/>
              </a:rPr>
              <a:t>1)</a:t>
            </a:r>
            <a:r>
              <a:rPr lang="zh-CN" altLang="en-US" sz="3200" dirty="0" smtClean="0">
                <a:latin typeface="Times New Roman" pitchFamily="18" charset="0"/>
              </a:rPr>
              <a:t>满足</a:t>
            </a:r>
            <a:r>
              <a:rPr lang="en-US" altLang="zh-CN" sz="3200" dirty="0" smtClean="0">
                <a:solidFill>
                  <a:srgbClr val="FFCC00"/>
                </a:solidFill>
                <a:latin typeface="Times New Roman" pitchFamily="18" charset="0"/>
              </a:rPr>
              <a:t>G</a:t>
            </a:r>
            <a:r>
              <a:rPr lang="en-US" altLang="zh-CN" sz="3200" baseline="-30000" dirty="0" smtClean="0">
                <a:solidFill>
                  <a:srgbClr val="FFCC00"/>
                </a:solidFill>
                <a:latin typeface="Times New Roman" pitchFamily="18" charset="0"/>
              </a:rPr>
              <a:t>1</a:t>
            </a:r>
            <a:r>
              <a:rPr lang="zh-CN" altLang="en-US" sz="3200" dirty="0" smtClean="0">
                <a:latin typeface="Times New Roman" pitchFamily="18" charset="0"/>
              </a:rPr>
              <a:t>的解释满足</a:t>
            </a:r>
            <a:r>
              <a:rPr lang="en-US" altLang="zh-CN" sz="3200" dirty="0" smtClean="0">
                <a:solidFill>
                  <a:srgbClr val="FFCC00"/>
                </a:solidFill>
                <a:latin typeface="Times New Roman" pitchFamily="18" charset="0"/>
              </a:rPr>
              <a:t>G</a:t>
            </a:r>
            <a:r>
              <a:rPr lang="zh-CN" altLang="en-US" sz="3200" dirty="0" smtClean="0">
                <a:latin typeface="Times New Roman" pitchFamily="18" charset="0"/>
              </a:rPr>
              <a:t>；</a:t>
            </a:r>
            <a:br>
              <a:rPr lang="zh-CN" altLang="en-US" sz="3200" dirty="0" smtClean="0">
                <a:latin typeface="Times New Roman" pitchFamily="18" charset="0"/>
              </a:rPr>
            </a:br>
            <a:r>
              <a:rPr lang="zh-CN" altLang="en-US" sz="3200" dirty="0" smtClean="0">
                <a:latin typeface="Times New Roman" pitchFamily="18" charset="0"/>
              </a:rPr>
              <a:t>    </a:t>
            </a:r>
            <a:r>
              <a:rPr lang="en-US" altLang="zh-CN" sz="3200" dirty="0" smtClean="0">
                <a:latin typeface="Times New Roman" pitchFamily="18" charset="0"/>
              </a:rPr>
              <a:t>2)</a:t>
            </a:r>
            <a:r>
              <a:rPr lang="zh-CN" altLang="en-US" sz="3200" dirty="0" smtClean="0">
                <a:latin typeface="Times New Roman" pitchFamily="18" charset="0"/>
              </a:rPr>
              <a:t>满足</a:t>
            </a:r>
            <a:r>
              <a:rPr lang="en-US" altLang="zh-CN" sz="3200" dirty="0" smtClean="0">
                <a:latin typeface="Times New Roman" pitchFamily="18" charset="0"/>
              </a:rPr>
              <a:t>G</a:t>
            </a:r>
            <a:r>
              <a:rPr lang="zh-CN" altLang="en-US" sz="3200" dirty="0" smtClean="0">
                <a:latin typeface="Times New Roman" pitchFamily="18" charset="0"/>
              </a:rPr>
              <a:t>的解释，</a:t>
            </a:r>
            <a:r>
              <a:rPr lang="zh-CN" altLang="en-US" sz="3200" dirty="0" smtClean="0">
                <a:solidFill>
                  <a:srgbClr val="FFCC00"/>
                </a:solidFill>
                <a:latin typeface="Times New Roman" pitchFamily="18" charset="0"/>
              </a:rPr>
              <a:t>适当扩充后</a:t>
            </a:r>
            <a:r>
              <a:rPr lang="zh-CN" altLang="en-US" sz="3200" dirty="0" smtClean="0">
                <a:latin typeface="Times New Roman" pitchFamily="18" charset="0"/>
              </a:rPr>
              <a:t>可满足</a:t>
            </a:r>
            <a:r>
              <a:rPr lang="en-US" altLang="zh-CN" sz="3200" dirty="0" smtClean="0">
                <a:latin typeface="Times New Roman" pitchFamily="18" charset="0"/>
              </a:rPr>
              <a:t>G</a:t>
            </a:r>
            <a:r>
              <a:rPr lang="en-US" altLang="zh-CN" sz="3200" baseline="-30000" dirty="0" smtClean="0">
                <a:latin typeface="Times New Roman" pitchFamily="18" charset="0"/>
              </a:rPr>
              <a:t>1</a:t>
            </a:r>
            <a:r>
              <a:rPr lang="zh-CN" altLang="en-US" sz="3200" dirty="0" smtClean="0">
                <a:latin typeface="Times New Roman" pitchFamily="18" charset="0"/>
              </a:rPr>
              <a:t>。</a:t>
            </a:r>
            <a:r>
              <a:rPr lang="zh-CN" altLang="en-US" sz="3200" dirty="0" smtClean="0">
                <a:solidFill>
                  <a:srgbClr val="FFCC00"/>
                </a:solidFill>
                <a:latin typeface="Times New Roman" pitchFamily="18" charset="0"/>
              </a:rPr>
              <a:t>  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DBDFA83-2E25-438D-A16A-30E839605DAA}" type="slidenum">
              <a:rPr lang="en-US" altLang="zh-CN" smtClean="0"/>
              <a:pPr>
                <a:defRPr/>
              </a:pPr>
              <a:t>126</a:t>
            </a:fld>
            <a:endParaRPr lang="en-US" altLang="zh-CN"/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0" y="227094"/>
            <a:ext cx="90678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eaLnBrk="1" hangingPunct="1">
              <a:defRPr/>
            </a:pPr>
            <a:r>
              <a:rPr lang="zh-CN" altLang="en-US" sz="3200" dirty="0" smtClean="0">
                <a:solidFill>
                  <a:srgbClr val="FFCC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定理</a:t>
            </a:r>
            <a:r>
              <a:rPr lang="en-US" altLang="zh-CN" sz="3200" dirty="0" smtClean="0">
                <a:solidFill>
                  <a:srgbClr val="FFCC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3200" dirty="0" smtClean="0">
                <a:solidFill>
                  <a:srgbClr val="FFCC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3200" dirty="0" smtClean="0">
                <a:solidFill>
                  <a:srgbClr val="FFCC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</a:t>
            </a:r>
            <a:r>
              <a:rPr lang="zh-CN" altLang="en-US" sz="3200" dirty="0" smtClean="0">
                <a:solidFill>
                  <a:srgbClr val="FFCC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</a:t>
            </a:r>
            <a:r>
              <a:rPr lang="en-US" altLang="zh-CN" sz="3200" dirty="0" smtClean="0">
                <a:solidFill>
                  <a:srgbClr val="FFCC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r>
              <a:rPr lang="zh-CN" altLang="en-US" sz="3200" dirty="0" smtClean="0">
                <a:solidFill>
                  <a:srgbClr val="FFCC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的可满足性是等价的 </a:t>
            </a:r>
            <a:endParaRPr lang="zh-CN" altLang="en-US" sz="3200" dirty="0">
              <a:solidFill>
                <a:srgbClr val="FFCC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2"/>
          <p:cNvSpPr>
            <a:spLocks noGrp="1" noChangeArrowheads="1"/>
          </p:cNvSpPr>
          <p:nvPr>
            <p:ph idx="1"/>
          </p:nvPr>
        </p:nvSpPr>
        <p:spPr>
          <a:xfrm>
            <a:off x="228600" y="1066800"/>
            <a:ext cx="8839200" cy="5410200"/>
          </a:xfrm>
        </p:spPr>
        <p:txBody>
          <a:bodyPr/>
          <a:lstStyle/>
          <a:p>
            <a:pPr marL="0" indent="0">
              <a:buFont typeface="Wingdings" panose="05000000000000000000" pitchFamily="2" charset="2"/>
              <a:buNone/>
              <a:tabLst>
                <a:tab pos="1336675" algn="l"/>
              </a:tabLst>
              <a:defRPr/>
            </a:pPr>
            <a:r>
              <a:rPr lang="en-US" altLang="zh-CN" b="1" dirty="0" smtClean="0">
                <a:latin typeface="Times New Roman" pitchFamily="18" charset="0"/>
              </a:rPr>
              <a:t> </a:t>
            </a:r>
            <a:r>
              <a:rPr lang="en-US" altLang="zh-CN" sz="3200" dirty="0" smtClean="0">
                <a:solidFill>
                  <a:srgbClr val="FFCC00"/>
                </a:solidFill>
                <a:latin typeface="Times New Roman" pitchFamily="18" charset="0"/>
              </a:rPr>
              <a:t>1)</a:t>
            </a:r>
            <a:r>
              <a:rPr lang="zh-CN" altLang="en-US" sz="3200" dirty="0" smtClean="0">
                <a:solidFill>
                  <a:srgbClr val="FFCC00"/>
                </a:solidFill>
                <a:latin typeface="Times New Roman" pitchFamily="18" charset="0"/>
              </a:rPr>
              <a:t>满足</a:t>
            </a:r>
            <a:r>
              <a:rPr lang="en-US" altLang="zh-CN" sz="3200" dirty="0" smtClean="0">
                <a:solidFill>
                  <a:srgbClr val="FFCC00"/>
                </a:solidFill>
                <a:latin typeface="Times New Roman" pitchFamily="18" charset="0"/>
              </a:rPr>
              <a:t>G</a:t>
            </a:r>
            <a:r>
              <a:rPr lang="en-US" altLang="zh-CN" sz="3200" baseline="-30000" dirty="0" smtClean="0">
                <a:solidFill>
                  <a:srgbClr val="FFCC00"/>
                </a:solidFill>
                <a:latin typeface="Times New Roman" pitchFamily="18" charset="0"/>
              </a:rPr>
              <a:t>1</a:t>
            </a:r>
            <a:r>
              <a:rPr lang="zh-CN" altLang="en-US" sz="3200" dirty="0" smtClean="0">
                <a:solidFill>
                  <a:srgbClr val="FFCC00"/>
                </a:solidFill>
                <a:latin typeface="Times New Roman" pitchFamily="18" charset="0"/>
              </a:rPr>
              <a:t>的解释满足</a:t>
            </a:r>
            <a:r>
              <a:rPr lang="en-US" altLang="zh-CN" sz="3200" dirty="0" smtClean="0">
                <a:solidFill>
                  <a:srgbClr val="FFCC00"/>
                </a:solidFill>
                <a:latin typeface="Times New Roman" pitchFamily="18" charset="0"/>
              </a:rPr>
              <a:t>G</a:t>
            </a:r>
            <a:r>
              <a:rPr lang="zh-CN" altLang="en-US" sz="3200" dirty="0" smtClean="0">
                <a:solidFill>
                  <a:srgbClr val="FFCC00"/>
                </a:solidFill>
                <a:latin typeface="Times New Roman" pitchFamily="18" charset="0"/>
              </a:rPr>
              <a:t>：</a:t>
            </a:r>
          </a:p>
          <a:p>
            <a:pPr marL="0" indent="0">
              <a:buFont typeface="Wingdings" panose="05000000000000000000" pitchFamily="2" charset="2"/>
              <a:buNone/>
              <a:tabLst>
                <a:tab pos="1336675" algn="l"/>
              </a:tabLst>
              <a:defRPr/>
            </a:pPr>
            <a:r>
              <a:rPr lang="zh-CN" altLang="en-US" dirty="0" smtClean="0">
                <a:latin typeface="Times New Roman" pitchFamily="18" charset="0"/>
              </a:rPr>
              <a:t>      </a:t>
            </a:r>
            <a:r>
              <a:rPr lang="zh-CN" altLang="en-US" sz="3200" dirty="0" smtClean="0">
                <a:latin typeface="Times New Roman" pitchFamily="18" charset="0"/>
              </a:rPr>
              <a:t>取一个满足</a:t>
            </a:r>
            <a:r>
              <a:rPr lang="en-US" altLang="zh-CN" sz="3200" dirty="0" smtClean="0">
                <a:latin typeface="Times New Roman" pitchFamily="18" charset="0"/>
              </a:rPr>
              <a:t>G</a:t>
            </a:r>
            <a:r>
              <a:rPr lang="en-US" altLang="zh-CN" sz="3200" baseline="-30000" dirty="0" smtClean="0">
                <a:latin typeface="Times New Roman" pitchFamily="18" charset="0"/>
              </a:rPr>
              <a:t>1</a:t>
            </a:r>
            <a:r>
              <a:rPr lang="zh-CN" altLang="en-US" sz="3200" dirty="0" smtClean="0">
                <a:latin typeface="Times New Roman" pitchFamily="18" charset="0"/>
              </a:rPr>
              <a:t>的解释</a:t>
            </a:r>
            <a:r>
              <a:rPr lang="en-US" altLang="zh-CN" sz="3200" dirty="0" smtClean="0">
                <a:latin typeface="Times New Roman" pitchFamily="18" charset="0"/>
              </a:rPr>
              <a:t>I</a:t>
            </a:r>
            <a:r>
              <a:rPr lang="zh-CN" altLang="en-US" sz="3200" dirty="0" smtClean="0">
                <a:latin typeface="Times New Roman" pitchFamily="18" charset="0"/>
              </a:rPr>
              <a:t>，设</a:t>
            </a:r>
            <a:r>
              <a:rPr lang="en-US" altLang="zh-CN" sz="3200" dirty="0" smtClean="0">
                <a:latin typeface="Times New Roman" pitchFamily="18" charset="0"/>
              </a:rPr>
              <a:t>I</a:t>
            </a:r>
            <a:r>
              <a:rPr lang="zh-CN" altLang="en-US" sz="3200" dirty="0" smtClean="0">
                <a:latin typeface="Times New Roman" pitchFamily="18" charset="0"/>
              </a:rPr>
              <a:t>规定的个体域为</a:t>
            </a:r>
            <a:r>
              <a:rPr lang="en-US" altLang="zh-CN" sz="3200" dirty="0" smtClean="0">
                <a:latin typeface="Times New Roman" pitchFamily="18" charset="0"/>
              </a:rPr>
              <a:t>D</a:t>
            </a:r>
            <a:r>
              <a:rPr lang="zh-CN" altLang="en-US" sz="3200" dirty="0" smtClean="0">
                <a:latin typeface="Times New Roman" pitchFamily="18" charset="0"/>
              </a:rPr>
              <a:t>，于是，按照</a:t>
            </a:r>
            <a:r>
              <a:rPr lang="en-US" altLang="zh-CN" sz="3200" dirty="0" smtClean="0">
                <a:latin typeface="Times New Roman" pitchFamily="18" charset="0"/>
              </a:rPr>
              <a:t>G</a:t>
            </a:r>
            <a:r>
              <a:rPr lang="en-US" altLang="zh-CN" sz="3200" baseline="-25000" dirty="0" smtClean="0">
                <a:latin typeface="Times New Roman" pitchFamily="18" charset="0"/>
              </a:rPr>
              <a:t>1</a:t>
            </a:r>
            <a:r>
              <a:rPr lang="zh-CN" altLang="en-US" sz="3200" dirty="0" smtClean="0">
                <a:latin typeface="Times New Roman" pitchFamily="18" charset="0"/>
              </a:rPr>
              <a:t>的构成，可理解为：对每一组</a:t>
            </a:r>
            <a:r>
              <a:rPr lang="en-US" altLang="zh-CN" sz="3200" dirty="0" smtClean="0">
                <a:latin typeface="Times New Roman" pitchFamily="18" charset="0"/>
              </a:rPr>
              <a:t>(x</a:t>
            </a:r>
            <a:r>
              <a:rPr lang="en-US" altLang="zh-CN" sz="3200" baseline="-30000" dirty="0" smtClean="0">
                <a:latin typeface="Times New Roman" pitchFamily="18" charset="0"/>
              </a:rPr>
              <a:t>1</a:t>
            </a:r>
            <a:r>
              <a:rPr lang="en-US" altLang="zh-CN" sz="3200" dirty="0" smtClean="0">
                <a:latin typeface="Times New Roman" pitchFamily="18" charset="0"/>
              </a:rPr>
              <a:t>’,…,x</a:t>
            </a:r>
            <a:r>
              <a:rPr lang="en-US" altLang="zh-CN" sz="3200" baseline="-30000" dirty="0" smtClean="0">
                <a:latin typeface="Times New Roman" pitchFamily="18" charset="0"/>
              </a:rPr>
              <a:t>r-1</a:t>
            </a:r>
            <a:r>
              <a:rPr lang="en-US" altLang="zh-CN" sz="3200" dirty="0" smtClean="0">
                <a:latin typeface="Times New Roman" pitchFamily="18" charset="0"/>
              </a:rPr>
              <a:t>’)</a:t>
            </a:r>
            <a:r>
              <a:rPr lang="en-US" altLang="zh-CN" sz="3200" dirty="0" smtClean="0">
                <a:latin typeface="Times New Roman" pitchFamily="18" charset="0"/>
                <a:sym typeface="Symbol" pitchFamily="18" charset="2"/>
              </a:rPr>
              <a:t></a:t>
            </a:r>
            <a:r>
              <a:rPr lang="en-US" altLang="zh-CN" sz="3200" dirty="0" smtClean="0">
                <a:latin typeface="Times New Roman" pitchFamily="18" charset="0"/>
              </a:rPr>
              <a:t>D</a:t>
            </a:r>
            <a:r>
              <a:rPr lang="en-US" altLang="zh-CN" sz="3200" baseline="30000" dirty="0" smtClean="0">
                <a:latin typeface="Times New Roman" pitchFamily="18" charset="0"/>
              </a:rPr>
              <a:t>r-1</a:t>
            </a:r>
            <a:r>
              <a:rPr lang="zh-CN" altLang="en-US" sz="3200" dirty="0" smtClean="0">
                <a:latin typeface="Times New Roman" pitchFamily="18" charset="0"/>
              </a:rPr>
              <a:t>，都有函数值</a:t>
            </a:r>
            <a:r>
              <a:rPr lang="en-US" altLang="zh-CN" sz="3200" dirty="0" smtClean="0">
                <a:solidFill>
                  <a:srgbClr val="FFCC00"/>
                </a:solidFill>
                <a:latin typeface="Times New Roman" pitchFamily="18" charset="0"/>
              </a:rPr>
              <a:t>f(x</a:t>
            </a:r>
            <a:r>
              <a:rPr lang="en-US" altLang="zh-CN" sz="3200" baseline="-30000" dirty="0" smtClean="0">
                <a:solidFill>
                  <a:srgbClr val="FFCC00"/>
                </a:solidFill>
                <a:latin typeface="Times New Roman" pitchFamily="18" charset="0"/>
              </a:rPr>
              <a:t>1</a:t>
            </a:r>
            <a:r>
              <a:rPr lang="en-US" altLang="zh-CN" sz="3200" dirty="0" smtClean="0">
                <a:solidFill>
                  <a:srgbClr val="FFCC00"/>
                </a:solidFill>
                <a:latin typeface="Times New Roman" pitchFamily="18" charset="0"/>
              </a:rPr>
              <a:t>’,…,x</a:t>
            </a:r>
            <a:r>
              <a:rPr lang="en-US" altLang="zh-CN" sz="3200" baseline="-30000" dirty="0" smtClean="0">
                <a:solidFill>
                  <a:srgbClr val="FFCC00"/>
                </a:solidFill>
                <a:latin typeface="Times New Roman" pitchFamily="18" charset="0"/>
              </a:rPr>
              <a:t>r-1</a:t>
            </a:r>
            <a:r>
              <a:rPr lang="en-US" altLang="zh-CN" sz="3200" dirty="0" smtClean="0">
                <a:solidFill>
                  <a:srgbClr val="FFCC00"/>
                </a:solidFill>
                <a:latin typeface="Times New Roman" pitchFamily="18" charset="0"/>
              </a:rPr>
              <a:t>’)</a:t>
            </a:r>
            <a:r>
              <a:rPr lang="en-US" altLang="zh-CN" sz="3200" dirty="0" smtClean="0">
                <a:solidFill>
                  <a:srgbClr val="FFCC00"/>
                </a:solidFill>
                <a:latin typeface="Times New Roman" pitchFamily="18" charset="0"/>
                <a:sym typeface="Symbol" pitchFamily="18" charset="2"/>
              </a:rPr>
              <a:t></a:t>
            </a:r>
            <a:r>
              <a:rPr lang="en-US" altLang="zh-CN" sz="3200" dirty="0" smtClean="0">
                <a:solidFill>
                  <a:srgbClr val="FFCC00"/>
                </a:solidFill>
                <a:latin typeface="Times New Roman" pitchFamily="18" charset="0"/>
              </a:rPr>
              <a:t>D</a:t>
            </a:r>
            <a:r>
              <a:rPr lang="zh-CN" altLang="en-US" sz="3200" dirty="0" smtClean="0">
                <a:latin typeface="Times New Roman" pitchFamily="18" charset="0"/>
              </a:rPr>
              <a:t>，使得</a:t>
            </a:r>
            <a:br>
              <a:rPr lang="zh-CN" altLang="en-US" sz="3200" dirty="0" smtClean="0">
                <a:latin typeface="Times New Roman" pitchFamily="18" charset="0"/>
              </a:rPr>
            </a:br>
            <a:r>
              <a:rPr lang="en-US" altLang="zh-CN" sz="2800" dirty="0" smtClean="0">
                <a:latin typeface="Times New Roman" pitchFamily="18" charset="0"/>
              </a:rPr>
              <a:t>Q</a:t>
            </a:r>
            <a:r>
              <a:rPr lang="en-US" altLang="zh-CN" sz="2800" baseline="-30000" dirty="0" smtClean="0">
                <a:latin typeface="Times New Roman" pitchFamily="18" charset="0"/>
              </a:rPr>
              <a:t>r+1 </a:t>
            </a:r>
            <a:r>
              <a:rPr lang="en-US" altLang="zh-CN" sz="2800" dirty="0" smtClean="0">
                <a:latin typeface="Times New Roman" pitchFamily="18" charset="0"/>
              </a:rPr>
              <a:t>x</a:t>
            </a:r>
            <a:r>
              <a:rPr lang="en-US" altLang="zh-CN" sz="2800" baseline="-30000" dirty="0" smtClean="0">
                <a:latin typeface="Times New Roman" pitchFamily="18" charset="0"/>
              </a:rPr>
              <a:t>r+1</a:t>
            </a:r>
            <a:r>
              <a:rPr lang="en-US" altLang="zh-CN" sz="2800" dirty="0" smtClean="0">
                <a:latin typeface="Times New Roman" pitchFamily="18" charset="0"/>
              </a:rPr>
              <a:t>…</a:t>
            </a:r>
            <a:r>
              <a:rPr lang="en-US" altLang="zh-CN" sz="2800" dirty="0" err="1" smtClean="0">
                <a:latin typeface="Times New Roman" pitchFamily="18" charset="0"/>
              </a:rPr>
              <a:t>Q</a:t>
            </a:r>
            <a:r>
              <a:rPr lang="en-US" altLang="zh-CN" sz="2800" baseline="-30000" dirty="0" err="1" smtClean="0">
                <a:latin typeface="Times New Roman" pitchFamily="18" charset="0"/>
              </a:rPr>
              <a:t>n</a:t>
            </a:r>
            <a:r>
              <a:rPr lang="en-US" altLang="zh-CN" sz="2800" dirty="0" err="1" smtClean="0">
                <a:latin typeface="Times New Roman" pitchFamily="18" charset="0"/>
              </a:rPr>
              <a:t>x</a:t>
            </a:r>
            <a:r>
              <a:rPr lang="en-US" altLang="zh-CN" sz="2800" baseline="-30000" dirty="0" err="1" smtClean="0">
                <a:latin typeface="Times New Roman" pitchFamily="18" charset="0"/>
              </a:rPr>
              <a:t>n</a:t>
            </a:r>
            <a:r>
              <a:rPr lang="en-US" altLang="zh-CN" sz="2800" dirty="0" err="1" smtClean="0">
                <a:latin typeface="Times New Roman" pitchFamily="18" charset="0"/>
              </a:rPr>
              <a:t>M</a:t>
            </a:r>
            <a:r>
              <a:rPr lang="en-US" altLang="zh-CN" sz="2800" dirty="0" smtClean="0">
                <a:latin typeface="Times New Roman" pitchFamily="18" charset="0"/>
              </a:rPr>
              <a:t>(x</a:t>
            </a:r>
            <a:r>
              <a:rPr lang="en-US" altLang="zh-CN" sz="2800" baseline="-30000" dirty="0" smtClean="0">
                <a:latin typeface="Times New Roman" pitchFamily="18" charset="0"/>
              </a:rPr>
              <a:t>1</a:t>
            </a:r>
            <a:r>
              <a:rPr lang="en-US" altLang="zh-CN" sz="2800" dirty="0" smtClean="0">
                <a:latin typeface="Times New Roman" pitchFamily="18" charset="0"/>
              </a:rPr>
              <a:t>’,…,x</a:t>
            </a:r>
            <a:r>
              <a:rPr lang="en-US" altLang="zh-CN" sz="2800" baseline="-30000" dirty="0" smtClean="0">
                <a:latin typeface="Times New Roman" pitchFamily="18" charset="0"/>
              </a:rPr>
              <a:t>r-1</a:t>
            </a:r>
            <a:r>
              <a:rPr lang="en-US" altLang="zh-CN" sz="2800" dirty="0" smtClean="0">
                <a:latin typeface="Times New Roman" pitchFamily="18" charset="0"/>
              </a:rPr>
              <a:t>’,f(x</a:t>
            </a:r>
            <a:r>
              <a:rPr lang="en-US" altLang="zh-CN" sz="2800" baseline="-30000" dirty="0" smtClean="0">
                <a:latin typeface="Times New Roman" pitchFamily="18" charset="0"/>
              </a:rPr>
              <a:t>1</a:t>
            </a:r>
            <a:r>
              <a:rPr lang="en-US" altLang="zh-CN" sz="2800" dirty="0" smtClean="0">
                <a:latin typeface="Times New Roman" pitchFamily="18" charset="0"/>
              </a:rPr>
              <a:t>’,…,x</a:t>
            </a:r>
            <a:r>
              <a:rPr lang="en-US" altLang="zh-CN" sz="2800" baseline="-30000" dirty="0" smtClean="0">
                <a:latin typeface="Times New Roman" pitchFamily="18" charset="0"/>
              </a:rPr>
              <a:t>r-1</a:t>
            </a:r>
            <a:r>
              <a:rPr lang="en-US" altLang="zh-CN" sz="2800" dirty="0" smtClean="0">
                <a:latin typeface="Times New Roman" pitchFamily="18" charset="0"/>
              </a:rPr>
              <a:t>’), x</a:t>
            </a:r>
            <a:r>
              <a:rPr lang="en-US" altLang="zh-CN" sz="2800" baseline="-30000" dirty="0" smtClean="0">
                <a:latin typeface="Times New Roman" pitchFamily="18" charset="0"/>
              </a:rPr>
              <a:t>r+1</a:t>
            </a:r>
            <a:r>
              <a:rPr lang="en-US" altLang="zh-CN" sz="2800" dirty="0" smtClean="0">
                <a:latin typeface="Times New Roman" pitchFamily="18" charset="0"/>
              </a:rPr>
              <a:t>,…,</a:t>
            </a:r>
            <a:r>
              <a:rPr lang="en-US" altLang="zh-CN" sz="2800" dirty="0" err="1" smtClean="0">
                <a:latin typeface="Times New Roman" pitchFamily="18" charset="0"/>
              </a:rPr>
              <a:t>x</a:t>
            </a:r>
            <a:r>
              <a:rPr lang="en-US" altLang="zh-CN" sz="2800" baseline="-30000" dirty="0" err="1" smtClean="0">
                <a:latin typeface="Times New Roman" pitchFamily="18" charset="0"/>
              </a:rPr>
              <a:t>n</a:t>
            </a:r>
            <a:r>
              <a:rPr lang="en-US" altLang="zh-CN" sz="2800" dirty="0" smtClean="0">
                <a:latin typeface="Times New Roman" pitchFamily="18" charset="0"/>
              </a:rPr>
              <a:t>)</a:t>
            </a:r>
          </a:p>
          <a:p>
            <a:pPr marL="0" indent="0">
              <a:buFont typeface="Wingdings" panose="05000000000000000000" pitchFamily="2" charset="2"/>
              <a:buNone/>
              <a:tabLst>
                <a:tab pos="1336675" algn="l"/>
              </a:tabLst>
              <a:defRPr/>
            </a:pPr>
            <a:r>
              <a:rPr lang="zh-CN" altLang="en-US" sz="3200" dirty="0" smtClean="0">
                <a:latin typeface="宋体" pitchFamily="2" charset="-122"/>
              </a:rPr>
              <a:t>在</a:t>
            </a:r>
            <a:r>
              <a:rPr lang="en-US" altLang="zh-CN" sz="3200" dirty="0" smtClean="0">
                <a:latin typeface="Times New Roman" pitchFamily="18" charset="0"/>
              </a:rPr>
              <a:t>I</a:t>
            </a:r>
            <a:r>
              <a:rPr lang="zh-CN" altLang="en-US" sz="3200" dirty="0" smtClean="0">
                <a:latin typeface="宋体" pitchFamily="2" charset="-122"/>
              </a:rPr>
              <a:t>下取</a:t>
            </a:r>
            <a:r>
              <a:rPr lang="en-US" altLang="zh-CN" sz="3200" dirty="0" smtClean="0">
                <a:latin typeface="Times New Roman" pitchFamily="18" charset="0"/>
              </a:rPr>
              <a:t>1</a:t>
            </a:r>
            <a:r>
              <a:rPr lang="zh-CN" altLang="en-US" sz="3200" dirty="0" smtClean="0">
                <a:latin typeface="宋体" pitchFamily="2" charset="-122"/>
              </a:rPr>
              <a:t>值。</a:t>
            </a:r>
            <a:r>
              <a:rPr lang="zh-CN" altLang="en-US" sz="3200" dirty="0" smtClean="0">
                <a:latin typeface="Times New Roman" pitchFamily="18" charset="0"/>
              </a:rPr>
              <a:t>所以</a:t>
            </a:r>
          </a:p>
          <a:p>
            <a:pPr marL="0" indent="0">
              <a:buFont typeface="Wingdings" panose="05000000000000000000" pitchFamily="2" charset="2"/>
              <a:buNone/>
              <a:tabLst>
                <a:tab pos="1336675" algn="l"/>
              </a:tabLst>
              <a:defRPr/>
            </a:pPr>
            <a:r>
              <a:rPr lang="en-US" altLang="zh-CN" sz="3200" dirty="0" smtClean="0">
                <a:latin typeface="Times New Roman" pitchFamily="18" charset="0"/>
              </a:rPr>
              <a:t>G=</a:t>
            </a:r>
            <a:r>
              <a:rPr lang="en-US" altLang="zh-CN" sz="3200" dirty="0" smtClean="0">
                <a:latin typeface="Times New Roman" pitchFamily="18" charset="0"/>
                <a:sym typeface="Symbol" pitchFamily="18" charset="2"/>
              </a:rPr>
              <a:t></a:t>
            </a:r>
            <a:r>
              <a:rPr lang="en-US" altLang="zh-CN" sz="3200" dirty="0" smtClean="0">
                <a:latin typeface="Times New Roman" pitchFamily="18" charset="0"/>
              </a:rPr>
              <a:t>x</a:t>
            </a:r>
            <a:r>
              <a:rPr lang="en-US" altLang="zh-CN" sz="3200" baseline="-30000" dirty="0" smtClean="0">
                <a:latin typeface="Times New Roman" pitchFamily="18" charset="0"/>
              </a:rPr>
              <a:t>1</a:t>
            </a:r>
            <a:r>
              <a:rPr lang="en-US" altLang="zh-CN" sz="3200" dirty="0" smtClean="0">
                <a:latin typeface="Times New Roman" pitchFamily="18" charset="0"/>
              </a:rPr>
              <a:t>…</a:t>
            </a:r>
            <a:r>
              <a:rPr lang="en-US" altLang="zh-CN" sz="3200" dirty="0" smtClean="0">
                <a:latin typeface="Times New Roman" pitchFamily="18" charset="0"/>
                <a:sym typeface="Symbol" pitchFamily="18" charset="2"/>
              </a:rPr>
              <a:t></a:t>
            </a:r>
            <a:r>
              <a:rPr lang="en-US" altLang="zh-CN" sz="3200" dirty="0" smtClean="0">
                <a:latin typeface="Times New Roman" pitchFamily="18" charset="0"/>
              </a:rPr>
              <a:t>x</a:t>
            </a:r>
            <a:r>
              <a:rPr lang="en-US" altLang="zh-CN" sz="3200" baseline="-30000" dirty="0" smtClean="0">
                <a:latin typeface="Times New Roman" pitchFamily="18" charset="0"/>
              </a:rPr>
              <a:t>r-1</a:t>
            </a:r>
            <a:r>
              <a:rPr lang="en-US" altLang="zh-CN" sz="3200" dirty="0" smtClean="0">
                <a:latin typeface="Times New Roman" pitchFamily="18" charset="0"/>
              </a:rPr>
              <a:t> </a:t>
            </a:r>
            <a:r>
              <a:rPr lang="en-US" altLang="zh-CN" sz="3200" dirty="0" smtClean="0">
                <a:solidFill>
                  <a:srgbClr val="FFCC00"/>
                </a:solidFill>
                <a:latin typeface="Times New Roman" pitchFamily="18" charset="0"/>
                <a:sym typeface="Symbol" pitchFamily="18" charset="2"/>
              </a:rPr>
              <a:t></a:t>
            </a:r>
            <a:r>
              <a:rPr lang="en-US" altLang="zh-CN" sz="3200" dirty="0" smtClean="0">
                <a:solidFill>
                  <a:srgbClr val="FFCC00"/>
                </a:solidFill>
                <a:latin typeface="Times New Roman" pitchFamily="18" charset="0"/>
              </a:rPr>
              <a:t>x</a:t>
            </a:r>
            <a:r>
              <a:rPr lang="en-US" altLang="zh-CN" sz="3200" baseline="-30000" dirty="0" smtClean="0">
                <a:solidFill>
                  <a:srgbClr val="FFCC00"/>
                </a:solidFill>
                <a:latin typeface="Times New Roman" pitchFamily="18" charset="0"/>
              </a:rPr>
              <a:t>r</a:t>
            </a:r>
            <a:r>
              <a:rPr lang="en-US" altLang="zh-CN" sz="3200" dirty="0" smtClean="0">
                <a:latin typeface="Times New Roman" pitchFamily="18" charset="0"/>
              </a:rPr>
              <a:t>Q</a:t>
            </a:r>
            <a:r>
              <a:rPr lang="en-US" altLang="zh-CN" sz="3200" baseline="-30000" dirty="0" smtClean="0">
                <a:latin typeface="Times New Roman" pitchFamily="18" charset="0"/>
              </a:rPr>
              <a:t>r+1</a:t>
            </a:r>
            <a:r>
              <a:rPr lang="en-US" altLang="zh-CN" sz="3200" dirty="0" smtClean="0">
                <a:latin typeface="Times New Roman" pitchFamily="18" charset="0"/>
              </a:rPr>
              <a:t>x</a:t>
            </a:r>
            <a:r>
              <a:rPr lang="en-US" altLang="zh-CN" sz="3200" baseline="-30000" dirty="0" smtClean="0">
                <a:latin typeface="Times New Roman" pitchFamily="18" charset="0"/>
              </a:rPr>
              <a:t>r+1</a:t>
            </a:r>
            <a:r>
              <a:rPr lang="en-US" altLang="zh-CN" sz="3200" dirty="0" smtClean="0">
                <a:latin typeface="Times New Roman" pitchFamily="18" charset="0"/>
              </a:rPr>
              <a:t>…</a:t>
            </a:r>
            <a:r>
              <a:rPr lang="en-US" altLang="zh-CN" sz="3200" dirty="0" err="1" smtClean="0">
                <a:latin typeface="Times New Roman" pitchFamily="18" charset="0"/>
              </a:rPr>
              <a:t>Q</a:t>
            </a:r>
            <a:r>
              <a:rPr lang="en-US" altLang="zh-CN" sz="3200" baseline="-30000" dirty="0" err="1" smtClean="0">
                <a:latin typeface="Times New Roman" pitchFamily="18" charset="0"/>
              </a:rPr>
              <a:t>n</a:t>
            </a:r>
            <a:r>
              <a:rPr lang="en-US" altLang="zh-CN" sz="3200" dirty="0" err="1" smtClean="0">
                <a:latin typeface="Times New Roman" pitchFamily="18" charset="0"/>
              </a:rPr>
              <a:t>x</a:t>
            </a:r>
            <a:r>
              <a:rPr lang="en-US" altLang="zh-CN" sz="3200" baseline="-30000" dirty="0" err="1" smtClean="0">
                <a:latin typeface="Times New Roman" pitchFamily="18" charset="0"/>
              </a:rPr>
              <a:t>n</a:t>
            </a:r>
            <a:r>
              <a:rPr lang="en-US" altLang="zh-CN" sz="3200" dirty="0" err="1" smtClean="0">
                <a:latin typeface="Times New Roman" pitchFamily="18" charset="0"/>
              </a:rPr>
              <a:t>M</a:t>
            </a:r>
            <a:r>
              <a:rPr lang="en-US" altLang="zh-CN" sz="3200" dirty="0" smtClean="0">
                <a:latin typeface="Times New Roman" pitchFamily="18" charset="0"/>
              </a:rPr>
              <a:t>(x</a:t>
            </a:r>
            <a:r>
              <a:rPr lang="en-US" altLang="zh-CN" sz="3200" baseline="-30000" dirty="0" smtClean="0">
                <a:latin typeface="Times New Roman" pitchFamily="18" charset="0"/>
              </a:rPr>
              <a:t>1</a:t>
            </a:r>
            <a:r>
              <a:rPr lang="en-US" altLang="zh-CN" sz="3200" dirty="0" smtClean="0">
                <a:latin typeface="Times New Roman" pitchFamily="18" charset="0"/>
              </a:rPr>
              <a:t>,…</a:t>
            </a:r>
            <a:r>
              <a:rPr lang="en-US" altLang="zh-CN" sz="3200" dirty="0" err="1" smtClean="0">
                <a:solidFill>
                  <a:srgbClr val="FFFFFF"/>
                </a:solidFill>
                <a:latin typeface="Times New Roman" pitchFamily="18" charset="0"/>
              </a:rPr>
              <a:t>x</a:t>
            </a:r>
            <a:r>
              <a:rPr lang="en-US" altLang="zh-CN" sz="3200" baseline="-30000" dirty="0" err="1" smtClean="0">
                <a:solidFill>
                  <a:srgbClr val="FFFFFF"/>
                </a:solidFill>
                <a:latin typeface="Times New Roman" pitchFamily="18" charset="0"/>
              </a:rPr>
              <a:t>r</a:t>
            </a:r>
            <a:r>
              <a:rPr lang="en-US" altLang="zh-CN" sz="3200" dirty="0" smtClean="0">
                <a:latin typeface="Times New Roman" pitchFamily="18" charset="0"/>
              </a:rPr>
              <a:t>,</a:t>
            </a:r>
            <a:r>
              <a:rPr lang="en-US" altLang="zh-CN" sz="3200" dirty="0">
                <a:latin typeface="Times New Roman" pitchFamily="18" charset="0"/>
              </a:rPr>
              <a:t> …</a:t>
            </a:r>
            <a:r>
              <a:rPr lang="en-US" altLang="zh-CN" sz="3200" dirty="0" err="1" smtClean="0">
                <a:latin typeface="Times New Roman" pitchFamily="18" charset="0"/>
              </a:rPr>
              <a:t>x</a:t>
            </a:r>
            <a:r>
              <a:rPr lang="en-US" altLang="zh-CN" sz="3200" baseline="-30000" dirty="0" err="1" smtClean="0">
                <a:latin typeface="Times New Roman" pitchFamily="18" charset="0"/>
              </a:rPr>
              <a:t>n</a:t>
            </a:r>
            <a:r>
              <a:rPr lang="en-US" altLang="zh-CN" sz="3200" dirty="0" smtClean="0">
                <a:latin typeface="Times New Roman" pitchFamily="18" charset="0"/>
              </a:rPr>
              <a:t>)</a:t>
            </a:r>
          </a:p>
          <a:p>
            <a:pPr marL="0" indent="0">
              <a:buFont typeface="Wingdings" panose="05000000000000000000" pitchFamily="2" charset="2"/>
              <a:buNone/>
              <a:tabLst>
                <a:tab pos="1336675" algn="l"/>
              </a:tabLst>
              <a:defRPr/>
            </a:pPr>
            <a:r>
              <a:rPr lang="zh-CN" altLang="en-US" sz="3200" dirty="0" smtClean="0">
                <a:latin typeface="Times New Roman" pitchFamily="18" charset="0"/>
              </a:rPr>
              <a:t>在</a:t>
            </a:r>
            <a:r>
              <a:rPr lang="en-US" altLang="zh-CN" sz="3200" dirty="0" smtClean="0">
                <a:latin typeface="Times New Roman" pitchFamily="18" charset="0"/>
              </a:rPr>
              <a:t>I</a:t>
            </a:r>
            <a:r>
              <a:rPr lang="zh-CN" altLang="en-US" sz="3200" dirty="0" smtClean="0">
                <a:latin typeface="Times New Roman" pitchFamily="18" charset="0"/>
              </a:rPr>
              <a:t>下为真，即</a:t>
            </a:r>
            <a:r>
              <a:rPr lang="en-US" altLang="zh-CN" sz="3200" dirty="0" smtClean="0">
                <a:latin typeface="Times New Roman" pitchFamily="18" charset="0"/>
              </a:rPr>
              <a:t>I</a:t>
            </a:r>
            <a:r>
              <a:rPr lang="zh-CN" altLang="en-US" sz="3200" dirty="0" smtClean="0">
                <a:latin typeface="Times New Roman" pitchFamily="18" charset="0"/>
              </a:rPr>
              <a:t>满足</a:t>
            </a:r>
            <a:r>
              <a:rPr lang="en-US" altLang="zh-CN" sz="3200" dirty="0" smtClean="0">
                <a:latin typeface="Times New Roman" pitchFamily="18" charset="0"/>
              </a:rPr>
              <a:t>G</a:t>
            </a:r>
            <a:r>
              <a:rPr lang="zh-CN" altLang="en-US" dirty="0" smtClean="0">
                <a:latin typeface="Times New Roman" pitchFamily="18" charset="0"/>
              </a:rPr>
              <a:t>。</a:t>
            </a:r>
            <a:r>
              <a:rPr lang="zh-CN" altLang="en-US" b="1" dirty="0" smtClean="0">
                <a:latin typeface="Times New Roman" pitchFamily="18" charset="0"/>
              </a:rPr>
              <a:t> 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C8652F7-5873-4E51-97B7-CD744357A74A}" type="slidenum">
              <a:rPr lang="en-US" altLang="zh-CN" smtClean="0"/>
              <a:pPr>
                <a:defRPr/>
              </a:pPr>
              <a:t>127</a:t>
            </a:fld>
            <a:endParaRPr lang="en-US" altLang="zh-CN"/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0" y="227094"/>
            <a:ext cx="90678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eaLnBrk="1" hangingPunct="1">
              <a:defRPr/>
            </a:pPr>
            <a:r>
              <a:rPr lang="zh-CN" altLang="en-US" sz="3200" dirty="0" smtClean="0">
                <a:solidFill>
                  <a:srgbClr val="FFCC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定理</a:t>
            </a:r>
            <a:r>
              <a:rPr lang="en-US" altLang="zh-CN" sz="3200" dirty="0" smtClean="0">
                <a:solidFill>
                  <a:srgbClr val="FFCC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3200" dirty="0" smtClean="0">
                <a:solidFill>
                  <a:srgbClr val="FFCC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3200" dirty="0" smtClean="0">
                <a:solidFill>
                  <a:srgbClr val="FFCC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</a:t>
            </a:r>
            <a:r>
              <a:rPr lang="zh-CN" altLang="en-US" sz="3200" dirty="0" smtClean="0">
                <a:solidFill>
                  <a:srgbClr val="FFCC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</a:t>
            </a:r>
            <a:r>
              <a:rPr lang="en-US" altLang="zh-CN" sz="3200" dirty="0" smtClean="0">
                <a:solidFill>
                  <a:srgbClr val="FFCC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r>
              <a:rPr lang="zh-CN" altLang="en-US" sz="3200" dirty="0" smtClean="0">
                <a:solidFill>
                  <a:srgbClr val="FFCC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的可满足性是等价的 </a:t>
            </a:r>
            <a:endParaRPr lang="zh-CN" altLang="en-US" sz="3200" dirty="0">
              <a:solidFill>
                <a:srgbClr val="FFCC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78" name="Rectangle 2"/>
          <p:cNvSpPr>
            <a:spLocks noGrp="1" noChangeArrowheads="1"/>
          </p:cNvSpPr>
          <p:nvPr>
            <p:ph idx="1"/>
          </p:nvPr>
        </p:nvSpPr>
        <p:spPr>
          <a:xfrm>
            <a:off x="357436" y="990600"/>
            <a:ext cx="8352928" cy="5638800"/>
          </a:xfrm>
        </p:spPr>
        <p:txBody>
          <a:bodyPr/>
          <a:lstStyle/>
          <a:p>
            <a:pPr marL="0" indent="0">
              <a:lnSpc>
                <a:spcPct val="90000"/>
              </a:lnSpc>
              <a:buFont typeface="Wingdings" panose="05000000000000000000" pitchFamily="2" charset="2"/>
              <a:buNone/>
              <a:tabLst>
                <a:tab pos="1336675" algn="l"/>
              </a:tabLst>
              <a:defRPr/>
            </a:pPr>
            <a:r>
              <a:rPr lang="en-US" altLang="zh-CN" sz="3200" dirty="0" smtClean="0">
                <a:solidFill>
                  <a:srgbClr val="FFCC00"/>
                </a:solidFill>
                <a:latin typeface="Times New Roman" pitchFamily="18" charset="0"/>
              </a:rPr>
              <a:t>2)</a:t>
            </a:r>
            <a:r>
              <a:rPr lang="zh-CN" altLang="en-US" sz="3200" dirty="0" smtClean="0">
                <a:solidFill>
                  <a:srgbClr val="FFCC00"/>
                </a:solidFill>
                <a:latin typeface="Times New Roman" pitchFamily="18" charset="0"/>
              </a:rPr>
              <a:t>满足</a:t>
            </a:r>
            <a:r>
              <a:rPr lang="en-US" altLang="zh-CN" sz="3200" dirty="0" smtClean="0">
                <a:solidFill>
                  <a:srgbClr val="FFCC00"/>
                </a:solidFill>
                <a:latin typeface="Times New Roman" pitchFamily="18" charset="0"/>
              </a:rPr>
              <a:t>G</a:t>
            </a:r>
            <a:r>
              <a:rPr lang="zh-CN" altLang="en-US" sz="3200" dirty="0" smtClean="0">
                <a:solidFill>
                  <a:srgbClr val="FFCC00"/>
                </a:solidFill>
                <a:latin typeface="Times New Roman" pitchFamily="18" charset="0"/>
              </a:rPr>
              <a:t>的解释，适当扩充后可满足</a:t>
            </a:r>
            <a:r>
              <a:rPr lang="en-US" altLang="zh-CN" sz="3200" dirty="0" smtClean="0">
                <a:solidFill>
                  <a:srgbClr val="FFCC00"/>
                </a:solidFill>
                <a:latin typeface="Times New Roman" pitchFamily="18" charset="0"/>
              </a:rPr>
              <a:t>G</a:t>
            </a:r>
            <a:r>
              <a:rPr lang="en-US" altLang="zh-CN" sz="3200" baseline="-30000" dirty="0" smtClean="0">
                <a:solidFill>
                  <a:srgbClr val="FFCC00"/>
                </a:solidFill>
                <a:latin typeface="Times New Roman" pitchFamily="18" charset="0"/>
              </a:rPr>
              <a:t>1</a:t>
            </a:r>
            <a:r>
              <a:rPr lang="zh-CN" altLang="en-US" sz="3200" dirty="0" smtClean="0">
                <a:solidFill>
                  <a:srgbClr val="FFCC00"/>
                </a:solidFill>
                <a:latin typeface="Times New Roman" pitchFamily="18" charset="0"/>
              </a:rPr>
              <a:t>。</a:t>
            </a:r>
            <a:r>
              <a:rPr lang="zh-CN" altLang="en-US" sz="3200" dirty="0" smtClean="0">
                <a:latin typeface="Times New Roman" pitchFamily="18" charset="0"/>
              </a:rPr>
              <a:t> </a:t>
            </a:r>
          </a:p>
          <a:p>
            <a:pPr marL="0" indent="0">
              <a:lnSpc>
                <a:spcPct val="90000"/>
              </a:lnSpc>
              <a:buFont typeface="Wingdings" panose="05000000000000000000" pitchFamily="2" charset="2"/>
              <a:buNone/>
              <a:tabLst>
                <a:tab pos="1336675" algn="l"/>
              </a:tabLst>
              <a:defRPr/>
            </a:pPr>
            <a:r>
              <a:rPr lang="zh-CN" altLang="en-US" sz="3200" dirty="0" smtClean="0">
                <a:latin typeface="Times New Roman" pitchFamily="18" charset="0"/>
              </a:rPr>
              <a:t>      取一个满足</a:t>
            </a:r>
            <a:r>
              <a:rPr lang="en-US" altLang="zh-CN" sz="3200" dirty="0" smtClean="0">
                <a:latin typeface="Times New Roman" pitchFamily="18" charset="0"/>
              </a:rPr>
              <a:t>G</a:t>
            </a:r>
            <a:r>
              <a:rPr lang="zh-CN" altLang="en-US" sz="3200" dirty="0" smtClean="0">
                <a:latin typeface="Times New Roman" pitchFamily="18" charset="0"/>
              </a:rPr>
              <a:t>的解释</a:t>
            </a:r>
            <a:r>
              <a:rPr lang="en-US" altLang="zh-CN" sz="3200" dirty="0" smtClean="0">
                <a:latin typeface="Times New Roman" pitchFamily="18" charset="0"/>
              </a:rPr>
              <a:t>I</a:t>
            </a:r>
            <a:r>
              <a:rPr lang="zh-CN" altLang="en-US" sz="3200" dirty="0" smtClean="0">
                <a:latin typeface="Times New Roman" pitchFamily="18" charset="0"/>
              </a:rPr>
              <a:t>。于是，按照</a:t>
            </a:r>
            <a:r>
              <a:rPr lang="en-US" altLang="zh-CN" sz="3200" dirty="0" smtClean="0">
                <a:latin typeface="Times New Roman" pitchFamily="18" charset="0"/>
              </a:rPr>
              <a:t>G</a:t>
            </a:r>
            <a:r>
              <a:rPr lang="zh-CN" altLang="en-US" sz="3200" dirty="0" smtClean="0">
                <a:latin typeface="Times New Roman" pitchFamily="18" charset="0"/>
              </a:rPr>
              <a:t>的构成，可以理解为：对每一组</a:t>
            </a:r>
            <a:r>
              <a:rPr lang="en-US" altLang="zh-CN" sz="3200" dirty="0" smtClean="0">
                <a:latin typeface="Times New Roman" pitchFamily="18" charset="0"/>
              </a:rPr>
              <a:t>(x</a:t>
            </a:r>
            <a:r>
              <a:rPr lang="en-US" altLang="zh-CN" sz="3200" baseline="-30000" dirty="0" smtClean="0">
                <a:latin typeface="Times New Roman" pitchFamily="18" charset="0"/>
              </a:rPr>
              <a:t>1</a:t>
            </a:r>
            <a:r>
              <a:rPr lang="en-US" altLang="zh-CN" sz="3200" dirty="0" smtClean="0">
                <a:latin typeface="Times New Roman" pitchFamily="18" charset="0"/>
              </a:rPr>
              <a:t>’,…,x</a:t>
            </a:r>
            <a:r>
              <a:rPr lang="en-US" altLang="zh-CN" sz="3200" baseline="-30000" dirty="0" smtClean="0">
                <a:latin typeface="Times New Roman" pitchFamily="18" charset="0"/>
              </a:rPr>
              <a:t>r-1</a:t>
            </a:r>
            <a:r>
              <a:rPr lang="en-US" altLang="zh-CN" sz="3200" dirty="0" smtClean="0">
                <a:latin typeface="Times New Roman" pitchFamily="18" charset="0"/>
              </a:rPr>
              <a:t>’)</a:t>
            </a:r>
            <a:r>
              <a:rPr lang="en-US" altLang="zh-CN" sz="3200" dirty="0" smtClean="0">
                <a:latin typeface="Times New Roman" pitchFamily="18" charset="0"/>
                <a:sym typeface="Symbol" pitchFamily="18" charset="2"/>
              </a:rPr>
              <a:t></a:t>
            </a:r>
            <a:r>
              <a:rPr lang="en-US" altLang="zh-CN" sz="3200" dirty="0" smtClean="0">
                <a:latin typeface="Times New Roman" pitchFamily="18" charset="0"/>
              </a:rPr>
              <a:t>D</a:t>
            </a:r>
            <a:r>
              <a:rPr lang="en-US" altLang="zh-CN" sz="3200" baseline="30000" dirty="0" smtClean="0">
                <a:latin typeface="Times New Roman" pitchFamily="18" charset="0"/>
              </a:rPr>
              <a:t>r-1</a:t>
            </a:r>
            <a:r>
              <a:rPr lang="zh-CN" altLang="en-US" sz="3200" dirty="0" smtClean="0">
                <a:latin typeface="Times New Roman" pitchFamily="18" charset="0"/>
              </a:rPr>
              <a:t>，都</a:t>
            </a:r>
            <a:r>
              <a:rPr lang="zh-CN" altLang="en-US" sz="3200" dirty="0" smtClean="0">
                <a:solidFill>
                  <a:srgbClr val="FFCC00"/>
                </a:solidFill>
                <a:latin typeface="Times New Roman" pitchFamily="18" charset="0"/>
              </a:rPr>
              <a:t>存在</a:t>
            </a:r>
            <a:r>
              <a:rPr lang="en-US" altLang="zh-CN" sz="3200" dirty="0" err="1" smtClean="0">
                <a:solidFill>
                  <a:srgbClr val="FFCC00"/>
                </a:solidFill>
                <a:latin typeface="Times New Roman" pitchFamily="18" charset="0"/>
              </a:rPr>
              <a:t>x</a:t>
            </a:r>
            <a:r>
              <a:rPr lang="en-US" altLang="zh-CN" sz="3200" baseline="-30000" dirty="0" err="1" smtClean="0">
                <a:solidFill>
                  <a:srgbClr val="FFCC00"/>
                </a:solidFill>
                <a:latin typeface="Times New Roman" pitchFamily="18" charset="0"/>
              </a:rPr>
              <a:t>r</a:t>
            </a:r>
            <a:r>
              <a:rPr lang="en-US" altLang="zh-CN" sz="3200" dirty="0" err="1" smtClean="0">
                <a:solidFill>
                  <a:srgbClr val="FFCC00"/>
                </a:solidFill>
                <a:latin typeface="Times New Roman" pitchFamily="18" charset="0"/>
              </a:rPr>
              <a:t>’</a:t>
            </a:r>
            <a:r>
              <a:rPr lang="en-US" altLang="zh-CN" sz="3200" dirty="0" err="1" smtClean="0">
                <a:solidFill>
                  <a:srgbClr val="FFCC00"/>
                </a:solidFill>
                <a:latin typeface="Times New Roman" pitchFamily="18" charset="0"/>
                <a:sym typeface="Symbol" pitchFamily="18" charset="2"/>
              </a:rPr>
              <a:t></a:t>
            </a:r>
            <a:r>
              <a:rPr lang="en-US" altLang="zh-CN" sz="3200" dirty="0" err="1" smtClean="0">
                <a:solidFill>
                  <a:srgbClr val="FFCC00"/>
                </a:solidFill>
                <a:latin typeface="Times New Roman" pitchFamily="18" charset="0"/>
              </a:rPr>
              <a:t>D</a:t>
            </a:r>
            <a:r>
              <a:rPr lang="zh-CN" altLang="en-US" sz="3200" dirty="0" smtClean="0">
                <a:latin typeface="Times New Roman" pitchFamily="18" charset="0"/>
              </a:rPr>
              <a:t>，使得</a:t>
            </a:r>
          </a:p>
          <a:p>
            <a:pPr marL="0" indent="0" algn="ctr">
              <a:lnSpc>
                <a:spcPct val="90000"/>
              </a:lnSpc>
              <a:buFont typeface="Wingdings" panose="05000000000000000000" pitchFamily="2" charset="2"/>
              <a:buNone/>
              <a:tabLst>
                <a:tab pos="1336675" algn="l"/>
              </a:tabLst>
              <a:defRPr/>
            </a:pPr>
            <a:r>
              <a:rPr lang="en-US" altLang="zh-CN" sz="3200" dirty="0" smtClean="0">
                <a:solidFill>
                  <a:srgbClr val="FFCC00"/>
                </a:solidFill>
                <a:latin typeface="Times New Roman" pitchFamily="18" charset="0"/>
              </a:rPr>
              <a:t>Q</a:t>
            </a:r>
            <a:r>
              <a:rPr lang="en-US" altLang="zh-CN" sz="3200" baseline="-30000" dirty="0" smtClean="0">
                <a:solidFill>
                  <a:srgbClr val="FFCC00"/>
                </a:solidFill>
                <a:latin typeface="Times New Roman" pitchFamily="18" charset="0"/>
              </a:rPr>
              <a:t>r+1 </a:t>
            </a:r>
            <a:r>
              <a:rPr lang="en-US" altLang="zh-CN" sz="3200" dirty="0" smtClean="0">
                <a:solidFill>
                  <a:srgbClr val="FFCC00"/>
                </a:solidFill>
                <a:latin typeface="Times New Roman" pitchFamily="18" charset="0"/>
              </a:rPr>
              <a:t>x</a:t>
            </a:r>
            <a:r>
              <a:rPr lang="en-US" altLang="zh-CN" sz="3200" baseline="-30000" dirty="0" smtClean="0">
                <a:solidFill>
                  <a:srgbClr val="FFCC00"/>
                </a:solidFill>
                <a:latin typeface="Times New Roman" pitchFamily="18" charset="0"/>
              </a:rPr>
              <a:t>r+1</a:t>
            </a:r>
            <a:r>
              <a:rPr lang="en-US" altLang="zh-CN" sz="3200" dirty="0" smtClean="0">
                <a:solidFill>
                  <a:srgbClr val="FFCC00"/>
                </a:solidFill>
                <a:latin typeface="Times New Roman" pitchFamily="18" charset="0"/>
              </a:rPr>
              <a:t>…</a:t>
            </a:r>
            <a:r>
              <a:rPr lang="en-US" altLang="zh-CN" sz="3200" dirty="0" err="1" smtClean="0">
                <a:solidFill>
                  <a:srgbClr val="FFCC00"/>
                </a:solidFill>
                <a:latin typeface="Times New Roman" pitchFamily="18" charset="0"/>
              </a:rPr>
              <a:t>Q</a:t>
            </a:r>
            <a:r>
              <a:rPr lang="en-US" altLang="zh-CN" sz="3200" baseline="-30000" dirty="0" err="1" smtClean="0">
                <a:solidFill>
                  <a:srgbClr val="FFCC00"/>
                </a:solidFill>
                <a:latin typeface="Times New Roman" pitchFamily="18" charset="0"/>
              </a:rPr>
              <a:t>n</a:t>
            </a:r>
            <a:r>
              <a:rPr lang="en-US" altLang="zh-CN" sz="3200" dirty="0" err="1" smtClean="0">
                <a:solidFill>
                  <a:srgbClr val="FFCC00"/>
                </a:solidFill>
                <a:latin typeface="Times New Roman" pitchFamily="18" charset="0"/>
              </a:rPr>
              <a:t>x</a:t>
            </a:r>
            <a:r>
              <a:rPr lang="en-US" altLang="zh-CN" sz="3200" baseline="-30000" dirty="0" err="1" smtClean="0">
                <a:solidFill>
                  <a:srgbClr val="FFCC00"/>
                </a:solidFill>
                <a:latin typeface="Times New Roman" pitchFamily="18" charset="0"/>
              </a:rPr>
              <a:t>n</a:t>
            </a:r>
            <a:r>
              <a:rPr lang="en-US" altLang="zh-CN" sz="3200" dirty="0" err="1" smtClean="0">
                <a:solidFill>
                  <a:srgbClr val="FFCC00"/>
                </a:solidFill>
                <a:latin typeface="Times New Roman" pitchFamily="18" charset="0"/>
              </a:rPr>
              <a:t>M</a:t>
            </a:r>
            <a:r>
              <a:rPr lang="en-US" altLang="zh-CN" sz="3200" dirty="0" smtClean="0">
                <a:solidFill>
                  <a:srgbClr val="FFCC00"/>
                </a:solidFill>
                <a:latin typeface="Times New Roman" pitchFamily="18" charset="0"/>
              </a:rPr>
              <a:t>(x</a:t>
            </a:r>
            <a:r>
              <a:rPr lang="en-US" altLang="zh-CN" sz="3200" baseline="-30000" dirty="0" smtClean="0">
                <a:solidFill>
                  <a:srgbClr val="FFCC00"/>
                </a:solidFill>
                <a:latin typeface="Times New Roman" pitchFamily="18" charset="0"/>
              </a:rPr>
              <a:t>1</a:t>
            </a:r>
            <a:r>
              <a:rPr lang="en-US" altLang="zh-CN" sz="3200" dirty="0" smtClean="0">
                <a:solidFill>
                  <a:srgbClr val="FFCC00"/>
                </a:solidFill>
                <a:latin typeface="Times New Roman" pitchFamily="18" charset="0"/>
              </a:rPr>
              <a:t>’,…,x</a:t>
            </a:r>
            <a:r>
              <a:rPr lang="en-US" altLang="zh-CN" sz="3200" baseline="-30000" dirty="0" smtClean="0">
                <a:solidFill>
                  <a:srgbClr val="FFCC00"/>
                </a:solidFill>
                <a:latin typeface="Times New Roman" pitchFamily="18" charset="0"/>
              </a:rPr>
              <a:t>r-1</a:t>
            </a:r>
            <a:r>
              <a:rPr lang="en-US" altLang="zh-CN" sz="3200" dirty="0" smtClean="0">
                <a:solidFill>
                  <a:srgbClr val="FFCC00"/>
                </a:solidFill>
                <a:latin typeface="Times New Roman" pitchFamily="18" charset="0"/>
              </a:rPr>
              <a:t>’, x</a:t>
            </a:r>
            <a:r>
              <a:rPr lang="en-US" altLang="zh-CN" sz="3200" baseline="-30000" dirty="0" smtClean="0">
                <a:solidFill>
                  <a:srgbClr val="FFCC00"/>
                </a:solidFill>
                <a:latin typeface="Times New Roman" pitchFamily="18" charset="0"/>
              </a:rPr>
              <a:t>r</a:t>
            </a:r>
            <a:r>
              <a:rPr lang="en-US" altLang="zh-CN" sz="3200" dirty="0" smtClean="0">
                <a:solidFill>
                  <a:srgbClr val="FFCC00"/>
                </a:solidFill>
                <a:latin typeface="Times New Roman" pitchFamily="18" charset="0"/>
              </a:rPr>
              <a:t>’,x</a:t>
            </a:r>
            <a:r>
              <a:rPr lang="en-US" altLang="zh-CN" sz="3200" baseline="-30000" dirty="0" smtClean="0">
                <a:solidFill>
                  <a:srgbClr val="FFCC00"/>
                </a:solidFill>
                <a:latin typeface="Times New Roman" pitchFamily="18" charset="0"/>
              </a:rPr>
              <a:t>r+1</a:t>
            </a:r>
            <a:r>
              <a:rPr lang="en-US" altLang="zh-CN" sz="3200" dirty="0" smtClean="0">
                <a:solidFill>
                  <a:srgbClr val="FFCC00"/>
                </a:solidFill>
                <a:latin typeface="Times New Roman" pitchFamily="18" charset="0"/>
              </a:rPr>
              <a:t>,…,</a:t>
            </a:r>
            <a:r>
              <a:rPr lang="en-US" altLang="zh-CN" sz="3200" dirty="0" err="1" smtClean="0">
                <a:solidFill>
                  <a:srgbClr val="FFCC00"/>
                </a:solidFill>
                <a:latin typeface="Times New Roman" pitchFamily="18" charset="0"/>
              </a:rPr>
              <a:t>x</a:t>
            </a:r>
            <a:r>
              <a:rPr lang="en-US" altLang="zh-CN" sz="3200" baseline="-30000" dirty="0" err="1" smtClean="0">
                <a:solidFill>
                  <a:srgbClr val="FFCC00"/>
                </a:solidFill>
                <a:latin typeface="Times New Roman" pitchFamily="18" charset="0"/>
              </a:rPr>
              <a:t>n</a:t>
            </a:r>
            <a:r>
              <a:rPr lang="en-US" altLang="zh-CN" sz="3200" dirty="0" smtClean="0">
                <a:solidFill>
                  <a:srgbClr val="FFCC00"/>
                </a:solidFill>
                <a:latin typeface="Times New Roman" pitchFamily="18" charset="0"/>
              </a:rPr>
              <a:t>)</a:t>
            </a:r>
          </a:p>
          <a:p>
            <a:pPr marL="0" indent="0">
              <a:lnSpc>
                <a:spcPct val="90000"/>
              </a:lnSpc>
              <a:buFont typeface="Wingdings" panose="05000000000000000000" pitchFamily="2" charset="2"/>
              <a:buNone/>
              <a:tabLst>
                <a:tab pos="1336675" algn="l"/>
              </a:tabLst>
              <a:defRPr/>
            </a:pPr>
            <a:r>
              <a:rPr lang="zh-CN" altLang="en-US" sz="3200" dirty="0" smtClean="0">
                <a:latin typeface="Times New Roman" pitchFamily="18" charset="0"/>
              </a:rPr>
              <a:t>在</a:t>
            </a:r>
            <a:r>
              <a:rPr lang="en-US" altLang="zh-CN" sz="3200" dirty="0" smtClean="0">
                <a:latin typeface="Times New Roman" pitchFamily="18" charset="0"/>
              </a:rPr>
              <a:t>I</a:t>
            </a:r>
            <a:r>
              <a:rPr lang="zh-CN" altLang="en-US" sz="3200" dirty="0" smtClean="0">
                <a:latin typeface="Times New Roman" pitchFamily="18" charset="0"/>
              </a:rPr>
              <a:t>下取</a:t>
            </a:r>
            <a:r>
              <a:rPr lang="en-US" altLang="zh-CN" sz="3200" dirty="0" smtClean="0">
                <a:latin typeface="Times New Roman" pitchFamily="18" charset="0"/>
              </a:rPr>
              <a:t>1</a:t>
            </a:r>
            <a:r>
              <a:rPr lang="zh-CN" altLang="en-US" sz="3200" dirty="0" smtClean="0">
                <a:latin typeface="Times New Roman" pitchFamily="18" charset="0"/>
              </a:rPr>
              <a:t>值。</a:t>
            </a:r>
          </a:p>
          <a:p>
            <a:pPr marL="0" indent="0">
              <a:lnSpc>
                <a:spcPct val="90000"/>
              </a:lnSpc>
              <a:buFont typeface="Wingdings" panose="05000000000000000000" pitchFamily="2" charset="2"/>
              <a:buNone/>
              <a:tabLst>
                <a:tab pos="1336675" algn="l"/>
              </a:tabLst>
              <a:defRPr/>
            </a:pPr>
            <a:r>
              <a:rPr lang="zh-CN" altLang="en-US" sz="3200" dirty="0" smtClean="0">
                <a:latin typeface="Times New Roman" pitchFamily="18" charset="0"/>
              </a:rPr>
              <a:t>      现在</a:t>
            </a:r>
            <a:r>
              <a:rPr lang="en-US" altLang="zh-CN" sz="3200" dirty="0" smtClean="0">
                <a:latin typeface="Times New Roman" pitchFamily="18" charset="0"/>
              </a:rPr>
              <a:t>I</a:t>
            </a:r>
            <a:r>
              <a:rPr lang="zh-CN" altLang="en-US" sz="3200" dirty="0" smtClean="0">
                <a:latin typeface="Times New Roman" pitchFamily="18" charset="0"/>
              </a:rPr>
              <a:t>还不是</a:t>
            </a:r>
            <a:r>
              <a:rPr lang="en-US" altLang="zh-CN" sz="3200" dirty="0" smtClean="0">
                <a:latin typeface="Times New Roman" pitchFamily="18" charset="0"/>
              </a:rPr>
              <a:t>G</a:t>
            </a:r>
            <a:r>
              <a:rPr lang="en-US" altLang="zh-CN" sz="3200" baseline="-30000" dirty="0" smtClean="0">
                <a:latin typeface="Times New Roman" pitchFamily="18" charset="0"/>
              </a:rPr>
              <a:t>1</a:t>
            </a:r>
            <a:r>
              <a:rPr lang="zh-CN" altLang="en-US" sz="3200" dirty="0" smtClean="0">
                <a:latin typeface="Times New Roman" pitchFamily="18" charset="0"/>
              </a:rPr>
              <a:t>的解释，因为有函数符号没有指定，扩充</a:t>
            </a:r>
            <a:r>
              <a:rPr lang="en-US" altLang="zh-CN" sz="3200" dirty="0" smtClean="0">
                <a:latin typeface="Times New Roman" pitchFamily="18" charset="0"/>
              </a:rPr>
              <a:t>I</a:t>
            </a:r>
            <a:r>
              <a:rPr lang="zh-CN" altLang="en-US" sz="3200" dirty="0" smtClean="0">
                <a:latin typeface="Times New Roman" pitchFamily="18" charset="0"/>
              </a:rPr>
              <a:t>为</a:t>
            </a:r>
            <a:r>
              <a:rPr lang="en-US" altLang="zh-CN" sz="3200" dirty="0" smtClean="0">
                <a:latin typeface="Times New Roman" pitchFamily="18" charset="0"/>
              </a:rPr>
              <a:t>I’</a:t>
            </a:r>
            <a:r>
              <a:rPr lang="zh-CN" altLang="en-US" sz="3200" dirty="0" smtClean="0">
                <a:latin typeface="Times New Roman" pitchFamily="18" charset="0"/>
              </a:rPr>
              <a:t>，使</a:t>
            </a:r>
            <a:r>
              <a:rPr lang="en-US" altLang="zh-CN" sz="3200" dirty="0" smtClean="0">
                <a:latin typeface="Times New Roman" pitchFamily="18" charset="0"/>
              </a:rPr>
              <a:t>I’</a:t>
            </a:r>
            <a:r>
              <a:rPr lang="zh-CN" altLang="en-US" sz="3200" dirty="0" smtClean="0">
                <a:latin typeface="Times New Roman" pitchFamily="18" charset="0"/>
              </a:rPr>
              <a:t>包含对函数符号</a:t>
            </a:r>
            <a:r>
              <a:rPr lang="en-US" altLang="zh-CN" sz="3200" dirty="0" smtClean="0">
                <a:latin typeface="Times New Roman" pitchFamily="18" charset="0"/>
              </a:rPr>
              <a:t>f(x</a:t>
            </a:r>
            <a:r>
              <a:rPr lang="en-US" altLang="zh-CN" sz="3200" baseline="-30000" dirty="0" smtClean="0">
                <a:latin typeface="Times New Roman" pitchFamily="18" charset="0"/>
              </a:rPr>
              <a:t>1</a:t>
            </a:r>
            <a:r>
              <a:rPr lang="en-US" altLang="zh-CN" sz="3200" dirty="0" smtClean="0">
                <a:latin typeface="Times New Roman" pitchFamily="18" charset="0"/>
              </a:rPr>
              <a:t>,…,x</a:t>
            </a:r>
            <a:r>
              <a:rPr lang="en-US" altLang="zh-CN" sz="3200" baseline="-30000" dirty="0" smtClean="0">
                <a:latin typeface="Times New Roman" pitchFamily="18" charset="0"/>
              </a:rPr>
              <a:t>r-1</a:t>
            </a:r>
            <a:r>
              <a:rPr lang="en-US" altLang="zh-CN" sz="3200" dirty="0" smtClean="0">
                <a:latin typeface="Times New Roman" pitchFamily="18" charset="0"/>
              </a:rPr>
              <a:t>)</a:t>
            </a:r>
            <a:r>
              <a:rPr lang="zh-CN" altLang="en-US" sz="3200" dirty="0" smtClean="0">
                <a:latin typeface="Times New Roman" pitchFamily="18" charset="0"/>
              </a:rPr>
              <a:t>的如下指定：</a:t>
            </a:r>
          </a:p>
          <a:p>
            <a:pPr marL="0" indent="0">
              <a:lnSpc>
                <a:spcPct val="90000"/>
              </a:lnSpc>
              <a:buFont typeface="Wingdings" panose="05000000000000000000" pitchFamily="2" charset="2"/>
              <a:buNone/>
              <a:tabLst>
                <a:tab pos="1336675" algn="l"/>
              </a:tabLst>
              <a:defRPr/>
            </a:pPr>
            <a:r>
              <a:rPr lang="en-US" altLang="zh-CN" sz="3200" dirty="0" smtClean="0">
                <a:latin typeface="Times New Roman" pitchFamily="18" charset="0"/>
              </a:rPr>
              <a:t>f(x</a:t>
            </a:r>
            <a:r>
              <a:rPr lang="en-US" altLang="zh-CN" sz="3200" baseline="-30000" dirty="0" smtClean="0">
                <a:latin typeface="Times New Roman" pitchFamily="18" charset="0"/>
              </a:rPr>
              <a:t>1</a:t>
            </a:r>
            <a:r>
              <a:rPr lang="en-US" altLang="zh-CN" sz="3200" dirty="0" smtClean="0">
                <a:latin typeface="Times New Roman" pitchFamily="18" charset="0"/>
              </a:rPr>
              <a:t>’,…,x</a:t>
            </a:r>
            <a:r>
              <a:rPr lang="en-US" altLang="zh-CN" sz="3200" baseline="-30000" dirty="0" smtClean="0">
                <a:latin typeface="Times New Roman" pitchFamily="18" charset="0"/>
              </a:rPr>
              <a:t>r-1</a:t>
            </a:r>
            <a:r>
              <a:rPr lang="en-US" altLang="zh-CN" sz="3200" dirty="0" smtClean="0">
                <a:latin typeface="Times New Roman" pitchFamily="18" charset="0"/>
              </a:rPr>
              <a:t>’)= </a:t>
            </a:r>
            <a:r>
              <a:rPr lang="en-US" altLang="zh-CN" sz="3200" dirty="0" err="1" smtClean="0">
                <a:solidFill>
                  <a:srgbClr val="FFFF00"/>
                </a:solidFill>
                <a:latin typeface="Times New Roman" pitchFamily="18" charset="0"/>
              </a:rPr>
              <a:t>x</a:t>
            </a:r>
            <a:r>
              <a:rPr lang="en-US" altLang="zh-CN" sz="3200" baseline="-30000" dirty="0" err="1" smtClean="0">
                <a:solidFill>
                  <a:srgbClr val="FFFF00"/>
                </a:solidFill>
                <a:latin typeface="Times New Roman" pitchFamily="18" charset="0"/>
              </a:rPr>
              <a:t>r</a:t>
            </a:r>
            <a:r>
              <a:rPr lang="en-US" altLang="zh-CN" sz="3200" dirty="0" smtClean="0">
                <a:solidFill>
                  <a:srgbClr val="FFFF00"/>
                </a:solidFill>
                <a:latin typeface="Times New Roman" pitchFamily="18" charset="0"/>
              </a:rPr>
              <a:t>’</a:t>
            </a:r>
            <a:r>
              <a:rPr lang="zh-CN" altLang="en-US" sz="3200" dirty="0" smtClean="0">
                <a:latin typeface="Times New Roman" pitchFamily="18" charset="0"/>
              </a:rPr>
              <a:t>，对每一组</a:t>
            </a:r>
            <a:r>
              <a:rPr lang="en-US" altLang="zh-CN" sz="3200" dirty="0" smtClean="0">
                <a:latin typeface="Times New Roman" pitchFamily="18" charset="0"/>
              </a:rPr>
              <a:t>(x</a:t>
            </a:r>
            <a:r>
              <a:rPr lang="en-US" altLang="zh-CN" sz="3200" baseline="-30000" dirty="0" smtClean="0">
                <a:latin typeface="Times New Roman" pitchFamily="18" charset="0"/>
              </a:rPr>
              <a:t>1</a:t>
            </a:r>
            <a:r>
              <a:rPr lang="en-US" altLang="zh-CN" sz="3200" dirty="0" smtClean="0">
                <a:latin typeface="Times New Roman" pitchFamily="18" charset="0"/>
              </a:rPr>
              <a:t>’,…,x</a:t>
            </a:r>
            <a:r>
              <a:rPr lang="en-US" altLang="zh-CN" sz="3200" baseline="-30000" dirty="0" smtClean="0">
                <a:latin typeface="Times New Roman" pitchFamily="18" charset="0"/>
              </a:rPr>
              <a:t>r-1</a:t>
            </a:r>
            <a:r>
              <a:rPr lang="en-US" altLang="zh-CN" sz="3200" dirty="0" smtClean="0">
                <a:latin typeface="Times New Roman" pitchFamily="18" charset="0"/>
              </a:rPr>
              <a:t>’)</a:t>
            </a:r>
            <a:r>
              <a:rPr lang="en-US" altLang="zh-CN" sz="3200" dirty="0" smtClean="0">
                <a:latin typeface="Times New Roman" pitchFamily="18" charset="0"/>
                <a:sym typeface="Symbol" pitchFamily="18" charset="2"/>
              </a:rPr>
              <a:t></a:t>
            </a:r>
            <a:r>
              <a:rPr lang="en-US" altLang="zh-CN" sz="3200" dirty="0" smtClean="0">
                <a:latin typeface="Times New Roman" pitchFamily="18" charset="0"/>
              </a:rPr>
              <a:t> D</a:t>
            </a:r>
            <a:r>
              <a:rPr lang="en-US" altLang="zh-CN" sz="3200" baseline="30000" dirty="0" smtClean="0">
                <a:latin typeface="Times New Roman" pitchFamily="18" charset="0"/>
              </a:rPr>
              <a:t>r-1</a:t>
            </a:r>
            <a:r>
              <a:rPr lang="en-US" altLang="zh-CN" sz="3200" dirty="0" smtClean="0">
                <a:latin typeface="Times New Roman" pitchFamily="18" charset="0"/>
              </a:rPr>
              <a:t>.    </a:t>
            </a:r>
          </a:p>
          <a:p>
            <a:pPr marL="0" indent="0">
              <a:lnSpc>
                <a:spcPct val="90000"/>
              </a:lnSpc>
              <a:buFont typeface="Wingdings" panose="05000000000000000000" pitchFamily="2" charset="2"/>
              <a:buNone/>
              <a:tabLst>
                <a:tab pos="1336675" algn="l"/>
              </a:tabLst>
              <a:defRPr/>
            </a:pPr>
            <a:r>
              <a:rPr lang="en-US" altLang="zh-CN" sz="3200" dirty="0" smtClean="0">
                <a:latin typeface="Times New Roman" pitchFamily="18" charset="0"/>
              </a:rPr>
              <a:t>      </a:t>
            </a:r>
            <a:r>
              <a:rPr lang="zh-CN" altLang="en-US" sz="3200" dirty="0" smtClean="0">
                <a:latin typeface="Times New Roman" pitchFamily="18" charset="0"/>
              </a:rPr>
              <a:t>于是</a:t>
            </a:r>
            <a:r>
              <a:rPr lang="en-US" altLang="zh-CN" sz="3200" dirty="0" smtClean="0">
                <a:latin typeface="Times New Roman" pitchFamily="18" charset="0"/>
              </a:rPr>
              <a:t>I’</a:t>
            </a:r>
            <a:r>
              <a:rPr lang="zh-CN" altLang="en-US" sz="3200" dirty="0" smtClean="0">
                <a:latin typeface="Times New Roman" pitchFamily="18" charset="0"/>
              </a:rPr>
              <a:t>满足</a:t>
            </a:r>
            <a:r>
              <a:rPr lang="en-US" altLang="zh-CN" sz="3200" dirty="0" smtClean="0">
                <a:latin typeface="Times New Roman" pitchFamily="18" charset="0"/>
              </a:rPr>
              <a:t>G</a:t>
            </a:r>
            <a:r>
              <a:rPr lang="en-US" altLang="zh-CN" sz="3200" baseline="-30000" dirty="0" smtClean="0">
                <a:latin typeface="Times New Roman" pitchFamily="18" charset="0"/>
              </a:rPr>
              <a:t>1</a:t>
            </a:r>
            <a:r>
              <a:rPr lang="zh-CN" altLang="en-US" sz="3200" dirty="0" smtClean="0">
                <a:latin typeface="Times New Roman" pitchFamily="18" charset="0"/>
              </a:rPr>
              <a:t>。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11E78F0-787B-44DF-81A7-F53A355E6F0F}" type="slidenum">
              <a:rPr lang="en-US" altLang="zh-CN" smtClean="0"/>
              <a:pPr>
                <a:defRPr/>
              </a:pPr>
              <a:t>128</a:t>
            </a:fld>
            <a:endParaRPr lang="en-US" altLang="zh-CN"/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0" y="227094"/>
            <a:ext cx="90678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eaLnBrk="1" hangingPunct="1">
              <a:defRPr/>
            </a:pPr>
            <a:r>
              <a:rPr lang="zh-CN" altLang="en-US" sz="3200" dirty="0" smtClean="0">
                <a:solidFill>
                  <a:srgbClr val="FFCC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定理</a:t>
            </a:r>
            <a:r>
              <a:rPr lang="en-US" altLang="zh-CN" sz="3200" dirty="0" smtClean="0">
                <a:solidFill>
                  <a:srgbClr val="FFCC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3200" dirty="0" smtClean="0">
                <a:solidFill>
                  <a:srgbClr val="FFCC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3200" dirty="0" smtClean="0">
                <a:solidFill>
                  <a:srgbClr val="FFCC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</a:t>
            </a:r>
            <a:r>
              <a:rPr lang="zh-CN" altLang="en-US" sz="3200" dirty="0" smtClean="0">
                <a:solidFill>
                  <a:srgbClr val="FFCC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</a:t>
            </a:r>
            <a:r>
              <a:rPr lang="en-US" altLang="zh-CN" sz="3200" dirty="0" smtClean="0">
                <a:solidFill>
                  <a:srgbClr val="FFCC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r>
              <a:rPr lang="zh-CN" altLang="en-US" sz="3200" dirty="0" smtClean="0">
                <a:solidFill>
                  <a:srgbClr val="FFCC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的可满足性是等价的 </a:t>
            </a:r>
            <a:endParaRPr lang="zh-CN" altLang="en-US" sz="3200" dirty="0">
              <a:solidFill>
                <a:srgbClr val="FFCC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25000"/>
              </a:lnSpc>
              <a:buFont typeface="Wingdings" panose="05000000000000000000" pitchFamily="2" charset="2"/>
              <a:buNone/>
              <a:tabLst>
                <a:tab pos="1336675" algn="l"/>
              </a:tabLst>
              <a:defRPr/>
            </a:pPr>
            <a:r>
              <a:rPr lang="en-US" altLang="zh-CN" b="1" dirty="0" smtClean="0">
                <a:latin typeface="宋体" pitchFamily="2" charset="-122"/>
              </a:rPr>
              <a:t>   </a:t>
            </a:r>
            <a:r>
              <a:rPr lang="zh-CN" altLang="en-US" sz="3300" dirty="0" smtClean="0">
                <a:latin typeface="宋体" pitchFamily="2" charset="-122"/>
              </a:rPr>
              <a:t>同理，对</a:t>
            </a:r>
            <a:r>
              <a:rPr lang="en-US" altLang="zh-CN" sz="3300" dirty="0" smtClean="0">
                <a:latin typeface="Times New Roman" pitchFamily="18" charset="0"/>
              </a:rPr>
              <a:t>G</a:t>
            </a:r>
            <a:r>
              <a:rPr lang="en-US" altLang="zh-CN" sz="3300" baseline="-30000" dirty="0" smtClean="0">
                <a:latin typeface="Times New Roman" pitchFamily="18" charset="0"/>
              </a:rPr>
              <a:t>1</a:t>
            </a:r>
            <a:r>
              <a:rPr lang="zh-CN" altLang="en-US" sz="3300" dirty="0" smtClean="0">
                <a:latin typeface="宋体" pitchFamily="2" charset="-122"/>
              </a:rPr>
              <a:t>往右找下一个存在量词，用</a:t>
            </a:r>
            <a:r>
              <a:rPr lang="en-US" altLang="zh-CN" sz="3300" dirty="0" err="1" smtClean="0">
                <a:latin typeface="Times New Roman" pitchFamily="18" charset="0"/>
              </a:rPr>
              <a:t>Skolem</a:t>
            </a:r>
            <a:r>
              <a:rPr lang="zh-CN" altLang="en-US" sz="3300" dirty="0" smtClean="0">
                <a:latin typeface="宋体" pitchFamily="2" charset="-122"/>
              </a:rPr>
              <a:t>函数代替得</a:t>
            </a:r>
            <a:r>
              <a:rPr lang="en-US" altLang="zh-CN" sz="3300" dirty="0" smtClean="0">
                <a:latin typeface="Times New Roman" pitchFamily="18" charset="0"/>
              </a:rPr>
              <a:t>G</a:t>
            </a:r>
            <a:r>
              <a:rPr lang="en-US" altLang="zh-CN" sz="3300" baseline="-30000" dirty="0" smtClean="0">
                <a:latin typeface="Times New Roman" pitchFamily="18" charset="0"/>
              </a:rPr>
              <a:t>2</a:t>
            </a:r>
            <a:r>
              <a:rPr lang="zh-CN" altLang="en-US" sz="3300" dirty="0" smtClean="0">
                <a:latin typeface="宋体" pitchFamily="2" charset="-122"/>
              </a:rPr>
              <a:t>，则</a:t>
            </a:r>
            <a:r>
              <a:rPr lang="en-US" altLang="zh-CN" sz="3300" dirty="0" smtClean="0">
                <a:latin typeface="Times New Roman" pitchFamily="18" charset="0"/>
              </a:rPr>
              <a:t>G</a:t>
            </a:r>
            <a:r>
              <a:rPr lang="en-US" altLang="zh-CN" sz="3300" baseline="-30000" dirty="0" smtClean="0">
                <a:latin typeface="Times New Roman" pitchFamily="18" charset="0"/>
              </a:rPr>
              <a:t>1</a:t>
            </a:r>
            <a:r>
              <a:rPr lang="zh-CN" altLang="en-US" sz="3300" dirty="0" smtClean="0">
                <a:latin typeface="宋体" pitchFamily="2" charset="-122"/>
              </a:rPr>
              <a:t>与</a:t>
            </a:r>
            <a:r>
              <a:rPr lang="en-US" altLang="zh-CN" sz="3300" dirty="0" smtClean="0">
                <a:latin typeface="Times New Roman" pitchFamily="18" charset="0"/>
              </a:rPr>
              <a:t>G</a:t>
            </a:r>
            <a:r>
              <a:rPr lang="en-US" altLang="zh-CN" sz="3300" baseline="-30000" dirty="0" smtClean="0">
                <a:latin typeface="Times New Roman" pitchFamily="18" charset="0"/>
              </a:rPr>
              <a:t>2</a:t>
            </a:r>
            <a:r>
              <a:rPr lang="zh-CN" altLang="en-US" sz="3300" dirty="0" smtClean="0">
                <a:latin typeface="宋体" pitchFamily="2" charset="-122"/>
              </a:rPr>
              <a:t>的可满足性是等价的；</a:t>
            </a:r>
          </a:p>
          <a:p>
            <a:pPr marL="0" indent="0">
              <a:lnSpc>
                <a:spcPct val="125000"/>
              </a:lnSpc>
              <a:buFont typeface="Wingdings" panose="05000000000000000000" pitchFamily="2" charset="2"/>
              <a:buNone/>
              <a:tabLst>
                <a:tab pos="1336675" algn="l"/>
              </a:tabLst>
              <a:defRPr/>
            </a:pPr>
            <a:r>
              <a:rPr lang="zh-CN" altLang="en-US" sz="3300" dirty="0" smtClean="0">
                <a:latin typeface="宋体" pitchFamily="2" charset="-122"/>
              </a:rPr>
              <a:t>   依此类推，可知</a:t>
            </a:r>
            <a:r>
              <a:rPr lang="en-US" altLang="zh-CN" sz="3300" dirty="0" smtClean="0">
                <a:latin typeface="Times New Roman" pitchFamily="18" charset="0"/>
              </a:rPr>
              <a:t>G</a:t>
            </a:r>
            <a:r>
              <a:rPr lang="zh-CN" altLang="en-US" sz="3300" dirty="0" smtClean="0">
                <a:latin typeface="宋体" pitchFamily="2" charset="-122"/>
              </a:rPr>
              <a:t>与</a:t>
            </a:r>
            <a:r>
              <a:rPr lang="en-US" altLang="zh-CN" sz="3300" dirty="0" smtClean="0">
                <a:latin typeface="Times New Roman" pitchFamily="18" charset="0"/>
              </a:rPr>
              <a:t>S</a:t>
            </a:r>
            <a:r>
              <a:rPr lang="zh-CN" altLang="en-US" sz="3300" dirty="0" smtClean="0">
                <a:latin typeface="宋体" pitchFamily="2" charset="-122"/>
              </a:rPr>
              <a:t>的可满足性是等价的</a:t>
            </a:r>
            <a:r>
              <a:rPr lang="zh-CN" altLang="en-US" sz="2500" dirty="0" smtClean="0">
                <a:latin typeface="宋体" pitchFamily="2" charset="-122"/>
              </a:rPr>
              <a:t>。</a:t>
            </a:r>
            <a:endParaRPr lang="en-US" altLang="zh-CN" sz="2500" dirty="0" smtClean="0">
              <a:latin typeface="宋体" pitchFamily="2" charset="-122"/>
            </a:endParaRPr>
          </a:p>
          <a:p>
            <a:pPr marL="0" indent="0" algn="r">
              <a:buFont typeface="Wingdings" panose="05000000000000000000" pitchFamily="2" charset="2"/>
              <a:buNone/>
              <a:tabLst>
                <a:tab pos="1336675" algn="l"/>
              </a:tabLst>
              <a:defRPr/>
            </a:pPr>
            <a:r>
              <a:rPr lang="zh-CN" altLang="en-US" b="1" dirty="0" smtClean="0">
                <a:latin typeface="Times New Roman" pitchFamily="18" charset="0"/>
              </a:rPr>
              <a:t> 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B297B21-B057-46C1-8F89-659618AB42CF}" type="slidenum">
              <a:rPr lang="en-US" altLang="zh-CN" smtClean="0"/>
              <a:pPr>
                <a:defRPr/>
              </a:pPr>
              <a:t>129</a:t>
            </a:fld>
            <a:endParaRPr lang="en-US" altLang="zh-CN"/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0" y="227094"/>
            <a:ext cx="90678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eaLnBrk="1" hangingPunct="1">
              <a:defRPr/>
            </a:pPr>
            <a:r>
              <a:rPr lang="zh-CN" altLang="en-US" sz="3200" dirty="0" smtClean="0">
                <a:solidFill>
                  <a:srgbClr val="FFCC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定理</a:t>
            </a:r>
            <a:r>
              <a:rPr lang="en-US" altLang="zh-CN" sz="3200" dirty="0" smtClean="0">
                <a:solidFill>
                  <a:srgbClr val="FFCC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3200" dirty="0" smtClean="0">
                <a:solidFill>
                  <a:srgbClr val="FFCC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3200" dirty="0" smtClean="0">
                <a:solidFill>
                  <a:srgbClr val="FFCC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</a:t>
            </a:r>
            <a:r>
              <a:rPr lang="zh-CN" altLang="en-US" sz="3200" dirty="0" smtClean="0">
                <a:solidFill>
                  <a:srgbClr val="FFCC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</a:t>
            </a:r>
            <a:r>
              <a:rPr lang="en-US" altLang="zh-CN" sz="3200" dirty="0" smtClean="0">
                <a:solidFill>
                  <a:srgbClr val="FFCC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r>
              <a:rPr lang="zh-CN" altLang="en-US" sz="3200" dirty="0" smtClean="0">
                <a:solidFill>
                  <a:srgbClr val="FFCC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的可满足性是等价的 </a:t>
            </a:r>
            <a:endParaRPr lang="zh-CN" altLang="en-US" sz="3200" dirty="0">
              <a:solidFill>
                <a:srgbClr val="FFCC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9" name="Rectangle 3"/>
          <p:cNvSpPr>
            <a:spLocks noGrp="1" noChangeArrowheads="1"/>
          </p:cNvSpPr>
          <p:nvPr>
            <p:ph type="title"/>
          </p:nvPr>
        </p:nvSpPr>
        <p:spPr>
          <a:xfrm>
            <a:off x="76200" y="76200"/>
            <a:ext cx="7772400" cy="646331"/>
          </a:xfrm>
        </p:spPr>
        <p:txBody>
          <a:bodyPr/>
          <a:lstStyle/>
          <a:p>
            <a:pPr algn="l" eaLnBrk="1" hangingPunct="1">
              <a:defRPr/>
            </a:pPr>
            <a:r>
              <a:rPr lang="zh-CN" altLang="en-US" sz="3600" dirty="0" smtClean="0"/>
              <a:t>例</a:t>
            </a:r>
            <a:r>
              <a:rPr lang="en-US" altLang="zh-CN" sz="3600" dirty="0" smtClean="0"/>
              <a:t>3.2.3</a:t>
            </a:r>
          </a:p>
        </p:txBody>
      </p:sp>
      <p:sp>
        <p:nvSpPr>
          <p:cNvPr id="126978" name="Rectangle 2"/>
          <p:cNvSpPr>
            <a:spLocks noGrp="1" noChangeArrowheads="1"/>
          </p:cNvSpPr>
          <p:nvPr>
            <p:ph idx="1"/>
          </p:nvPr>
        </p:nvSpPr>
        <p:spPr>
          <a:xfrm>
            <a:off x="304800" y="722530"/>
            <a:ext cx="8534400" cy="5983069"/>
          </a:xfrm>
        </p:spPr>
        <p:txBody>
          <a:bodyPr/>
          <a:lstStyle/>
          <a:p>
            <a:pPr marL="0" indent="0">
              <a:lnSpc>
                <a:spcPct val="90000"/>
              </a:lnSpc>
              <a:buFont typeface="Wingdings" panose="05000000000000000000" pitchFamily="2" charset="2"/>
              <a:buNone/>
              <a:tabLst>
                <a:tab pos="1336675" algn="l"/>
              </a:tabLst>
              <a:defRPr/>
            </a:pPr>
            <a:r>
              <a:rPr lang="en-US" altLang="zh-CN" sz="3200" dirty="0" smtClean="0">
                <a:latin typeface="Times New Roman" pitchFamily="18" charset="0"/>
              </a:rPr>
              <a:t>    </a:t>
            </a:r>
            <a:r>
              <a:rPr lang="zh-CN" altLang="en-US" sz="3200" dirty="0" smtClean="0">
                <a:latin typeface="Times New Roman" pitchFamily="18" charset="0"/>
              </a:rPr>
              <a:t>设</a:t>
            </a:r>
            <a:r>
              <a:rPr lang="en-US" altLang="zh-CN" sz="3200" dirty="0" smtClean="0">
                <a:solidFill>
                  <a:srgbClr val="FFCC00"/>
                </a:solidFill>
              </a:rPr>
              <a:t>G=</a:t>
            </a:r>
            <a:r>
              <a:rPr lang="en-US" altLang="zh-CN" sz="3200" dirty="0" smtClean="0">
                <a:solidFill>
                  <a:srgbClr val="FFCC00"/>
                </a:solidFill>
                <a:sym typeface="Symbol" pitchFamily="18" charset="2"/>
              </a:rPr>
              <a:t></a:t>
            </a:r>
            <a:r>
              <a:rPr lang="en-US" altLang="zh-CN" sz="3200" dirty="0" err="1" smtClean="0">
                <a:solidFill>
                  <a:srgbClr val="FFCC00"/>
                </a:solidFill>
              </a:rPr>
              <a:t>x</a:t>
            </a:r>
            <a:r>
              <a:rPr lang="en-US" altLang="zh-CN" sz="3200" dirty="0" err="1" smtClean="0">
                <a:solidFill>
                  <a:srgbClr val="FFCC00"/>
                </a:solidFill>
                <a:sym typeface="Symbol" pitchFamily="18" charset="2"/>
              </a:rPr>
              <a:t></a:t>
            </a:r>
            <a:r>
              <a:rPr lang="en-US" altLang="zh-CN" sz="3200" dirty="0" err="1" smtClean="0">
                <a:solidFill>
                  <a:srgbClr val="FFCC00"/>
                </a:solidFill>
              </a:rPr>
              <a:t>yP</a:t>
            </a:r>
            <a:r>
              <a:rPr lang="en-US" altLang="zh-CN" sz="3200" dirty="0" smtClean="0">
                <a:solidFill>
                  <a:srgbClr val="FFCC00"/>
                </a:solidFill>
              </a:rPr>
              <a:t>(x</a:t>
            </a:r>
            <a:r>
              <a:rPr lang="zh-CN" altLang="en-US" sz="3200" dirty="0" smtClean="0">
                <a:solidFill>
                  <a:srgbClr val="FFCC00"/>
                </a:solidFill>
              </a:rPr>
              <a:t>，</a:t>
            </a:r>
            <a:r>
              <a:rPr lang="en-US" altLang="zh-CN" sz="3200" dirty="0" smtClean="0">
                <a:solidFill>
                  <a:srgbClr val="FFCC00"/>
                </a:solidFill>
              </a:rPr>
              <a:t>y)</a:t>
            </a:r>
            <a:r>
              <a:rPr lang="zh-CN" altLang="en-US" sz="3200" dirty="0" smtClean="0"/>
              <a:t>，则</a:t>
            </a:r>
            <a:r>
              <a:rPr lang="en-US" altLang="zh-CN" sz="3200" dirty="0" smtClean="0"/>
              <a:t>G</a:t>
            </a:r>
            <a:r>
              <a:rPr lang="zh-CN" altLang="en-US" sz="3200" dirty="0" smtClean="0"/>
              <a:t>的</a:t>
            </a:r>
            <a:r>
              <a:rPr lang="en-US" altLang="zh-CN" sz="3200" dirty="0" err="1" smtClean="0"/>
              <a:t>Skolem</a:t>
            </a:r>
            <a:r>
              <a:rPr lang="zh-CN" altLang="en-US" sz="3200" dirty="0" smtClean="0"/>
              <a:t>范式为</a:t>
            </a:r>
            <a:r>
              <a:rPr lang="en-US" altLang="zh-CN" sz="3200" dirty="0" smtClean="0">
                <a:solidFill>
                  <a:srgbClr val="FFCC00"/>
                </a:solidFill>
              </a:rPr>
              <a:t>S=</a:t>
            </a:r>
            <a:r>
              <a:rPr lang="en-US" altLang="zh-CN" sz="3200" dirty="0" smtClean="0">
                <a:solidFill>
                  <a:srgbClr val="FFCC00"/>
                </a:solidFill>
                <a:sym typeface="Symbol" pitchFamily="18" charset="2"/>
              </a:rPr>
              <a:t></a:t>
            </a:r>
            <a:r>
              <a:rPr lang="en-US" altLang="zh-CN" sz="3200" dirty="0" err="1" smtClean="0">
                <a:solidFill>
                  <a:srgbClr val="FFCC00"/>
                </a:solidFill>
              </a:rPr>
              <a:t>xP</a:t>
            </a:r>
            <a:r>
              <a:rPr lang="en-US" altLang="zh-CN" sz="3200" dirty="0" smtClean="0">
                <a:solidFill>
                  <a:srgbClr val="FFCC00"/>
                </a:solidFill>
              </a:rPr>
              <a:t>(x</a:t>
            </a:r>
            <a:r>
              <a:rPr lang="zh-CN" altLang="en-US" sz="3200" dirty="0" smtClean="0">
                <a:solidFill>
                  <a:srgbClr val="FFCC00"/>
                </a:solidFill>
              </a:rPr>
              <a:t>，</a:t>
            </a:r>
            <a:r>
              <a:rPr lang="en-US" altLang="zh-CN" sz="3200" dirty="0" smtClean="0">
                <a:solidFill>
                  <a:srgbClr val="FFCC00"/>
                </a:solidFill>
              </a:rPr>
              <a:t>f(x))</a:t>
            </a:r>
            <a:r>
              <a:rPr lang="en-US" altLang="zh-CN" sz="3200" dirty="0" smtClean="0"/>
              <a:t> </a:t>
            </a:r>
            <a:r>
              <a:rPr lang="en-US" altLang="zh-CN" sz="3200" dirty="0" smtClean="0">
                <a:latin typeface="Times New Roman" pitchFamily="18" charset="0"/>
              </a:rPr>
              <a:t>;   </a:t>
            </a:r>
            <a:r>
              <a:rPr lang="zh-CN" altLang="en-US" sz="3200" dirty="0" smtClean="0">
                <a:latin typeface="Times New Roman" pitchFamily="18" charset="0"/>
              </a:rPr>
              <a:t>设</a:t>
            </a:r>
            <a:r>
              <a:rPr lang="en-US" altLang="zh-CN" sz="3200" dirty="0" smtClean="0">
                <a:latin typeface="Times New Roman" pitchFamily="18" charset="0"/>
              </a:rPr>
              <a:t>D={1</a:t>
            </a:r>
            <a:r>
              <a:rPr lang="zh-CN" altLang="en-US" sz="3200" dirty="0" smtClean="0">
                <a:latin typeface="Times New Roman" pitchFamily="18" charset="0"/>
              </a:rPr>
              <a:t>，</a:t>
            </a:r>
            <a:r>
              <a:rPr lang="en-US" altLang="zh-CN" sz="3200" dirty="0" smtClean="0">
                <a:latin typeface="Times New Roman" pitchFamily="18" charset="0"/>
              </a:rPr>
              <a:t>2}</a:t>
            </a:r>
          </a:p>
          <a:p>
            <a:pPr marL="0" indent="0">
              <a:lnSpc>
                <a:spcPct val="90000"/>
              </a:lnSpc>
              <a:buFont typeface="Wingdings" panose="05000000000000000000" pitchFamily="2" charset="2"/>
              <a:buNone/>
              <a:tabLst>
                <a:tab pos="1336675" algn="l"/>
              </a:tabLst>
              <a:defRPr/>
            </a:pPr>
            <a:r>
              <a:rPr lang="zh-CN" altLang="en-US" sz="3200" dirty="0" smtClean="0">
                <a:latin typeface="Times New Roman" pitchFamily="18" charset="0"/>
              </a:rPr>
              <a:t>取满足</a:t>
            </a:r>
            <a:r>
              <a:rPr lang="en-US" altLang="zh-CN" sz="3200" dirty="0" smtClean="0">
                <a:latin typeface="Times New Roman" pitchFamily="18" charset="0"/>
              </a:rPr>
              <a:t>S</a:t>
            </a:r>
            <a:r>
              <a:rPr lang="zh-CN" altLang="en-US" sz="3200" dirty="0" smtClean="0">
                <a:latin typeface="Times New Roman" pitchFamily="18" charset="0"/>
              </a:rPr>
              <a:t>的解释</a:t>
            </a:r>
            <a:r>
              <a:rPr lang="en-US" altLang="zh-CN" sz="3200" dirty="0" smtClean="0">
                <a:latin typeface="Times New Roman" pitchFamily="18" charset="0"/>
              </a:rPr>
              <a:t>I</a:t>
            </a:r>
            <a:r>
              <a:rPr lang="zh-CN" altLang="en-US" sz="3200" dirty="0" smtClean="0">
                <a:latin typeface="Times New Roman" pitchFamily="18" charset="0"/>
              </a:rPr>
              <a:t>如下： </a:t>
            </a:r>
            <a:br>
              <a:rPr lang="zh-CN" altLang="en-US" sz="3200" dirty="0" smtClean="0">
                <a:latin typeface="Times New Roman" pitchFamily="18" charset="0"/>
              </a:rPr>
            </a:br>
            <a:r>
              <a:rPr lang="zh-CN" altLang="en-US" sz="3200" dirty="0" smtClean="0">
                <a:latin typeface="Times New Roman" pitchFamily="18" charset="0"/>
              </a:rPr>
              <a:t> </a:t>
            </a:r>
            <a:r>
              <a:rPr lang="zh-CN" altLang="en-US" sz="3200" u="sng" dirty="0" smtClean="0">
                <a:latin typeface="Times New Roman" pitchFamily="18" charset="0"/>
              </a:rPr>
              <a:t> </a:t>
            </a:r>
            <a:r>
              <a:rPr lang="en-US" altLang="zh-CN" sz="3200" u="sng" dirty="0" smtClean="0">
                <a:latin typeface="Times New Roman" pitchFamily="18" charset="0"/>
              </a:rPr>
              <a:t>f(1)  f(2)  P(1,1)  P(1,2)  P(2,1)  P(2,2) </a:t>
            </a:r>
            <a:r>
              <a:rPr lang="en-US" altLang="zh-CN" sz="3200" dirty="0" smtClean="0">
                <a:latin typeface="Times New Roman" pitchFamily="18" charset="0"/>
              </a:rPr>
              <a:t> </a:t>
            </a:r>
            <a:br>
              <a:rPr lang="en-US" altLang="zh-CN" sz="3200" dirty="0" smtClean="0">
                <a:latin typeface="Times New Roman" pitchFamily="18" charset="0"/>
              </a:rPr>
            </a:br>
            <a:r>
              <a:rPr lang="en-US" altLang="zh-CN" sz="3200" dirty="0" smtClean="0">
                <a:latin typeface="Times New Roman" pitchFamily="18" charset="0"/>
              </a:rPr>
              <a:t>    2      1        0         1           1          0</a:t>
            </a:r>
          </a:p>
          <a:p>
            <a:pPr marL="0" indent="0">
              <a:lnSpc>
                <a:spcPct val="90000"/>
              </a:lnSpc>
              <a:buFont typeface="Wingdings" panose="05000000000000000000" pitchFamily="2" charset="2"/>
              <a:buNone/>
              <a:tabLst>
                <a:tab pos="1336675" algn="l"/>
              </a:tabLst>
              <a:defRPr/>
            </a:pPr>
            <a:r>
              <a:rPr lang="zh-CN" altLang="en-US" sz="3200" dirty="0" smtClean="0">
                <a:latin typeface="宋体" pitchFamily="2" charset="-122"/>
              </a:rPr>
              <a:t>则对</a:t>
            </a:r>
            <a:r>
              <a:rPr lang="en-US" altLang="zh-CN" sz="3200" dirty="0" smtClean="0">
                <a:latin typeface="Times New Roman" pitchFamily="18" charset="0"/>
              </a:rPr>
              <a:t>I</a:t>
            </a:r>
            <a:r>
              <a:rPr lang="zh-CN" altLang="en-US" sz="3200" dirty="0" smtClean="0">
                <a:latin typeface="宋体" pitchFamily="2" charset="-122"/>
              </a:rPr>
              <a:t>不看函数的解释</a:t>
            </a:r>
            <a:r>
              <a:rPr lang="en-US" altLang="zh-CN" sz="3200" dirty="0" smtClean="0">
                <a:latin typeface="宋体" pitchFamily="2" charset="-122"/>
              </a:rPr>
              <a:t>,</a:t>
            </a:r>
            <a:r>
              <a:rPr lang="zh-CN" altLang="en-US" sz="3200" dirty="0" smtClean="0">
                <a:latin typeface="宋体" pitchFamily="2" charset="-122"/>
              </a:rPr>
              <a:t>也是</a:t>
            </a:r>
            <a:r>
              <a:rPr lang="en-US" altLang="zh-CN" sz="3200" dirty="0" smtClean="0">
                <a:latin typeface="Times New Roman" pitchFamily="18" charset="0"/>
              </a:rPr>
              <a:t>G</a:t>
            </a:r>
            <a:r>
              <a:rPr lang="zh-CN" altLang="en-US" sz="3200" dirty="0" smtClean="0">
                <a:latin typeface="宋体" pitchFamily="2" charset="-122"/>
              </a:rPr>
              <a:t>的解释</a:t>
            </a:r>
            <a:r>
              <a:rPr lang="en-US" altLang="zh-CN" sz="3200" dirty="0" smtClean="0">
                <a:latin typeface="宋体" pitchFamily="2" charset="-122"/>
              </a:rPr>
              <a:t>,</a:t>
            </a:r>
            <a:r>
              <a:rPr lang="zh-CN" altLang="en-US" sz="3200" dirty="0" smtClean="0">
                <a:latin typeface="宋体" pitchFamily="2" charset="-122"/>
              </a:rPr>
              <a:t>且满足</a:t>
            </a:r>
            <a:r>
              <a:rPr lang="en-US" altLang="zh-CN" sz="3200" dirty="0" smtClean="0">
                <a:latin typeface="Times New Roman" pitchFamily="18" charset="0"/>
              </a:rPr>
              <a:t>G</a:t>
            </a:r>
            <a:r>
              <a:rPr lang="en-US" altLang="zh-CN" sz="3200" dirty="0" smtClean="0">
                <a:latin typeface="宋体" pitchFamily="2" charset="-122"/>
              </a:rPr>
              <a:t>.</a:t>
            </a:r>
          </a:p>
          <a:p>
            <a:pPr marL="0" indent="0">
              <a:lnSpc>
                <a:spcPct val="90000"/>
              </a:lnSpc>
              <a:buFont typeface="Wingdings" panose="05000000000000000000" pitchFamily="2" charset="2"/>
              <a:buNone/>
              <a:tabLst>
                <a:tab pos="1336675" algn="l"/>
              </a:tabLst>
              <a:defRPr/>
            </a:pPr>
            <a:r>
              <a:rPr lang="en-US" altLang="zh-CN" sz="3200" dirty="0" smtClean="0">
                <a:latin typeface="宋体" pitchFamily="2" charset="-122"/>
              </a:rPr>
              <a:t> </a:t>
            </a:r>
            <a:r>
              <a:rPr lang="en-US" altLang="zh-CN" sz="3200" dirty="0" smtClean="0">
                <a:solidFill>
                  <a:srgbClr val="FFCC00"/>
                </a:solidFill>
                <a:latin typeface="Times New Roman" pitchFamily="18" charset="0"/>
              </a:rPr>
              <a:t>T</a:t>
            </a:r>
            <a:r>
              <a:rPr lang="en-US" altLang="zh-CN" sz="3200" baseline="-25000" dirty="0" smtClean="0">
                <a:solidFill>
                  <a:srgbClr val="FFCC00"/>
                </a:solidFill>
                <a:latin typeface="Times New Roman" pitchFamily="18" charset="0"/>
              </a:rPr>
              <a:t>I</a:t>
            </a:r>
            <a:r>
              <a:rPr lang="en-US" altLang="zh-CN" sz="3200" dirty="0" smtClean="0">
                <a:solidFill>
                  <a:srgbClr val="FFCC00"/>
                </a:solidFill>
                <a:latin typeface="Times New Roman" pitchFamily="18" charset="0"/>
              </a:rPr>
              <a:t>(S)</a:t>
            </a:r>
            <a:r>
              <a:rPr lang="en-US" altLang="zh-CN" sz="3200" dirty="0" smtClean="0">
                <a:latin typeface="Times New Roman" pitchFamily="18" charset="0"/>
              </a:rPr>
              <a:t> = T</a:t>
            </a:r>
            <a:r>
              <a:rPr lang="en-US" altLang="zh-CN" sz="3200" baseline="-25000" dirty="0" smtClean="0">
                <a:latin typeface="Times New Roman" pitchFamily="18" charset="0"/>
              </a:rPr>
              <a:t>I</a:t>
            </a:r>
            <a:r>
              <a:rPr lang="en-US" altLang="zh-CN" sz="3200" dirty="0" smtClean="0">
                <a:latin typeface="Times New Roman" pitchFamily="18" charset="0"/>
              </a:rPr>
              <a:t>( P(1</a:t>
            </a:r>
            <a:r>
              <a:rPr lang="zh-CN" altLang="en-US" sz="3200" dirty="0" smtClean="0">
                <a:latin typeface="Times New Roman" pitchFamily="18" charset="0"/>
              </a:rPr>
              <a:t>，</a:t>
            </a:r>
            <a:r>
              <a:rPr lang="en-US" altLang="zh-CN" sz="3200" dirty="0" smtClean="0">
                <a:latin typeface="Times New Roman" pitchFamily="18" charset="0"/>
              </a:rPr>
              <a:t>f(1)) </a:t>
            </a:r>
            <a:r>
              <a:rPr lang="en-US" altLang="zh-CN" sz="3200" dirty="0" smtClean="0">
                <a:solidFill>
                  <a:srgbClr val="FFCC00"/>
                </a:solidFill>
                <a:latin typeface="Times New Roman" pitchFamily="18" charset="0"/>
                <a:sym typeface="Symbol" pitchFamily="18" charset="2"/>
              </a:rPr>
              <a:t> </a:t>
            </a:r>
            <a:r>
              <a:rPr lang="en-US" altLang="zh-CN" sz="3200" dirty="0" smtClean="0">
                <a:latin typeface="Times New Roman" pitchFamily="18" charset="0"/>
              </a:rPr>
              <a:t>P(2</a:t>
            </a:r>
            <a:r>
              <a:rPr lang="zh-CN" altLang="en-US" sz="3200" dirty="0" smtClean="0">
                <a:latin typeface="Times New Roman" pitchFamily="18" charset="0"/>
              </a:rPr>
              <a:t>，</a:t>
            </a:r>
            <a:r>
              <a:rPr lang="en-US" altLang="zh-CN" sz="3200" dirty="0" smtClean="0">
                <a:latin typeface="Times New Roman" pitchFamily="18" charset="0"/>
              </a:rPr>
              <a:t>f(2)) ) = </a:t>
            </a:r>
          </a:p>
          <a:p>
            <a:pPr marL="0" indent="0">
              <a:lnSpc>
                <a:spcPct val="90000"/>
              </a:lnSpc>
              <a:buFont typeface="Wingdings" panose="05000000000000000000" pitchFamily="2" charset="2"/>
              <a:buNone/>
              <a:tabLst>
                <a:tab pos="1336675" algn="l"/>
              </a:tabLst>
              <a:defRPr/>
            </a:pPr>
            <a:r>
              <a:rPr lang="en-US" altLang="zh-CN" sz="3200" dirty="0" smtClean="0">
                <a:latin typeface="Times New Roman" pitchFamily="18" charset="0"/>
              </a:rPr>
              <a:t>                 = T</a:t>
            </a:r>
            <a:r>
              <a:rPr lang="en-US" altLang="zh-CN" sz="3200" baseline="-25000" dirty="0" smtClean="0">
                <a:latin typeface="Times New Roman" pitchFamily="18" charset="0"/>
              </a:rPr>
              <a:t>I</a:t>
            </a:r>
            <a:r>
              <a:rPr lang="en-US" altLang="zh-CN" sz="3200" dirty="0" smtClean="0">
                <a:latin typeface="Times New Roman" pitchFamily="18" charset="0"/>
              </a:rPr>
              <a:t>( P(1</a:t>
            </a:r>
            <a:r>
              <a:rPr lang="zh-CN" altLang="en-US" sz="3200" dirty="0" smtClean="0">
                <a:latin typeface="Times New Roman" pitchFamily="18" charset="0"/>
              </a:rPr>
              <a:t>，</a:t>
            </a:r>
            <a:r>
              <a:rPr lang="en-US" altLang="zh-CN" sz="3200" dirty="0" smtClean="0">
                <a:latin typeface="Times New Roman" pitchFamily="18" charset="0"/>
              </a:rPr>
              <a:t>2) </a:t>
            </a:r>
            <a:r>
              <a:rPr lang="en-US" altLang="zh-CN" sz="3200" dirty="0" smtClean="0">
                <a:solidFill>
                  <a:srgbClr val="FFCC00"/>
                </a:solidFill>
                <a:latin typeface="Times New Roman" pitchFamily="18" charset="0"/>
                <a:sym typeface="Symbol" pitchFamily="18" charset="2"/>
              </a:rPr>
              <a:t> </a:t>
            </a:r>
            <a:r>
              <a:rPr lang="en-US" altLang="zh-CN" sz="3200" dirty="0" smtClean="0">
                <a:latin typeface="Times New Roman" pitchFamily="18" charset="0"/>
              </a:rPr>
              <a:t>P(2</a:t>
            </a:r>
            <a:r>
              <a:rPr lang="zh-CN" altLang="en-US" sz="3200" dirty="0" smtClean="0">
                <a:latin typeface="Times New Roman" pitchFamily="18" charset="0"/>
              </a:rPr>
              <a:t>，</a:t>
            </a:r>
            <a:r>
              <a:rPr lang="en-US" altLang="zh-CN" sz="3200" dirty="0" smtClean="0">
                <a:latin typeface="Times New Roman" pitchFamily="18" charset="0"/>
              </a:rPr>
              <a:t>1) ) = 1</a:t>
            </a:r>
          </a:p>
          <a:p>
            <a:pPr marL="0" indent="0">
              <a:lnSpc>
                <a:spcPct val="90000"/>
              </a:lnSpc>
              <a:buFont typeface="Wingdings" panose="05000000000000000000" pitchFamily="2" charset="2"/>
              <a:buNone/>
              <a:tabLst>
                <a:tab pos="1336675" algn="l"/>
              </a:tabLst>
              <a:defRPr/>
            </a:pPr>
            <a:r>
              <a:rPr lang="en-US" altLang="zh-CN" sz="3200" dirty="0" smtClean="0">
                <a:latin typeface="Times New Roman" pitchFamily="18" charset="0"/>
              </a:rPr>
              <a:t> </a:t>
            </a:r>
            <a:r>
              <a:rPr lang="en-US" altLang="zh-CN" sz="3200" dirty="0" smtClean="0">
                <a:solidFill>
                  <a:srgbClr val="FFCC00"/>
                </a:solidFill>
                <a:latin typeface="Times New Roman" pitchFamily="18" charset="0"/>
              </a:rPr>
              <a:t>T</a:t>
            </a:r>
            <a:r>
              <a:rPr lang="en-US" altLang="zh-CN" sz="3200" baseline="-25000" dirty="0" smtClean="0">
                <a:solidFill>
                  <a:srgbClr val="FFCC00"/>
                </a:solidFill>
                <a:latin typeface="Times New Roman" pitchFamily="18" charset="0"/>
              </a:rPr>
              <a:t>I</a:t>
            </a:r>
            <a:r>
              <a:rPr lang="en-US" altLang="zh-CN" sz="3200" dirty="0" smtClean="0">
                <a:solidFill>
                  <a:srgbClr val="FFCC00"/>
                </a:solidFill>
                <a:latin typeface="Times New Roman" pitchFamily="18" charset="0"/>
              </a:rPr>
              <a:t>(G)</a:t>
            </a:r>
            <a:r>
              <a:rPr lang="en-US" altLang="zh-CN" sz="3200" dirty="0" smtClean="0">
                <a:latin typeface="Times New Roman" pitchFamily="18" charset="0"/>
              </a:rPr>
              <a:t> = T</a:t>
            </a:r>
            <a:r>
              <a:rPr lang="en-US" altLang="zh-CN" sz="3200" baseline="-25000" dirty="0" smtClean="0">
                <a:latin typeface="Times New Roman" pitchFamily="18" charset="0"/>
              </a:rPr>
              <a:t>I</a:t>
            </a:r>
            <a:r>
              <a:rPr lang="en-US" altLang="zh-CN" sz="3200" dirty="0" smtClean="0">
                <a:latin typeface="Times New Roman" pitchFamily="18" charset="0"/>
              </a:rPr>
              <a:t>( (</a:t>
            </a:r>
            <a:r>
              <a:rPr lang="en-US" altLang="zh-CN" sz="3200" dirty="0" smtClean="0">
                <a:latin typeface="Times New Roman" pitchFamily="18" charset="0"/>
                <a:sym typeface="Symbol" pitchFamily="18" charset="2"/>
              </a:rPr>
              <a:t></a:t>
            </a:r>
            <a:r>
              <a:rPr lang="en-US" altLang="zh-CN" sz="3200" dirty="0" err="1" smtClean="0">
                <a:latin typeface="Times New Roman" pitchFamily="18" charset="0"/>
              </a:rPr>
              <a:t>yP</a:t>
            </a:r>
            <a:r>
              <a:rPr lang="en-US" altLang="zh-CN" sz="3200" dirty="0" smtClean="0">
                <a:latin typeface="Times New Roman" pitchFamily="18" charset="0"/>
              </a:rPr>
              <a:t>(1</a:t>
            </a:r>
            <a:r>
              <a:rPr lang="zh-CN" altLang="en-US" sz="3200" dirty="0" smtClean="0">
                <a:latin typeface="Times New Roman" pitchFamily="18" charset="0"/>
              </a:rPr>
              <a:t>，</a:t>
            </a:r>
            <a:r>
              <a:rPr lang="en-US" altLang="zh-CN" sz="3200" dirty="0" smtClean="0">
                <a:latin typeface="Times New Roman" pitchFamily="18" charset="0"/>
              </a:rPr>
              <a:t>y)) </a:t>
            </a:r>
            <a:r>
              <a:rPr lang="en-US" altLang="zh-CN" sz="3200" dirty="0" smtClean="0">
                <a:solidFill>
                  <a:srgbClr val="FFCC00"/>
                </a:solidFill>
                <a:latin typeface="Times New Roman" pitchFamily="18" charset="0"/>
                <a:sym typeface="Symbol" pitchFamily="18" charset="2"/>
              </a:rPr>
              <a:t> </a:t>
            </a:r>
            <a:r>
              <a:rPr lang="en-US" altLang="zh-CN" sz="3200" dirty="0" smtClean="0">
                <a:latin typeface="Times New Roman" pitchFamily="18" charset="0"/>
              </a:rPr>
              <a:t>(</a:t>
            </a:r>
            <a:r>
              <a:rPr lang="en-US" altLang="zh-CN" sz="3200" dirty="0" smtClean="0">
                <a:latin typeface="Times New Roman" pitchFamily="18" charset="0"/>
                <a:sym typeface="Symbol" pitchFamily="18" charset="2"/>
              </a:rPr>
              <a:t></a:t>
            </a:r>
            <a:r>
              <a:rPr lang="en-US" altLang="zh-CN" sz="3200" dirty="0" err="1" smtClean="0">
                <a:latin typeface="Times New Roman" pitchFamily="18" charset="0"/>
              </a:rPr>
              <a:t>yP</a:t>
            </a:r>
            <a:r>
              <a:rPr lang="en-US" altLang="zh-CN" sz="3200" dirty="0" smtClean="0">
                <a:latin typeface="Times New Roman" pitchFamily="18" charset="0"/>
              </a:rPr>
              <a:t>(2</a:t>
            </a:r>
            <a:r>
              <a:rPr lang="zh-CN" altLang="en-US" sz="3200" dirty="0" smtClean="0">
                <a:latin typeface="Times New Roman" pitchFamily="18" charset="0"/>
              </a:rPr>
              <a:t>，</a:t>
            </a:r>
            <a:r>
              <a:rPr lang="en-US" altLang="zh-CN" sz="3200" dirty="0" smtClean="0">
                <a:latin typeface="Times New Roman" pitchFamily="18" charset="0"/>
              </a:rPr>
              <a:t>y)) )</a:t>
            </a:r>
          </a:p>
          <a:p>
            <a:pPr marL="0" indent="0">
              <a:lnSpc>
                <a:spcPct val="90000"/>
              </a:lnSpc>
              <a:buFont typeface="Wingdings" panose="05000000000000000000" pitchFamily="2" charset="2"/>
              <a:buNone/>
              <a:tabLst>
                <a:tab pos="1336675" algn="l"/>
              </a:tabLst>
              <a:defRPr/>
            </a:pPr>
            <a:r>
              <a:rPr lang="en-US" altLang="zh-CN" sz="3200" dirty="0" smtClean="0">
                <a:latin typeface="Times New Roman" pitchFamily="18" charset="0"/>
              </a:rPr>
              <a:t>           = T</a:t>
            </a:r>
            <a:r>
              <a:rPr lang="en-US" altLang="zh-CN" sz="3200" baseline="-25000" dirty="0" smtClean="0">
                <a:latin typeface="Times New Roman" pitchFamily="18" charset="0"/>
              </a:rPr>
              <a:t>I</a:t>
            </a:r>
            <a:r>
              <a:rPr lang="en-US" altLang="zh-CN" sz="3200" dirty="0" smtClean="0">
                <a:latin typeface="Times New Roman" pitchFamily="18" charset="0"/>
              </a:rPr>
              <a:t>( (P(1, 1) </a:t>
            </a:r>
            <a:r>
              <a:rPr lang="en-US" altLang="zh-CN" sz="3200" dirty="0" smtClean="0">
                <a:latin typeface="Times New Roman" pitchFamily="18" charset="0"/>
                <a:sym typeface="Symbol" pitchFamily="18" charset="2"/>
              </a:rPr>
              <a:t>P(1, 2)</a:t>
            </a:r>
            <a:r>
              <a:rPr lang="en-US" altLang="zh-CN" sz="3200" dirty="0" smtClean="0">
                <a:latin typeface="Times New Roman" pitchFamily="18" charset="0"/>
              </a:rPr>
              <a:t>) </a:t>
            </a:r>
            <a:r>
              <a:rPr lang="en-US" altLang="zh-CN" sz="3200" dirty="0" smtClean="0">
                <a:solidFill>
                  <a:srgbClr val="FFCC00"/>
                </a:solidFill>
                <a:latin typeface="Times New Roman" pitchFamily="18" charset="0"/>
                <a:sym typeface="Symbol" pitchFamily="18" charset="2"/>
              </a:rPr>
              <a:t></a:t>
            </a:r>
            <a:r>
              <a:rPr lang="en-US" altLang="zh-CN" sz="3200" dirty="0" smtClean="0">
                <a:latin typeface="Times New Roman" pitchFamily="18" charset="0"/>
              </a:rPr>
              <a:t>(P(2, 1) </a:t>
            </a:r>
            <a:r>
              <a:rPr lang="en-US" altLang="zh-CN" sz="3200" dirty="0" smtClean="0">
                <a:latin typeface="Times New Roman" pitchFamily="18" charset="0"/>
                <a:sym typeface="Symbol" pitchFamily="18" charset="2"/>
              </a:rPr>
              <a:t>P(2, 2)</a:t>
            </a:r>
            <a:r>
              <a:rPr lang="en-US" altLang="zh-CN" sz="3200" dirty="0" smtClean="0">
                <a:latin typeface="Times New Roman" pitchFamily="18" charset="0"/>
              </a:rPr>
              <a:t>))</a:t>
            </a:r>
          </a:p>
          <a:p>
            <a:pPr marL="0" indent="0">
              <a:lnSpc>
                <a:spcPct val="90000"/>
              </a:lnSpc>
              <a:buFont typeface="Wingdings" panose="05000000000000000000" pitchFamily="2" charset="2"/>
              <a:buNone/>
              <a:tabLst>
                <a:tab pos="1336675" algn="l"/>
              </a:tabLst>
              <a:defRPr/>
            </a:pPr>
            <a:r>
              <a:rPr lang="en-US" altLang="zh-CN" sz="3200" dirty="0" smtClean="0">
                <a:latin typeface="Times New Roman" pitchFamily="18" charset="0"/>
              </a:rPr>
              <a:t>           = 1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1C3F942-656A-4EA7-930F-73A4E2794299}" type="slidenum">
              <a:rPr lang="en-US" altLang="zh-CN" smtClean="0"/>
              <a:pPr>
                <a:defRPr/>
              </a:pPr>
              <a:t>130</a:t>
            </a:fld>
            <a:endParaRPr lang="en-US" altLang="zh-CN"/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69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69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69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69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2697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2697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697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697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2697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2697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7" name="Rectangle 3"/>
          <p:cNvSpPr>
            <a:spLocks noGrp="1" noChangeArrowheads="1"/>
          </p:cNvSpPr>
          <p:nvPr>
            <p:ph type="title"/>
          </p:nvPr>
        </p:nvSpPr>
        <p:spPr>
          <a:xfrm>
            <a:off x="382954" y="490091"/>
            <a:ext cx="7772400" cy="1077218"/>
          </a:xfrm>
        </p:spPr>
        <p:txBody>
          <a:bodyPr/>
          <a:lstStyle/>
          <a:p>
            <a:pPr algn="l" eaLnBrk="1" hangingPunct="1">
              <a:buClr>
                <a:srgbClr val="CC3300"/>
              </a:buClr>
              <a:defRPr/>
            </a:pPr>
            <a:r>
              <a:rPr lang="zh-CN" altLang="en-US" sz="3200" dirty="0">
                <a:cs typeface="+mn-cs"/>
              </a:rPr>
              <a:t>设</a:t>
            </a:r>
            <a:r>
              <a:rPr lang="en-US" altLang="zh-CN" sz="3200" dirty="0">
                <a:cs typeface="+mn-cs"/>
              </a:rPr>
              <a:t>G=</a:t>
            </a:r>
            <a:r>
              <a:rPr lang="en-US" altLang="zh-CN" sz="3200" dirty="0">
                <a:cs typeface="+mn-cs"/>
                <a:sym typeface="Symbol" pitchFamily="18" charset="2"/>
              </a:rPr>
              <a:t></a:t>
            </a:r>
            <a:r>
              <a:rPr lang="en-US" altLang="zh-CN" sz="3200" dirty="0" err="1">
                <a:cs typeface="+mn-cs"/>
              </a:rPr>
              <a:t>x</a:t>
            </a:r>
            <a:r>
              <a:rPr lang="en-US" altLang="zh-CN" sz="3200" dirty="0" err="1">
                <a:cs typeface="+mn-cs"/>
                <a:sym typeface="Symbol" pitchFamily="18" charset="2"/>
              </a:rPr>
              <a:t></a:t>
            </a:r>
            <a:r>
              <a:rPr lang="en-US" altLang="zh-CN" sz="3200" dirty="0" err="1">
                <a:cs typeface="+mn-cs"/>
              </a:rPr>
              <a:t>yP</a:t>
            </a:r>
            <a:r>
              <a:rPr lang="en-US" altLang="zh-CN" sz="3200" dirty="0">
                <a:cs typeface="+mn-cs"/>
              </a:rPr>
              <a:t>(x</a:t>
            </a:r>
            <a:r>
              <a:rPr lang="zh-CN" altLang="en-US" sz="3200" dirty="0">
                <a:cs typeface="+mn-cs"/>
              </a:rPr>
              <a:t>，</a:t>
            </a:r>
            <a:r>
              <a:rPr lang="en-US" altLang="zh-CN" sz="3200" dirty="0">
                <a:cs typeface="+mn-cs"/>
              </a:rPr>
              <a:t>y)</a:t>
            </a:r>
            <a:r>
              <a:rPr lang="zh-CN" altLang="en-US" sz="3200" dirty="0" smtClean="0">
                <a:solidFill>
                  <a:schemeClr val="tx1"/>
                </a:solidFill>
              </a:rPr>
              <a:t>，则</a:t>
            </a:r>
            <a:r>
              <a:rPr lang="en-US" altLang="zh-CN" sz="3200" dirty="0" smtClean="0">
                <a:solidFill>
                  <a:schemeClr val="tx1"/>
                </a:solidFill>
              </a:rPr>
              <a:t>G</a:t>
            </a:r>
            <a:r>
              <a:rPr lang="zh-CN" altLang="en-US" sz="3200" dirty="0" smtClean="0">
                <a:solidFill>
                  <a:schemeClr val="tx1"/>
                </a:solidFill>
              </a:rPr>
              <a:t>的</a:t>
            </a:r>
            <a:r>
              <a:rPr lang="en-US" altLang="zh-CN" sz="3200" dirty="0" err="1" smtClean="0">
                <a:solidFill>
                  <a:schemeClr val="tx1"/>
                </a:solidFill>
              </a:rPr>
              <a:t>Skolem</a:t>
            </a:r>
            <a:r>
              <a:rPr lang="zh-CN" altLang="en-US" sz="3200" dirty="0" smtClean="0">
                <a:solidFill>
                  <a:schemeClr val="tx1"/>
                </a:solidFill>
              </a:rPr>
              <a:t>范式为</a:t>
            </a:r>
            <a:r>
              <a:rPr lang="en-US" altLang="zh-CN" sz="3200" dirty="0" smtClean="0">
                <a:solidFill>
                  <a:srgbClr val="FFC000"/>
                </a:solidFill>
              </a:rPr>
              <a:t>S=</a:t>
            </a:r>
            <a:r>
              <a:rPr lang="en-US" altLang="zh-CN" sz="3200" dirty="0" smtClean="0">
                <a:solidFill>
                  <a:srgbClr val="FFC000"/>
                </a:solidFill>
                <a:sym typeface="Symbol" pitchFamily="18" charset="2"/>
              </a:rPr>
              <a:t></a:t>
            </a:r>
            <a:r>
              <a:rPr lang="en-US" altLang="zh-CN" sz="3200" dirty="0" err="1" smtClean="0">
                <a:solidFill>
                  <a:srgbClr val="FFC000"/>
                </a:solidFill>
              </a:rPr>
              <a:t>xP</a:t>
            </a:r>
            <a:r>
              <a:rPr lang="en-US" altLang="zh-CN" sz="3200" dirty="0" smtClean="0">
                <a:solidFill>
                  <a:srgbClr val="FFC000"/>
                </a:solidFill>
              </a:rPr>
              <a:t>(x</a:t>
            </a:r>
            <a:r>
              <a:rPr lang="zh-CN" altLang="en-US" sz="3200" dirty="0" smtClean="0">
                <a:solidFill>
                  <a:srgbClr val="FFC000"/>
                </a:solidFill>
              </a:rPr>
              <a:t>，</a:t>
            </a:r>
            <a:r>
              <a:rPr lang="en-US" altLang="zh-CN" sz="3200" dirty="0" smtClean="0">
                <a:solidFill>
                  <a:srgbClr val="FFC000"/>
                </a:solidFill>
              </a:rPr>
              <a:t>f(x)) </a:t>
            </a:r>
          </a:p>
        </p:txBody>
      </p:sp>
      <p:sp>
        <p:nvSpPr>
          <p:cNvPr id="129026" name="Rectangle 2"/>
          <p:cNvSpPr>
            <a:spLocks noGrp="1" noChangeArrowheads="1"/>
          </p:cNvSpPr>
          <p:nvPr>
            <p:ph idx="1"/>
          </p:nvPr>
        </p:nvSpPr>
        <p:spPr>
          <a:xfrm>
            <a:off x="382954" y="1676400"/>
            <a:ext cx="8352928" cy="4724400"/>
          </a:xfrm>
        </p:spPr>
        <p:txBody>
          <a:bodyPr/>
          <a:lstStyle/>
          <a:p>
            <a:pPr marL="0" indent="0">
              <a:lnSpc>
                <a:spcPct val="80000"/>
              </a:lnSpc>
              <a:buFont typeface="Wingdings" panose="05000000000000000000" pitchFamily="2" charset="2"/>
              <a:buNone/>
              <a:tabLst>
                <a:tab pos="1336675" algn="l"/>
              </a:tabLst>
              <a:defRPr/>
            </a:pPr>
            <a:r>
              <a:rPr lang="zh-CN" altLang="en-US" sz="3000" dirty="0" smtClean="0"/>
              <a:t>反之，取满足</a:t>
            </a:r>
            <a:r>
              <a:rPr lang="en-US" altLang="zh-CN" sz="3000" dirty="0" smtClean="0"/>
              <a:t>G</a:t>
            </a:r>
            <a:r>
              <a:rPr lang="zh-CN" altLang="en-US" sz="3000" dirty="0" smtClean="0"/>
              <a:t>的解释</a:t>
            </a:r>
            <a:r>
              <a:rPr lang="en-US" altLang="zh-CN" sz="3000" dirty="0" smtClean="0"/>
              <a:t>I</a:t>
            </a:r>
            <a:r>
              <a:rPr lang="zh-CN" altLang="en-US" sz="3000" dirty="0" smtClean="0"/>
              <a:t>如下：</a:t>
            </a:r>
            <a:br>
              <a:rPr lang="zh-CN" altLang="en-US" sz="3000" dirty="0" smtClean="0"/>
            </a:br>
            <a:r>
              <a:rPr lang="zh-CN" altLang="en-US" sz="3000" u="sng" dirty="0" smtClean="0"/>
              <a:t> </a:t>
            </a:r>
            <a:r>
              <a:rPr lang="en-US" altLang="zh-CN" sz="3000" u="sng" dirty="0" smtClean="0"/>
              <a:t>P(1</a:t>
            </a:r>
            <a:r>
              <a:rPr lang="zh-CN" altLang="en-US" sz="3000" u="sng" dirty="0" smtClean="0"/>
              <a:t>，</a:t>
            </a:r>
            <a:r>
              <a:rPr lang="en-US" altLang="zh-CN" sz="3000" u="sng" dirty="0" smtClean="0"/>
              <a:t>1)   P(1</a:t>
            </a:r>
            <a:r>
              <a:rPr lang="zh-CN" altLang="en-US" sz="3000" u="sng" dirty="0" smtClean="0"/>
              <a:t>，</a:t>
            </a:r>
            <a:r>
              <a:rPr lang="en-US" altLang="zh-CN" sz="3000" u="sng" dirty="0" smtClean="0"/>
              <a:t>2)   P(2</a:t>
            </a:r>
            <a:r>
              <a:rPr lang="zh-CN" altLang="en-US" sz="3000" u="sng" dirty="0" smtClean="0"/>
              <a:t>，</a:t>
            </a:r>
            <a:r>
              <a:rPr lang="en-US" altLang="zh-CN" sz="3000" u="sng" dirty="0" smtClean="0"/>
              <a:t>1)   P(2</a:t>
            </a:r>
            <a:r>
              <a:rPr lang="zh-CN" altLang="en-US" sz="3000" u="sng" dirty="0" smtClean="0"/>
              <a:t>，</a:t>
            </a:r>
            <a:r>
              <a:rPr lang="en-US" altLang="zh-CN" sz="3000" u="sng" dirty="0" smtClean="0"/>
              <a:t>2) </a:t>
            </a:r>
            <a:endParaRPr lang="en-US" altLang="zh-CN" sz="3000" dirty="0" smtClean="0"/>
          </a:p>
          <a:p>
            <a:pPr marL="0" indent="0">
              <a:lnSpc>
                <a:spcPct val="80000"/>
              </a:lnSpc>
              <a:buFont typeface="Wingdings" panose="05000000000000000000" pitchFamily="2" charset="2"/>
              <a:buNone/>
              <a:tabLst>
                <a:tab pos="1336675" algn="l"/>
              </a:tabLst>
              <a:defRPr/>
            </a:pPr>
            <a:r>
              <a:rPr lang="en-US" altLang="zh-CN" sz="3000" dirty="0" smtClean="0"/>
              <a:t>      1               0               1            0</a:t>
            </a:r>
          </a:p>
          <a:p>
            <a:pPr marL="0" indent="0">
              <a:lnSpc>
                <a:spcPct val="90000"/>
              </a:lnSpc>
              <a:buFont typeface="Wingdings" panose="05000000000000000000" pitchFamily="2" charset="2"/>
              <a:buNone/>
              <a:tabLst>
                <a:tab pos="1336675" algn="l"/>
              </a:tabLst>
              <a:defRPr/>
            </a:pPr>
            <a:r>
              <a:rPr lang="zh-CN" altLang="en-US" sz="3000" dirty="0" smtClean="0"/>
              <a:t>现在</a:t>
            </a:r>
            <a:r>
              <a:rPr lang="en-US" altLang="zh-CN" sz="3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en-US" sz="3000" dirty="0" smtClean="0"/>
              <a:t>还不是</a:t>
            </a:r>
            <a:r>
              <a:rPr lang="en-US" altLang="zh-CN" sz="3000" dirty="0" smtClean="0"/>
              <a:t>S</a:t>
            </a:r>
            <a:r>
              <a:rPr lang="zh-CN" altLang="en-US" sz="3000" dirty="0" smtClean="0"/>
              <a:t>的解释，因为有函数符号</a:t>
            </a:r>
            <a:r>
              <a:rPr lang="en-US" altLang="zh-CN" sz="3000" dirty="0" smtClean="0"/>
              <a:t>f(x)</a:t>
            </a:r>
            <a:r>
              <a:rPr lang="zh-CN" altLang="en-US" sz="3000" dirty="0" smtClean="0"/>
              <a:t>没有指定，</a:t>
            </a:r>
            <a:r>
              <a:rPr lang="zh-CN" altLang="en-US" sz="3000" dirty="0" smtClean="0">
                <a:solidFill>
                  <a:srgbClr val="FFCC00"/>
                </a:solidFill>
              </a:rPr>
              <a:t>扩充</a:t>
            </a:r>
            <a:r>
              <a:rPr lang="en-US" altLang="zh-CN" sz="3000" dirty="0" smtClean="0">
                <a:solidFill>
                  <a:srgbClr val="FFCC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en-US" sz="3000" dirty="0" smtClean="0">
                <a:solidFill>
                  <a:srgbClr val="FFCC00"/>
                </a:solidFill>
              </a:rPr>
              <a:t>为</a:t>
            </a:r>
            <a:r>
              <a:rPr lang="en-US" altLang="zh-CN" sz="3000" dirty="0" smtClean="0">
                <a:solidFill>
                  <a:srgbClr val="FFCC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3000" dirty="0" smtClean="0">
                <a:solidFill>
                  <a:srgbClr val="FFCC00"/>
                </a:solidFill>
              </a:rPr>
              <a:t>’</a:t>
            </a:r>
            <a:r>
              <a:rPr lang="zh-CN" altLang="en-US" sz="3000" dirty="0" smtClean="0"/>
              <a:t>，使其包括对</a:t>
            </a:r>
            <a:r>
              <a:rPr lang="en-US" altLang="zh-CN" sz="3000" dirty="0" smtClean="0"/>
              <a:t>f(x)</a:t>
            </a:r>
            <a:r>
              <a:rPr lang="zh-CN" altLang="en-US" sz="3000" dirty="0" smtClean="0"/>
              <a:t>的指定 </a:t>
            </a:r>
          </a:p>
          <a:p>
            <a:pPr marL="0" indent="0">
              <a:lnSpc>
                <a:spcPct val="90000"/>
              </a:lnSpc>
              <a:buFont typeface="Wingdings" panose="05000000000000000000" pitchFamily="2" charset="2"/>
              <a:buNone/>
              <a:tabLst>
                <a:tab pos="1336675" algn="l"/>
              </a:tabLst>
              <a:defRPr/>
            </a:pPr>
            <a:r>
              <a:rPr lang="zh-CN" altLang="en-US" sz="3000" dirty="0" smtClean="0"/>
              <a:t>              </a:t>
            </a:r>
            <a:r>
              <a:rPr lang="zh-CN" altLang="en-US" sz="3000" u="sng" dirty="0" smtClean="0"/>
              <a:t> </a:t>
            </a:r>
            <a:r>
              <a:rPr lang="en-US" altLang="zh-CN" sz="3000" u="sng" dirty="0" smtClean="0"/>
              <a:t>f(1)   f(2)</a:t>
            </a:r>
            <a:r>
              <a:rPr lang="en-US" altLang="zh-CN" sz="3000" dirty="0" smtClean="0"/>
              <a:t/>
            </a:r>
            <a:br>
              <a:rPr lang="en-US" altLang="zh-CN" sz="3000" dirty="0" smtClean="0"/>
            </a:br>
            <a:r>
              <a:rPr lang="zh-CN" altLang="en-US" sz="3000" dirty="0" smtClean="0"/>
              <a:t>　　　　  </a:t>
            </a:r>
            <a:r>
              <a:rPr lang="en-US" altLang="zh-CN" sz="3000" dirty="0" smtClean="0"/>
              <a:t>1        1           ,   </a:t>
            </a:r>
            <a:r>
              <a:rPr lang="zh-CN" altLang="en-US" sz="3000" dirty="0" smtClean="0"/>
              <a:t>则</a:t>
            </a:r>
            <a:r>
              <a:rPr lang="en-US" altLang="zh-CN" sz="3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3000" dirty="0" smtClean="0"/>
              <a:t>’</a:t>
            </a:r>
            <a:r>
              <a:rPr lang="zh-CN" altLang="en-US" sz="3000" dirty="0" smtClean="0"/>
              <a:t>满足</a:t>
            </a:r>
            <a:r>
              <a:rPr lang="en-US" altLang="zh-CN" sz="3000" dirty="0" smtClean="0"/>
              <a:t>S</a:t>
            </a:r>
            <a:r>
              <a:rPr lang="zh-CN" altLang="en-US" sz="3000" dirty="0" smtClean="0"/>
              <a:t>。</a:t>
            </a:r>
          </a:p>
          <a:p>
            <a:pPr marL="0" indent="0">
              <a:lnSpc>
                <a:spcPct val="90000"/>
              </a:lnSpc>
              <a:buFont typeface="Wingdings" panose="05000000000000000000" pitchFamily="2" charset="2"/>
              <a:buNone/>
              <a:tabLst>
                <a:tab pos="1336675" algn="l"/>
              </a:tabLst>
              <a:defRPr/>
            </a:pPr>
            <a:r>
              <a:rPr lang="en-US" altLang="zh-CN" sz="3200" dirty="0" smtClean="0"/>
              <a:t>T</a:t>
            </a:r>
            <a:r>
              <a:rPr lang="en-US" altLang="zh-CN" sz="32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3200" baseline="-25000" dirty="0" smtClean="0"/>
              <a:t>’</a:t>
            </a:r>
            <a:r>
              <a:rPr lang="en-US" altLang="zh-CN" sz="3200" dirty="0" smtClean="0"/>
              <a:t>(S) = T</a:t>
            </a:r>
            <a:r>
              <a:rPr lang="en-US" altLang="zh-CN" sz="32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3200" baseline="-25000" dirty="0" smtClean="0"/>
              <a:t>’</a:t>
            </a:r>
            <a:r>
              <a:rPr lang="en-US" altLang="zh-CN" sz="3200" dirty="0" smtClean="0"/>
              <a:t>( P(1</a:t>
            </a:r>
            <a:r>
              <a:rPr lang="zh-CN" altLang="en-US" sz="3200" dirty="0" smtClean="0"/>
              <a:t>，</a:t>
            </a:r>
            <a:r>
              <a:rPr lang="en-US" altLang="zh-CN" sz="3200" dirty="0" smtClean="0"/>
              <a:t>f(1)) </a:t>
            </a:r>
            <a:r>
              <a:rPr lang="en-US" altLang="zh-CN" sz="3200" dirty="0" smtClean="0">
                <a:solidFill>
                  <a:srgbClr val="FFCC00"/>
                </a:solidFill>
                <a:sym typeface="Symbol" pitchFamily="18" charset="2"/>
              </a:rPr>
              <a:t> </a:t>
            </a:r>
            <a:r>
              <a:rPr lang="en-US" altLang="zh-CN" sz="3200" dirty="0" smtClean="0"/>
              <a:t>P(2</a:t>
            </a:r>
            <a:r>
              <a:rPr lang="zh-CN" altLang="en-US" sz="3200" dirty="0" smtClean="0"/>
              <a:t>，</a:t>
            </a:r>
            <a:r>
              <a:rPr lang="en-US" altLang="zh-CN" sz="3200" dirty="0" smtClean="0"/>
              <a:t>f(2)) )</a:t>
            </a:r>
          </a:p>
          <a:p>
            <a:pPr marL="0" indent="0">
              <a:lnSpc>
                <a:spcPct val="90000"/>
              </a:lnSpc>
              <a:buFont typeface="Wingdings" panose="05000000000000000000" pitchFamily="2" charset="2"/>
              <a:buNone/>
              <a:tabLst>
                <a:tab pos="1336675" algn="l"/>
              </a:tabLst>
              <a:defRPr/>
            </a:pPr>
            <a:r>
              <a:rPr lang="en-US" altLang="zh-CN" sz="3200" dirty="0" smtClean="0"/>
              <a:t>            = T</a:t>
            </a:r>
            <a:r>
              <a:rPr lang="en-US" altLang="zh-CN" sz="32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3200" baseline="-25000" dirty="0" smtClean="0"/>
              <a:t>’</a:t>
            </a:r>
            <a:r>
              <a:rPr lang="en-US" altLang="zh-CN" sz="3200" dirty="0" smtClean="0"/>
              <a:t>( P(1</a:t>
            </a:r>
            <a:r>
              <a:rPr lang="zh-CN" altLang="en-US" sz="3200" dirty="0" smtClean="0"/>
              <a:t>，</a:t>
            </a:r>
            <a:r>
              <a:rPr lang="en-US" altLang="zh-CN" sz="3200" dirty="0" smtClean="0"/>
              <a:t>1) </a:t>
            </a:r>
            <a:r>
              <a:rPr lang="en-US" altLang="zh-CN" sz="3200" dirty="0" smtClean="0">
                <a:solidFill>
                  <a:srgbClr val="FFCC00"/>
                </a:solidFill>
                <a:sym typeface="Symbol" pitchFamily="18" charset="2"/>
              </a:rPr>
              <a:t> </a:t>
            </a:r>
            <a:r>
              <a:rPr lang="en-US" altLang="zh-CN" sz="3200" dirty="0" smtClean="0"/>
              <a:t>P(2</a:t>
            </a:r>
            <a:r>
              <a:rPr lang="zh-CN" altLang="en-US" sz="3200" dirty="0" smtClean="0"/>
              <a:t>，</a:t>
            </a:r>
            <a:r>
              <a:rPr lang="en-US" altLang="zh-CN" sz="3200" dirty="0" smtClean="0"/>
              <a:t>1) )</a:t>
            </a:r>
          </a:p>
          <a:p>
            <a:pPr marL="0" indent="0">
              <a:lnSpc>
                <a:spcPct val="90000"/>
              </a:lnSpc>
              <a:buFont typeface="Wingdings" panose="05000000000000000000" pitchFamily="2" charset="2"/>
              <a:buNone/>
              <a:tabLst>
                <a:tab pos="1336675" algn="l"/>
              </a:tabLst>
              <a:defRPr/>
            </a:pPr>
            <a:r>
              <a:rPr lang="en-US" altLang="zh-CN" sz="3200" dirty="0" smtClean="0"/>
              <a:t>            = 1                                                               </a:t>
            </a:r>
            <a:endParaRPr lang="en-US" altLang="zh-CN" sz="3200" dirty="0" smtClean="0">
              <a:solidFill>
                <a:srgbClr val="FFC000"/>
              </a:solidFill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C0BC3B5-0274-48DB-9B6E-28D203E26669}" type="slidenum">
              <a:rPr lang="en-US" altLang="zh-CN" smtClean="0"/>
              <a:pPr>
                <a:defRPr/>
              </a:pPr>
              <a:t>131</a:t>
            </a:fld>
            <a:endParaRPr lang="en-US" altLang="zh-CN"/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90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90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90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90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290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290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902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902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8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>
              <a:defRPr/>
            </a:pPr>
            <a:r>
              <a:rPr lang="en-US" altLang="zh-CN" sz="3600" dirty="0" smtClean="0"/>
              <a:t>4  </a:t>
            </a:r>
            <a:r>
              <a:rPr lang="zh-CN" altLang="en-US" sz="3600" dirty="0" smtClean="0"/>
              <a:t>公式</a:t>
            </a:r>
            <a:r>
              <a:rPr lang="en-US" altLang="zh-CN" sz="3600" dirty="0" smtClean="0"/>
              <a:t>G</a:t>
            </a:r>
            <a:r>
              <a:rPr lang="zh-CN" altLang="en-US" sz="3600" dirty="0" smtClean="0"/>
              <a:t>与其</a:t>
            </a:r>
            <a:r>
              <a:rPr lang="en-US" altLang="zh-CN" sz="3600" dirty="0" err="1" smtClean="0"/>
              <a:t>Skolem</a:t>
            </a:r>
            <a:r>
              <a:rPr lang="zh-CN" altLang="en-US" sz="3600" dirty="0" smtClean="0"/>
              <a:t>范式</a:t>
            </a:r>
            <a:r>
              <a:rPr lang="en-US" altLang="zh-CN" sz="3600" dirty="0" smtClean="0"/>
              <a:t>S</a:t>
            </a:r>
            <a:r>
              <a:rPr lang="zh-CN" altLang="en-US" sz="3600" dirty="0" smtClean="0"/>
              <a:t>间的关系</a:t>
            </a:r>
          </a:p>
        </p:txBody>
      </p:sp>
      <p:sp>
        <p:nvSpPr>
          <p:cNvPr id="131074" name="Rectangle 2"/>
          <p:cNvSpPr>
            <a:spLocks noGrp="1" noChangeArrowheads="1"/>
          </p:cNvSpPr>
          <p:nvPr>
            <p:ph idx="1"/>
          </p:nvPr>
        </p:nvSpPr>
        <p:spPr>
          <a:xfrm>
            <a:off x="381000" y="1143000"/>
            <a:ext cx="8352928" cy="5170488"/>
          </a:xfrm>
        </p:spPr>
        <p:txBody>
          <a:bodyPr/>
          <a:lstStyle/>
          <a:p>
            <a:pPr marL="0" indent="0">
              <a:lnSpc>
                <a:spcPct val="90000"/>
              </a:lnSpc>
              <a:tabLst>
                <a:tab pos="1336675" algn="l"/>
              </a:tabLst>
              <a:defRPr/>
            </a:pPr>
            <a:r>
              <a:rPr lang="zh-CN" altLang="en-US" sz="3200" dirty="0" smtClean="0">
                <a:solidFill>
                  <a:srgbClr val="FFCC00"/>
                </a:solidFill>
                <a:latin typeface="Times New Roman" pitchFamily="18" charset="0"/>
              </a:rPr>
              <a:t>定理</a:t>
            </a:r>
            <a:r>
              <a:rPr lang="en-US" altLang="zh-CN" sz="3200" dirty="0" smtClean="0">
                <a:solidFill>
                  <a:srgbClr val="FFCC00"/>
                </a:solidFill>
              </a:rPr>
              <a:t>2</a:t>
            </a:r>
            <a:r>
              <a:rPr lang="zh-CN" altLang="en-US" sz="3200" dirty="0" smtClean="0">
                <a:latin typeface="Times New Roman" pitchFamily="18" charset="0"/>
              </a:rPr>
              <a:t>： </a:t>
            </a:r>
            <a:r>
              <a:rPr lang="en-US" altLang="zh-CN" sz="3200" dirty="0" smtClean="0">
                <a:latin typeface="Times New Roman" pitchFamily="18" charset="0"/>
              </a:rPr>
              <a:t>G</a:t>
            </a:r>
            <a:r>
              <a:rPr lang="zh-CN" altLang="en-US" sz="3200" dirty="0" smtClean="0">
                <a:latin typeface="宋体" pitchFamily="2" charset="-122"/>
              </a:rPr>
              <a:t>与</a:t>
            </a:r>
            <a:r>
              <a:rPr lang="en-US" altLang="zh-CN" sz="3200" dirty="0" smtClean="0">
                <a:latin typeface="Times New Roman" pitchFamily="18" charset="0"/>
              </a:rPr>
              <a:t>S</a:t>
            </a:r>
            <a:r>
              <a:rPr lang="zh-CN" altLang="en-US" sz="3200" dirty="0" smtClean="0">
                <a:latin typeface="宋体" pitchFamily="2" charset="-122"/>
              </a:rPr>
              <a:t>不等价。</a:t>
            </a:r>
            <a:endParaRPr lang="zh-CN" altLang="en-US" sz="3200" dirty="0" smtClean="0">
              <a:latin typeface="Times New Roman" pitchFamily="18" charset="0"/>
            </a:endParaRPr>
          </a:p>
          <a:p>
            <a:pPr marL="0" indent="0">
              <a:lnSpc>
                <a:spcPct val="90000"/>
              </a:lnSpc>
              <a:tabLst>
                <a:tab pos="1336675" algn="l"/>
              </a:tabLst>
              <a:defRPr/>
            </a:pPr>
            <a:r>
              <a:rPr lang="zh-CN" altLang="en-US" sz="3200" dirty="0" smtClean="0">
                <a:latin typeface="Times New Roman" pitchFamily="18" charset="0"/>
              </a:rPr>
              <a:t>由上面的证明过程可知，满足</a:t>
            </a:r>
            <a:r>
              <a:rPr lang="en-US" altLang="zh-CN" sz="3200" dirty="0" smtClean="0">
                <a:latin typeface="Times New Roman" pitchFamily="18" charset="0"/>
              </a:rPr>
              <a:t>G</a:t>
            </a:r>
            <a:r>
              <a:rPr lang="zh-CN" altLang="en-US" sz="3200" dirty="0" smtClean="0">
                <a:latin typeface="Times New Roman" pitchFamily="18" charset="0"/>
              </a:rPr>
              <a:t>的解释</a:t>
            </a:r>
            <a:r>
              <a:rPr lang="en-US" altLang="zh-CN" sz="3200" dirty="0" smtClean="0">
                <a:latin typeface="Times New Roman" pitchFamily="18" charset="0"/>
              </a:rPr>
              <a:t>I</a:t>
            </a:r>
            <a:r>
              <a:rPr lang="zh-CN" altLang="en-US" sz="3200" dirty="0" smtClean="0">
                <a:latin typeface="Times New Roman" pitchFamily="18" charset="0"/>
              </a:rPr>
              <a:t>，不一定满足</a:t>
            </a:r>
            <a:r>
              <a:rPr lang="en-US" altLang="zh-CN" sz="3200" dirty="0" smtClean="0">
                <a:latin typeface="Times New Roman" pitchFamily="18" charset="0"/>
              </a:rPr>
              <a:t>S</a:t>
            </a:r>
            <a:r>
              <a:rPr lang="zh-CN" altLang="en-US" sz="3200" dirty="0" smtClean="0">
                <a:latin typeface="Times New Roman" pitchFamily="18" charset="0"/>
              </a:rPr>
              <a:t>，因为在</a:t>
            </a:r>
            <a:r>
              <a:rPr lang="zh-CN" altLang="en-US" sz="3200" dirty="0" smtClean="0">
                <a:solidFill>
                  <a:srgbClr val="FFC000"/>
                </a:solidFill>
                <a:latin typeface="Times New Roman" pitchFamily="18" charset="0"/>
              </a:rPr>
              <a:t>扩充</a:t>
            </a:r>
            <a:r>
              <a:rPr lang="zh-CN" altLang="en-US" sz="3200" dirty="0" smtClean="0">
                <a:latin typeface="Times New Roman" pitchFamily="18" charset="0"/>
              </a:rPr>
              <a:t>时，可随意指定</a:t>
            </a:r>
            <a:r>
              <a:rPr lang="en-US" altLang="zh-CN" sz="3200" dirty="0" err="1" smtClean="0">
                <a:latin typeface="Times New Roman" pitchFamily="18" charset="0"/>
              </a:rPr>
              <a:t>Skolem</a:t>
            </a:r>
            <a:r>
              <a:rPr lang="zh-CN" altLang="en-US" sz="3200" dirty="0" smtClean="0">
                <a:latin typeface="Times New Roman" pitchFamily="18" charset="0"/>
              </a:rPr>
              <a:t>函数的值。</a:t>
            </a:r>
          </a:p>
          <a:p>
            <a:pPr marL="0" indent="0">
              <a:lnSpc>
                <a:spcPct val="90000"/>
              </a:lnSpc>
              <a:buFont typeface="Wingdings" panose="05000000000000000000" pitchFamily="2" charset="2"/>
              <a:buNone/>
              <a:tabLst>
                <a:tab pos="1336675" algn="l"/>
              </a:tabLst>
              <a:defRPr/>
            </a:pPr>
            <a:r>
              <a:rPr lang="zh-CN" altLang="en-US" sz="3200" dirty="0" smtClean="0">
                <a:latin typeface="Times New Roman" pitchFamily="18" charset="0"/>
              </a:rPr>
              <a:t>    例如，</a:t>
            </a:r>
            <a:r>
              <a:rPr lang="en-US" altLang="zh-CN" sz="3200" dirty="0" smtClean="0">
                <a:latin typeface="Times New Roman" pitchFamily="18" charset="0"/>
              </a:rPr>
              <a:t>G=</a:t>
            </a:r>
            <a:r>
              <a:rPr lang="en-US" altLang="zh-CN" sz="3200" dirty="0" smtClean="0">
                <a:latin typeface="Times New Roman" pitchFamily="18" charset="0"/>
                <a:sym typeface="Symbol" pitchFamily="18" charset="2"/>
              </a:rPr>
              <a:t></a:t>
            </a:r>
            <a:r>
              <a:rPr lang="en-US" altLang="zh-CN" sz="3200" dirty="0" err="1" smtClean="0">
                <a:latin typeface="Times New Roman" pitchFamily="18" charset="0"/>
              </a:rPr>
              <a:t>xP</a:t>
            </a:r>
            <a:r>
              <a:rPr lang="en-US" altLang="zh-CN" sz="3200" dirty="0" smtClean="0">
                <a:latin typeface="Times New Roman" pitchFamily="18" charset="0"/>
              </a:rPr>
              <a:t>(x)</a:t>
            </a:r>
            <a:r>
              <a:rPr lang="zh-CN" altLang="en-US" sz="3200" dirty="0" smtClean="0">
                <a:latin typeface="Times New Roman" pitchFamily="18" charset="0"/>
              </a:rPr>
              <a:t>，</a:t>
            </a:r>
            <a:r>
              <a:rPr lang="en-US" altLang="zh-CN" sz="3200" dirty="0" smtClean="0">
                <a:latin typeface="Times New Roman" pitchFamily="18" charset="0"/>
              </a:rPr>
              <a:t>S=P(a)</a:t>
            </a:r>
            <a:r>
              <a:rPr lang="zh-CN" altLang="en-US" sz="3200" dirty="0" smtClean="0">
                <a:latin typeface="Times New Roman" pitchFamily="18" charset="0"/>
              </a:rPr>
              <a:t>。令</a:t>
            </a:r>
            <a:r>
              <a:rPr lang="en-US" altLang="zh-CN" sz="3200" dirty="0" smtClean="0">
                <a:latin typeface="Times New Roman" pitchFamily="18" charset="0"/>
              </a:rPr>
              <a:t>G</a:t>
            </a:r>
            <a:r>
              <a:rPr lang="zh-CN" altLang="en-US" sz="3200" dirty="0" smtClean="0">
                <a:latin typeface="Times New Roman" pitchFamily="18" charset="0"/>
              </a:rPr>
              <a:t>和</a:t>
            </a:r>
            <a:r>
              <a:rPr lang="en-US" altLang="zh-CN" sz="3200" dirty="0" smtClean="0">
                <a:latin typeface="Times New Roman" pitchFamily="18" charset="0"/>
              </a:rPr>
              <a:t>S</a:t>
            </a:r>
            <a:r>
              <a:rPr lang="zh-CN" altLang="en-US" sz="3200" dirty="0" smtClean="0">
                <a:latin typeface="Times New Roman" pitchFamily="18" charset="0"/>
              </a:rPr>
              <a:t>的解释</a:t>
            </a:r>
            <a:r>
              <a:rPr lang="en-US" altLang="zh-CN" sz="3200" dirty="0" smtClean="0">
                <a:latin typeface="Times New Roman" pitchFamily="18" charset="0"/>
              </a:rPr>
              <a:t>I</a:t>
            </a:r>
            <a:r>
              <a:rPr lang="zh-CN" altLang="en-US" sz="3200" dirty="0" smtClean="0">
                <a:latin typeface="Times New Roman" pitchFamily="18" charset="0"/>
              </a:rPr>
              <a:t>如下：</a:t>
            </a:r>
          </a:p>
          <a:p>
            <a:pPr marL="0" indent="0">
              <a:lnSpc>
                <a:spcPct val="90000"/>
              </a:lnSpc>
              <a:buFont typeface="Wingdings" panose="05000000000000000000" pitchFamily="2" charset="2"/>
              <a:buNone/>
              <a:tabLst>
                <a:tab pos="1336675" algn="l"/>
              </a:tabLst>
              <a:defRPr/>
            </a:pPr>
            <a:r>
              <a:rPr lang="zh-CN" altLang="en-US" sz="3200" dirty="0" smtClean="0">
                <a:latin typeface="Times New Roman" pitchFamily="18" charset="0"/>
              </a:rPr>
              <a:t>       </a:t>
            </a:r>
            <a:r>
              <a:rPr lang="en-US" altLang="zh-CN" sz="3200" dirty="0" smtClean="0">
                <a:latin typeface="Times New Roman" pitchFamily="18" charset="0"/>
              </a:rPr>
              <a:t>D={2</a:t>
            </a:r>
            <a:r>
              <a:rPr lang="zh-CN" altLang="en-US" sz="3200" dirty="0" smtClean="0">
                <a:latin typeface="Times New Roman" pitchFamily="18" charset="0"/>
              </a:rPr>
              <a:t>，</a:t>
            </a:r>
            <a:r>
              <a:rPr lang="en-US" altLang="zh-CN" sz="3200" dirty="0" smtClean="0">
                <a:latin typeface="Times New Roman" pitchFamily="18" charset="0"/>
              </a:rPr>
              <a:t>3}</a:t>
            </a:r>
            <a:r>
              <a:rPr lang="zh-CN" altLang="en-US" sz="3200" dirty="0" smtClean="0">
                <a:latin typeface="Times New Roman" pitchFamily="18" charset="0"/>
              </a:rPr>
              <a:t>，</a:t>
            </a:r>
          </a:p>
          <a:p>
            <a:pPr marL="0" indent="0">
              <a:lnSpc>
                <a:spcPct val="90000"/>
              </a:lnSpc>
              <a:buFont typeface="Wingdings" panose="05000000000000000000" pitchFamily="2" charset="2"/>
              <a:buNone/>
              <a:tabLst>
                <a:tab pos="1336675" algn="l"/>
              </a:tabLst>
              <a:defRPr/>
            </a:pPr>
            <a:r>
              <a:rPr lang="zh-CN" altLang="en-US" sz="3200" dirty="0" smtClean="0">
                <a:latin typeface="Times New Roman" pitchFamily="18" charset="0"/>
              </a:rPr>
              <a:t>    </a:t>
            </a:r>
            <a:r>
              <a:rPr lang="en-US" altLang="zh-CN" sz="3200" u="sng" dirty="0" smtClean="0">
                <a:solidFill>
                  <a:srgbClr val="FFCC00"/>
                </a:solidFill>
                <a:latin typeface="Times New Roman" pitchFamily="18" charset="0"/>
              </a:rPr>
              <a:t>a</a:t>
            </a:r>
            <a:r>
              <a:rPr lang="en-US" altLang="zh-CN" sz="3200" u="sng" dirty="0" smtClean="0">
                <a:latin typeface="Times New Roman" pitchFamily="18" charset="0"/>
              </a:rPr>
              <a:t>    P(2)   P(3) </a:t>
            </a:r>
            <a:br>
              <a:rPr lang="en-US" altLang="zh-CN" sz="3200" u="sng" dirty="0" smtClean="0">
                <a:latin typeface="Times New Roman" pitchFamily="18" charset="0"/>
              </a:rPr>
            </a:br>
            <a:r>
              <a:rPr lang="en-US" altLang="zh-CN" sz="3200" dirty="0" smtClean="0">
                <a:latin typeface="Times New Roman" pitchFamily="18" charset="0"/>
              </a:rPr>
              <a:t>    </a:t>
            </a:r>
            <a:r>
              <a:rPr lang="en-US" altLang="zh-CN" sz="3200" dirty="0" smtClean="0">
                <a:solidFill>
                  <a:srgbClr val="FFCC00"/>
                </a:solidFill>
                <a:latin typeface="Times New Roman" pitchFamily="18" charset="0"/>
              </a:rPr>
              <a:t>2 </a:t>
            </a:r>
            <a:r>
              <a:rPr lang="en-US" altLang="zh-CN" sz="3200" dirty="0" smtClean="0">
                <a:latin typeface="Times New Roman" pitchFamily="18" charset="0"/>
              </a:rPr>
              <a:t>     0       1</a:t>
            </a:r>
          </a:p>
          <a:p>
            <a:pPr marL="0" indent="0">
              <a:lnSpc>
                <a:spcPct val="90000"/>
              </a:lnSpc>
              <a:buFont typeface="Wingdings" panose="05000000000000000000" pitchFamily="2" charset="2"/>
              <a:buNone/>
              <a:tabLst>
                <a:tab pos="1336675" algn="l"/>
              </a:tabLst>
              <a:defRPr/>
            </a:pPr>
            <a:r>
              <a:rPr lang="zh-CN" altLang="en-US" sz="3200" dirty="0" smtClean="0">
                <a:latin typeface="宋体" pitchFamily="2" charset="-122"/>
              </a:rPr>
              <a:t>则</a:t>
            </a:r>
            <a:r>
              <a:rPr lang="en-US" altLang="zh-CN" sz="3200" dirty="0" smtClean="0">
                <a:latin typeface="Times New Roman" pitchFamily="18" charset="0"/>
              </a:rPr>
              <a:t>I</a:t>
            </a:r>
            <a:r>
              <a:rPr lang="zh-CN" altLang="en-US" sz="3200" dirty="0" smtClean="0">
                <a:latin typeface="宋体" pitchFamily="2" charset="-122"/>
              </a:rPr>
              <a:t>满足</a:t>
            </a:r>
            <a:r>
              <a:rPr lang="en-US" altLang="zh-CN" sz="3200" dirty="0" smtClean="0">
                <a:latin typeface="Times New Roman" pitchFamily="18" charset="0"/>
              </a:rPr>
              <a:t>G</a:t>
            </a:r>
            <a:r>
              <a:rPr lang="zh-CN" altLang="en-US" sz="3200" dirty="0" smtClean="0">
                <a:latin typeface="宋体" pitchFamily="2" charset="-122"/>
              </a:rPr>
              <a:t>，但</a:t>
            </a:r>
            <a:r>
              <a:rPr lang="en-US" altLang="zh-CN" sz="3200" dirty="0" smtClean="0">
                <a:latin typeface="Times New Roman" pitchFamily="18" charset="0"/>
              </a:rPr>
              <a:t>I</a:t>
            </a:r>
            <a:r>
              <a:rPr lang="zh-CN" altLang="en-US" sz="3200" dirty="0" smtClean="0">
                <a:latin typeface="宋体" pitchFamily="2" charset="-122"/>
              </a:rPr>
              <a:t>弄假</a:t>
            </a:r>
            <a:r>
              <a:rPr lang="en-US" altLang="zh-CN" sz="3200" dirty="0" smtClean="0">
                <a:latin typeface="Times New Roman" pitchFamily="18" charset="0"/>
              </a:rPr>
              <a:t>S</a:t>
            </a:r>
            <a:r>
              <a:rPr lang="zh-CN" altLang="en-US" sz="3200" dirty="0" smtClean="0">
                <a:latin typeface="宋体" pitchFamily="2" charset="-122"/>
              </a:rPr>
              <a:t>。</a:t>
            </a:r>
            <a:r>
              <a:rPr lang="zh-CN" altLang="en-US" sz="3200" b="1" dirty="0" smtClean="0">
                <a:latin typeface="Times New Roman" pitchFamily="18" charset="0"/>
              </a:rPr>
              <a:t> 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5F6A812-73B3-45BE-B3B2-E4E721CDC635}" type="slidenum">
              <a:rPr lang="en-US" altLang="zh-CN" smtClean="0"/>
              <a:pPr>
                <a:defRPr/>
              </a:pPr>
              <a:t>132</a:t>
            </a:fld>
            <a:endParaRPr lang="en-US" altLang="zh-CN"/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>
              <a:defRPr/>
            </a:pPr>
            <a:r>
              <a:rPr lang="en-US" altLang="zh-CN" sz="3600" dirty="0" smtClean="0"/>
              <a:t>4  </a:t>
            </a:r>
            <a:r>
              <a:rPr lang="zh-CN" altLang="en-US" sz="3600" dirty="0" smtClean="0"/>
              <a:t>公式</a:t>
            </a:r>
            <a:r>
              <a:rPr lang="en-US" altLang="zh-CN" sz="3600" dirty="0" smtClean="0"/>
              <a:t>G</a:t>
            </a:r>
            <a:r>
              <a:rPr lang="zh-CN" altLang="en-US" sz="3600" dirty="0" smtClean="0"/>
              <a:t>与其</a:t>
            </a:r>
            <a:r>
              <a:rPr lang="en-US" altLang="zh-CN" sz="3600" dirty="0" err="1" smtClean="0"/>
              <a:t>Skolem</a:t>
            </a:r>
            <a:r>
              <a:rPr lang="zh-CN" altLang="en-US" sz="3600" dirty="0" smtClean="0"/>
              <a:t>范式</a:t>
            </a:r>
            <a:r>
              <a:rPr lang="en-US" altLang="zh-CN" sz="3600" dirty="0" smtClean="0"/>
              <a:t>S</a:t>
            </a:r>
            <a:r>
              <a:rPr lang="zh-CN" altLang="en-US" sz="3600" dirty="0" smtClean="0"/>
              <a:t>间的关系</a:t>
            </a:r>
          </a:p>
        </p:txBody>
      </p:sp>
      <p:sp>
        <p:nvSpPr>
          <p:cNvPr id="135170" name="Rectangle 2"/>
          <p:cNvSpPr>
            <a:spLocks noGrp="1" noChangeArrowheads="1"/>
          </p:cNvSpPr>
          <p:nvPr>
            <p:ph idx="1"/>
          </p:nvPr>
        </p:nvSpPr>
        <p:spPr>
          <a:xfrm>
            <a:off x="457200" y="1143000"/>
            <a:ext cx="8352928" cy="5170488"/>
          </a:xfrm>
        </p:spPr>
        <p:txBody>
          <a:bodyPr/>
          <a:lstStyle/>
          <a:p>
            <a:pPr marL="0" indent="0">
              <a:lnSpc>
                <a:spcPct val="120000"/>
              </a:lnSpc>
              <a:tabLst>
                <a:tab pos="1336675" algn="l"/>
              </a:tabLst>
              <a:defRPr/>
            </a:pPr>
            <a:r>
              <a:rPr lang="zh-CN" altLang="en-US" sz="3200" dirty="0" smtClean="0">
                <a:solidFill>
                  <a:srgbClr val="FFCC00"/>
                </a:solidFill>
                <a:latin typeface="宋体" pitchFamily="2" charset="-122"/>
              </a:rPr>
              <a:t>定理</a:t>
            </a:r>
            <a:r>
              <a:rPr lang="en-US" altLang="zh-CN" sz="3200" dirty="0" smtClean="0">
                <a:solidFill>
                  <a:srgbClr val="FFCC00"/>
                </a:solidFill>
              </a:rPr>
              <a:t>3.2.2</a:t>
            </a:r>
            <a:r>
              <a:rPr lang="en-US" altLang="zh-CN" sz="3200" dirty="0" smtClean="0">
                <a:latin typeface="Times New Roman" pitchFamily="18" charset="0"/>
              </a:rPr>
              <a:t> </a:t>
            </a:r>
            <a:r>
              <a:rPr lang="zh-CN" altLang="en-US" sz="3200" dirty="0" smtClean="0">
                <a:latin typeface="Times New Roman" pitchFamily="18" charset="0"/>
              </a:rPr>
              <a:t>设</a:t>
            </a:r>
            <a:r>
              <a:rPr lang="en-US" altLang="zh-CN" sz="3200" dirty="0" smtClean="0">
                <a:latin typeface="Times New Roman" pitchFamily="18" charset="0"/>
              </a:rPr>
              <a:t>S</a:t>
            </a:r>
            <a:r>
              <a:rPr lang="zh-CN" altLang="en-US" sz="3200" dirty="0" smtClean="0">
                <a:latin typeface="Times New Roman" pitchFamily="18" charset="0"/>
              </a:rPr>
              <a:t>是公式</a:t>
            </a:r>
            <a:r>
              <a:rPr lang="en-US" altLang="zh-CN" sz="3200" dirty="0" smtClean="0">
                <a:latin typeface="Times New Roman" pitchFamily="18" charset="0"/>
              </a:rPr>
              <a:t>G</a:t>
            </a:r>
            <a:r>
              <a:rPr lang="zh-CN" altLang="en-US" sz="3200" dirty="0" smtClean="0">
                <a:latin typeface="Times New Roman" pitchFamily="18" charset="0"/>
              </a:rPr>
              <a:t>的</a:t>
            </a:r>
            <a:r>
              <a:rPr lang="en-US" altLang="zh-CN" sz="3200" dirty="0" err="1" smtClean="0">
                <a:latin typeface="Times New Roman" pitchFamily="18" charset="0"/>
              </a:rPr>
              <a:t>Skolem</a:t>
            </a:r>
            <a:r>
              <a:rPr lang="zh-CN" altLang="en-US" sz="3200" dirty="0" smtClean="0">
                <a:latin typeface="Times New Roman" pitchFamily="18" charset="0"/>
              </a:rPr>
              <a:t>范式，于是，公式</a:t>
            </a:r>
            <a:r>
              <a:rPr lang="en-US" altLang="zh-CN" sz="3200" dirty="0" smtClean="0">
                <a:latin typeface="Times New Roman" pitchFamily="18" charset="0"/>
              </a:rPr>
              <a:t>G</a:t>
            </a:r>
            <a:r>
              <a:rPr lang="zh-CN" altLang="en-US" sz="3200" dirty="0" smtClean="0">
                <a:latin typeface="Times New Roman" pitchFamily="18" charset="0"/>
              </a:rPr>
              <a:t>是恒假的 当且仅当 公式</a:t>
            </a:r>
            <a:r>
              <a:rPr lang="en-US" altLang="zh-CN" sz="3200" dirty="0" smtClean="0">
                <a:latin typeface="Times New Roman" pitchFamily="18" charset="0"/>
              </a:rPr>
              <a:t>S</a:t>
            </a:r>
            <a:r>
              <a:rPr lang="zh-CN" altLang="en-US" sz="3200" dirty="0" smtClean="0">
                <a:latin typeface="Times New Roman" pitchFamily="18" charset="0"/>
              </a:rPr>
              <a:t>是恒假的。</a:t>
            </a:r>
            <a:r>
              <a:rPr lang="en-US" altLang="zh-CN" sz="3200" dirty="0" smtClean="0">
                <a:solidFill>
                  <a:srgbClr val="FFC000"/>
                </a:solidFill>
                <a:latin typeface="Times New Roman" pitchFamily="18" charset="0"/>
              </a:rPr>
              <a:t> (G</a:t>
            </a:r>
            <a:r>
              <a:rPr lang="zh-CN" altLang="en-US" sz="3200" dirty="0" smtClean="0">
                <a:solidFill>
                  <a:srgbClr val="FFC000"/>
                </a:solidFill>
                <a:latin typeface="宋体" pitchFamily="2" charset="-122"/>
              </a:rPr>
              <a:t>与</a:t>
            </a:r>
            <a:r>
              <a:rPr lang="en-US" altLang="zh-CN" sz="3200" dirty="0" smtClean="0">
                <a:solidFill>
                  <a:srgbClr val="FFC000"/>
                </a:solidFill>
                <a:latin typeface="Times New Roman" pitchFamily="18" charset="0"/>
              </a:rPr>
              <a:t>S</a:t>
            </a:r>
            <a:r>
              <a:rPr lang="zh-CN" altLang="en-US" sz="3200" dirty="0" smtClean="0">
                <a:solidFill>
                  <a:srgbClr val="FFC000"/>
                </a:solidFill>
                <a:latin typeface="宋体" pitchFamily="2" charset="-122"/>
              </a:rPr>
              <a:t>的恒假性等价</a:t>
            </a:r>
            <a:r>
              <a:rPr lang="en-US" altLang="zh-CN" sz="3200" dirty="0" smtClean="0">
                <a:solidFill>
                  <a:srgbClr val="FFC000"/>
                </a:solidFill>
                <a:latin typeface="宋体" pitchFamily="2" charset="-122"/>
              </a:rPr>
              <a:t>)</a:t>
            </a:r>
            <a:endParaRPr lang="zh-CN" altLang="en-US" sz="3200" dirty="0" smtClean="0">
              <a:solidFill>
                <a:srgbClr val="FFC000"/>
              </a:solidFill>
              <a:latin typeface="Times New Roman" pitchFamily="18" charset="0"/>
            </a:endParaRPr>
          </a:p>
          <a:p>
            <a:pPr marL="0" indent="0">
              <a:lnSpc>
                <a:spcPct val="120000"/>
              </a:lnSpc>
              <a:buFont typeface="Wingdings" panose="05000000000000000000" pitchFamily="2" charset="2"/>
              <a:buNone/>
              <a:tabLst>
                <a:tab pos="1336675" algn="l"/>
              </a:tabLst>
              <a:defRPr/>
            </a:pPr>
            <a:r>
              <a:rPr lang="zh-CN" altLang="en-US" sz="3200" dirty="0" smtClean="0">
                <a:solidFill>
                  <a:srgbClr val="FFCC00"/>
                </a:solidFill>
                <a:latin typeface="Times New Roman" pitchFamily="18" charset="0"/>
              </a:rPr>
              <a:t>证明：</a:t>
            </a:r>
            <a:r>
              <a:rPr lang="zh-CN" altLang="en-US" sz="3200" dirty="0" smtClean="0">
                <a:latin typeface="Times New Roman" pitchFamily="18" charset="0"/>
              </a:rPr>
              <a:t>若</a:t>
            </a:r>
            <a:r>
              <a:rPr lang="en-US" altLang="zh-CN" sz="3200" dirty="0" smtClean="0">
                <a:latin typeface="Times New Roman" pitchFamily="18" charset="0"/>
              </a:rPr>
              <a:t>G</a:t>
            </a:r>
            <a:r>
              <a:rPr lang="zh-CN" altLang="en-US" sz="3200" dirty="0" smtClean="0">
                <a:latin typeface="Times New Roman" pitchFamily="18" charset="0"/>
              </a:rPr>
              <a:t>恒假，而</a:t>
            </a:r>
            <a:r>
              <a:rPr lang="en-US" altLang="zh-CN" sz="3200" dirty="0" smtClean="0">
                <a:latin typeface="Times New Roman" pitchFamily="18" charset="0"/>
              </a:rPr>
              <a:t>S</a:t>
            </a:r>
            <a:r>
              <a:rPr lang="zh-CN" altLang="en-US" sz="3200" dirty="0" smtClean="0">
                <a:latin typeface="Times New Roman" pitchFamily="18" charset="0"/>
              </a:rPr>
              <a:t>可满足，由</a:t>
            </a:r>
            <a:r>
              <a:rPr lang="en-US" altLang="zh-CN" sz="3200" dirty="0" smtClean="0">
                <a:latin typeface="Times New Roman" pitchFamily="18" charset="0"/>
              </a:rPr>
              <a:t>G</a:t>
            </a:r>
            <a:r>
              <a:rPr lang="zh-CN" altLang="en-US" sz="3200" dirty="0" smtClean="0">
                <a:latin typeface="宋体" pitchFamily="2" charset="-122"/>
              </a:rPr>
              <a:t>与</a:t>
            </a:r>
            <a:r>
              <a:rPr lang="en-US" altLang="zh-CN" sz="3200" dirty="0" smtClean="0">
                <a:latin typeface="Times New Roman" pitchFamily="18" charset="0"/>
              </a:rPr>
              <a:t>S</a:t>
            </a:r>
            <a:r>
              <a:rPr lang="zh-CN" altLang="en-US" sz="3200" dirty="0" smtClean="0">
                <a:latin typeface="宋体" pitchFamily="2" charset="-122"/>
              </a:rPr>
              <a:t>的可满足性是等价</a:t>
            </a:r>
            <a:r>
              <a:rPr lang="zh-CN" altLang="en-US" sz="3200" dirty="0" smtClean="0">
                <a:latin typeface="Times New Roman" pitchFamily="18" charset="0"/>
              </a:rPr>
              <a:t>知，</a:t>
            </a:r>
            <a:r>
              <a:rPr lang="en-US" altLang="zh-CN" sz="3200" dirty="0" smtClean="0">
                <a:latin typeface="Times New Roman" pitchFamily="18" charset="0"/>
              </a:rPr>
              <a:t>G</a:t>
            </a:r>
            <a:r>
              <a:rPr lang="zh-CN" altLang="en-US" sz="3200" dirty="0" smtClean="0">
                <a:latin typeface="Times New Roman" pitchFamily="18" charset="0"/>
              </a:rPr>
              <a:t>是可满足的，矛盾。</a:t>
            </a:r>
          </a:p>
          <a:p>
            <a:pPr marL="0" indent="0">
              <a:lnSpc>
                <a:spcPct val="120000"/>
              </a:lnSpc>
              <a:buFont typeface="Wingdings" panose="05000000000000000000" pitchFamily="2" charset="2"/>
              <a:buNone/>
              <a:tabLst>
                <a:tab pos="1336675" algn="l"/>
              </a:tabLst>
              <a:defRPr/>
            </a:pPr>
            <a:r>
              <a:rPr lang="zh-CN" altLang="en-US" sz="3200" dirty="0" smtClean="0">
                <a:latin typeface="Times New Roman" pitchFamily="18" charset="0"/>
              </a:rPr>
              <a:t>若</a:t>
            </a:r>
            <a:r>
              <a:rPr lang="en-US" altLang="zh-CN" sz="3200" dirty="0" smtClean="0">
                <a:latin typeface="Times New Roman" pitchFamily="18" charset="0"/>
              </a:rPr>
              <a:t>S</a:t>
            </a:r>
            <a:r>
              <a:rPr lang="zh-CN" altLang="en-US" sz="3200" dirty="0" smtClean="0">
                <a:latin typeface="Times New Roman" pitchFamily="18" charset="0"/>
              </a:rPr>
              <a:t>恒假，而</a:t>
            </a:r>
            <a:r>
              <a:rPr lang="en-US" altLang="zh-CN" sz="3200" dirty="0" smtClean="0">
                <a:latin typeface="Times New Roman" pitchFamily="18" charset="0"/>
              </a:rPr>
              <a:t>G</a:t>
            </a:r>
            <a:r>
              <a:rPr lang="zh-CN" altLang="en-US" sz="3200" dirty="0" smtClean="0">
                <a:latin typeface="Times New Roman" pitchFamily="18" charset="0"/>
              </a:rPr>
              <a:t>可满足，由</a:t>
            </a:r>
            <a:r>
              <a:rPr lang="en-US" altLang="zh-CN" sz="3200" dirty="0" smtClean="0">
                <a:latin typeface="Times New Roman" pitchFamily="18" charset="0"/>
              </a:rPr>
              <a:t>G</a:t>
            </a:r>
            <a:r>
              <a:rPr lang="zh-CN" altLang="en-US" sz="3200" dirty="0" smtClean="0">
                <a:latin typeface="宋体" pitchFamily="2" charset="-122"/>
              </a:rPr>
              <a:t>与</a:t>
            </a:r>
            <a:r>
              <a:rPr lang="en-US" altLang="zh-CN" sz="3200" dirty="0" smtClean="0">
                <a:latin typeface="Times New Roman" pitchFamily="18" charset="0"/>
              </a:rPr>
              <a:t>S</a:t>
            </a:r>
            <a:r>
              <a:rPr lang="zh-CN" altLang="en-US" sz="3200" dirty="0" smtClean="0">
                <a:latin typeface="宋体" pitchFamily="2" charset="-122"/>
              </a:rPr>
              <a:t>的可满足性是等价</a:t>
            </a:r>
            <a:r>
              <a:rPr lang="zh-CN" altLang="en-US" sz="3200" dirty="0" smtClean="0">
                <a:latin typeface="Times New Roman" pitchFamily="18" charset="0"/>
              </a:rPr>
              <a:t>知，</a:t>
            </a:r>
            <a:r>
              <a:rPr lang="en-US" altLang="zh-CN" sz="3200" dirty="0" smtClean="0">
                <a:latin typeface="Times New Roman" pitchFamily="18" charset="0"/>
              </a:rPr>
              <a:t>S</a:t>
            </a:r>
            <a:r>
              <a:rPr lang="zh-CN" altLang="en-US" sz="3200" dirty="0" smtClean="0">
                <a:latin typeface="Times New Roman" pitchFamily="18" charset="0"/>
              </a:rPr>
              <a:t>是可满足的，矛盾。</a:t>
            </a:r>
          </a:p>
          <a:p>
            <a:pPr marL="0" indent="0">
              <a:lnSpc>
                <a:spcPct val="120000"/>
              </a:lnSpc>
              <a:buFont typeface="Wingdings" panose="05000000000000000000" pitchFamily="2" charset="2"/>
              <a:buNone/>
              <a:tabLst>
                <a:tab pos="1336675" algn="l"/>
              </a:tabLst>
              <a:defRPr/>
            </a:pPr>
            <a:r>
              <a:rPr lang="zh-CN" altLang="en-US" sz="3200" dirty="0" smtClean="0">
                <a:latin typeface="Times New Roman" pitchFamily="18" charset="0"/>
              </a:rPr>
              <a:t>故定理成立。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DDCB95F-4454-4C54-9BC8-9DEA9E57C765}" type="slidenum">
              <a:rPr lang="en-US" altLang="zh-CN" smtClean="0"/>
              <a:pPr>
                <a:defRPr/>
              </a:pPr>
              <a:t>133</a:t>
            </a:fld>
            <a:endParaRPr lang="en-US" altLang="zh-CN"/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51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51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51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51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351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351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>
              <a:defRPr/>
            </a:pPr>
            <a:r>
              <a:rPr lang="zh-CN" altLang="en-US" sz="3600" dirty="0" smtClean="0"/>
              <a:t>讨论： </a:t>
            </a:r>
            <a:r>
              <a:rPr lang="en-US" altLang="zh-CN" sz="3600" dirty="0" smtClean="0"/>
              <a:t>G</a:t>
            </a:r>
            <a:r>
              <a:rPr lang="zh-CN" altLang="en-US" sz="3600" dirty="0" smtClean="0"/>
              <a:t>与</a:t>
            </a:r>
            <a:r>
              <a:rPr lang="en-US" altLang="zh-CN" sz="3600" dirty="0" smtClean="0"/>
              <a:t>S</a:t>
            </a:r>
            <a:r>
              <a:rPr lang="zh-CN" altLang="en-US" sz="3600" dirty="0" smtClean="0"/>
              <a:t>的恒真性是否等价</a:t>
            </a:r>
          </a:p>
        </p:txBody>
      </p:sp>
      <p:sp>
        <p:nvSpPr>
          <p:cNvPr id="160771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143000"/>
            <a:ext cx="8352928" cy="5334000"/>
          </a:xfrm>
        </p:spPr>
        <p:txBody>
          <a:bodyPr/>
          <a:lstStyle/>
          <a:p>
            <a:pPr eaLnBrk="1" hangingPunct="1">
              <a:lnSpc>
                <a:spcPct val="80000"/>
              </a:lnSpc>
              <a:defRPr/>
            </a:pPr>
            <a:r>
              <a:rPr lang="zh-CN" altLang="en-US" sz="3200" dirty="0" smtClean="0">
                <a:latin typeface="Times New Roman" pitchFamily="18" charset="0"/>
              </a:rPr>
              <a:t>若</a:t>
            </a:r>
            <a:r>
              <a:rPr lang="en-US" altLang="zh-CN" sz="3200" dirty="0" smtClean="0">
                <a:latin typeface="Times New Roman" pitchFamily="18" charset="0"/>
              </a:rPr>
              <a:t>G</a:t>
            </a:r>
            <a:r>
              <a:rPr lang="zh-CN" altLang="en-US" sz="3200" dirty="0" smtClean="0">
                <a:latin typeface="Times New Roman" pitchFamily="18" charset="0"/>
              </a:rPr>
              <a:t>是恒真的，</a:t>
            </a:r>
            <a:r>
              <a:rPr lang="en-US" altLang="zh-CN" sz="3200" dirty="0" smtClean="0">
                <a:latin typeface="Times New Roman" pitchFamily="18" charset="0"/>
              </a:rPr>
              <a:t>S</a:t>
            </a:r>
            <a:r>
              <a:rPr lang="zh-CN" altLang="en-US" sz="3200" dirty="0" smtClean="0">
                <a:latin typeface="Times New Roman" pitchFamily="18" charset="0"/>
              </a:rPr>
              <a:t>是否是恒真的？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3200" dirty="0" smtClean="0">
                <a:latin typeface="Times New Roman" pitchFamily="18" charset="0"/>
              </a:rPr>
              <a:t>	不一定！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3200" dirty="0" smtClean="0">
                <a:latin typeface="Times New Roman" pitchFamily="18" charset="0"/>
              </a:rPr>
              <a:t>I</a:t>
            </a:r>
            <a:r>
              <a:rPr lang="zh-CN" altLang="en-US" sz="3200" dirty="0" smtClean="0">
                <a:latin typeface="Times New Roman" pitchFamily="18" charset="0"/>
              </a:rPr>
              <a:t>：</a:t>
            </a:r>
            <a:r>
              <a:rPr lang="en-US" altLang="zh-CN" sz="3200" dirty="0" smtClean="0">
                <a:latin typeface="Times New Roman" pitchFamily="18" charset="0"/>
              </a:rPr>
              <a:t>D={2</a:t>
            </a:r>
            <a:r>
              <a:rPr lang="zh-CN" altLang="en-US" sz="3200" dirty="0" smtClean="0">
                <a:latin typeface="Times New Roman" pitchFamily="18" charset="0"/>
              </a:rPr>
              <a:t>，</a:t>
            </a:r>
            <a:r>
              <a:rPr lang="en-US" altLang="zh-CN" sz="3200" dirty="0" smtClean="0">
                <a:latin typeface="Times New Roman" pitchFamily="18" charset="0"/>
              </a:rPr>
              <a:t>3}</a:t>
            </a:r>
            <a:r>
              <a:rPr lang="zh-CN" altLang="en-US" sz="3200" dirty="0" smtClean="0">
                <a:latin typeface="Times New Roman" pitchFamily="18" charset="0"/>
              </a:rPr>
              <a:t>，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3200" dirty="0" smtClean="0">
                <a:latin typeface="Times New Roman" pitchFamily="18" charset="0"/>
              </a:rPr>
              <a:t>       </a:t>
            </a:r>
            <a:r>
              <a:rPr lang="en-US" altLang="zh-CN" sz="3200" u="sng" dirty="0" smtClean="0">
                <a:latin typeface="Times New Roman" pitchFamily="18" charset="0"/>
              </a:rPr>
              <a:t>a  b  P(2)   P(3) </a:t>
            </a:r>
            <a:br>
              <a:rPr lang="en-US" altLang="zh-CN" sz="3200" u="sng" dirty="0" smtClean="0">
                <a:latin typeface="Times New Roman" pitchFamily="18" charset="0"/>
              </a:rPr>
            </a:br>
            <a:r>
              <a:rPr lang="en-US" altLang="zh-CN" sz="3200" dirty="0" smtClean="0">
                <a:latin typeface="Times New Roman" pitchFamily="18" charset="0"/>
              </a:rPr>
              <a:t>    2  3    0       1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3200" dirty="0" smtClean="0">
                <a:latin typeface="Times New Roman" pitchFamily="18" charset="0"/>
              </a:rPr>
              <a:t>G=</a:t>
            </a:r>
            <a:r>
              <a:rPr lang="en-US" altLang="zh-CN" sz="3200" dirty="0" smtClean="0">
                <a:latin typeface="Times New Roman" pitchFamily="18" charset="0"/>
                <a:sym typeface="Symbol" pitchFamily="18" charset="2"/>
              </a:rPr>
              <a:t></a:t>
            </a:r>
            <a:r>
              <a:rPr lang="en-US" altLang="zh-CN" sz="3200" dirty="0" err="1" smtClean="0">
                <a:latin typeface="Times New Roman" pitchFamily="18" charset="0"/>
              </a:rPr>
              <a:t>xP</a:t>
            </a:r>
            <a:r>
              <a:rPr lang="en-US" altLang="zh-CN" sz="3200" dirty="0" smtClean="0">
                <a:latin typeface="Times New Roman" pitchFamily="18" charset="0"/>
              </a:rPr>
              <a:t>(x) </a:t>
            </a:r>
            <a:r>
              <a:rPr lang="en-US" altLang="zh-CN" sz="3200" dirty="0" smtClean="0">
                <a:latin typeface="Times New Roman" pitchFamily="18" charset="0"/>
                <a:sym typeface="Symbol" pitchFamily="18" charset="2"/>
              </a:rPr>
              <a:t></a:t>
            </a:r>
            <a:r>
              <a:rPr lang="en-US" altLang="zh-CN" sz="3200" dirty="0" smtClean="0">
                <a:latin typeface="Times New Roman" pitchFamily="18" charset="0"/>
              </a:rPr>
              <a:t>P(a)     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3200" dirty="0" smtClean="0">
                <a:latin typeface="Times New Roman" pitchFamily="18" charset="0"/>
              </a:rPr>
              <a:t>S= </a:t>
            </a:r>
            <a:r>
              <a:rPr lang="en-US" altLang="zh-CN" sz="3200" dirty="0" smtClean="0">
                <a:latin typeface="Times New Roman" pitchFamily="18" charset="0"/>
                <a:sym typeface="Symbol" pitchFamily="18" charset="2"/>
              </a:rPr>
              <a:t></a:t>
            </a:r>
            <a:r>
              <a:rPr lang="en-US" altLang="zh-CN" sz="3200" dirty="0" smtClean="0">
                <a:latin typeface="Times New Roman" pitchFamily="18" charset="0"/>
              </a:rPr>
              <a:t>P(b) </a:t>
            </a:r>
            <a:r>
              <a:rPr lang="en-US" altLang="zh-CN" sz="3200" dirty="0" smtClean="0">
                <a:latin typeface="Times New Roman" pitchFamily="18" charset="0"/>
                <a:sym typeface="Symbol" pitchFamily="18" charset="2"/>
              </a:rPr>
              <a:t></a:t>
            </a:r>
            <a:r>
              <a:rPr lang="en-US" altLang="zh-CN" sz="3200" dirty="0" smtClean="0">
                <a:latin typeface="Times New Roman" pitchFamily="18" charset="0"/>
              </a:rPr>
              <a:t> P(a) 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3200" dirty="0" smtClean="0">
                <a:latin typeface="Times New Roman" pitchFamily="18" charset="0"/>
              </a:rPr>
              <a:t>G</a:t>
            </a:r>
            <a:r>
              <a:rPr lang="zh-CN" altLang="en-US" sz="3200" dirty="0" smtClean="0">
                <a:latin typeface="Times New Roman" pitchFamily="18" charset="0"/>
              </a:rPr>
              <a:t>是恒真的</a:t>
            </a:r>
            <a:r>
              <a:rPr lang="en-US" altLang="zh-CN" sz="3200" dirty="0" smtClean="0">
                <a:latin typeface="Times New Roman" pitchFamily="18" charset="0"/>
              </a:rPr>
              <a:t>,</a:t>
            </a:r>
            <a:r>
              <a:rPr lang="zh-CN" altLang="en-US" sz="3200" dirty="0" smtClean="0">
                <a:latin typeface="Times New Roman" pitchFamily="18" charset="0"/>
              </a:rPr>
              <a:t>而</a:t>
            </a:r>
            <a:r>
              <a:rPr lang="en-US" altLang="zh-CN" sz="3200" dirty="0" smtClean="0">
                <a:latin typeface="Times New Roman" pitchFamily="18" charset="0"/>
              </a:rPr>
              <a:t>T</a:t>
            </a:r>
            <a:r>
              <a:rPr lang="en-US" altLang="zh-CN" sz="3200" baseline="-25000" dirty="0" smtClean="0">
                <a:latin typeface="Times New Roman" pitchFamily="18" charset="0"/>
              </a:rPr>
              <a:t>I</a:t>
            </a:r>
            <a:r>
              <a:rPr lang="en-US" altLang="zh-CN" sz="3200" dirty="0" smtClean="0">
                <a:latin typeface="Times New Roman" pitchFamily="18" charset="0"/>
              </a:rPr>
              <a:t>(S)=0</a:t>
            </a:r>
            <a:r>
              <a:rPr lang="zh-CN" altLang="en-US" sz="3200" dirty="0" smtClean="0">
                <a:latin typeface="Times New Roman" pitchFamily="18" charset="0"/>
              </a:rPr>
              <a:t>。</a:t>
            </a:r>
          </a:p>
          <a:p>
            <a:pPr eaLnBrk="1" hangingPunct="1">
              <a:defRPr/>
            </a:pPr>
            <a:r>
              <a:rPr lang="zh-CN" altLang="en-US" sz="3200" dirty="0" smtClean="0">
                <a:latin typeface="Times New Roman" pitchFamily="18" charset="0"/>
              </a:rPr>
              <a:t>若</a:t>
            </a:r>
            <a:r>
              <a:rPr lang="en-US" altLang="zh-CN" sz="3200" dirty="0" smtClean="0">
                <a:latin typeface="Times New Roman" pitchFamily="18" charset="0"/>
              </a:rPr>
              <a:t>S</a:t>
            </a:r>
            <a:r>
              <a:rPr lang="zh-CN" altLang="en-US" sz="3200" dirty="0" smtClean="0">
                <a:latin typeface="Times New Roman" pitchFamily="18" charset="0"/>
              </a:rPr>
              <a:t>是恒真的，</a:t>
            </a:r>
            <a:r>
              <a:rPr lang="en-US" altLang="zh-CN" sz="3200" dirty="0" smtClean="0">
                <a:latin typeface="Times New Roman" pitchFamily="18" charset="0"/>
              </a:rPr>
              <a:t>G</a:t>
            </a:r>
            <a:r>
              <a:rPr lang="zh-CN" altLang="en-US" sz="3200" dirty="0" smtClean="0">
                <a:latin typeface="Times New Roman" pitchFamily="18" charset="0"/>
              </a:rPr>
              <a:t>是否是恒真的？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zh-CN" altLang="en-US" sz="3200" dirty="0" smtClean="0">
                <a:latin typeface="Times New Roman" pitchFamily="18" charset="0"/>
              </a:rPr>
              <a:t>   </a:t>
            </a:r>
            <a:r>
              <a:rPr lang="zh-CN" altLang="en-US" sz="3200" dirty="0">
                <a:latin typeface="Times New Roman" pitchFamily="18" charset="0"/>
              </a:rPr>
              <a:t>是</a:t>
            </a:r>
            <a:r>
              <a:rPr lang="zh-CN" altLang="en-US" sz="3200" dirty="0" smtClean="0">
                <a:latin typeface="Times New Roman" pitchFamily="18" charset="0"/>
              </a:rPr>
              <a:t>（ </a:t>
            </a:r>
            <a:r>
              <a:rPr lang="en-US" altLang="zh-CN" sz="3200" dirty="0" smtClean="0">
                <a:latin typeface="Times New Roman" pitchFamily="18" charset="0"/>
              </a:rPr>
              <a:t>S </a:t>
            </a:r>
            <a:r>
              <a:rPr lang="en-US" altLang="zh-CN" sz="3200" dirty="0" smtClean="0">
                <a:latin typeface="Times New Roman" pitchFamily="18" charset="0"/>
                <a:sym typeface="Symbol" pitchFamily="18" charset="2"/>
              </a:rPr>
              <a:t></a:t>
            </a:r>
            <a:r>
              <a:rPr lang="en-US" altLang="zh-CN" sz="3200" dirty="0" smtClean="0">
                <a:latin typeface="Times New Roman" pitchFamily="18" charset="0"/>
              </a:rPr>
              <a:t> G </a:t>
            </a:r>
            <a:r>
              <a:rPr lang="zh-CN" altLang="en-US" sz="3200" dirty="0" smtClean="0">
                <a:latin typeface="Times New Roman" pitchFamily="18" charset="0"/>
              </a:rPr>
              <a:t>）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9058A96-14C7-47AF-97A9-8481FF258C82}" type="slidenum">
              <a:rPr lang="en-US" altLang="zh-CN" smtClean="0"/>
              <a:pPr>
                <a:defRPr/>
              </a:pPr>
              <a:t>134</a:t>
            </a:fld>
            <a:endParaRPr lang="en-US" altLang="zh-CN"/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07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07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607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607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607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607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607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607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>
              <a:defRPr/>
            </a:pPr>
            <a:r>
              <a:rPr lang="zh-CN" altLang="en-US" sz="3600" dirty="0" smtClean="0"/>
              <a:t>习题</a:t>
            </a:r>
            <a:r>
              <a:rPr lang="en-US" altLang="zh-CN" sz="3600" dirty="0" smtClean="0"/>
              <a:t>3.2-5</a:t>
            </a:r>
            <a:endParaRPr lang="zh-CN" altLang="en-US" sz="3600" dirty="0" smtClean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1000" y="1219200"/>
            <a:ext cx="8352928" cy="5029200"/>
          </a:xfrm>
        </p:spPr>
        <p:txBody>
          <a:bodyPr/>
          <a:lstStyle/>
          <a:p>
            <a:pPr>
              <a:defRPr/>
            </a:pPr>
            <a:r>
              <a:rPr lang="zh-CN" altLang="zh-CN" sz="3200" dirty="0" smtClean="0">
                <a:solidFill>
                  <a:srgbClr val="FFC000"/>
                </a:solidFill>
              </a:rPr>
              <a:t>设</a:t>
            </a:r>
            <a:r>
              <a:rPr lang="en-US" altLang="zh-CN" sz="3200" dirty="0" smtClean="0">
                <a:solidFill>
                  <a:srgbClr val="FFC000"/>
                </a:solidFill>
              </a:rPr>
              <a:t>G</a:t>
            </a:r>
            <a:r>
              <a:rPr lang="en-US" altLang="zh-CN" sz="3200" baseline="-25000" dirty="0" smtClean="0">
                <a:solidFill>
                  <a:srgbClr val="FFC000"/>
                </a:solidFill>
              </a:rPr>
              <a:t>1</a:t>
            </a:r>
            <a:r>
              <a:rPr lang="en-US" altLang="zh-CN" sz="3200" dirty="0" smtClean="0">
                <a:solidFill>
                  <a:srgbClr val="FFC000"/>
                </a:solidFill>
              </a:rPr>
              <a:t>=</a:t>
            </a:r>
            <a:r>
              <a:rPr lang="en-US" altLang="zh-CN" sz="3200" dirty="0" smtClean="0">
                <a:solidFill>
                  <a:srgbClr val="FFC000"/>
                </a:solidFill>
                <a:sym typeface="Symbol"/>
              </a:rPr>
              <a:t></a:t>
            </a:r>
            <a:r>
              <a:rPr lang="en-US" altLang="zh-CN" sz="3200" dirty="0" smtClean="0">
                <a:solidFill>
                  <a:srgbClr val="FFC000"/>
                </a:solidFill>
              </a:rPr>
              <a:t>x(P(x)</a:t>
            </a:r>
            <a:r>
              <a:rPr lang="en-US" altLang="zh-CN" sz="3200" dirty="0" smtClean="0">
                <a:solidFill>
                  <a:srgbClr val="FFC000"/>
                </a:solidFill>
                <a:sym typeface="Symbol"/>
              </a:rPr>
              <a:t></a:t>
            </a:r>
            <a:r>
              <a:rPr lang="en-US" altLang="zh-CN" sz="3200" dirty="0" smtClean="0">
                <a:solidFill>
                  <a:srgbClr val="FFC000"/>
                </a:solidFill>
              </a:rPr>
              <a:t>Q(x))</a:t>
            </a:r>
            <a:r>
              <a:rPr lang="zh-CN" altLang="zh-CN" sz="3200" dirty="0" smtClean="0">
                <a:solidFill>
                  <a:srgbClr val="FFC000"/>
                </a:solidFill>
              </a:rPr>
              <a:t>，</a:t>
            </a:r>
            <a:r>
              <a:rPr lang="en-US" altLang="zh-CN" sz="3200" dirty="0" smtClean="0">
                <a:solidFill>
                  <a:srgbClr val="FFC000"/>
                </a:solidFill>
              </a:rPr>
              <a:t>G</a:t>
            </a:r>
            <a:r>
              <a:rPr lang="en-US" altLang="zh-CN" sz="3200" baseline="-25000" dirty="0" smtClean="0">
                <a:solidFill>
                  <a:srgbClr val="FFC000"/>
                </a:solidFill>
              </a:rPr>
              <a:t>2</a:t>
            </a:r>
            <a:r>
              <a:rPr lang="en-US" altLang="zh-CN" sz="3200" dirty="0" smtClean="0">
                <a:solidFill>
                  <a:srgbClr val="FFC000"/>
                </a:solidFill>
              </a:rPr>
              <a:t>=</a:t>
            </a:r>
            <a:r>
              <a:rPr lang="en-US" altLang="zh-CN" sz="3200" dirty="0" smtClean="0">
                <a:solidFill>
                  <a:srgbClr val="FFC000"/>
                </a:solidFill>
                <a:sym typeface="Symbol"/>
              </a:rPr>
              <a:t></a:t>
            </a:r>
            <a:r>
              <a:rPr lang="en-US" altLang="zh-CN" sz="3200" dirty="0" smtClean="0">
                <a:solidFill>
                  <a:srgbClr val="FFC000"/>
                </a:solidFill>
              </a:rPr>
              <a:t>Q(a)</a:t>
            </a:r>
            <a:r>
              <a:rPr lang="zh-CN" altLang="zh-CN" sz="3200" dirty="0" smtClean="0">
                <a:solidFill>
                  <a:srgbClr val="FFC000"/>
                </a:solidFill>
              </a:rPr>
              <a:t>，证</a:t>
            </a:r>
            <a:r>
              <a:rPr lang="zh-CN" altLang="en-US" sz="3200" dirty="0" smtClean="0">
                <a:solidFill>
                  <a:srgbClr val="FFC000"/>
                </a:solidFill>
              </a:rPr>
              <a:t>明：</a:t>
            </a:r>
            <a:r>
              <a:rPr lang="en-US" altLang="zh-CN" sz="3200" dirty="0" smtClean="0">
                <a:solidFill>
                  <a:srgbClr val="FFC000"/>
                </a:solidFill>
                <a:sym typeface="Symbol"/>
              </a:rPr>
              <a:t></a:t>
            </a:r>
            <a:r>
              <a:rPr lang="en-US" altLang="zh-CN" sz="3200" dirty="0" smtClean="0">
                <a:solidFill>
                  <a:srgbClr val="FFC000"/>
                </a:solidFill>
              </a:rPr>
              <a:t>P(a)</a:t>
            </a:r>
            <a:r>
              <a:rPr lang="zh-CN" altLang="zh-CN" sz="3200" dirty="0" smtClean="0">
                <a:solidFill>
                  <a:srgbClr val="FFC000"/>
                </a:solidFill>
              </a:rPr>
              <a:t>是</a:t>
            </a:r>
            <a:r>
              <a:rPr lang="en-US" altLang="zh-CN" sz="3200" dirty="0" smtClean="0">
                <a:solidFill>
                  <a:srgbClr val="FFC000"/>
                </a:solidFill>
              </a:rPr>
              <a:t>G</a:t>
            </a:r>
            <a:r>
              <a:rPr lang="en-US" altLang="zh-CN" sz="3200" baseline="-25000" dirty="0" smtClean="0">
                <a:solidFill>
                  <a:srgbClr val="FFC000"/>
                </a:solidFill>
              </a:rPr>
              <a:t>1</a:t>
            </a:r>
            <a:r>
              <a:rPr lang="zh-CN" altLang="zh-CN" sz="3200" dirty="0" smtClean="0">
                <a:solidFill>
                  <a:srgbClr val="FFC000"/>
                </a:solidFill>
              </a:rPr>
              <a:t>和</a:t>
            </a:r>
            <a:r>
              <a:rPr lang="en-US" altLang="zh-CN" sz="3200" dirty="0" smtClean="0">
                <a:solidFill>
                  <a:srgbClr val="FFC000"/>
                </a:solidFill>
              </a:rPr>
              <a:t>G</a:t>
            </a:r>
            <a:r>
              <a:rPr lang="en-US" altLang="zh-CN" sz="3200" baseline="-25000" dirty="0" smtClean="0">
                <a:solidFill>
                  <a:srgbClr val="FFC000"/>
                </a:solidFill>
              </a:rPr>
              <a:t>2</a:t>
            </a:r>
            <a:r>
              <a:rPr lang="zh-CN" altLang="zh-CN" sz="3200" dirty="0" smtClean="0">
                <a:solidFill>
                  <a:srgbClr val="FFC000"/>
                </a:solidFill>
              </a:rPr>
              <a:t>的逻辑结果。</a:t>
            </a:r>
          </a:p>
          <a:p>
            <a:pPr>
              <a:lnSpc>
                <a:spcPct val="110000"/>
              </a:lnSpc>
              <a:spcBef>
                <a:spcPts val="0"/>
              </a:spcBef>
              <a:defRPr/>
            </a:pPr>
            <a:r>
              <a:rPr lang="zh-CN" altLang="zh-CN" sz="3200" dirty="0" smtClean="0"/>
              <a:t>证明：</a:t>
            </a:r>
            <a:endParaRPr lang="en-US" altLang="zh-CN" sz="3200" dirty="0" smtClean="0"/>
          </a:p>
          <a:p>
            <a:pPr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3200" dirty="0" smtClean="0"/>
              <a:t>  </a:t>
            </a:r>
            <a:r>
              <a:rPr lang="zh-CN" altLang="zh-CN" sz="3200" dirty="0" smtClean="0">
                <a:solidFill>
                  <a:srgbClr val="FFC000"/>
                </a:solidFill>
              </a:rPr>
              <a:t>反证法：</a:t>
            </a:r>
            <a:r>
              <a:rPr lang="zh-CN" altLang="zh-CN" sz="3200" dirty="0" smtClean="0"/>
              <a:t>若解释</a:t>
            </a:r>
            <a:r>
              <a:rPr lang="en-US" altLang="zh-CN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zh-CN" sz="3200" dirty="0" smtClean="0"/>
              <a:t>满足</a:t>
            </a:r>
            <a:r>
              <a:rPr lang="en-US" altLang="zh-CN" sz="3200" dirty="0" smtClean="0"/>
              <a:t>G</a:t>
            </a:r>
            <a:r>
              <a:rPr lang="en-US" altLang="zh-CN" sz="3200" baseline="-25000" dirty="0" smtClean="0"/>
              <a:t>1</a:t>
            </a:r>
            <a:r>
              <a:rPr lang="en-US" altLang="zh-CN" sz="3200" dirty="0" smtClean="0"/>
              <a:t> </a:t>
            </a:r>
            <a:r>
              <a:rPr lang="en-US" altLang="zh-CN" sz="3200" dirty="0" smtClean="0">
                <a:sym typeface="Symbol"/>
              </a:rPr>
              <a:t></a:t>
            </a:r>
            <a:r>
              <a:rPr lang="en-US" altLang="zh-CN" sz="3200" dirty="0" smtClean="0"/>
              <a:t>G</a:t>
            </a:r>
            <a:r>
              <a:rPr lang="en-US" altLang="zh-CN" sz="3200" baseline="-25000" dirty="0" smtClean="0"/>
              <a:t>2</a:t>
            </a:r>
            <a:r>
              <a:rPr lang="zh-CN" altLang="zh-CN" sz="3200" dirty="0" smtClean="0"/>
              <a:t>，而弄假</a:t>
            </a:r>
            <a:r>
              <a:rPr lang="en-US" altLang="zh-CN" sz="3200" dirty="0" smtClean="0">
                <a:sym typeface="Symbol"/>
              </a:rPr>
              <a:t></a:t>
            </a:r>
            <a:r>
              <a:rPr lang="en-US" altLang="zh-CN" sz="3200" dirty="0" smtClean="0"/>
              <a:t>P(a)</a:t>
            </a:r>
            <a:r>
              <a:rPr lang="zh-CN" altLang="zh-CN" sz="3200" dirty="0" smtClean="0"/>
              <a:t>，则在解释</a:t>
            </a:r>
            <a:r>
              <a:rPr lang="en-US" altLang="zh-CN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zh-CN" sz="3200" dirty="0" smtClean="0"/>
              <a:t>下，</a:t>
            </a:r>
            <a:r>
              <a:rPr lang="en-US" altLang="zh-CN" sz="3200" dirty="0" smtClean="0"/>
              <a:t>P(a)</a:t>
            </a:r>
            <a:r>
              <a:rPr lang="zh-CN" altLang="zh-CN" sz="3200" dirty="0" smtClean="0"/>
              <a:t>为真</a:t>
            </a:r>
            <a:r>
              <a:rPr lang="zh-CN" altLang="en-US" sz="3200" dirty="0" smtClean="0"/>
              <a:t>；而</a:t>
            </a:r>
            <a:r>
              <a:rPr lang="en-US" altLang="zh-CN" sz="3200" dirty="0" smtClean="0"/>
              <a:t>G</a:t>
            </a:r>
            <a:r>
              <a:rPr lang="en-US" altLang="zh-CN" sz="3200" baseline="-25000" dirty="0" smtClean="0"/>
              <a:t>2</a:t>
            </a:r>
            <a:r>
              <a:rPr lang="zh-CN" altLang="en-US" sz="3200" dirty="0" smtClean="0"/>
              <a:t>在</a:t>
            </a:r>
            <a:r>
              <a:rPr lang="en-US" altLang="zh-CN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en-US" sz="3200" dirty="0" smtClean="0"/>
              <a:t>下</a:t>
            </a:r>
            <a:r>
              <a:rPr lang="zh-CN" altLang="zh-CN" sz="3200" dirty="0" smtClean="0"/>
              <a:t>为真，所以</a:t>
            </a:r>
            <a:r>
              <a:rPr lang="en-US" altLang="zh-CN" sz="3200" dirty="0" smtClean="0"/>
              <a:t>Q(a)</a:t>
            </a:r>
            <a:r>
              <a:rPr lang="zh-CN" altLang="en-US" sz="3200" dirty="0" smtClean="0"/>
              <a:t>在</a:t>
            </a:r>
            <a:r>
              <a:rPr lang="en-US" altLang="zh-CN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en-US" sz="3200" dirty="0" smtClean="0"/>
              <a:t>下</a:t>
            </a:r>
            <a:r>
              <a:rPr lang="zh-CN" altLang="zh-CN" sz="3200" dirty="0" smtClean="0"/>
              <a:t>为假。故</a:t>
            </a:r>
            <a:r>
              <a:rPr lang="en-US" altLang="zh-CN" sz="3200" dirty="0" smtClean="0">
                <a:solidFill>
                  <a:srgbClr val="FFC000"/>
                </a:solidFill>
              </a:rPr>
              <a:t>P(a)</a:t>
            </a:r>
            <a:r>
              <a:rPr lang="en-US" altLang="zh-CN" sz="3200" dirty="0" smtClean="0">
                <a:solidFill>
                  <a:srgbClr val="FFC000"/>
                </a:solidFill>
                <a:sym typeface="Symbol"/>
              </a:rPr>
              <a:t></a:t>
            </a:r>
            <a:r>
              <a:rPr lang="en-US" altLang="zh-CN" sz="3200" dirty="0" smtClean="0">
                <a:solidFill>
                  <a:srgbClr val="FFC000"/>
                </a:solidFill>
              </a:rPr>
              <a:t>Q(a)</a:t>
            </a:r>
            <a:r>
              <a:rPr lang="zh-CN" altLang="en-US" sz="3200" dirty="0" smtClean="0">
                <a:solidFill>
                  <a:srgbClr val="FFC000"/>
                </a:solidFill>
              </a:rPr>
              <a:t>在</a:t>
            </a:r>
            <a:r>
              <a:rPr lang="en-US" altLang="zh-CN" sz="3200" dirty="0" smtClean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en-US" sz="3200" dirty="0" smtClean="0">
                <a:solidFill>
                  <a:srgbClr val="FFC000"/>
                </a:solidFill>
              </a:rPr>
              <a:t>下</a:t>
            </a:r>
            <a:r>
              <a:rPr lang="zh-CN" altLang="zh-CN" sz="3200" dirty="0" smtClean="0"/>
              <a:t>为假，</a:t>
            </a:r>
            <a:r>
              <a:rPr lang="zh-CN" altLang="en-US" sz="3200" dirty="0" smtClean="0"/>
              <a:t>即</a:t>
            </a:r>
            <a:r>
              <a:rPr lang="en-US" altLang="zh-CN" sz="3200" dirty="0" smtClean="0">
                <a:sym typeface="Symbol"/>
              </a:rPr>
              <a:t></a:t>
            </a:r>
            <a:r>
              <a:rPr lang="en-US" altLang="zh-CN" sz="3200" dirty="0" smtClean="0"/>
              <a:t>x(P(x)</a:t>
            </a:r>
            <a:r>
              <a:rPr lang="en-US" altLang="zh-CN" sz="3200" dirty="0" smtClean="0">
                <a:sym typeface="Symbol"/>
              </a:rPr>
              <a:t></a:t>
            </a:r>
            <a:r>
              <a:rPr lang="en-US" altLang="zh-CN" sz="3200" dirty="0" smtClean="0"/>
              <a:t>Q(x))</a:t>
            </a:r>
            <a:r>
              <a:rPr lang="zh-CN" altLang="en-US" sz="3200" dirty="0" smtClean="0"/>
              <a:t>在</a:t>
            </a:r>
            <a:r>
              <a:rPr lang="en-US" altLang="zh-CN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en-US" sz="3200" dirty="0" smtClean="0"/>
              <a:t>下为假，即</a:t>
            </a:r>
            <a:r>
              <a:rPr lang="en-US" altLang="zh-CN" sz="3200" dirty="0" smtClean="0"/>
              <a:t>G</a:t>
            </a:r>
            <a:r>
              <a:rPr lang="en-US" altLang="zh-CN" sz="3200" baseline="-25000" dirty="0" smtClean="0"/>
              <a:t>1</a:t>
            </a:r>
            <a:r>
              <a:rPr lang="zh-CN" altLang="en-US" sz="3200" dirty="0" smtClean="0"/>
              <a:t>在</a:t>
            </a:r>
            <a:r>
              <a:rPr lang="en-US" altLang="zh-CN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en-US" sz="3200" dirty="0" smtClean="0"/>
              <a:t>下</a:t>
            </a:r>
            <a:r>
              <a:rPr lang="zh-CN" altLang="zh-CN" sz="3200" dirty="0" smtClean="0"/>
              <a:t>为假，这与解释</a:t>
            </a:r>
            <a:r>
              <a:rPr lang="en-US" altLang="zh-CN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zh-CN" sz="3200" dirty="0" smtClean="0"/>
              <a:t>满足</a:t>
            </a:r>
            <a:r>
              <a:rPr lang="en-US" altLang="zh-CN" sz="3200" dirty="0" smtClean="0"/>
              <a:t>G</a:t>
            </a:r>
            <a:r>
              <a:rPr lang="en-US" altLang="zh-CN" sz="3200" baseline="-25000" dirty="0" smtClean="0"/>
              <a:t>1</a:t>
            </a:r>
            <a:r>
              <a:rPr lang="zh-CN" altLang="zh-CN" sz="3200" dirty="0" smtClean="0"/>
              <a:t>矛盾。从而结论得证。</a:t>
            </a:r>
          </a:p>
          <a:p>
            <a:pPr>
              <a:defRPr/>
            </a:pPr>
            <a:endParaRPr lang="en-US" altLang="zh-CN" sz="3200" dirty="0" smtClean="0"/>
          </a:p>
          <a:p>
            <a:pPr>
              <a:defRPr/>
            </a:pPr>
            <a:endParaRPr lang="zh-CN" altLang="en-US" sz="32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7AE627F-15CE-4179-8CFE-ADF51C86AD4D}" type="slidenum">
              <a:rPr lang="en-US" altLang="zh-CN" smtClean="0"/>
              <a:pPr>
                <a:defRPr/>
              </a:pPr>
              <a:t>135</a:t>
            </a:fld>
            <a:endParaRPr lang="en-US" altLang="zh-CN"/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3446"/>
            <a:ext cx="7772400" cy="646331"/>
          </a:xfrm>
        </p:spPr>
        <p:txBody>
          <a:bodyPr/>
          <a:lstStyle/>
          <a:p>
            <a:pPr algn="l" eaLnBrk="1" hangingPunct="1">
              <a:defRPr/>
            </a:pPr>
            <a:r>
              <a:rPr lang="zh-CN" altLang="en-US" sz="3600" dirty="0" smtClean="0"/>
              <a:t>习题</a:t>
            </a:r>
            <a:r>
              <a:rPr lang="en-US" altLang="zh-CN" sz="3600" dirty="0" smtClean="0"/>
              <a:t>3.2-10</a:t>
            </a:r>
            <a:endParaRPr lang="zh-CN" altLang="en-US" sz="3600" dirty="0" smtClean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04800" y="762000"/>
            <a:ext cx="8352928" cy="5638800"/>
          </a:xfrm>
        </p:spPr>
        <p:txBody>
          <a:bodyPr/>
          <a:lstStyle/>
          <a:p>
            <a:pPr marL="0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zh-CN" altLang="zh-CN" sz="2800" dirty="0" smtClean="0">
                <a:solidFill>
                  <a:srgbClr val="FFC000"/>
                </a:solidFill>
              </a:rPr>
              <a:t>假设</a:t>
            </a:r>
            <a:r>
              <a:rPr lang="en-US" altLang="zh-CN" sz="2800" dirty="0" smtClean="0">
                <a:solidFill>
                  <a:srgbClr val="FFC000"/>
                </a:solidFill>
                <a:sym typeface="Symbol"/>
              </a:rPr>
              <a:t></a:t>
            </a:r>
            <a:r>
              <a:rPr lang="en-US" altLang="zh-CN" sz="2800" dirty="0" err="1" smtClean="0">
                <a:solidFill>
                  <a:srgbClr val="FFC000"/>
                </a:solidFill>
              </a:rPr>
              <a:t>x</a:t>
            </a:r>
            <a:r>
              <a:rPr lang="en-US" altLang="zh-CN" sz="2800" dirty="0" err="1" smtClean="0">
                <a:solidFill>
                  <a:srgbClr val="FFC000"/>
                </a:solidFill>
                <a:sym typeface="Symbol"/>
              </a:rPr>
              <a:t></a:t>
            </a:r>
            <a:r>
              <a:rPr lang="en-US" altLang="zh-CN" sz="2800" dirty="0" err="1" smtClean="0">
                <a:solidFill>
                  <a:srgbClr val="FFC000"/>
                </a:solidFill>
              </a:rPr>
              <a:t>yM</a:t>
            </a:r>
            <a:r>
              <a:rPr lang="en-US" altLang="zh-CN" sz="2800" dirty="0" smtClean="0">
                <a:solidFill>
                  <a:srgbClr val="FFC000"/>
                </a:solidFill>
              </a:rPr>
              <a:t>(x</a:t>
            </a:r>
            <a:r>
              <a:rPr lang="zh-CN" altLang="zh-CN" sz="2800" dirty="0" smtClean="0">
                <a:solidFill>
                  <a:srgbClr val="FFC000"/>
                </a:solidFill>
              </a:rPr>
              <a:t>，</a:t>
            </a:r>
            <a:r>
              <a:rPr lang="en-US" altLang="zh-CN" sz="2800" dirty="0" smtClean="0">
                <a:solidFill>
                  <a:srgbClr val="FFC000"/>
                </a:solidFill>
              </a:rPr>
              <a:t>y)</a:t>
            </a:r>
            <a:r>
              <a:rPr lang="zh-CN" altLang="zh-CN" sz="2800" dirty="0" smtClean="0">
                <a:solidFill>
                  <a:srgbClr val="FFC000"/>
                </a:solidFill>
              </a:rPr>
              <a:t>是公式</a:t>
            </a:r>
            <a:r>
              <a:rPr lang="en-US" altLang="zh-CN" sz="2800" dirty="0" smtClean="0">
                <a:solidFill>
                  <a:srgbClr val="FFC000"/>
                </a:solidFill>
              </a:rPr>
              <a:t>G</a:t>
            </a:r>
            <a:r>
              <a:rPr lang="zh-CN" altLang="zh-CN" sz="2800" dirty="0" smtClean="0">
                <a:solidFill>
                  <a:srgbClr val="FFC000"/>
                </a:solidFill>
              </a:rPr>
              <a:t>的前束范式，其中</a:t>
            </a:r>
            <a:r>
              <a:rPr lang="en-US" altLang="zh-CN" sz="2800" dirty="0" smtClean="0">
                <a:solidFill>
                  <a:srgbClr val="FFC000"/>
                </a:solidFill>
              </a:rPr>
              <a:t>M(x</a:t>
            </a:r>
            <a:r>
              <a:rPr lang="zh-CN" altLang="zh-CN" sz="2800" dirty="0" smtClean="0">
                <a:solidFill>
                  <a:srgbClr val="FFC000"/>
                </a:solidFill>
              </a:rPr>
              <a:t>，</a:t>
            </a:r>
            <a:r>
              <a:rPr lang="en-US" altLang="zh-CN" sz="2800" dirty="0" smtClean="0">
                <a:solidFill>
                  <a:srgbClr val="FFC000"/>
                </a:solidFill>
              </a:rPr>
              <a:t>y)</a:t>
            </a:r>
            <a:r>
              <a:rPr lang="zh-CN" altLang="zh-CN" sz="2800" dirty="0" smtClean="0">
                <a:solidFill>
                  <a:srgbClr val="FFC000"/>
                </a:solidFill>
              </a:rPr>
              <a:t>是仅仅包含变量</a:t>
            </a:r>
            <a:r>
              <a:rPr lang="en-US" altLang="zh-CN" sz="2800" dirty="0" smtClean="0">
                <a:solidFill>
                  <a:srgbClr val="FFC000"/>
                </a:solidFill>
              </a:rPr>
              <a:t>x</a:t>
            </a:r>
            <a:r>
              <a:rPr lang="zh-CN" altLang="zh-CN" sz="2800" dirty="0" smtClean="0">
                <a:solidFill>
                  <a:srgbClr val="FFC000"/>
                </a:solidFill>
              </a:rPr>
              <a:t>，</a:t>
            </a:r>
            <a:r>
              <a:rPr lang="en-US" altLang="zh-CN" sz="2800" dirty="0" smtClean="0">
                <a:solidFill>
                  <a:srgbClr val="FFC000"/>
                </a:solidFill>
              </a:rPr>
              <a:t>y</a:t>
            </a:r>
            <a:r>
              <a:rPr lang="zh-CN" altLang="zh-CN" sz="2800" dirty="0" smtClean="0">
                <a:solidFill>
                  <a:srgbClr val="FFC000"/>
                </a:solidFill>
              </a:rPr>
              <a:t>的母式。设</a:t>
            </a:r>
            <a:r>
              <a:rPr lang="en-US" altLang="zh-CN" sz="2800" dirty="0" smtClean="0">
                <a:solidFill>
                  <a:srgbClr val="FFC000"/>
                </a:solidFill>
              </a:rPr>
              <a:t>f</a:t>
            </a:r>
            <a:r>
              <a:rPr lang="zh-CN" altLang="zh-CN" sz="2800" dirty="0" smtClean="0">
                <a:solidFill>
                  <a:srgbClr val="FFC000"/>
                </a:solidFill>
              </a:rPr>
              <a:t>是不出现在</a:t>
            </a:r>
            <a:r>
              <a:rPr lang="en-US" altLang="zh-CN" sz="2800" dirty="0" smtClean="0">
                <a:solidFill>
                  <a:srgbClr val="FFC000"/>
                </a:solidFill>
              </a:rPr>
              <a:t>M(x</a:t>
            </a:r>
            <a:r>
              <a:rPr lang="zh-CN" altLang="zh-CN" sz="2800" dirty="0" smtClean="0">
                <a:solidFill>
                  <a:srgbClr val="FFC000"/>
                </a:solidFill>
              </a:rPr>
              <a:t>，</a:t>
            </a:r>
            <a:r>
              <a:rPr lang="en-US" altLang="zh-CN" sz="2800" dirty="0" smtClean="0">
                <a:solidFill>
                  <a:srgbClr val="FFC000"/>
                </a:solidFill>
              </a:rPr>
              <a:t>y)</a:t>
            </a:r>
            <a:r>
              <a:rPr lang="zh-CN" altLang="zh-CN" sz="2800" dirty="0" smtClean="0">
                <a:solidFill>
                  <a:srgbClr val="FFC000"/>
                </a:solidFill>
              </a:rPr>
              <a:t>中的函数符号，证明：</a:t>
            </a:r>
            <a:r>
              <a:rPr lang="en-US" altLang="zh-CN" sz="2800" dirty="0" smtClean="0">
                <a:solidFill>
                  <a:srgbClr val="FFC000"/>
                </a:solidFill>
              </a:rPr>
              <a:t>G</a:t>
            </a:r>
            <a:r>
              <a:rPr lang="zh-CN" altLang="zh-CN" sz="2800" dirty="0" smtClean="0">
                <a:solidFill>
                  <a:srgbClr val="FFC000"/>
                </a:solidFill>
              </a:rPr>
              <a:t>是恒真的当且仅当</a:t>
            </a:r>
            <a:r>
              <a:rPr lang="en-US" altLang="zh-CN" sz="2800" dirty="0" smtClean="0">
                <a:solidFill>
                  <a:srgbClr val="FFC000"/>
                </a:solidFill>
                <a:sym typeface="Symbol"/>
              </a:rPr>
              <a:t></a:t>
            </a:r>
            <a:r>
              <a:rPr lang="en-US" altLang="zh-CN" sz="2800" dirty="0" err="1" smtClean="0">
                <a:solidFill>
                  <a:srgbClr val="FFC000"/>
                </a:solidFill>
              </a:rPr>
              <a:t>xM</a:t>
            </a:r>
            <a:r>
              <a:rPr lang="en-US" altLang="zh-CN" sz="2800" dirty="0" smtClean="0">
                <a:solidFill>
                  <a:srgbClr val="FFC000"/>
                </a:solidFill>
              </a:rPr>
              <a:t>(x</a:t>
            </a:r>
            <a:r>
              <a:rPr lang="zh-CN" altLang="zh-CN" sz="2800" dirty="0" smtClean="0">
                <a:solidFill>
                  <a:srgbClr val="FFC000"/>
                </a:solidFill>
              </a:rPr>
              <a:t>，</a:t>
            </a:r>
            <a:r>
              <a:rPr lang="en-US" altLang="zh-CN" sz="2800" dirty="0" smtClean="0">
                <a:solidFill>
                  <a:srgbClr val="FFC000"/>
                </a:solidFill>
              </a:rPr>
              <a:t>f(x))</a:t>
            </a:r>
            <a:r>
              <a:rPr lang="zh-CN" altLang="zh-CN" sz="2800" dirty="0" smtClean="0">
                <a:solidFill>
                  <a:srgbClr val="FFC000"/>
                </a:solidFill>
              </a:rPr>
              <a:t>是恒真的</a:t>
            </a:r>
            <a:r>
              <a:rPr lang="zh-CN" altLang="en-US" sz="2800" dirty="0" smtClean="0">
                <a:solidFill>
                  <a:srgbClr val="FFC000"/>
                </a:solidFill>
              </a:rPr>
              <a:t>。</a:t>
            </a:r>
            <a:endParaRPr lang="en-US" altLang="zh-CN" sz="2800" dirty="0" smtClean="0">
              <a:solidFill>
                <a:srgbClr val="FFC000"/>
              </a:solidFill>
            </a:endParaRPr>
          </a:p>
          <a:p>
            <a:pPr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800" dirty="0" smtClean="0"/>
              <a:t>分析：要证</a:t>
            </a:r>
            <a:r>
              <a:rPr lang="en-US" altLang="zh-CN" sz="2800" dirty="0" smtClean="0"/>
              <a:t>G</a:t>
            </a:r>
            <a:r>
              <a:rPr lang="zh-CN" altLang="zh-CN" sz="2800" dirty="0" smtClean="0"/>
              <a:t>恒真当且仅当</a:t>
            </a:r>
            <a:r>
              <a:rPr lang="en-US" altLang="zh-CN" sz="2800" dirty="0" smtClean="0">
                <a:sym typeface="Symbol"/>
              </a:rPr>
              <a:t></a:t>
            </a:r>
            <a:r>
              <a:rPr lang="en-US" altLang="zh-CN" sz="2800" dirty="0" err="1" smtClean="0"/>
              <a:t>xM</a:t>
            </a:r>
            <a:r>
              <a:rPr lang="en-US" altLang="zh-CN" sz="2800" dirty="0" smtClean="0"/>
              <a:t>(x</a:t>
            </a:r>
            <a:r>
              <a:rPr lang="zh-CN" altLang="zh-CN" sz="2800" dirty="0" smtClean="0"/>
              <a:t>，</a:t>
            </a:r>
            <a:r>
              <a:rPr lang="en-US" altLang="zh-CN" sz="2800" dirty="0" smtClean="0"/>
              <a:t>f(x))</a:t>
            </a:r>
            <a:r>
              <a:rPr lang="zh-CN" altLang="zh-CN" sz="2800" dirty="0" smtClean="0"/>
              <a:t> 恒真</a:t>
            </a:r>
            <a:r>
              <a:rPr lang="zh-CN" altLang="en-US" sz="2800" dirty="0" smtClean="0"/>
              <a:t>，转而证明</a:t>
            </a:r>
            <a:r>
              <a:rPr lang="en-US" altLang="zh-CN" sz="2800" b="1" dirty="0" smtClean="0">
                <a:sym typeface="Symbol"/>
              </a:rPr>
              <a:t> </a:t>
            </a:r>
            <a:r>
              <a:rPr lang="en-US" altLang="zh-CN" sz="2800" dirty="0" smtClean="0"/>
              <a:t>G</a:t>
            </a:r>
            <a:r>
              <a:rPr lang="zh-CN" altLang="zh-CN" sz="2800" dirty="0" smtClean="0"/>
              <a:t>恒</a:t>
            </a:r>
            <a:r>
              <a:rPr lang="zh-CN" altLang="en-US" sz="2800" dirty="0" smtClean="0"/>
              <a:t>假</a:t>
            </a:r>
            <a:r>
              <a:rPr lang="zh-CN" altLang="zh-CN" sz="2800" dirty="0" smtClean="0"/>
              <a:t>当且仅当</a:t>
            </a:r>
            <a:r>
              <a:rPr lang="en-US" altLang="zh-CN" sz="2800" b="1" dirty="0" smtClean="0">
                <a:sym typeface="Symbol"/>
              </a:rPr>
              <a:t> </a:t>
            </a:r>
            <a:r>
              <a:rPr lang="en-US" altLang="zh-CN" sz="2800" dirty="0" err="1" smtClean="0"/>
              <a:t>xM</a:t>
            </a:r>
            <a:r>
              <a:rPr lang="en-US" altLang="zh-CN" sz="2800" dirty="0" smtClean="0"/>
              <a:t>(x</a:t>
            </a:r>
            <a:r>
              <a:rPr lang="zh-CN" altLang="zh-CN" sz="2800" dirty="0" smtClean="0"/>
              <a:t>，</a:t>
            </a:r>
            <a:r>
              <a:rPr lang="en-US" altLang="zh-CN" sz="2800" dirty="0" smtClean="0"/>
              <a:t>f(x))</a:t>
            </a:r>
            <a:r>
              <a:rPr lang="zh-CN" altLang="zh-CN" sz="2800" dirty="0" smtClean="0"/>
              <a:t> 恒</a:t>
            </a:r>
            <a:r>
              <a:rPr lang="zh-CN" altLang="en-US" sz="2800" dirty="0" smtClean="0"/>
              <a:t>假。</a:t>
            </a:r>
            <a:endParaRPr lang="en-US" altLang="zh-CN" sz="2800" dirty="0" smtClean="0"/>
          </a:p>
          <a:p>
            <a:pPr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800" dirty="0" smtClean="0"/>
              <a:t>证：因</a:t>
            </a:r>
            <a:r>
              <a:rPr lang="en-US" altLang="zh-CN" sz="2800" b="1" dirty="0" smtClean="0">
                <a:sym typeface="Symbol"/>
              </a:rPr>
              <a:t> </a:t>
            </a:r>
            <a:r>
              <a:rPr lang="en-US" altLang="zh-CN" sz="2800" dirty="0" smtClean="0"/>
              <a:t>G=</a:t>
            </a:r>
            <a:r>
              <a:rPr lang="en-US" altLang="zh-CN" sz="2800" dirty="0" smtClean="0">
                <a:sym typeface="Symbol"/>
              </a:rPr>
              <a:t>(</a:t>
            </a:r>
            <a:r>
              <a:rPr lang="en-US" altLang="zh-CN" sz="2800" dirty="0" err="1" smtClean="0"/>
              <a:t>x</a:t>
            </a:r>
            <a:r>
              <a:rPr lang="en-US" altLang="zh-CN" sz="2800" dirty="0" err="1" smtClean="0">
                <a:sym typeface="Symbol"/>
              </a:rPr>
              <a:t></a:t>
            </a:r>
            <a:r>
              <a:rPr lang="en-US" altLang="zh-CN" sz="2800" dirty="0" err="1" smtClean="0"/>
              <a:t>yM</a:t>
            </a:r>
            <a:r>
              <a:rPr lang="en-US" altLang="zh-CN" sz="2800" dirty="0" smtClean="0"/>
              <a:t>(x</a:t>
            </a:r>
            <a:r>
              <a:rPr lang="zh-CN" altLang="zh-CN" sz="2800" dirty="0" smtClean="0"/>
              <a:t>，</a:t>
            </a:r>
            <a:r>
              <a:rPr lang="en-US" altLang="zh-CN" sz="2800" dirty="0" smtClean="0"/>
              <a:t>y))=</a:t>
            </a:r>
            <a:r>
              <a:rPr lang="en-US" altLang="zh-CN" sz="2800" dirty="0" smtClean="0">
                <a:solidFill>
                  <a:srgbClr val="FFC000"/>
                </a:solidFill>
                <a:sym typeface="Symbol"/>
              </a:rPr>
              <a:t></a:t>
            </a:r>
            <a:r>
              <a:rPr lang="en-US" altLang="zh-CN" sz="2800" dirty="0" err="1" smtClean="0">
                <a:solidFill>
                  <a:srgbClr val="FFC000"/>
                </a:solidFill>
              </a:rPr>
              <a:t>x</a:t>
            </a:r>
            <a:r>
              <a:rPr lang="en-US" altLang="zh-CN" sz="2800" dirty="0" err="1" smtClean="0">
                <a:solidFill>
                  <a:srgbClr val="FFC000"/>
                </a:solidFill>
                <a:sym typeface="Symbol"/>
              </a:rPr>
              <a:t></a:t>
            </a:r>
            <a:r>
              <a:rPr lang="en-US" altLang="zh-CN" sz="2800" dirty="0" err="1" smtClean="0">
                <a:solidFill>
                  <a:srgbClr val="FFC000"/>
                </a:solidFill>
              </a:rPr>
              <a:t>y</a:t>
            </a:r>
            <a:r>
              <a:rPr lang="en-US" altLang="zh-CN" sz="2800" dirty="0" smtClean="0">
                <a:solidFill>
                  <a:srgbClr val="FFC000"/>
                </a:solidFill>
              </a:rPr>
              <a:t>(</a:t>
            </a:r>
            <a:r>
              <a:rPr lang="en-US" altLang="zh-CN" sz="2800" dirty="0" smtClean="0">
                <a:solidFill>
                  <a:srgbClr val="FFC000"/>
                </a:solidFill>
                <a:sym typeface="Symbol"/>
              </a:rPr>
              <a:t></a:t>
            </a:r>
            <a:r>
              <a:rPr lang="en-US" altLang="zh-CN" sz="2800" dirty="0" smtClean="0">
                <a:solidFill>
                  <a:srgbClr val="FFC000"/>
                </a:solidFill>
              </a:rPr>
              <a:t>M(</a:t>
            </a:r>
            <a:r>
              <a:rPr lang="en-US" altLang="zh-CN" sz="2800" dirty="0" err="1" smtClean="0">
                <a:solidFill>
                  <a:srgbClr val="FFC000"/>
                </a:solidFill>
              </a:rPr>
              <a:t>x,y</a:t>
            </a:r>
            <a:r>
              <a:rPr lang="en-US" altLang="zh-CN" sz="2800" dirty="0" smtClean="0">
                <a:solidFill>
                  <a:srgbClr val="FFC000"/>
                </a:solidFill>
              </a:rPr>
              <a:t>))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800" dirty="0" smtClean="0">
                <a:sym typeface="Symbol"/>
              </a:rPr>
              <a:t>而</a:t>
            </a:r>
            <a:r>
              <a:rPr lang="en-US" altLang="zh-CN" sz="2800" b="1" dirty="0" smtClean="0">
                <a:sym typeface="Symbol"/>
              </a:rPr>
              <a:t> </a:t>
            </a:r>
            <a:r>
              <a:rPr lang="en-US" altLang="zh-CN" sz="2800" dirty="0" err="1" smtClean="0"/>
              <a:t>xM</a:t>
            </a:r>
            <a:r>
              <a:rPr lang="en-US" altLang="zh-CN" sz="2800" dirty="0" smtClean="0"/>
              <a:t>(x</a:t>
            </a:r>
            <a:r>
              <a:rPr lang="zh-CN" altLang="zh-CN" sz="2800" dirty="0" smtClean="0"/>
              <a:t>，</a:t>
            </a:r>
            <a:r>
              <a:rPr lang="en-US" altLang="zh-CN" sz="2800" dirty="0" smtClean="0"/>
              <a:t>f(x))</a:t>
            </a:r>
            <a:r>
              <a:rPr lang="zh-CN" altLang="zh-CN" sz="2800" dirty="0" smtClean="0"/>
              <a:t> </a:t>
            </a:r>
            <a:r>
              <a:rPr lang="en-US" altLang="zh-CN" sz="2800" dirty="0" smtClean="0"/>
              <a:t>=</a:t>
            </a:r>
            <a:r>
              <a:rPr lang="en-US" altLang="zh-CN" sz="2800" dirty="0" smtClean="0">
                <a:solidFill>
                  <a:srgbClr val="FFC000"/>
                </a:solidFill>
                <a:sym typeface="Symbol"/>
              </a:rPr>
              <a:t></a:t>
            </a:r>
            <a:r>
              <a:rPr lang="en-US" altLang="zh-CN" sz="2800" dirty="0" smtClean="0">
                <a:solidFill>
                  <a:srgbClr val="FFC000"/>
                </a:solidFill>
              </a:rPr>
              <a:t>x(</a:t>
            </a:r>
            <a:r>
              <a:rPr lang="en-US" altLang="zh-CN" sz="2800" dirty="0" smtClean="0">
                <a:solidFill>
                  <a:srgbClr val="FFC000"/>
                </a:solidFill>
                <a:sym typeface="Symbol"/>
              </a:rPr>
              <a:t></a:t>
            </a:r>
            <a:r>
              <a:rPr lang="en-US" altLang="zh-CN" sz="2800" dirty="0" smtClean="0">
                <a:solidFill>
                  <a:srgbClr val="FFC000"/>
                </a:solidFill>
              </a:rPr>
              <a:t>M(x</a:t>
            </a:r>
            <a:r>
              <a:rPr lang="zh-CN" altLang="zh-CN" sz="2800" dirty="0" smtClean="0">
                <a:solidFill>
                  <a:srgbClr val="FFC000"/>
                </a:solidFill>
              </a:rPr>
              <a:t>，</a:t>
            </a:r>
            <a:r>
              <a:rPr lang="en-US" altLang="zh-CN" sz="2800" dirty="0" smtClean="0">
                <a:solidFill>
                  <a:srgbClr val="FFC000"/>
                </a:solidFill>
              </a:rPr>
              <a:t>f(x)) </a:t>
            </a:r>
            <a:r>
              <a:rPr lang="zh-CN" altLang="en-US" sz="2800" dirty="0" smtClean="0"/>
              <a:t>。</a:t>
            </a:r>
            <a:endParaRPr lang="en-US" altLang="zh-CN" sz="2800" dirty="0" smtClean="0"/>
          </a:p>
          <a:p>
            <a:pPr marL="0" indent="0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800" dirty="0" smtClean="0"/>
              <a:t>又</a:t>
            </a:r>
            <a:r>
              <a:rPr lang="en-US" altLang="zh-CN" sz="2800" dirty="0" smtClean="0">
                <a:sym typeface="Symbol"/>
              </a:rPr>
              <a:t></a:t>
            </a:r>
            <a:r>
              <a:rPr lang="en-US" altLang="zh-CN" sz="2800" dirty="0" smtClean="0"/>
              <a:t>x(</a:t>
            </a:r>
            <a:r>
              <a:rPr lang="en-US" altLang="zh-CN" sz="2800" dirty="0" smtClean="0">
                <a:sym typeface="Symbol"/>
              </a:rPr>
              <a:t></a:t>
            </a:r>
            <a:r>
              <a:rPr lang="en-US" altLang="zh-CN" sz="2800" dirty="0" smtClean="0"/>
              <a:t>M(x</a:t>
            </a:r>
            <a:r>
              <a:rPr lang="zh-CN" altLang="zh-CN" sz="2800" dirty="0" smtClean="0"/>
              <a:t>，</a:t>
            </a:r>
            <a:r>
              <a:rPr lang="en-US" altLang="zh-CN" sz="2800" dirty="0" smtClean="0"/>
              <a:t>f(x)) </a:t>
            </a:r>
            <a:r>
              <a:rPr lang="zh-CN" altLang="en-US" sz="2800" dirty="0" smtClean="0"/>
              <a:t>为</a:t>
            </a:r>
            <a:r>
              <a:rPr lang="en-US" altLang="zh-CN" sz="2800" dirty="0" smtClean="0">
                <a:sym typeface="Symbol"/>
              </a:rPr>
              <a:t> </a:t>
            </a:r>
            <a:r>
              <a:rPr lang="en-US" altLang="zh-CN" sz="2800" dirty="0" smtClean="0"/>
              <a:t>G</a:t>
            </a:r>
            <a:r>
              <a:rPr lang="zh-CN" altLang="en-US" sz="2800" dirty="0" smtClean="0"/>
              <a:t>的</a:t>
            </a:r>
            <a:r>
              <a:rPr lang="en-US" altLang="zh-CN" sz="2800" dirty="0" err="1" smtClean="0"/>
              <a:t>Skolem</a:t>
            </a:r>
            <a:r>
              <a:rPr lang="zh-CN" altLang="en-US" sz="2800" dirty="0" smtClean="0"/>
              <a:t>范式，因此，二者恒假性等价。</a:t>
            </a:r>
            <a:endParaRPr lang="en-US" altLang="zh-CN" sz="2800" dirty="0" smtClean="0"/>
          </a:p>
          <a:p>
            <a:pPr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800" dirty="0" smtClean="0"/>
              <a:t>所以，</a:t>
            </a:r>
            <a:r>
              <a:rPr lang="en-US" altLang="zh-CN" sz="2800" dirty="0" smtClean="0"/>
              <a:t>G</a:t>
            </a:r>
            <a:r>
              <a:rPr lang="zh-CN" altLang="en-US" sz="2800" dirty="0" smtClean="0"/>
              <a:t>和</a:t>
            </a:r>
            <a:r>
              <a:rPr lang="en-US" altLang="zh-CN" sz="2800" dirty="0" smtClean="0">
                <a:sym typeface="Symbol"/>
              </a:rPr>
              <a:t></a:t>
            </a:r>
            <a:r>
              <a:rPr lang="en-US" altLang="zh-CN" sz="2800" dirty="0" err="1" smtClean="0"/>
              <a:t>xM</a:t>
            </a:r>
            <a:r>
              <a:rPr lang="en-US" altLang="zh-CN" sz="2800" dirty="0" smtClean="0"/>
              <a:t>(x</a:t>
            </a:r>
            <a:r>
              <a:rPr lang="zh-CN" altLang="zh-CN" sz="2800" dirty="0" smtClean="0"/>
              <a:t>，</a:t>
            </a:r>
            <a:r>
              <a:rPr lang="en-US" altLang="zh-CN" sz="2800" dirty="0" smtClean="0"/>
              <a:t>f(x))</a:t>
            </a:r>
            <a:r>
              <a:rPr lang="zh-CN" altLang="en-US" sz="2800" dirty="0" smtClean="0"/>
              <a:t>恒真性等价。</a:t>
            </a:r>
          </a:p>
          <a:p>
            <a:pPr>
              <a:buFont typeface="Wingdings" panose="05000000000000000000" pitchFamily="2" charset="2"/>
              <a:buNone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272061F-BDFA-41A6-9DA3-7B3DF9B4D2D5}" type="slidenum">
              <a:rPr lang="en-US" altLang="zh-CN" smtClean="0"/>
              <a:pPr>
                <a:defRPr/>
              </a:pPr>
              <a:t>136</a:t>
            </a:fld>
            <a:endParaRPr lang="en-US" altLang="zh-CN"/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>
              <a:defRPr/>
            </a:pPr>
            <a:r>
              <a:rPr lang="zh-CN" altLang="en-US" sz="3600" dirty="0" smtClean="0"/>
              <a:t>习题</a:t>
            </a:r>
            <a:r>
              <a:rPr lang="en-US" altLang="zh-CN" sz="3600" dirty="0" smtClean="0"/>
              <a:t>3.2-3</a:t>
            </a:r>
            <a:endParaRPr lang="zh-CN" altLang="en-US" sz="3600" dirty="0" smtClean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04800" y="1066800"/>
            <a:ext cx="8692480" cy="5486400"/>
          </a:xfrm>
        </p:spPr>
        <p:txBody>
          <a:bodyPr/>
          <a:lstStyle/>
          <a:p>
            <a:pPr marL="0" indent="0"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kumimoji="1" lang="zh-CN" altLang="zh-CN" sz="3200" dirty="0" smtClean="0">
                <a:effectLst/>
                <a:latin typeface="Times New Roman"/>
              </a:rPr>
              <a:t>设</a:t>
            </a:r>
            <a:r>
              <a:rPr kumimoji="1" lang="en-US" altLang="zh-CN" sz="3200" dirty="0">
                <a:effectLst/>
                <a:latin typeface="Times New Roman"/>
              </a:rPr>
              <a:t>G=</a:t>
            </a:r>
            <a:r>
              <a:rPr kumimoji="1" lang="en-US" altLang="zh-CN" sz="3200" dirty="0">
                <a:effectLst/>
                <a:latin typeface="Times New Roman"/>
                <a:sym typeface="Symbol" pitchFamily="18" charset="2"/>
              </a:rPr>
              <a:t></a:t>
            </a:r>
            <a:r>
              <a:rPr kumimoji="1" lang="en-US" altLang="zh-CN" sz="3200" dirty="0" err="1" smtClean="0">
                <a:effectLst/>
                <a:latin typeface="Times New Roman"/>
              </a:rPr>
              <a:t>xP</a:t>
            </a:r>
            <a:r>
              <a:rPr kumimoji="1" lang="en-US" altLang="zh-CN" sz="3200" dirty="0" smtClean="0">
                <a:effectLst/>
                <a:latin typeface="Times New Roman"/>
              </a:rPr>
              <a:t> (</a:t>
            </a:r>
            <a:r>
              <a:rPr kumimoji="1" lang="en-US" altLang="zh-CN" sz="3200" dirty="0">
                <a:effectLst/>
                <a:latin typeface="Times New Roman"/>
              </a:rPr>
              <a:t>x)</a:t>
            </a:r>
            <a:r>
              <a:rPr kumimoji="1" lang="en-US" altLang="zh-CN" sz="3200" dirty="0">
                <a:effectLst/>
                <a:latin typeface="Times New Roman"/>
                <a:sym typeface="Symbol" pitchFamily="18" charset="2"/>
              </a:rPr>
              <a:t></a:t>
            </a:r>
            <a:r>
              <a:rPr kumimoji="1" lang="en-US" altLang="zh-CN" sz="3200" dirty="0" err="1">
                <a:effectLst/>
                <a:latin typeface="Times New Roman"/>
              </a:rPr>
              <a:t>xP</a:t>
            </a:r>
            <a:r>
              <a:rPr kumimoji="1" lang="en-US" altLang="zh-CN" sz="3200" dirty="0">
                <a:effectLst/>
                <a:latin typeface="Times New Roman"/>
              </a:rPr>
              <a:t>(x)</a:t>
            </a:r>
            <a:r>
              <a:rPr kumimoji="1" lang="zh-CN" altLang="zh-CN" sz="3200" dirty="0">
                <a:effectLst/>
                <a:latin typeface="Times New Roman"/>
              </a:rPr>
              <a:t>。</a:t>
            </a:r>
            <a:br>
              <a:rPr kumimoji="1" lang="zh-CN" altLang="zh-CN" sz="3200" dirty="0">
                <a:effectLst/>
                <a:latin typeface="Times New Roman"/>
              </a:rPr>
            </a:br>
            <a:r>
              <a:rPr kumimoji="1" lang="en-US" altLang="zh-CN" sz="3200" dirty="0">
                <a:effectLst/>
                <a:latin typeface="Times New Roman"/>
              </a:rPr>
              <a:t>(1)</a:t>
            </a:r>
            <a:r>
              <a:rPr kumimoji="1" lang="zh-CN" altLang="zh-CN" sz="3200" dirty="0">
                <a:effectLst/>
                <a:latin typeface="Times New Roman"/>
              </a:rPr>
              <a:t>若解释</a:t>
            </a:r>
            <a:r>
              <a:rPr kumimoji="1" lang="en-US" altLang="zh-CN" sz="3200" dirty="0">
                <a:effectLst/>
                <a:latin typeface="Times New Roman"/>
              </a:rPr>
              <a:t>I</a:t>
            </a:r>
            <a:r>
              <a:rPr kumimoji="1" lang="zh-CN" altLang="zh-CN" sz="3200" dirty="0">
                <a:effectLst/>
                <a:latin typeface="Times New Roman"/>
              </a:rPr>
              <a:t>的非空区域</a:t>
            </a:r>
            <a:r>
              <a:rPr kumimoji="1" lang="en-US" altLang="zh-CN" sz="3200" dirty="0">
                <a:effectLst/>
                <a:latin typeface="Times New Roman"/>
              </a:rPr>
              <a:t>D</a:t>
            </a:r>
            <a:r>
              <a:rPr kumimoji="1" lang="zh-CN" altLang="zh-CN" sz="3200" dirty="0">
                <a:effectLst/>
                <a:latin typeface="Times New Roman"/>
              </a:rPr>
              <a:t>包含仅仅一个元素，则</a:t>
            </a:r>
            <a:r>
              <a:rPr kumimoji="1" lang="en-US" altLang="zh-CN" sz="3200" dirty="0">
                <a:effectLst/>
                <a:latin typeface="Times New Roman"/>
              </a:rPr>
              <a:t>G</a:t>
            </a:r>
            <a:r>
              <a:rPr kumimoji="1" lang="zh-CN" altLang="zh-CN" sz="3200" dirty="0">
                <a:effectLst/>
                <a:latin typeface="Times New Roman"/>
              </a:rPr>
              <a:t>在</a:t>
            </a:r>
            <a:r>
              <a:rPr kumimoji="1" lang="en-US" altLang="zh-CN" sz="3200" dirty="0">
                <a:effectLst/>
                <a:latin typeface="Times New Roman"/>
              </a:rPr>
              <a:t>I</a:t>
            </a:r>
            <a:r>
              <a:rPr kumimoji="1" lang="zh-CN" altLang="zh-CN" sz="3200" dirty="0">
                <a:effectLst/>
                <a:latin typeface="Times New Roman"/>
              </a:rPr>
              <a:t>下取</a:t>
            </a:r>
            <a:r>
              <a:rPr kumimoji="1" lang="en-US" altLang="zh-CN" sz="3200" dirty="0">
                <a:effectLst/>
                <a:latin typeface="Times New Roman"/>
              </a:rPr>
              <a:t>1</a:t>
            </a:r>
            <a:r>
              <a:rPr kumimoji="1" lang="zh-CN" altLang="zh-CN" sz="3200" dirty="0">
                <a:effectLst/>
                <a:latin typeface="Times New Roman"/>
              </a:rPr>
              <a:t>值</a:t>
            </a:r>
            <a:r>
              <a:rPr kumimoji="1" lang="zh-CN" altLang="zh-CN" sz="3200" dirty="0" smtClean="0">
                <a:effectLst/>
                <a:latin typeface="Times New Roman"/>
              </a:rPr>
              <a:t>。</a:t>
            </a:r>
            <a:endParaRPr kumimoji="1" lang="en-US" altLang="zh-CN" sz="3200" dirty="0" smtClean="0">
              <a:effectLst/>
              <a:latin typeface="Times New Roman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Clr>
                <a:srgbClr val="FFCC00"/>
              </a:buClr>
              <a:buSzPct val="85000"/>
              <a:buFont typeface="Wingdings" panose="05000000000000000000" pitchFamily="2" charset="2"/>
              <a:buNone/>
              <a:defRPr/>
            </a:pPr>
            <a:r>
              <a:rPr kumimoji="1" lang="zh-CN" altLang="en-US" sz="3200" dirty="0" smtClean="0">
                <a:solidFill>
                  <a:srgbClr val="FFCC00"/>
                </a:solidFill>
                <a:effectLst/>
                <a:latin typeface="Times New Roman"/>
              </a:rPr>
              <a:t>解：</a:t>
            </a:r>
            <a:r>
              <a:rPr kumimoji="1" lang="zh-CN" altLang="zh-CN" sz="3200" dirty="0" smtClean="0">
                <a:solidFill>
                  <a:srgbClr val="FFFFFF"/>
                </a:solidFill>
                <a:effectLst/>
                <a:latin typeface="Times New Roman"/>
              </a:rPr>
              <a:t>设</a:t>
            </a:r>
            <a:r>
              <a:rPr kumimoji="1" lang="en-US" altLang="zh-CN" sz="3200" dirty="0">
                <a:solidFill>
                  <a:srgbClr val="FFFFFF"/>
                </a:solidFill>
                <a:effectLst/>
                <a:latin typeface="Times New Roman"/>
              </a:rPr>
              <a:t>D</a:t>
            </a:r>
            <a:r>
              <a:rPr kumimoji="1" lang="zh-CN" altLang="zh-CN" sz="3200" dirty="0">
                <a:solidFill>
                  <a:srgbClr val="FFFFFF"/>
                </a:solidFill>
                <a:effectLst/>
                <a:latin typeface="Times New Roman"/>
              </a:rPr>
              <a:t>仅含的元素为</a:t>
            </a:r>
            <a:r>
              <a:rPr kumimoji="1" lang="en-US" altLang="zh-CN" sz="3200" dirty="0">
                <a:solidFill>
                  <a:srgbClr val="FFFFFF"/>
                </a:solidFill>
                <a:effectLst/>
                <a:latin typeface="Times New Roman"/>
              </a:rPr>
              <a:t>a.    D={a}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Clr>
                <a:srgbClr val="FFCC00"/>
              </a:buClr>
              <a:buSzPct val="85000"/>
              <a:buFont typeface="Wingdings" panose="05000000000000000000" pitchFamily="2" charset="2"/>
              <a:buChar char="v"/>
              <a:defRPr/>
            </a:pPr>
            <a:r>
              <a:rPr kumimoji="1" lang="zh-CN" altLang="en-US" sz="3200" dirty="0" smtClean="0">
                <a:solidFill>
                  <a:srgbClr val="FFCC00"/>
                </a:solidFill>
                <a:effectLst/>
                <a:latin typeface="Times New Roman"/>
              </a:rPr>
              <a:t>方法一</a:t>
            </a:r>
            <a:r>
              <a:rPr kumimoji="1" lang="zh-CN" altLang="zh-CN" sz="3200" dirty="0">
                <a:solidFill>
                  <a:srgbClr val="FFFFFF"/>
                </a:solidFill>
                <a:effectLst/>
                <a:latin typeface="Times New Roman"/>
              </a:rPr>
              <a:t>： </a:t>
            </a:r>
            <a:endParaRPr kumimoji="1" lang="en-US" altLang="zh-CN" sz="3200" dirty="0">
              <a:solidFill>
                <a:srgbClr val="FFFFFF"/>
              </a:solidFill>
              <a:effectLst/>
              <a:latin typeface="Times New Roman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Clr>
                <a:srgbClr val="FFCC00"/>
              </a:buClr>
              <a:buSzPct val="85000"/>
              <a:buFont typeface="Wingdings" panose="05000000000000000000" pitchFamily="2" charset="2"/>
              <a:buNone/>
              <a:defRPr/>
            </a:pPr>
            <a:r>
              <a:rPr kumimoji="1" lang="en-US" altLang="zh-CN" sz="3200" dirty="0">
                <a:solidFill>
                  <a:srgbClr val="FFFFFF"/>
                </a:solidFill>
                <a:effectLst/>
                <a:latin typeface="Times New Roman"/>
              </a:rPr>
              <a:t>T</a:t>
            </a:r>
            <a:r>
              <a:rPr kumimoji="1" lang="en-US" altLang="zh-CN" sz="3200" baseline="-25000" dirty="0">
                <a:solidFill>
                  <a:srgbClr val="FFFFFF"/>
                </a:solidFill>
                <a:effectLst/>
                <a:latin typeface="Times New Roman"/>
              </a:rPr>
              <a:t>I</a:t>
            </a:r>
            <a:r>
              <a:rPr kumimoji="1" lang="en-US" altLang="zh-CN" sz="3200" dirty="0">
                <a:solidFill>
                  <a:srgbClr val="FFFFFF"/>
                </a:solidFill>
                <a:effectLst/>
                <a:latin typeface="Times New Roman"/>
              </a:rPr>
              <a:t>(G)=T</a:t>
            </a:r>
            <a:r>
              <a:rPr kumimoji="1" lang="en-US" altLang="zh-CN" sz="3200" baseline="-25000" dirty="0">
                <a:solidFill>
                  <a:srgbClr val="FFFFFF"/>
                </a:solidFill>
                <a:effectLst/>
                <a:latin typeface="Times New Roman"/>
              </a:rPr>
              <a:t>I</a:t>
            </a:r>
            <a:r>
              <a:rPr kumimoji="1" lang="en-US" altLang="zh-CN" sz="3200" dirty="0">
                <a:solidFill>
                  <a:srgbClr val="FFFFFF"/>
                </a:solidFill>
                <a:effectLst/>
                <a:latin typeface="Times New Roman"/>
              </a:rPr>
              <a:t>(P(a)</a:t>
            </a:r>
            <a:r>
              <a:rPr kumimoji="1" lang="en-US" altLang="zh-CN" sz="3200" dirty="0">
                <a:solidFill>
                  <a:srgbClr val="FFFFFF"/>
                </a:solidFill>
                <a:effectLst/>
                <a:latin typeface="Times New Roman"/>
                <a:sym typeface="Symbol" pitchFamily="18" charset="2"/>
              </a:rPr>
              <a:t></a:t>
            </a:r>
            <a:r>
              <a:rPr kumimoji="1" lang="en-US" altLang="zh-CN" sz="3200" dirty="0">
                <a:solidFill>
                  <a:srgbClr val="FFFFFF"/>
                </a:solidFill>
                <a:effectLst/>
                <a:latin typeface="Times New Roman"/>
              </a:rPr>
              <a:t>P(a))=1     </a:t>
            </a:r>
            <a:endParaRPr kumimoji="1" lang="en-US" altLang="zh-CN" sz="3200" dirty="0" smtClean="0">
              <a:solidFill>
                <a:srgbClr val="FFFFFF"/>
              </a:solidFill>
              <a:effectLst/>
              <a:latin typeface="Times New Roman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Clr>
                <a:srgbClr val="FFCC00"/>
              </a:buClr>
              <a:buSzPct val="85000"/>
              <a:buFont typeface="Wingdings" panose="05000000000000000000" pitchFamily="2" charset="2"/>
              <a:buNone/>
              <a:defRPr/>
            </a:pPr>
            <a:r>
              <a:rPr kumimoji="1" lang="en-US" altLang="zh-CN" sz="3200" dirty="0" smtClean="0">
                <a:solidFill>
                  <a:srgbClr val="FFFFFF"/>
                </a:solidFill>
                <a:effectLst/>
                <a:latin typeface="Times New Roman"/>
              </a:rPr>
              <a:t> </a:t>
            </a:r>
            <a:r>
              <a:rPr kumimoji="1" lang="zh-CN" altLang="en-US" sz="3200" dirty="0" smtClean="0">
                <a:solidFill>
                  <a:srgbClr val="FFCC00"/>
                </a:solidFill>
                <a:latin typeface="Times New Roman"/>
              </a:rPr>
              <a:t>方法二</a:t>
            </a:r>
            <a:r>
              <a:rPr kumimoji="1" lang="zh-CN" altLang="en-US" sz="3200" dirty="0">
                <a:solidFill>
                  <a:srgbClr val="FFFFFF"/>
                </a:solidFill>
                <a:latin typeface="Times New Roman"/>
              </a:rPr>
              <a:t>：</a:t>
            </a:r>
            <a:endParaRPr kumimoji="1" lang="en-US" altLang="zh-CN" sz="3200" dirty="0">
              <a:solidFill>
                <a:srgbClr val="FFFFFF"/>
              </a:solidFill>
              <a:latin typeface="Times New Roman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Clr>
                <a:srgbClr val="FFCC00"/>
              </a:buClr>
              <a:buSzPct val="85000"/>
              <a:buFont typeface="Wingdings" panose="05000000000000000000" pitchFamily="2" charset="2"/>
              <a:buNone/>
              <a:defRPr/>
            </a:pPr>
            <a:r>
              <a:rPr kumimoji="1" lang="zh-CN" altLang="en-US" sz="3200" dirty="0">
                <a:solidFill>
                  <a:srgbClr val="FFFFFF"/>
                </a:solidFill>
                <a:latin typeface="Times New Roman"/>
              </a:rPr>
              <a:t>当  </a:t>
            </a:r>
            <a:r>
              <a:rPr kumimoji="1" lang="en-US" altLang="zh-CN" sz="3200" dirty="0">
                <a:solidFill>
                  <a:srgbClr val="FFFFFF"/>
                </a:solidFill>
                <a:effectLst/>
                <a:latin typeface="Times New Roman"/>
              </a:rPr>
              <a:t>D={a} </a:t>
            </a:r>
            <a:r>
              <a:rPr kumimoji="1" lang="zh-CN" altLang="en-US" sz="3200" dirty="0">
                <a:solidFill>
                  <a:srgbClr val="FFFFFF"/>
                </a:solidFill>
                <a:effectLst/>
                <a:latin typeface="Times New Roman"/>
              </a:rPr>
              <a:t>时，</a:t>
            </a:r>
            <a:endParaRPr kumimoji="1" lang="en-US" altLang="zh-CN" sz="3200" dirty="0">
              <a:solidFill>
                <a:srgbClr val="FFFFFF"/>
              </a:solidFill>
              <a:latin typeface="Times New Roman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Clr>
                <a:srgbClr val="FFCC00"/>
              </a:buClr>
              <a:buSzPct val="85000"/>
              <a:buFont typeface="Wingdings" panose="05000000000000000000" pitchFamily="2" charset="2"/>
              <a:buNone/>
              <a:defRPr/>
            </a:pPr>
            <a:r>
              <a:rPr kumimoji="1" lang="zh-CN" altLang="en-US" sz="3200" dirty="0">
                <a:solidFill>
                  <a:srgbClr val="FFFFFF"/>
                </a:solidFill>
                <a:effectLst/>
                <a:latin typeface="Times New Roman"/>
                <a:sym typeface="Symbol" pitchFamily="18" charset="2"/>
              </a:rPr>
              <a:t>若</a:t>
            </a:r>
            <a:r>
              <a:rPr kumimoji="1" lang="en-US" altLang="zh-CN" sz="3200" dirty="0">
                <a:solidFill>
                  <a:srgbClr val="FFFFFF"/>
                </a:solidFill>
                <a:effectLst/>
                <a:latin typeface="Times New Roman"/>
                <a:sym typeface="Symbol" pitchFamily="18" charset="2"/>
              </a:rPr>
              <a:t></a:t>
            </a:r>
            <a:r>
              <a:rPr kumimoji="1" lang="en-US" altLang="zh-CN" sz="3200" dirty="0" err="1">
                <a:solidFill>
                  <a:srgbClr val="FFFFFF"/>
                </a:solidFill>
                <a:effectLst/>
                <a:latin typeface="Times New Roman"/>
              </a:rPr>
              <a:t>xP</a:t>
            </a:r>
            <a:r>
              <a:rPr kumimoji="1" lang="en-US" altLang="zh-CN" sz="3200" dirty="0">
                <a:solidFill>
                  <a:srgbClr val="FFFFFF"/>
                </a:solidFill>
                <a:effectLst/>
                <a:latin typeface="Times New Roman"/>
              </a:rPr>
              <a:t> (x)</a:t>
            </a:r>
            <a:r>
              <a:rPr kumimoji="1" lang="zh-CN" altLang="en-US" sz="3200" dirty="0">
                <a:solidFill>
                  <a:srgbClr val="FFFFFF"/>
                </a:solidFill>
                <a:effectLst/>
                <a:latin typeface="Times New Roman"/>
              </a:rPr>
              <a:t>在</a:t>
            </a:r>
            <a:r>
              <a:rPr kumimoji="1" lang="en-US" altLang="zh-CN" sz="3200" dirty="0">
                <a:solidFill>
                  <a:srgbClr val="FFFFFF"/>
                </a:solidFill>
                <a:effectLst/>
                <a:latin typeface="Times New Roman"/>
              </a:rPr>
              <a:t>I</a:t>
            </a:r>
            <a:r>
              <a:rPr kumimoji="1" lang="zh-CN" altLang="en-US" sz="3200" dirty="0">
                <a:solidFill>
                  <a:srgbClr val="FFFFFF"/>
                </a:solidFill>
                <a:effectLst/>
                <a:latin typeface="Times New Roman"/>
              </a:rPr>
              <a:t>下为</a:t>
            </a:r>
            <a:r>
              <a:rPr kumimoji="1" lang="en-US" altLang="zh-CN" sz="3200" dirty="0">
                <a:solidFill>
                  <a:srgbClr val="FFFFFF"/>
                </a:solidFill>
                <a:effectLst/>
                <a:latin typeface="Times New Roman"/>
              </a:rPr>
              <a:t>1,</a:t>
            </a:r>
            <a:r>
              <a:rPr kumimoji="1" lang="zh-CN" altLang="en-US" sz="3200" dirty="0">
                <a:solidFill>
                  <a:srgbClr val="FFFFFF"/>
                </a:solidFill>
                <a:effectLst/>
                <a:latin typeface="Times New Roman"/>
              </a:rPr>
              <a:t>则</a:t>
            </a:r>
            <a:r>
              <a:rPr kumimoji="1" lang="en-US" altLang="zh-CN" sz="3200" dirty="0">
                <a:solidFill>
                  <a:srgbClr val="FFFFFF"/>
                </a:solidFill>
                <a:effectLst/>
                <a:latin typeface="Times New Roman"/>
                <a:sym typeface="Symbol" pitchFamily="18" charset="2"/>
              </a:rPr>
              <a:t></a:t>
            </a:r>
            <a:r>
              <a:rPr kumimoji="1" lang="en-US" altLang="zh-CN" sz="3200" dirty="0" err="1">
                <a:solidFill>
                  <a:srgbClr val="FFFFFF"/>
                </a:solidFill>
                <a:effectLst/>
                <a:latin typeface="Times New Roman"/>
              </a:rPr>
              <a:t>xP</a:t>
            </a:r>
            <a:r>
              <a:rPr kumimoji="1" lang="en-US" altLang="zh-CN" sz="3200" dirty="0">
                <a:solidFill>
                  <a:srgbClr val="FFFFFF"/>
                </a:solidFill>
                <a:effectLst/>
                <a:latin typeface="Times New Roman"/>
              </a:rPr>
              <a:t>(x) I</a:t>
            </a:r>
            <a:r>
              <a:rPr kumimoji="1" lang="zh-CN" altLang="en-US" sz="3200" dirty="0">
                <a:solidFill>
                  <a:srgbClr val="FFFFFF"/>
                </a:solidFill>
                <a:effectLst/>
                <a:latin typeface="Times New Roman"/>
              </a:rPr>
              <a:t>下为</a:t>
            </a:r>
            <a:r>
              <a:rPr kumimoji="1" lang="en-US" altLang="zh-CN" sz="3200" dirty="0">
                <a:solidFill>
                  <a:srgbClr val="FFFFFF"/>
                </a:solidFill>
                <a:effectLst/>
                <a:latin typeface="Times New Roman"/>
              </a:rPr>
              <a:t>1,G</a:t>
            </a:r>
            <a:r>
              <a:rPr kumimoji="1" lang="zh-CN" altLang="en-US" sz="3200" dirty="0">
                <a:solidFill>
                  <a:srgbClr val="FFFFFF"/>
                </a:solidFill>
                <a:effectLst/>
                <a:latin typeface="Times New Roman"/>
              </a:rPr>
              <a:t>在</a:t>
            </a:r>
            <a:r>
              <a:rPr kumimoji="1" lang="en-US" altLang="zh-CN" sz="3200" dirty="0">
                <a:solidFill>
                  <a:srgbClr val="FFFFFF"/>
                </a:solidFill>
                <a:effectLst/>
                <a:latin typeface="Times New Roman"/>
              </a:rPr>
              <a:t>I</a:t>
            </a:r>
            <a:r>
              <a:rPr kumimoji="1" lang="zh-CN" altLang="en-US" sz="3200" dirty="0">
                <a:solidFill>
                  <a:srgbClr val="FFFFFF"/>
                </a:solidFill>
                <a:effectLst/>
                <a:latin typeface="Times New Roman"/>
              </a:rPr>
              <a:t>下</a:t>
            </a:r>
            <a:r>
              <a:rPr kumimoji="1" lang="zh-CN" altLang="en-US" sz="3200" dirty="0" smtClean="0">
                <a:solidFill>
                  <a:srgbClr val="FFFFFF"/>
                </a:solidFill>
                <a:effectLst/>
                <a:latin typeface="Times New Roman"/>
              </a:rPr>
              <a:t>为</a:t>
            </a:r>
            <a:r>
              <a:rPr kumimoji="1" lang="en-US" altLang="zh-CN" sz="3200" dirty="0" smtClean="0">
                <a:solidFill>
                  <a:srgbClr val="FFFFFF"/>
                </a:solidFill>
                <a:effectLst/>
                <a:latin typeface="Times New Roman"/>
              </a:rPr>
              <a:t>1</a:t>
            </a:r>
            <a:r>
              <a:rPr kumimoji="1" lang="en-US" altLang="zh-CN" sz="3200" dirty="0">
                <a:solidFill>
                  <a:srgbClr val="FFFFFF"/>
                </a:solidFill>
                <a:effectLst/>
                <a:latin typeface="Times New Roman"/>
              </a:rPr>
              <a:t>.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Clr>
                <a:srgbClr val="FFCC00"/>
              </a:buClr>
              <a:buSzPct val="85000"/>
              <a:buFont typeface="Wingdings" panose="05000000000000000000" pitchFamily="2" charset="2"/>
              <a:buNone/>
              <a:defRPr/>
            </a:pPr>
            <a:r>
              <a:rPr kumimoji="1" lang="zh-CN" altLang="en-US" sz="3200" dirty="0">
                <a:solidFill>
                  <a:srgbClr val="FFFFFF"/>
                </a:solidFill>
                <a:effectLst/>
                <a:latin typeface="Times New Roman"/>
                <a:sym typeface="Symbol" pitchFamily="18" charset="2"/>
              </a:rPr>
              <a:t>若</a:t>
            </a:r>
            <a:r>
              <a:rPr kumimoji="1" lang="en-US" altLang="zh-CN" sz="3200" dirty="0">
                <a:solidFill>
                  <a:srgbClr val="FFFFFF"/>
                </a:solidFill>
                <a:effectLst/>
                <a:latin typeface="Times New Roman"/>
                <a:sym typeface="Symbol" pitchFamily="18" charset="2"/>
              </a:rPr>
              <a:t></a:t>
            </a:r>
            <a:r>
              <a:rPr kumimoji="1" lang="en-US" altLang="zh-CN" sz="3200" dirty="0" err="1">
                <a:solidFill>
                  <a:srgbClr val="FFFFFF"/>
                </a:solidFill>
                <a:effectLst/>
                <a:latin typeface="Times New Roman"/>
              </a:rPr>
              <a:t>xP</a:t>
            </a:r>
            <a:r>
              <a:rPr kumimoji="1" lang="en-US" altLang="zh-CN" sz="3200" dirty="0">
                <a:solidFill>
                  <a:srgbClr val="FFFFFF"/>
                </a:solidFill>
                <a:effectLst/>
                <a:latin typeface="Times New Roman"/>
              </a:rPr>
              <a:t> (x)</a:t>
            </a:r>
            <a:r>
              <a:rPr kumimoji="1" lang="zh-CN" altLang="en-US" sz="3200" dirty="0">
                <a:solidFill>
                  <a:srgbClr val="FFFFFF"/>
                </a:solidFill>
                <a:effectLst/>
                <a:latin typeface="Times New Roman"/>
              </a:rPr>
              <a:t>在</a:t>
            </a:r>
            <a:r>
              <a:rPr kumimoji="1" lang="en-US" altLang="zh-CN" sz="3200" dirty="0">
                <a:solidFill>
                  <a:srgbClr val="FFFFFF"/>
                </a:solidFill>
                <a:effectLst/>
                <a:latin typeface="Times New Roman"/>
              </a:rPr>
              <a:t>I</a:t>
            </a:r>
            <a:r>
              <a:rPr kumimoji="1" lang="zh-CN" altLang="en-US" sz="3200" dirty="0">
                <a:solidFill>
                  <a:srgbClr val="FFFFFF"/>
                </a:solidFill>
                <a:effectLst/>
                <a:latin typeface="Times New Roman"/>
              </a:rPr>
              <a:t>下为</a:t>
            </a:r>
            <a:r>
              <a:rPr kumimoji="1" lang="en-US" altLang="zh-CN" sz="3200" dirty="0">
                <a:solidFill>
                  <a:srgbClr val="FFFFFF"/>
                </a:solidFill>
                <a:effectLst/>
                <a:latin typeface="Times New Roman"/>
              </a:rPr>
              <a:t>0</a:t>
            </a:r>
            <a:r>
              <a:rPr kumimoji="1" lang="zh-CN" altLang="en-US" sz="3200" dirty="0">
                <a:solidFill>
                  <a:srgbClr val="FFFFFF"/>
                </a:solidFill>
                <a:effectLst/>
                <a:latin typeface="Times New Roman"/>
              </a:rPr>
              <a:t>，</a:t>
            </a:r>
            <a:r>
              <a:rPr kumimoji="1" lang="en-US" altLang="zh-CN" sz="3200" dirty="0">
                <a:solidFill>
                  <a:srgbClr val="FFFFFF"/>
                </a:solidFill>
                <a:effectLst/>
                <a:latin typeface="Times New Roman"/>
              </a:rPr>
              <a:t>G</a:t>
            </a:r>
            <a:r>
              <a:rPr kumimoji="1" lang="zh-CN" altLang="en-US" sz="3200" dirty="0">
                <a:solidFill>
                  <a:srgbClr val="FFFFFF"/>
                </a:solidFill>
                <a:effectLst/>
                <a:latin typeface="Times New Roman"/>
              </a:rPr>
              <a:t>在</a:t>
            </a:r>
            <a:r>
              <a:rPr kumimoji="1" lang="en-US" altLang="zh-CN" sz="3200" dirty="0">
                <a:solidFill>
                  <a:srgbClr val="FFFFFF"/>
                </a:solidFill>
                <a:effectLst/>
                <a:latin typeface="Times New Roman"/>
              </a:rPr>
              <a:t>I</a:t>
            </a:r>
            <a:r>
              <a:rPr kumimoji="1" lang="zh-CN" altLang="en-US" sz="3200" dirty="0">
                <a:solidFill>
                  <a:srgbClr val="FFFFFF"/>
                </a:solidFill>
                <a:effectLst/>
                <a:latin typeface="Times New Roman"/>
              </a:rPr>
              <a:t>下为</a:t>
            </a:r>
            <a:r>
              <a:rPr kumimoji="1" lang="en-US" altLang="zh-CN" sz="3200" dirty="0">
                <a:solidFill>
                  <a:srgbClr val="FFFFFF"/>
                </a:solidFill>
                <a:effectLst/>
                <a:latin typeface="Times New Roman"/>
              </a:rPr>
              <a:t>1.</a:t>
            </a:r>
            <a:r>
              <a:rPr kumimoji="1" lang="zh-CN" altLang="en-US" sz="3200" dirty="0">
                <a:solidFill>
                  <a:srgbClr val="FFFFFF"/>
                </a:solidFill>
                <a:latin typeface="Times New Roman"/>
              </a:rPr>
              <a:t> 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A03DB21-A496-412D-9D91-F7EB61B50A2B}" type="slidenum">
              <a:rPr lang="en-US" altLang="zh-CN" smtClean="0">
                <a:solidFill>
                  <a:srgbClr val="FFFFFF"/>
                </a:solidFill>
              </a:rPr>
              <a:pPr>
                <a:defRPr/>
              </a:pPr>
              <a:t>137</a:t>
            </a:fld>
            <a:endParaRPr lang="en-US" altLang="zh-CN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2211550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>
              <a:defRPr/>
            </a:pPr>
            <a:r>
              <a:rPr lang="zh-CN" altLang="en-US" sz="3600" dirty="0" smtClean="0"/>
              <a:t>习题</a:t>
            </a:r>
            <a:r>
              <a:rPr lang="en-US" altLang="zh-CN" sz="3600" dirty="0" smtClean="0"/>
              <a:t>3.2-3</a:t>
            </a:r>
            <a:endParaRPr lang="zh-CN" altLang="en-US" sz="3600" dirty="0" smtClean="0"/>
          </a:p>
        </p:txBody>
      </p:sp>
      <p:sp>
        <p:nvSpPr>
          <p:cNvPr id="22530" name="内容占位符 2"/>
          <p:cNvSpPr>
            <a:spLocks noGrp="1"/>
          </p:cNvSpPr>
          <p:nvPr>
            <p:ph idx="1"/>
          </p:nvPr>
        </p:nvSpPr>
        <p:spPr>
          <a:xfrm>
            <a:off x="381000" y="1143000"/>
            <a:ext cx="8352928" cy="533400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zh-CN" altLang="zh-CN" sz="3200" dirty="0" smtClean="0"/>
              <a:t>设</a:t>
            </a:r>
            <a:r>
              <a:rPr lang="en-US" altLang="zh-CN" sz="3200" dirty="0" smtClean="0"/>
              <a:t>G=</a:t>
            </a:r>
            <a:r>
              <a:rPr lang="en-US" altLang="zh-CN" sz="3200" dirty="0" smtClean="0">
                <a:sym typeface="Symbol" panose="05050102010706020507" pitchFamily="18" charset="2"/>
              </a:rPr>
              <a:t></a:t>
            </a:r>
            <a:r>
              <a:rPr lang="en-US" altLang="zh-CN" sz="3200" dirty="0" err="1" smtClean="0"/>
              <a:t>xP</a:t>
            </a:r>
            <a:r>
              <a:rPr lang="en-US" altLang="zh-CN" sz="3200" dirty="0" smtClean="0"/>
              <a:t> (x)</a:t>
            </a:r>
            <a:r>
              <a:rPr lang="en-US" altLang="zh-CN" sz="3200" dirty="0" smtClean="0">
                <a:sym typeface="Symbol" panose="05050102010706020507" pitchFamily="18" charset="2"/>
              </a:rPr>
              <a:t></a:t>
            </a:r>
            <a:r>
              <a:rPr lang="en-US" altLang="zh-CN" sz="3200" dirty="0" err="1" smtClean="0"/>
              <a:t>xP</a:t>
            </a:r>
            <a:r>
              <a:rPr lang="en-US" altLang="zh-CN" sz="3200" dirty="0" smtClean="0"/>
              <a:t>(x)</a:t>
            </a:r>
            <a:r>
              <a:rPr lang="zh-CN" altLang="zh-CN" sz="3200" dirty="0" smtClean="0"/>
              <a:t>。</a:t>
            </a:r>
            <a:endParaRPr lang="en-US" altLang="zh-CN" sz="3200" dirty="0" smtClean="0"/>
          </a:p>
          <a:p>
            <a:pPr>
              <a:buFont typeface="Wingdings" panose="05000000000000000000" pitchFamily="2" charset="2"/>
              <a:buNone/>
            </a:pPr>
            <a:r>
              <a:rPr lang="en-US" altLang="zh-CN" sz="3200" dirty="0" smtClean="0"/>
              <a:t>(2)</a:t>
            </a:r>
            <a:r>
              <a:rPr lang="zh-CN" altLang="zh-CN" sz="3200" dirty="0" smtClean="0"/>
              <a:t>设</a:t>
            </a:r>
            <a:r>
              <a:rPr lang="en-US" altLang="zh-CN" sz="3200" dirty="0" smtClean="0"/>
              <a:t>D={a</a:t>
            </a:r>
            <a:r>
              <a:rPr lang="zh-CN" altLang="zh-CN" sz="3200" dirty="0" smtClean="0"/>
              <a:t>，</a:t>
            </a:r>
            <a:r>
              <a:rPr lang="en-US" altLang="zh-CN" sz="3200" dirty="0" smtClean="0"/>
              <a:t>b}</a:t>
            </a:r>
            <a:r>
              <a:rPr lang="zh-CN" altLang="zh-CN" sz="3200" dirty="0" smtClean="0"/>
              <a:t>，试找出一个</a:t>
            </a:r>
            <a:r>
              <a:rPr lang="en-US" altLang="zh-CN" sz="3200" dirty="0" smtClean="0"/>
              <a:t>D</a:t>
            </a:r>
            <a:r>
              <a:rPr lang="zh-CN" altLang="zh-CN" sz="3200" dirty="0" smtClean="0"/>
              <a:t>上的解释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zh-CN" sz="3200" dirty="0" smtClean="0"/>
              <a:t>，使</a:t>
            </a:r>
            <a:r>
              <a:rPr lang="en-US" altLang="zh-CN" sz="3200" dirty="0" smtClean="0"/>
              <a:t>G</a:t>
            </a:r>
            <a:r>
              <a:rPr lang="zh-CN" altLang="zh-CN" sz="3200" dirty="0" smtClean="0"/>
              <a:t>在</a:t>
            </a:r>
            <a:r>
              <a:rPr lang="en-US" altLang="zh-CN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zh-CN" sz="3200" dirty="0" smtClean="0"/>
              <a:t>下取</a:t>
            </a:r>
            <a:r>
              <a:rPr lang="en-US" altLang="zh-CN" sz="3200" dirty="0" smtClean="0"/>
              <a:t>0</a:t>
            </a:r>
            <a:r>
              <a:rPr lang="zh-CN" altLang="zh-CN" sz="3200" dirty="0" smtClean="0"/>
              <a:t>值。</a:t>
            </a:r>
            <a:endParaRPr lang="en-US" altLang="zh-CN" sz="3200" dirty="0" smtClean="0"/>
          </a:p>
          <a:p>
            <a:pPr>
              <a:buFont typeface="Wingdings" panose="05000000000000000000" pitchFamily="2" charset="2"/>
              <a:buNone/>
            </a:pPr>
            <a:r>
              <a:rPr lang="en-US" altLang="zh-CN" u="sng" dirty="0" smtClean="0"/>
              <a:t>P(a)   P(b)  </a:t>
            </a:r>
            <a:r>
              <a:rPr lang="en-US" altLang="zh-CN" dirty="0" smtClean="0"/>
              <a:t> </a:t>
            </a:r>
            <a:r>
              <a:rPr lang="zh-CN" altLang="en-US" dirty="0" smtClean="0"/>
              <a:t>或    </a:t>
            </a:r>
            <a:r>
              <a:rPr lang="en-US" altLang="zh-CN" u="sng" dirty="0" smtClean="0"/>
              <a:t> P(a)   P(b) </a:t>
            </a:r>
            <a:endParaRPr lang="en-US" altLang="zh-CN" dirty="0" smtClean="0">
              <a:solidFill>
                <a:srgbClr val="FFC000"/>
              </a:solidFill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dirty="0" smtClean="0"/>
              <a:t>   1        0              0         1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dirty="0" smtClean="0"/>
              <a:t>T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dirty="0" smtClean="0"/>
              <a:t>(G)=T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dirty="0" smtClean="0"/>
              <a:t> (</a:t>
            </a:r>
            <a:r>
              <a:rPr lang="en-US" altLang="zh-CN" dirty="0" smtClean="0">
                <a:sym typeface="Symbol" panose="05050102010706020507" pitchFamily="18" charset="2"/>
              </a:rPr>
              <a:t></a:t>
            </a:r>
            <a:r>
              <a:rPr lang="en-US" altLang="zh-CN" dirty="0" err="1" smtClean="0"/>
              <a:t>xP</a:t>
            </a:r>
            <a:r>
              <a:rPr lang="en-US" altLang="zh-CN" dirty="0" smtClean="0"/>
              <a:t> (x)</a:t>
            </a:r>
            <a:r>
              <a:rPr lang="en-US" altLang="zh-CN" dirty="0" smtClean="0">
                <a:sym typeface="Symbol" panose="05050102010706020507" pitchFamily="18" charset="2"/>
              </a:rPr>
              <a:t></a:t>
            </a:r>
            <a:r>
              <a:rPr lang="en-US" altLang="zh-CN" dirty="0" err="1" smtClean="0"/>
              <a:t>xP</a:t>
            </a:r>
            <a:r>
              <a:rPr lang="en-US" altLang="zh-CN" dirty="0" smtClean="0"/>
              <a:t>(x))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dirty="0" smtClean="0"/>
              <a:t>        =T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dirty="0" smtClean="0"/>
              <a:t>((P(a)</a:t>
            </a:r>
            <a:r>
              <a:rPr lang="en-US" altLang="zh-CN" dirty="0" smtClean="0">
                <a:sym typeface="Symbol" panose="05050102010706020507" pitchFamily="18" charset="2"/>
              </a:rPr>
              <a:t> </a:t>
            </a:r>
            <a:r>
              <a:rPr lang="en-US" altLang="zh-CN" dirty="0" smtClean="0"/>
              <a:t>P(b))</a:t>
            </a:r>
            <a:r>
              <a:rPr lang="en-US" altLang="zh-CN" dirty="0" smtClean="0">
                <a:sym typeface="Symbol" panose="05050102010706020507" pitchFamily="18" charset="2"/>
              </a:rPr>
              <a:t> </a:t>
            </a:r>
            <a:r>
              <a:rPr lang="en-US" altLang="zh-CN" dirty="0" smtClean="0"/>
              <a:t>(P(a)</a:t>
            </a:r>
            <a:r>
              <a:rPr lang="en-US" altLang="zh-CN" dirty="0" smtClean="0">
                <a:sym typeface="Symbol" panose="05050102010706020507" pitchFamily="18" charset="2"/>
              </a:rPr>
              <a:t> ∧</a:t>
            </a:r>
            <a:r>
              <a:rPr lang="en-US" altLang="zh-CN" dirty="0" smtClean="0"/>
              <a:t>P(b))</a:t>
            </a:r>
            <a:r>
              <a:rPr lang="en-US" altLang="zh-CN" dirty="0" smtClean="0">
                <a:sym typeface="Symbol" panose="05050102010706020507" pitchFamily="18" charset="2"/>
              </a:rPr>
              <a:t> )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dirty="0" smtClean="0">
                <a:sym typeface="Symbol" panose="05050102010706020507" pitchFamily="18" charset="2"/>
              </a:rPr>
              <a:t>         =1  0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dirty="0" smtClean="0">
                <a:sym typeface="Symbol" panose="05050102010706020507" pitchFamily="18" charset="2"/>
              </a:rPr>
              <a:t>         =0</a:t>
            </a:r>
            <a:endParaRPr lang="en-US" altLang="zh-CN" dirty="0" smtClean="0"/>
          </a:p>
          <a:p>
            <a:pPr>
              <a:buFont typeface="Wingdings" panose="05000000000000000000" pitchFamily="2" charset="2"/>
              <a:buNone/>
            </a:pPr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1367455137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5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5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25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5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25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25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253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253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25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25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25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25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CFEA009-4484-4E18-BC08-5F5B51D406FD}" type="slidenum">
              <a:rPr lang="en-US" altLang="zh-CN" smtClean="0">
                <a:solidFill>
                  <a:srgbClr val="FFFFFF"/>
                </a:solidFill>
              </a:rPr>
              <a:pPr>
                <a:defRPr/>
              </a:pPr>
              <a:t>139</a:t>
            </a:fld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304800" y="65088"/>
            <a:ext cx="8382000" cy="6705600"/>
          </a:xfrm>
        </p:spPr>
        <p:txBody>
          <a:bodyPr/>
          <a:lstStyle/>
          <a:p>
            <a:pPr marL="0" indent="0"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zh-CN" altLang="zh-CN" sz="2900" kern="100" dirty="0" smtClean="0">
                <a:solidFill>
                  <a:srgbClr val="FFC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将公式</a:t>
            </a:r>
            <a:r>
              <a:rPr lang="en-US" altLang="zh-CN" sz="3200" kern="100" dirty="0" smtClean="0">
                <a:solidFill>
                  <a:srgbClr val="FFC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3200" kern="100" dirty="0" smtClean="0">
                <a:solidFill>
                  <a:srgbClr val="FFC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x(P(x) </a:t>
            </a:r>
            <a:r>
              <a:rPr lang="en-US" altLang="zh-CN" sz="3200" kern="100" dirty="0" smtClean="0">
                <a:solidFill>
                  <a:srgbClr val="FFC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3200" kern="100" dirty="0" smtClean="0">
                <a:solidFill>
                  <a:srgbClr val="FFC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Q(</a:t>
            </a:r>
            <a:r>
              <a:rPr lang="en-US" altLang="zh-CN" sz="3200" kern="100" dirty="0" err="1" smtClean="0">
                <a:solidFill>
                  <a:srgbClr val="FFC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x,y</a:t>
            </a:r>
            <a:r>
              <a:rPr lang="en-US" altLang="zh-CN" sz="3200" kern="100" dirty="0" smtClean="0">
                <a:solidFill>
                  <a:srgbClr val="FFC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)) </a:t>
            </a:r>
            <a:r>
              <a:rPr lang="en-US" altLang="zh-CN" sz="3200" kern="100" dirty="0" smtClean="0">
                <a:solidFill>
                  <a:srgbClr val="FFC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3200" kern="100" dirty="0" smtClean="0">
                <a:solidFill>
                  <a:srgbClr val="FFC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3200" kern="100" dirty="0" smtClean="0">
                <a:solidFill>
                  <a:srgbClr val="FFC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n-US" altLang="zh-CN" sz="3200" kern="100" dirty="0" err="1" smtClean="0">
                <a:solidFill>
                  <a:srgbClr val="FFC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yP</a:t>
            </a:r>
            <a:r>
              <a:rPr lang="en-US" altLang="zh-CN" sz="3200" kern="100" dirty="0" smtClean="0">
                <a:solidFill>
                  <a:srgbClr val="FFC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(y) </a:t>
            </a:r>
            <a:r>
              <a:rPr lang="en-US" altLang="zh-CN" sz="3200" kern="100" dirty="0" smtClean="0">
                <a:solidFill>
                  <a:srgbClr val="FFC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</a:t>
            </a:r>
            <a:r>
              <a:rPr lang="en-US" altLang="zh-CN" sz="3200" kern="100" dirty="0" err="1" smtClean="0">
                <a:solidFill>
                  <a:srgbClr val="FFC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zQ</a:t>
            </a:r>
            <a:r>
              <a:rPr lang="en-US" altLang="zh-CN" sz="3200" kern="100" dirty="0" smtClean="0">
                <a:solidFill>
                  <a:srgbClr val="FFC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3200" kern="100" dirty="0" err="1" smtClean="0">
                <a:solidFill>
                  <a:srgbClr val="FFC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y,z</a:t>
            </a:r>
            <a:r>
              <a:rPr lang="en-US" altLang="zh-CN" sz="3200" kern="100" dirty="0" smtClean="0">
                <a:solidFill>
                  <a:srgbClr val="FFC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))</a:t>
            </a:r>
            <a:r>
              <a:rPr lang="zh-CN" altLang="zh-CN" sz="2900" kern="100" dirty="0" smtClean="0">
                <a:solidFill>
                  <a:srgbClr val="FFC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化成等价的前束范式并给出其</a:t>
            </a:r>
            <a:r>
              <a:rPr lang="en-US" altLang="zh-CN" sz="2900" kern="100" dirty="0" err="1" smtClean="0">
                <a:solidFill>
                  <a:srgbClr val="FFC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Skolem</a:t>
            </a:r>
            <a:r>
              <a:rPr lang="zh-CN" altLang="zh-CN" sz="2900" kern="100" dirty="0" smtClean="0">
                <a:solidFill>
                  <a:srgbClr val="FFC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范式</a:t>
            </a:r>
            <a:endParaRPr lang="en-US" altLang="zh-CN" sz="2900" kern="100" dirty="0" smtClean="0">
              <a:solidFill>
                <a:srgbClr val="FFC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 algn="just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altLang="zh-CN" sz="3100" kern="100" dirty="0" smtClean="0"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</a:t>
            </a:r>
            <a:r>
              <a:rPr lang="en-US" altLang="zh-CN" sz="3100" kern="100" dirty="0" smtClean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x(P(x) </a:t>
            </a:r>
            <a:r>
              <a:rPr lang="en-US" altLang="zh-CN" sz="3100" kern="100" dirty="0" smtClean="0"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</a:t>
            </a:r>
            <a:r>
              <a:rPr lang="en-US" altLang="zh-CN" sz="3100" kern="100" dirty="0" smtClean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Q(</a:t>
            </a:r>
            <a:r>
              <a:rPr lang="en-US" altLang="zh-CN" sz="3100" kern="100" dirty="0" err="1" smtClean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x,y</a:t>
            </a:r>
            <a:r>
              <a:rPr lang="en-US" altLang="zh-CN" sz="3100" kern="100" dirty="0" smtClean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)) </a:t>
            </a:r>
            <a:r>
              <a:rPr lang="en-US" altLang="zh-CN" sz="3100" kern="100" dirty="0" smtClean="0"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</a:t>
            </a:r>
            <a:r>
              <a:rPr lang="en-US" altLang="zh-CN" sz="3100" kern="100" dirty="0" smtClean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3100" kern="100" dirty="0" smtClean="0"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</a:t>
            </a:r>
            <a:r>
              <a:rPr lang="en-US" altLang="zh-CN" sz="3100" kern="100" dirty="0" err="1" smtClean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yP</a:t>
            </a:r>
            <a:r>
              <a:rPr lang="en-US" altLang="zh-CN" sz="3100" kern="100" dirty="0" smtClean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(y) </a:t>
            </a:r>
            <a:r>
              <a:rPr lang="en-US" altLang="zh-CN" sz="3100" kern="100" dirty="0" smtClean="0"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</a:t>
            </a:r>
            <a:r>
              <a:rPr lang="en-US" altLang="zh-CN" sz="3100" kern="100" dirty="0" err="1" smtClean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zQ</a:t>
            </a:r>
            <a:r>
              <a:rPr lang="en-US" altLang="zh-CN" sz="3100" kern="100" dirty="0" smtClean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3100" kern="100" dirty="0" err="1" smtClean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y,z</a:t>
            </a:r>
            <a:r>
              <a:rPr lang="en-US" altLang="zh-CN" sz="3100" kern="100" dirty="0" smtClean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))</a:t>
            </a:r>
            <a:endParaRPr lang="zh-CN" altLang="zh-CN" sz="3100" kern="100" dirty="0" smtClean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just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altLang="zh-CN" sz="3100" kern="100" dirty="0" smtClean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en-US" altLang="zh-CN" sz="3100" kern="100" dirty="0" smtClean="0"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</a:t>
            </a:r>
            <a:r>
              <a:rPr lang="en-US" altLang="zh-CN" sz="3100" kern="100" dirty="0" smtClean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x(</a:t>
            </a:r>
            <a:r>
              <a:rPr lang="en-US" altLang="zh-CN" sz="3100" kern="100" dirty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 </a:t>
            </a:r>
            <a:r>
              <a:rPr lang="en-US" altLang="zh-CN" sz="3100" kern="100" dirty="0" smtClean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P(x) </a:t>
            </a:r>
            <a:r>
              <a:rPr lang="en-US" altLang="zh-CN" sz="3100" kern="100" dirty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 </a:t>
            </a:r>
            <a:r>
              <a:rPr lang="en-US" altLang="zh-CN" sz="3100" kern="100" dirty="0" smtClean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Q(</a:t>
            </a:r>
            <a:r>
              <a:rPr lang="en-US" altLang="zh-CN" sz="3100" kern="100" dirty="0" err="1" smtClean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x,y</a:t>
            </a:r>
            <a:r>
              <a:rPr lang="en-US" altLang="zh-CN" sz="3100" kern="100" dirty="0" smtClean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)) </a:t>
            </a:r>
            <a:r>
              <a:rPr lang="en-US" altLang="zh-CN" sz="3100" kern="100" dirty="0" smtClean="0"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</a:t>
            </a:r>
            <a:r>
              <a:rPr lang="en-US" altLang="zh-CN" sz="3100" kern="100" dirty="0" smtClean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3100" kern="100" dirty="0" smtClean="0"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</a:t>
            </a:r>
            <a:r>
              <a:rPr lang="en-US" altLang="zh-CN" sz="3100" kern="100" dirty="0" err="1" smtClean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yP</a:t>
            </a:r>
            <a:r>
              <a:rPr lang="en-US" altLang="zh-CN" sz="3100" kern="100" dirty="0" smtClean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(y) </a:t>
            </a:r>
            <a:r>
              <a:rPr lang="en-US" altLang="zh-CN" sz="3100" kern="100" dirty="0" smtClean="0"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</a:t>
            </a:r>
            <a:r>
              <a:rPr lang="en-US" altLang="zh-CN" sz="3100" kern="100" dirty="0" err="1" smtClean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zQ</a:t>
            </a:r>
            <a:r>
              <a:rPr lang="en-US" altLang="zh-CN" sz="3100" kern="100" dirty="0" smtClean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3100" kern="100" dirty="0" err="1" smtClean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y,z</a:t>
            </a:r>
            <a:r>
              <a:rPr lang="en-US" altLang="zh-CN" sz="3100" kern="100" dirty="0" smtClean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))</a:t>
            </a:r>
            <a:endParaRPr lang="zh-CN" altLang="zh-CN" sz="3100" kern="100" dirty="0" smtClean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just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altLang="zh-CN" sz="3100" kern="100" dirty="0" smtClean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en-US" altLang="zh-CN" sz="3100" kern="100" dirty="0" smtClean="0"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</a:t>
            </a:r>
            <a:r>
              <a:rPr lang="en-US" altLang="zh-CN" sz="3100" kern="100" dirty="0" smtClean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en-US" altLang="zh-CN" sz="3100" kern="100" dirty="0" smtClean="0"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</a:t>
            </a:r>
            <a:r>
              <a:rPr lang="en-US" altLang="zh-CN" sz="3100" kern="100" dirty="0" smtClean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3100" kern="100" dirty="0" smtClean="0"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</a:t>
            </a:r>
            <a:r>
              <a:rPr lang="en-US" altLang="zh-CN" sz="3100" kern="100" dirty="0" smtClean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P(x) </a:t>
            </a:r>
            <a:r>
              <a:rPr lang="en-US" altLang="zh-CN" sz="3100" kern="100" dirty="0" smtClean="0"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</a:t>
            </a:r>
            <a:r>
              <a:rPr lang="en-US" altLang="zh-CN" sz="3100" kern="100" dirty="0" smtClean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Q(</a:t>
            </a:r>
            <a:r>
              <a:rPr lang="en-US" altLang="zh-CN" sz="3100" kern="100" dirty="0" err="1" smtClean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x,y</a:t>
            </a:r>
            <a:r>
              <a:rPr lang="en-US" altLang="zh-CN" sz="3100" kern="100" dirty="0" smtClean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)) </a:t>
            </a:r>
            <a:r>
              <a:rPr lang="en-US" altLang="zh-CN" sz="3100" kern="100" dirty="0" smtClean="0"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</a:t>
            </a:r>
            <a:r>
              <a:rPr lang="en-US" altLang="zh-CN" sz="3100" kern="100" dirty="0" smtClean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3100" kern="100" dirty="0" smtClean="0"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</a:t>
            </a:r>
            <a:r>
              <a:rPr lang="en-US" altLang="zh-CN" sz="3100" kern="100" dirty="0" err="1" smtClean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yP</a:t>
            </a:r>
            <a:r>
              <a:rPr lang="en-US" altLang="zh-CN" sz="3100" kern="100" dirty="0" smtClean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(y) </a:t>
            </a:r>
            <a:r>
              <a:rPr lang="en-US" altLang="zh-CN" sz="3100" kern="100" dirty="0" smtClean="0"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</a:t>
            </a:r>
            <a:r>
              <a:rPr lang="en-US" altLang="zh-CN" sz="3100" kern="100" dirty="0" err="1" smtClean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zQ</a:t>
            </a:r>
            <a:r>
              <a:rPr lang="en-US" altLang="zh-CN" sz="3100" kern="100" dirty="0" smtClean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3100" kern="100" dirty="0" err="1" smtClean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y,z</a:t>
            </a:r>
            <a:r>
              <a:rPr lang="en-US" altLang="zh-CN" sz="3100" kern="100" dirty="0" smtClean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))</a:t>
            </a:r>
            <a:endParaRPr lang="zh-CN" altLang="zh-CN" sz="3100" kern="100" dirty="0" smtClean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just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altLang="zh-CN" sz="3100" kern="100" dirty="0" smtClean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en-US" altLang="zh-CN" sz="3100" kern="100" dirty="0" smtClean="0"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</a:t>
            </a:r>
            <a:r>
              <a:rPr lang="en-US" altLang="zh-CN" sz="3100" kern="100" dirty="0" smtClean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x(P(x) </a:t>
            </a:r>
            <a:r>
              <a:rPr lang="en-US" altLang="zh-CN" sz="3100" kern="100" dirty="0" smtClean="0"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</a:t>
            </a:r>
            <a:r>
              <a:rPr lang="en-US" altLang="zh-CN" sz="3100" kern="100" dirty="0" smtClean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Q(</a:t>
            </a:r>
            <a:r>
              <a:rPr lang="en-US" altLang="zh-CN" sz="3100" kern="100" dirty="0" err="1" smtClean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x,y</a:t>
            </a:r>
            <a:r>
              <a:rPr lang="en-US" altLang="zh-CN" sz="3100" kern="100" dirty="0" smtClean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)) </a:t>
            </a:r>
            <a:r>
              <a:rPr lang="en-US" altLang="zh-CN" sz="3100" kern="100" dirty="0" smtClean="0"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</a:t>
            </a:r>
            <a:r>
              <a:rPr lang="en-US" altLang="zh-CN" sz="3100" kern="100" dirty="0" smtClean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3100" kern="100" dirty="0" smtClean="0"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</a:t>
            </a:r>
            <a:r>
              <a:rPr lang="en-US" altLang="zh-CN" sz="3100" kern="100" dirty="0" err="1" smtClean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yP</a:t>
            </a:r>
            <a:r>
              <a:rPr lang="en-US" altLang="zh-CN" sz="3100" kern="100" dirty="0" smtClean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(y) </a:t>
            </a:r>
            <a:r>
              <a:rPr lang="en-US" altLang="zh-CN" sz="3100" kern="100" dirty="0" smtClean="0"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</a:t>
            </a:r>
            <a:r>
              <a:rPr lang="en-US" altLang="zh-CN" sz="3100" kern="100" dirty="0" err="1" smtClean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zQ</a:t>
            </a:r>
            <a:r>
              <a:rPr lang="en-US" altLang="zh-CN" sz="3100" kern="100" dirty="0" smtClean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3100" kern="100" dirty="0" err="1" smtClean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y,z</a:t>
            </a:r>
            <a:r>
              <a:rPr lang="en-US" altLang="zh-CN" sz="3100" kern="100" dirty="0" smtClean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))</a:t>
            </a:r>
            <a:endParaRPr lang="zh-CN" altLang="zh-CN" sz="3100" kern="100" dirty="0" smtClean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just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altLang="zh-CN" sz="3100" kern="100" dirty="0" smtClean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en-US" altLang="zh-CN" sz="3100" kern="100" dirty="0" smtClean="0"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</a:t>
            </a:r>
            <a:r>
              <a:rPr lang="en-US" altLang="zh-CN" sz="3100" kern="100" dirty="0" smtClean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x(P(x) </a:t>
            </a:r>
            <a:r>
              <a:rPr lang="en-US" altLang="zh-CN" sz="3100" kern="100" dirty="0" smtClean="0"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</a:t>
            </a:r>
            <a:r>
              <a:rPr lang="en-US" altLang="zh-CN" sz="3100" kern="100" dirty="0" smtClean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Q(</a:t>
            </a:r>
            <a:r>
              <a:rPr lang="en-US" altLang="zh-CN" sz="3100" kern="100" dirty="0" err="1" smtClean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x,y</a:t>
            </a:r>
            <a:r>
              <a:rPr lang="en-US" altLang="zh-CN" sz="3100" kern="100" dirty="0" smtClean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)) </a:t>
            </a:r>
            <a:r>
              <a:rPr lang="en-US" altLang="zh-CN" sz="3100" kern="100" dirty="0" smtClean="0"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</a:t>
            </a:r>
            <a:r>
              <a:rPr lang="en-US" altLang="zh-CN" sz="3100" kern="100" dirty="0" smtClean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3100" kern="100" dirty="0" smtClean="0"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</a:t>
            </a:r>
            <a:r>
              <a:rPr lang="en-US" altLang="zh-CN" sz="3100" kern="100" dirty="0" err="1" smtClean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tP</a:t>
            </a:r>
            <a:r>
              <a:rPr lang="en-US" altLang="zh-CN" sz="3100" kern="100" dirty="0" smtClean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(t) </a:t>
            </a:r>
            <a:r>
              <a:rPr lang="en-US" altLang="zh-CN" sz="3100" kern="100" dirty="0" smtClean="0"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</a:t>
            </a:r>
            <a:r>
              <a:rPr lang="en-US" altLang="zh-CN" sz="3100" kern="100" dirty="0" err="1" smtClean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zQ</a:t>
            </a:r>
            <a:r>
              <a:rPr lang="en-US" altLang="zh-CN" sz="3100" kern="100" dirty="0" smtClean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3100" kern="100" dirty="0" err="1" smtClean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y,z</a:t>
            </a:r>
            <a:r>
              <a:rPr lang="en-US" altLang="zh-CN" sz="3100" kern="100" dirty="0" smtClean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))</a:t>
            </a:r>
          </a:p>
          <a:p>
            <a:pPr marL="0" indent="0" algn="just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altLang="zh-CN" sz="3100" kern="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en-US" altLang="zh-CN" sz="3100" kern="100" dirty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</a:t>
            </a:r>
            <a:r>
              <a:rPr lang="en-US" altLang="zh-CN" sz="3100" kern="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en-US" altLang="zh-CN" sz="31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((P(x) </a:t>
            </a:r>
            <a:r>
              <a:rPr lang="en-US" altLang="zh-CN" sz="3100" kern="100" dirty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</a:t>
            </a:r>
            <a:r>
              <a:rPr lang="en-US" altLang="zh-CN" sz="31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Q(</a:t>
            </a:r>
            <a:r>
              <a:rPr lang="en-US" altLang="zh-CN" sz="3100" kern="1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x,y</a:t>
            </a:r>
            <a:r>
              <a:rPr lang="en-US" altLang="zh-CN" sz="31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)) </a:t>
            </a:r>
            <a:r>
              <a:rPr lang="en-US" altLang="zh-CN" sz="3100" kern="1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</a:t>
            </a:r>
            <a:r>
              <a:rPr lang="en-US" altLang="zh-CN" sz="3100" kern="100" dirty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</a:t>
            </a:r>
            <a:r>
              <a:rPr lang="en-US" altLang="zh-CN" sz="31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 </a:t>
            </a:r>
            <a:r>
              <a:rPr lang="en-US" altLang="zh-CN" sz="3100" kern="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3100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P(t) </a:t>
            </a:r>
            <a:r>
              <a:rPr lang="en-US" altLang="zh-CN" sz="3100" kern="1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</a:t>
            </a:r>
            <a:r>
              <a:rPr lang="en-US" altLang="zh-CN" sz="3100" kern="1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z</a:t>
            </a:r>
            <a:r>
              <a:rPr lang="en-US" altLang="zh-CN" sz="3100" kern="100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Q</a:t>
            </a:r>
            <a:r>
              <a:rPr lang="en-US" altLang="zh-CN" sz="3100" kern="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3100" kern="100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y,z</a:t>
            </a:r>
            <a:r>
              <a:rPr lang="en-US" altLang="zh-CN" sz="3100" kern="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)))</a:t>
            </a:r>
            <a:endParaRPr lang="zh-CN" altLang="zh-CN" sz="3100" kern="100" dirty="0" smtClean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just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altLang="zh-CN" sz="3100" kern="100" dirty="0" smtClean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en-US" altLang="zh-CN" sz="3100" kern="100" dirty="0" smtClean="0"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</a:t>
            </a:r>
            <a:r>
              <a:rPr lang="en-US" altLang="zh-CN" sz="3100" kern="100" dirty="0" err="1" smtClean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en-US" altLang="zh-CN" sz="3100" kern="100" dirty="0" err="1" smtClean="0"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</a:t>
            </a:r>
            <a:r>
              <a:rPr lang="en-US" altLang="zh-CN" sz="3100" kern="100" dirty="0" err="1" smtClean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  <a:r>
              <a:rPr lang="en-US" altLang="zh-CN" sz="3100" kern="100" dirty="0" err="1" smtClean="0"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</a:t>
            </a:r>
            <a:r>
              <a:rPr lang="en-US" altLang="zh-CN" sz="3100" kern="100" dirty="0" err="1" smtClean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z</a:t>
            </a:r>
            <a:r>
              <a:rPr lang="en-US" altLang="zh-CN" sz="3100" kern="100" dirty="0" smtClean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((P(x) </a:t>
            </a:r>
            <a:r>
              <a:rPr lang="en-US" altLang="zh-CN" sz="3100" kern="100" dirty="0" smtClean="0"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</a:t>
            </a:r>
            <a:r>
              <a:rPr lang="en-US" altLang="zh-CN" sz="3100" kern="100" dirty="0" smtClean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Q(</a:t>
            </a:r>
            <a:r>
              <a:rPr lang="en-US" altLang="zh-CN" sz="3100" kern="100" dirty="0" err="1" smtClean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x,y</a:t>
            </a:r>
            <a:r>
              <a:rPr lang="en-US" altLang="zh-CN" sz="3100" kern="100" dirty="0" smtClean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)) </a:t>
            </a:r>
            <a:r>
              <a:rPr lang="en-US" altLang="zh-CN" sz="3100" kern="100" dirty="0" smtClean="0"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</a:t>
            </a:r>
            <a:r>
              <a:rPr lang="en-US" altLang="zh-CN" sz="3100" kern="100" dirty="0" smtClean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(P(t) </a:t>
            </a:r>
            <a:r>
              <a:rPr lang="en-US" altLang="zh-CN" sz="3100" kern="100" dirty="0" smtClean="0"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</a:t>
            </a:r>
            <a:r>
              <a:rPr lang="en-US" altLang="zh-CN" sz="3100" kern="100" dirty="0" smtClean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Q(</a:t>
            </a:r>
            <a:r>
              <a:rPr lang="en-US" altLang="zh-CN" sz="3100" kern="100" dirty="0" err="1" smtClean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y,z</a:t>
            </a:r>
            <a:r>
              <a:rPr lang="en-US" altLang="zh-CN" sz="3100" kern="100" smtClean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)))</a:t>
            </a:r>
            <a:endParaRPr lang="zh-CN" altLang="zh-CN" sz="3100" kern="100" dirty="0" smtClean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just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altLang="zh-CN" sz="3100" kern="100" dirty="0" smtClean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en-US" altLang="zh-CN" sz="3100" kern="100" dirty="0" smtClean="0"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</a:t>
            </a:r>
            <a:r>
              <a:rPr lang="en-US" altLang="zh-CN" sz="3100" kern="100" dirty="0" err="1" smtClean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en-US" altLang="zh-CN" sz="3100" kern="100" dirty="0" err="1" smtClean="0"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</a:t>
            </a:r>
            <a:r>
              <a:rPr lang="en-US" altLang="zh-CN" sz="3100" kern="100" dirty="0" err="1" smtClean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  <a:r>
              <a:rPr lang="en-US" altLang="zh-CN" sz="3100" kern="100" dirty="0" err="1" smtClean="0"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</a:t>
            </a:r>
            <a:r>
              <a:rPr lang="en-US" altLang="zh-CN" sz="3100" kern="100" dirty="0" err="1" smtClean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z</a:t>
            </a:r>
            <a:r>
              <a:rPr lang="en-US" altLang="zh-CN" sz="3100" kern="100" dirty="0" smtClean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((P(x) </a:t>
            </a:r>
            <a:r>
              <a:rPr lang="en-US" altLang="zh-CN" sz="3100" kern="100" dirty="0" smtClean="0"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</a:t>
            </a:r>
            <a:r>
              <a:rPr lang="en-US" altLang="zh-CN" sz="3100" kern="100" dirty="0" smtClean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P(t)) </a:t>
            </a:r>
            <a:r>
              <a:rPr lang="en-US" altLang="zh-CN" sz="3100" kern="100" dirty="0" smtClean="0"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</a:t>
            </a:r>
            <a:r>
              <a:rPr lang="en-US" altLang="zh-CN" sz="3100" kern="100" dirty="0" smtClean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3100" kern="100" dirty="0" smtClean="0"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</a:t>
            </a:r>
            <a:r>
              <a:rPr lang="en-US" altLang="zh-CN" sz="3100" kern="100" dirty="0" smtClean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Q(</a:t>
            </a:r>
            <a:r>
              <a:rPr lang="en-US" altLang="zh-CN" sz="3100" kern="100" dirty="0" err="1" smtClean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x,y</a:t>
            </a:r>
            <a:r>
              <a:rPr lang="en-US" altLang="zh-CN" sz="3100" kern="100" dirty="0" smtClean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) </a:t>
            </a:r>
            <a:r>
              <a:rPr lang="en-US" altLang="zh-CN" sz="3100" kern="100" dirty="0" smtClean="0"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</a:t>
            </a:r>
            <a:r>
              <a:rPr lang="en-US" altLang="zh-CN" sz="3100" kern="100" dirty="0" smtClean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P(t)) </a:t>
            </a:r>
            <a:r>
              <a:rPr lang="en-US" altLang="zh-CN" sz="3100" kern="100" dirty="0" smtClean="0"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</a:t>
            </a:r>
            <a:r>
              <a:rPr lang="en-US" altLang="zh-CN" sz="3100" kern="100" dirty="0" smtClean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( P(x) </a:t>
            </a:r>
            <a:r>
              <a:rPr lang="en-US" altLang="zh-CN" sz="3100" kern="100" dirty="0" smtClean="0"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</a:t>
            </a:r>
            <a:r>
              <a:rPr lang="en-US" altLang="zh-CN" sz="3100" kern="100" dirty="0" smtClean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Q(</a:t>
            </a:r>
            <a:r>
              <a:rPr lang="en-US" altLang="zh-CN" sz="3100" kern="100" dirty="0" err="1" smtClean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y,z</a:t>
            </a:r>
            <a:r>
              <a:rPr lang="en-US" altLang="zh-CN" sz="3100" kern="100" dirty="0" smtClean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)) </a:t>
            </a:r>
            <a:r>
              <a:rPr lang="en-US" altLang="zh-CN" sz="3100" kern="100" dirty="0" smtClean="0"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</a:t>
            </a:r>
            <a:r>
              <a:rPr lang="en-US" altLang="zh-CN" sz="3100" kern="100" dirty="0" smtClean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3100" kern="100" dirty="0" smtClean="0"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</a:t>
            </a:r>
            <a:r>
              <a:rPr lang="en-US" altLang="zh-CN" sz="3100" kern="100" dirty="0" smtClean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Q(</a:t>
            </a:r>
            <a:r>
              <a:rPr lang="en-US" altLang="zh-CN" sz="3100" kern="100" dirty="0" err="1" smtClean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x,y</a:t>
            </a:r>
            <a:r>
              <a:rPr lang="en-US" altLang="zh-CN" sz="3100" kern="100" dirty="0" smtClean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) </a:t>
            </a:r>
            <a:r>
              <a:rPr lang="en-US" altLang="zh-CN" sz="3100" kern="100" dirty="0" smtClean="0"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</a:t>
            </a:r>
            <a:r>
              <a:rPr lang="en-US" altLang="zh-CN" sz="3100" kern="100" dirty="0" smtClean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Q(</a:t>
            </a:r>
            <a:r>
              <a:rPr lang="en-US" altLang="zh-CN" sz="3100" kern="100" dirty="0" err="1" smtClean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y,z</a:t>
            </a:r>
            <a:r>
              <a:rPr lang="en-US" altLang="zh-CN" sz="3100" kern="100" dirty="0" smtClean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))</a:t>
            </a:r>
            <a:endParaRPr lang="zh-CN" altLang="zh-CN" sz="3100" kern="100" dirty="0" smtClean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just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zh-CN" altLang="zh-CN" sz="2900" kern="100" dirty="0" smtClean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用</a:t>
            </a:r>
            <a:r>
              <a:rPr lang="en-US" altLang="zh-CN" sz="2900" kern="100" dirty="0" smtClean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a, b, c</a:t>
            </a:r>
            <a:r>
              <a:rPr lang="zh-CN" altLang="zh-CN" sz="2900" kern="100" dirty="0" smtClean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代替</a:t>
            </a:r>
            <a:r>
              <a:rPr lang="en-US" altLang="zh-CN" sz="2900" kern="100" dirty="0" err="1" smtClean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x,t</a:t>
            </a:r>
            <a:r>
              <a:rPr lang="en-US" altLang="zh-CN" sz="2900" kern="100" dirty="0" smtClean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,z</a:t>
            </a:r>
            <a:r>
              <a:rPr lang="zh-CN" altLang="zh-CN" sz="2900" kern="100" dirty="0" smtClean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得</a:t>
            </a:r>
            <a:r>
              <a:rPr lang="en-US" altLang="zh-CN" sz="2900" kern="100" dirty="0" err="1" smtClean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Skolem</a:t>
            </a:r>
            <a:r>
              <a:rPr lang="zh-CN" altLang="zh-CN" sz="2900" kern="100" dirty="0" smtClean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范式</a:t>
            </a:r>
          </a:p>
          <a:p>
            <a:pPr marL="0" indent="0"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zh-CN" altLang="zh-CN" sz="2900" kern="100" dirty="0" smtClean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lang="en-US" altLang="zh-CN" sz="2900" kern="100" dirty="0" smtClean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P(a) </a:t>
            </a:r>
            <a:r>
              <a:rPr lang="en-US" altLang="zh-CN" sz="2900" kern="100" dirty="0" smtClean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900" kern="100" dirty="0" smtClean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P(b)) </a:t>
            </a:r>
            <a:r>
              <a:rPr lang="en-US" altLang="zh-CN" sz="2900" kern="100" dirty="0" smtClean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900" kern="100" dirty="0" smtClean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2900" kern="100" dirty="0" smtClean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900" kern="100" dirty="0" smtClean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Q(</a:t>
            </a:r>
            <a:r>
              <a:rPr lang="en-US" altLang="zh-CN" sz="2900" kern="100" dirty="0" err="1" smtClean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a,y</a:t>
            </a:r>
            <a:r>
              <a:rPr lang="en-US" altLang="zh-CN" sz="2900" kern="100" dirty="0" smtClean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) </a:t>
            </a:r>
            <a:r>
              <a:rPr lang="en-US" altLang="zh-CN" sz="2900" kern="100" dirty="0" smtClean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900" kern="100" dirty="0" smtClean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P(b)) </a:t>
            </a:r>
            <a:r>
              <a:rPr lang="en-US" altLang="zh-CN" sz="2900" kern="100" dirty="0" smtClean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900" kern="100" dirty="0" smtClean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( P(a) </a:t>
            </a:r>
            <a:r>
              <a:rPr lang="en-US" altLang="zh-CN" sz="2900" kern="100" dirty="0" smtClean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900" kern="100" dirty="0" smtClean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Q(</a:t>
            </a:r>
            <a:r>
              <a:rPr lang="en-US" altLang="zh-CN" sz="2900" kern="100" dirty="0" err="1" smtClean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y,c</a:t>
            </a:r>
            <a:r>
              <a:rPr lang="en-US" altLang="zh-CN" sz="2900" kern="100" dirty="0" smtClean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)) </a:t>
            </a:r>
            <a:r>
              <a:rPr lang="en-US" altLang="zh-CN" sz="2900" kern="100" dirty="0" smtClean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900" kern="100" dirty="0" smtClean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2900" kern="100" dirty="0" smtClean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900" kern="100" dirty="0" smtClean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Q(</a:t>
            </a:r>
            <a:r>
              <a:rPr lang="en-US" altLang="zh-CN" sz="2900" kern="100" dirty="0" err="1" smtClean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a,y</a:t>
            </a:r>
            <a:r>
              <a:rPr lang="en-US" altLang="zh-CN" sz="2900" kern="100" dirty="0" smtClean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) </a:t>
            </a:r>
            <a:r>
              <a:rPr lang="en-US" altLang="zh-CN" sz="2900" kern="100" dirty="0" smtClean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900" kern="100" dirty="0" smtClean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Q(</a:t>
            </a:r>
            <a:r>
              <a:rPr lang="en-US" altLang="zh-CN" sz="2900" kern="100" dirty="0" err="1" smtClean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y,c</a:t>
            </a:r>
            <a:r>
              <a:rPr lang="en-US" altLang="zh-CN" sz="2900" kern="100" dirty="0" smtClean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))</a:t>
            </a:r>
            <a:endParaRPr lang="zh-CN" altLang="en-US" sz="29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81880462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183178"/>
            <a:ext cx="7772400" cy="584775"/>
          </a:xfrm>
        </p:spPr>
        <p:txBody>
          <a:bodyPr/>
          <a:lstStyle/>
          <a:p>
            <a:pPr algn="l" eaLnBrk="1" hangingPunct="1">
              <a:defRPr/>
            </a:pPr>
            <a:r>
              <a:rPr lang="zh-CN" altLang="en-US" sz="3200" dirty="0" smtClean="0"/>
              <a:t>习题</a:t>
            </a:r>
            <a:r>
              <a:rPr lang="en-US" altLang="zh-CN" sz="3200" dirty="0" smtClean="0"/>
              <a:t>3.2-4</a:t>
            </a:r>
            <a:endParaRPr lang="zh-CN" altLang="en-US" sz="3200" dirty="0" smtClean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28600" y="685800"/>
            <a:ext cx="8686800" cy="59436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zh-CN" sz="2800" dirty="0" smtClean="0"/>
              <a:t>设</a:t>
            </a:r>
            <a:r>
              <a:rPr lang="en-US" altLang="zh-CN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zh-CN" sz="2800" dirty="0" smtClean="0"/>
              <a:t>是如下一个解释：</a:t>
            </a:r>
            <a:r>
              <a:rPr lang="en-US" altLang="zh-CN" sz="2800" dirty="0" smtClean="0"/>
              <a:t>         D={3</a:t>
            </a:r>
            <a:r>
              <a:rPr lang="zh-CN" altLang="zh-CN" sz="2800" dirty="0" smtClean="0"/>
              <a:t>，</a:t>
            </a:r>
            <a:r>
              <a:rPr lang="en-US" altLang="zh-CN" sz="2800" dirty="0" smtClean="0"/>
              <a:t>2}</a:t>
            </a:r>
            <a:endParaRPr lang="zh-CN" altLang="zh-CN" sz="2800" dirty="0" smtClean="0"/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800" u="sng" dirty="0" smtClean="0"/>
              <a:t> a  b  f(3)  f(2)  P(3</a:t>
            </a:r>
            <a:r>
              <a:rPr lang="zh-CN" altLang="zh-CN" sz="2800" u="sng" dirty="0" smtClean="0"/>
              <a:t>，</a:t>
            </a:r>
            <a:r>
              <a:rPr lang="en-US" altLang="zh-CN" sz="2800" u="sng" dirty="0" smtClean="0"/>
              <a:t>3)  P(3</a:t>
            </a:r>
            <a:r>
              <a:rPr lang="zh-CN" altLang="zh-CN" sz="2800" u="sng" dirty="0" smtClean="0"/>
              <a:t>，</a:t>
            </a:r>
            <a:r>
              <a:rPr lang="en-US" altLang="zh-CN" sz="2800" u="sng" dirty="0" smtClean="0"/>
              <a:t>2)  P(2</a:t>
            </a:r>
            <a:r>
              <a:rPr lang="zh-CN" altLang="zh-CN" sz="2800" u="sng" dirty="0" smtClean="0"/>
              <a:t>，</a:t>
            </a:r>
            <a:r>
              <a:rPr lang="en-US" altLang="zh-CN" sz="2800" u="sng" dirty="0" smtClean="0"/>
              <a:t>3)  P(2</a:t>
            </a:r>
            <a:r>
              <a:rPr lang="zh-CN" altLang="zh-CN" sz="2800" u="sng" dirty="0" smtClean="0"/>
              <a:t>，</a:t>
            </a:r>
            <a:r>
              <a:rPr lang="en-US" altLang="zh-CN" sz="2800" u="sng" dirty="0" smtClean="0"/>
              <a:t>2)</a:t>
            </a:r>
            <a:endParaRPr lang="zh-CN" altLang="zh-CN" sz="2800" dirty="0" smtClean="0"/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800" dirty="0" smtClean="0"/>
              <a:t> 3  2   2      3       1               1            0            0</a:t>
            </a:r>
            <a:endParaRPr lang="zh-CN" altLang="zh-CN" sz="2800" dirty="0" smtClean="0"/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zh-CN" altLang="zh-CN" sz="2800" dirty="0" smtClean="0">
                <a:solidFill>
                  <a:srgbClr val="FFC000"/>
                </a:solidFill>
              </a:rPr>
              <a:t>试求</a:t>
            </a:r>
            <a:r>
              <a:rPr lang="en-US" altLang="zh-CN" sz="2800" dirty="0">
                <a:solidFill>
                  <a:srgbClr val="FFC000"/>
                </a:solidFill>
              </a:rPr>
              <a:t>(3) </a:t>
            </a:r>
            <a:r>
              <a:rPr lang="en-US" altLang="zh-CN" sz="2800" dirty="0">
                <a:solidFill>
                  <a:srgbClr val="FFC000"/>
                </a:solidFill>
                <a:sym typeface="Symbol"/>
              </a:rPr>
              <a:t></a:t>
            </a:r>
            <a:r>
              <a:rPr lang="en-US" altLang="zh-CN" sz="2800" dirty="0" err="1">
                <a:solidFill>
                  <a:srgbClr val="FFC000"/>
                </a:solidFill>
              </a:rPr>
              <a:t>x</a:t>
            </a:r>
            <a:r>
              <a:rPr lang="en-US" altLang="zh-CN" sz="2800" dirty="0" err="1">
                <a:solidFill>
                  <a:srgbClr val="FFC000"/>
                </a:solidFill>
                <a:sym typeface="Symbol"/>
              </a:rPr>
              <a:t></a:t>
            </a:r>
            <a:r>
              <a:rPr lang="en-US" altLang="zh-CN" sz="2800" dirty="0" err="1">
                <a:solidFill>
                  <a:srgbClr val="FFC000"/>
                </a:solidFill>
              </a:rPr>
              <a:t>y</a:t>
            </a:r>
            <a:r>
              <a:rPr lang="en-US" altLang="zh-CN" sz="2800" dirty="0">
                <a:solidFill>
                  <a:srgbClr val="FFC000"/>
                </a:solidFill>
              </a:rPr>
              <a:t>(P(x</a:t>
            </a:r>
            <a:r>
              <a:rPr lang="zh-CN" altLang="zh-CN" sz="2800" dirty="0">
                <a:solidFill>
                  <a:srgbClr val="FFC000"/>
                </a:solidFill>
              </a:rPr>
              <a:t>，</a:t>
            </a:r>
            <a:r>
              <a:rPr lang="en-US" altLang="zh-CN" sz="2800" dirty="0">
                <a:solidFill>
                  <a:srgbClr val="FFC000"/>
                </a:solidFill>
              </a:rPr>
              <a:t>y)</a:t>
            </a:r>
            <a:r>
              <a:rPr lang="en-US" altLang="zh-CN" sz="2800" dirty="0">
                <a:solidFill>
                  <a:srgbClr val="FFC000"/>
                </a:solidFill>
                <a:sym typeface="Symbol"/>
              </a:rPr>
              <a:t></a:t>
            </a:r>
            <a:r>
              <a:rPr lang="en-US" altLang="zh-CN" sz="2800" dirty="0">
                <a:solidFill>
                  <a:srgbClr val="FFC000"/>
                </a:solidFill>
              </a:rPr>
              <a:t>P(f(x)</a:t>
            </a:r>
            <a:r>
              <a:rPr lang="zh-CN" altLang="zh-CN" sz="2800" dirty="0">
                <a:solidFill>
                  <a:srgbClr val="FFC000"/>
                </a:solidFill>
              </a:rPr>
              <a:t>，</a:t>
            </a:r>
            <a:r>
              <a:rPr lang="en-US" altLang="zh-CN" sz="2800" dirty="0">
                <a:solidFill>
                  <a:srgbClr val="FFC000"/>
                </a:solidFill>
              </a:rPr>
              <a:t>f(y</a:t>
            </a:r>
            <a:r>
              <a:rPr lang="en-US" altLang="zh-CN" sz="2800" dirty="0" smtClean="0">
                <a:solidFill>
                  <a:srgbClr val="FFC000"/>
                </a:solidFill>
              </a:rPr>
              <a:t>)))</a:t>
            </a:r>
            <a:r>
              <a:rPr lang="zh-CN" altLang="zh-CN" sz="2800" dirty="0" smtClean="0">
                <a:solidFill>
                  <a:srgbClr val="FFC000"/>
                </a:solidFill>
              </a:rPr>
              <a:t> 的真值：</a:t>
            </a:r>
            <a:endParaRPr lang="en-US" altLang="zh-CN" sz="2800" dirty="0" smtClean="0">
              <a:solidFill>
                <a:srgbClr val="FFC000"/>
              </a:solidFill>
            </a:endParaRP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800" dirty="0" smtClean="0">
                <a:latin typeface="Times New Roman" pitchFamily="18" charset="0"/>
              </a:rPr>
              <a:t>T</a:t>
            </a:r>
            <a:r>
              <a:rPr lang="en-US" altLang="zh-CN" sz="2800" b="1" baseline="-25000" dirty="0" smtClean="0">
                <a:latin typeface="Times New Roman" pitchFamily="18" charset="0"/>
              </a:rPr>
              <a:t>I</a:t>
            </a:r>
            <a:r>
              <a:rPr lang="en-US" altLang="zh-CN" sz="2800" dirty="0" smtClean="0"/>
              <a:t>(</a:t>
            </a:r>
            <a:r>
              <a:rPr lang="en-US" altLang="zh-CN" sz="2800" dirty="0">
                <a:sym typeface="Symbol"/>
              </a:rPr>
              <a:t></a:t>
            </a:r>
            <a:r>
              <a:rPr lang="en-US" altLang="zh-CN" sz="2800" dirty="0" err="1"/>
              <a:t>x</a:t>
            </a:r>
            <a:r>
              <a:rPr lang="en-US" altLang="zh-CN" sz="2800" dirty="0" err="1">
                <a:sym typeface="Symbol"/>
              </a:rPr>
              <a:t></a:t>
            </a:r>
            <a:r>
              <a:rPr lang="en-US" altLang="zh-CN" sz="2800" dirty="0" err="1"/>
              <a:t>y</a:t>
            </a:r>
            <a:r>
              <a:rPr lang="en-US" altLang="zh-CN" sz="2800" dirty="0"/>
              <a:t>(P(x</a:t>
            </a:r>
            <a:r>
              <a:rPr lang="zh-CN" altLang="zh-CN" sz="2800" dirty="0"/>
              <a:t>，</a:t>
            </a:r>
            <a:r>
              <a:rPr lang="en-US" altLang="zh-CN" sz="2800" dirty="0"/>
              <a:t>y)</a:t>
            </a:r>
            <a:r>
              <a:rPr lang="en-US" altLang="zh-CN" sz="2800" dirty="0">
                <a:sym typeface="Symbol"/>
              </a:rPr>
              <a:t></a:t>
            </a:r>
            <a:r>
              <a:rPr lang="en-US" altLang="zh-CN" sz="2800" dirty="0"/>
              <a:t>P(f(x)</a:t>
            </a:r>
            <a:r>
              <a:rPr lang="zh-CN" altLang="zh-CN" sz="2800" dirty="0"/>
              <a:t>，</a:t>
            </a:r>
            <a:r>
              <a:rPr lang="en-US" altLang="zh-CN" sz="2800" dirty="0"/>
              <a:t>f(y)))</a:t>
            </a:r>
            <a:r>
              <a:rPr lang="zh-CN" altLang="zh-CN" sz="2800" dirty="0"/>
              <a:t> </a:t>
            </a:r>
            <a:r>
              <a:rPr lang="en-US" altLang="zh-CN" sz="2800" dirty="0" smtClean="0"/>
              <a:t>)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800" dirty="0" smtClean="0"/>
              <a:t>=</a:t>
            </a:r>
            <a:r>
              <a:rPr lang="en-US" altLang="zh-CN" sz="2800" dirty="0" smtClean="0">
                <a:latin typeface="Times New Roman" pitchFamily="18" charset="0"/>
              </a:rPr>
              <a:t>T</a:t>
            </a:r>
            <a:r>
              <a:rPr lang="en-US" altLang="zh-CN" sz="2800" b="1" baseline="-25000" dirty="0" smtClean="0">
                <a:latin typeface="Times New Roman" pitchFamily="18" charset="0"/>
              </a:rPr>
              <a:t>I</a:t>
            </a:r>
            <a:r>
              <a:rPr lang="en-US" altLang="zh-CN" sz="2800" dirty="0" smtClean="0"/>
              <a:t>(</a:t>
            </a:r>
            <a:r>
              <a:rPr lang="en-US" altLang="zh-CN" sz="2800" dirty="0">
                <a:sym typeface="Symbol"/>
              </a:rPr>
              <a:t></a:t>
            </a:r>
            <a:r>
              <a:rPr lang="en-US" altLang="zh-CN" sz="2800" dirty="0" smtClean="0"/>
              <a:t>y(P(2, y</a:t>
            </a:r>
            <a:r>
              <a:rPr lang="en-US" altLang="zh-CN" sz="2800" dirty="0"/>
              <a:t>)</a:t>
            </a:r>
            <a:r>
              <a:rPr lang="en-US" altLang="zh-CN" sz="2800" dirty="0">
                <a:sym typeface="Symbol"/>
              </a:rPr>
              <a:t></a:t>
            </a:r>
            <a:r>
              <a:rPr lang="en-US" altLang="zh-CN" sz="2800" dirty="0" smtClean="0"/>
              <a:t>P(f(2),f(y))</a:t>
            </a:r>
            <a:r>
              <a:rPr lang="en-US" altLang="zh-CN" sz="2800" b="1" dirty="0" smtClean="0">
                <a:latin typeface="Times New Roman" pitchFamily="18" charset="0"/>
                <a:sym typeface="Symbol" pitchFamily="18" charset="2"/>
              </a:rPr>
              <a:t> </a:t>
            </a:r>
            <a:r>
              <a:rPr lang="en-US" altLang="zh-CN" sz="2800" b="1" dirty="0" smtClean="0">
                <a:solidFill>
                  <a:srgbClr val="FFC000"/>
                </a:solidFill>
                <a:latin typeface="Times New Roman" pitchFamily="18" charset="0"/>
                <a:sym typeface="Symbol" pitchFamily="18" charset="2"/>
              </a:rPr>
              <a:t></a:t>
            </a:r>
            <a:r>
              <a:rPr lang="en-US" altLang="zh-CN" sz="2800" dirty="0" smtClean="0">
                <a:sym typeface="Symbol"/>
              </a:rPr>
              <a:t></a:t>
            </a:r>
            <a:r>
              <a:rPr lang="en-US" altLang="zh-CN" sz="2800" dirty="0" smtClean="0"/>
              <a:t>y(P(3,y</a:t>
            </a:r>
            <a:r>
              <a:rPr lang="en-US" altLang="zh-CN" sz="2800" dirty="0"/>
              <a:t>)</a:t>
            </a:r>
            <a:r>
              <a:rPr lang="en-US" altLang="zh-CN" sz="2800" dirty="0">
                <a:sym typeface="Symbol"/>
              </a:rPr>
              <a:t></a:t>
            </a:r>
            <a:r>
              <a:rPr lang="en-US" altLang="zh-CN" sz="2800" dirty="0" smtClean="0"/>
              <a:t>P(f(3)</a:t>
            </a:r>
            <a:r>
              <a:rPr lang="zh-CN" altLang="zh-CN" sz="2800" dirty="0"/>
              <a:t>，</a:t>
            </a:r>
            <a:r>
              <a:rPr lang="en-US" altLang="zh-CN" sz="2800" dirty="0"/>
              <a:t>f(y</a:t>
            </a:r>
            <a:r>
              <a:rPr lang="en-US" altLang="zh-CN" sz="2800" dirty="0" smtClean="0"/>
              <a:t>)))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800" dirty="0"/>
              <a:t>=</a:t>
            </a:r>
            <a:r>
              <a:rPr lang="zh-CN" altLang="zh-CN" sz="2800" dirty="0" smtClean="0"/>
              <a:t> </a:t>
            </a:r>
            <a:r>
              <a:rPr lang="en-US" altLang="zh-CN" sz="2800" dirty="0" smtClean="0">
                <a:latin typeface="Times New Roman" pitchFamily="18" charset="0"/>
              </a:rPr>
              <a:t>T</a:t>
            </a:r>
            <a:r>
              <a:rPr lang="en-US" altLang="zh-CN" sz="2800" b="1" baseline="-25000" dirty="0" smtClean="0">
                <a:latin typeface="Times New Roman" pitchFamily="18" charset="0"/>
              </a:rPr>
              <a:t>I</a:t>
            </a:r>
            <a:r>
              <a:rPr lang="en-US" altLang="zh-CN" sz="2800" dirty="0" smtClean="0"/>
              <a:t>( (</a:t>
            </a:r>
            <a:r>
              <a:rPr lang="en-US" altLang="zh-CN" sz="2800" dirty="0"/>
              <a:t>P(2</a:t>
            </a:r>
            <a:r>
              <a:rPr lang="zh-CN" altLang="zh-CN" sz="2800" dirty="0" smtClean="0"/>
              <a:t>，</a:t>
            </a:r>
            <a:r>
              <a:rPr lang="en-US" altLang="zh-CN" sz="2800" dirty="0" smtClean="0"/>
              <a:t>2)</a:t>
            </a:r>
            <a:r>
              <a:rPr lang="en-US" altLang="zh-CN" sz="2800" dirty="0">
                <a:sym typeface="Symbol"/>
              </a:rPr>
              <a:t></a:t>
            </a:r>
            <a:r>
              <a:rPr lang="en-US" altLang="zh-CN" sz="2800" dirty="0"/>
              <a:t>P(f(2),</a:t>
            </a:r>
            <a:r>
              <a:rPr lang="en-US" altLang="zh-CN" sz="2800" dirty="0" smtClean="0"/>
              <a:t>f(2))</a:t>
            </a:r>
            <a:r>
              <a:rPr lang="en-US" altLang="zh-CN" sz="2800" b="1" dirty="0" smtClean="0">
                <a:latin typeface="Times New Roman" pitchFamily="18" charset="0"/>
                <a:sym typeface="Symbol" pitchFamily="18" charset="2"/>
              </a:rPr>
              <a:t> </a:t>
            </a:r>
            <a:r>
              <a:rPr lang="en-US" altLang="zh-CN" sz="2800" dirty="0"/>
              <a:t>(P(2</a:t>
            </a:r>
            <a:r>
              <a:rPr lang="zh-CN" altLang="zh-CN" sz="2800" dirty="0" smtClean="0"/>
              <a:t>，</a:t>
            </a:r>
            <a:r>
              <a:rPr lang="en-US" altLang="zh-CN" sz="2800" dirty="0" smtClean="0"/>
              <a:t>3)</a:t>
            </a:r>
            <a:r>
              <a:rPr lang="en-US" altLang="zh-CN" sz="2800" dirty="0">
                <a:sym typeface="Symbol"/>
              </a:rPr>
              <a:t></a:t>
            </a:r>
            <a:r>
              <a:rPr lang="en-US" altLang="zh-CN" sz="2800" dirty="0"/>
              <a:t>P(f(2),</a:t>
            </a:r>
            <a:r>
              <a:rPr lang="en-US" altLang="zh-CN" sz="2800" dirty="0" smtClean="0"/>
              <a:t>f(3))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800" b="1" dirty="0" smtClean="0">
                <a:solidFill>
                  <a:srgbClr val="FFC000"/>
                </a:solidFill>
                <a:latin typeface="Times New Roman" pitchFamily="18" charset="0"/>
                <a:sym typeface="Symbol" pitchFamily="18" charset="2"/>
              </a:rPr>
              <a:t></a:t>
            </a:r>
            <a:r>
              <a:rPr lang="en-US" altLang="zh-CN" sz="2800" b="1" dirty="0" smtClean="0">
                <a:latin typeface="Times New Roman" pitchFamily="18" charset="0"/>
                <a:sym typeface="Symbol" pitchFamily="18" charset="2"/>
              </a:rPr>
              <a:t> </a:t>
            </a:r>
            <a:r>
              <a:rPr lang="en-US" altLang="zh-CN" sz="2800" dirty="0" smtClean="0"/>
              <a:t>(</a:t>
            </a:r>
            <a:r>
              <a:rPr lang="en-US" altLang="zh-CN" sz="2800" dirty="0"/>
              <a:t>P(3</a:t>
            </a:r>
            <a:r>
              <a:rPr lang="zh-CN" altLang="zh-CN" sz="2800" dirty="0" smtClean="0"/>
              <a:t>，</a:t>
            </a:r>
            <a:r>
              <a:rPr lang="en-US" altLang="zh-CN" sz="2800" dirty="0" smtClean="0"/>
              <a:t>2)</a:t>
            </a:r>
            <a:r>
              <a:rPr lang="en-US" altLang="zh-CN" sz="2800" dirty="0">
                <a:sym typeface="Symbol"/>
              </a:rPr>
              <a:t></a:t>
            </a:r>
            <a:r>
              <a:rPr lang="en-US" altLang="zh-CN" sz="2800" dirty="0"/>
              <a:t>P(f(3)</a:t>
            </a:r>
            <a:r>
              <a:rPr lang="zh-CN" altLang="zh-CN" sz="2800" dirty="0"/>
              <a:t>，</a:t>
            </a:r>
            <a:r>
              <a:rPr lang="en-US" altLang="zh-CN" sz="2800" dirty="0" smtClean="0"/>
              <a:t>f(2))</a:t>
            </a:r>
            <a:r>
              <a:rPr lang="en-US" altLang="zh-CN" sz="2800" b="1" dirty="0">
                <a:latin typeface="Times New Roman" pitchFamily="18" charset="0"/>
                <a:sym typeface="Symbol" pitchFamily="18" charset="2"/>
              </a:rPr>
              <a:t> </a:t>
            </a:r>
            <a:r>
              <a:rPr lang="en-US" altLang="zh-CN" sz="2800" b="1" dirty="0" smtClean="0">
                <a:latin typeface="Times New Roman" pitchFamily="18" charset="0"/>
                <a:sym typeface="Symbol" pitchFamily="18" charset="2"/>
              </a:rPr>
              <a:t>(</a:t>
            </a:r>
            <a:r>
              <a:rPr lang="en-US" altLang="zh-CN" sz="2800" dirty="0" smtClean="0"/>
              <a:t>P(3</a:t>
            </a:r>
            <a:r>
              <a:rPr lang="zh-CN" altLang="zh-CN" sz="2800" dirty="0" smtClean="0"/>
              <a:t>，</a:t>
            </a:r>
            <a:r>
              <a:rPr lang="en-US" altLang="zh-CN" sz="2800" dirty="0" smtClean="0"/>
              <a:t>3)</a:t>
            </a:r>
            <a:r>
              <a:rPr lang="en-US" altLang="zh-CN" sz="2800" dirty="0">
                <a:sym typeface="Symbol"/>
              </a:rPr>
              <a:t></a:t>
            </a:r>
            <a:r>
              <a:rPr lang="en-US" altLang="zh-CN" sz="2800" dirty="0"/>
              <a:t>P(f(3)</a:t>
            </a:r>
            <a:r>
              <a:rPr lang="zh-CN" altLang="zh-CN" sz="2800" dirty="0"/>
              <a:t>，</a:t>
            </a:r>
            <a:r>
              <a:rPr lang="en-US" altLang="zh-CN" sz="2800" dirty="0" smtClean="0"/>
              <a:t>f(3))</a:t>
            </a:r>
            <a:r>
              <a:rPr lang="en-US" altLang="zh-CN" sz="2800" b="1" dirty="0" smtClean="0">
                <a:latin typeface="Times New Roman" pitchFamily="18" charset="0"/>
                <a:sym typeface="Symbol" pitchFamily="18" charset="2"/>
              </a:rPr>
              <a:t>)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800" b="1" dirty="0" smtClean="0">
                <a:latin typeface="Times New Roman" pitchFamily="18" charset="0"/>
                <a:sym typeface="Symbol" pitchFamily="18" charset="2"/>
              </a:rPr>
              <a:t>=</a:t>
            </a:r>
            <a:r>
              <a:rPr lang="en-US" altLang="zh-CN" sz="2800" dirty="0" smtClean="0">
                <a:latin typeface="Times New Roman" pitchFamily="18" charset="0"/>
              </a:rPr>
              <a:t>T</a:t>
            </a:r>
            <a:r>
              <a:rPr lang="en-US" altLang="zh-CN" sz="2800" b="1" baseline="-25000" dirty="0" smtClean="0">
                <a:latin typeface="Times New Roman" pitchFamily="18" charset="0"/>
              </a:rPr>
              <a:t>I</a:t>
            </a:r>
            <a:r>
              <a:rPr lang="en-US" altLang="zh-CN" sz="2800" dirty="0" smtClean="0"/>
              <a:t>((P(2,2</a:t>
            </a:r>
            <a:r>
              <a:rPr lang="en-US" altLang="zh-CN" sz="2800" dirty="0"/>
              <a:t>)</a:t>
            </a:r>
            <a:r>
              <a:rPr lang="en-US" altLang="zh-CN" sz="2800" dirty="0">
                <a:sym typeface="Symbol"/>
              </a:rPr>
              <a:t></a:t>
            </a:r>
            <a:r>
              <a:rPr lang="en-US" altLang="zh-CN" sz="2800" dirty="0" smtClean="0"/>
              <a:t>P(3,3)</a:t>
            </a:r>
            <a:r>
              <a:rPr lang="en-US" altLang="zh-CN" sz="2800" b="1" dirty="0" smtClean="0">
                <a:latin typeface="Times New Roman" pitchFamily="18" charset="0"/>
                <a:sym typeface="Symbol" pitchFamily="18" charset="2"/>
              </a:rPr>
              <a:t> )</a:t>
            </a:r>
            <a:r>
              <a:rPr lang="en-US" altLang="zh-CN" sz="2800" b="1" dirty="0" smtClean="0">
                <a:latin typeface="Times New Roman" pitchFamily="18" charset="0"/>
              </a:rPr>
              <a:t> (</a:t>
            </a:r>
            <a:r>
              <a:rPr lang="en-US" altLang="zh-CN" sz="2800" dirty="0" smtClean="0"/>
              <a:t>P(2,3)</a:t>
            </a:r>
            <a:r>
              <a:rPr lang="en-US" altLang="zh-CN" sz="2800" dirty="0">
                <a:sym typeface="Symbol"/>
              </a:rPr>
              <a:t></a:t>
            </a:r>
            <a:r>
              <a:rPr lang="en-US" altLang="zh-CN" sz="2800" dirty="0" smtClean="0"/>
              <a:t>P(3,2))</a:t>
            </a:r>
            <a:r>
              <a:rPr lang="en-US" altLang="zh-CN" sz="2800" b="1" dirty="0" smtClean="0">
                <a:latin typeface="Times New Roman" pitchFamily="18" charset="0"/>
                <a:sym typeface="Symbol" pitchFamily="18" charset="2"/>
              </a:rPr>
              <a:t> 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800" b="1" dirty="0">
                <a:latin typeface="Times New Roman" pitchFamily="18" charset="0"/>
                <a:sym typeface="Symbol" pitchFamily="18" charset="2"/>
              </a:rPr>
              <a:t> </a:t>
            </a:r>
            <a:r>
              <a:rPr lang="en-US" altLang="zh-CN" sz="2800" b="1" dirty="0" smtClean="0">
                <a:latin typeface="Times New Roman" pitchFamily="18" charset="0"/>
                <a:sym typeface="Symbol" pitchFamily="18" charset="2"/>
              </a:rPr>
              <a:t>     ( </a:t>
            </a:r>
            <a:r>
              <a:rPr lang="en-US" altLang="zh-CN" sz="2800" dirty="0"/>
              <a:t>P(3</a:t>
            </a:r>
            <a:r>
              <a:rPr lang="zh-CN" altLang="zh-CN" sz="2800" dirty="0"/>
              <a:t>，</a:t>
            </a:r>
            <a:r>
              <a:rPr lang="en-US" altLang="zh-CN" sz="2800" dirty="0"/>
              <a:t>2)</a:t>
            </a:r>
            <a:r>
              <a:rPr lang="en-US" altLang="zh-CN" sz="2800" dirty="0" smtClean="0">
                <a:sym typeface="Symbol"/>
              </a:rPr>
              <a:t></a:t>
            </a:r>
            <a:r>
              <a:rPr lang="en-US" altLang="zh-CN" sz="2800" dirty="0"/>
              <a:t>P(2,3</a:t>
            </a:r>
            <a:r>
              <a:rPr lang="en-US" altLang="zh-CN" sz="2800" dirty="0" smtClean="0"/>
              <a:t>))</a:t>
            </a:r>
            <a:r>
              <a:rPr lang="en-US" altLang="zh-CN" sz="2800" b="1" dirty="0">
                <a:latin typeface="Times New Roman" pitchFamily="18" charset="0"/>
                <a:sym typeface="Symbol" pitchFamily="18" charset="2"/>
              </a:rPr>
              <a:t> </a:t>
            </a:r>
            <a:r>
              <a:rPr lang="en-US" altLang="zh-CN" sz="2800" b="1" dirty="0" smtClean="0">
                <a:latin typeface="Times New Roman" pitchFamily="18" charset="0"/>
                <a:sym typeface="Symbol" pitchFamily="18" charset="2"/>
              </a:rPr>
              <a:t>(</a:t>
            </a:r>
            <a:r>
              <a:rPr lang="en-US" altLang="zh-CN" sz="2800" dirty="0" smtClean="0"/>
              <a:t>P(3</a:t>
            </a:r>
            <a:r>
              <a:rPr lang="zh-CN" altLang="zh-CN" sz="2800" dirty="0"/>
              <a:t>，</a:t>
            </a:r>
            <a:r>
              <a:rPr lang="en-US" altLang="zh-CN" sz="2800" dirty="0"/>
              <a:t>3)</a:t>
            </a:r>
            <a:r>
              <a:rPr lang="en-US" altLang="zh-CN" sz="2800" dirty="0" smtClean="0">
                <a:sym typeface="Symbol"/>
              </a:rPr>
              <a:t>P(2,2))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800" dirty="0" smtClean="0">
                <a:sym typeface="Symbol"/>
              </a:rPr>
              <a:t>=1</a:t>
            </a:r>
            <a:r>
              <a:rPr lang="en-US" altLang="zh-CN" sz="2800" dirty="0" smtClean="0">
                <a:sym typeface="Symbol" pitchFamily="18" charset="2"/>
              </a:rPr>
              <a:t>100=0</a:t>
            </a:r>
            <a:endParaRPr lang="zh-CN" altLang="zh-CN" sz="2800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9298872-53B9-4265-ADA3-11460EC2B2A0}" type="slidenum">
              <a:rPr lang="en-US" altLang="zh-CN" smtClean="0">
                <a:solidFill>
                  <a:srgbClr val="FFFFFF"/>
                </a:solidFill>
              </a:rPr>
              <a:pPr>
                <a:defRPr/>
              </a:pPr>
              <a:t>140</a:t>
            </a:fld>
            <a:endParaRPr lang="en-US" altLang="zh-CN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2191551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179512" y="0"/>
            <a:ext cx="7772400" cy="646331"/>
          </a:xfrm>
        </p:spPr>
        <p:txBody>
          <a:bodyPr/>
          <a:lstStyle/>
          <a:p>
            <a:r>
              <a:rPr lang="zh-CN" altLang="en-US" sz="3600" dirty="0" smtClean="0">
                <a:solidFill>
                  <a:srgbClr val="FFC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练习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9512" y="548680"/>
            <a:ext cx="9001000" cy="6309320"/>
          </a:xfrm>
        </p:spPr>
        <p:txBody>
          <a:bodyPr/>
          <a:lstStyle/>
          <a:p>
            <a:pPr marL="0" lvl="0" indent="0">
              <a:buClr>
                <a:srgbClr val="FFFFFF"/>
              </a:buClr>
              <a:buNone/>
            </a:pPr>
            <a:r>
              <a:rPr lang="zh-CN" altLang="zh-CN" sz="2600" dirty="0" smtClean="0">
                <a:effectLst/>
              </a:rPr>
              <a:t>用</a:t>
            </a:r>
            <a:r>
              <a:rPr lang="zh-CN" altLang="zh-CN" sz="2600" dirty="0">
                <a:effectLst/>
              </a:rPr>
              <a:t>形式演绎法证明：</a:t>
            </a:r>
            <a:r>
              <a:rPr lang="en-US" altLang="zh-CN" sz="2600" dirty="0">
                <a:effectLst/>
              </a:rPr>
              <a:t>{(A</a:t>
            </a:r>
            <a:r>
              <a:rPr lang="en-US" altLang="zh-CN" sz="2600" dirty="0">
                <a:effectLst/>
                <a:sym typeface="Symbol" panose="05050102010706020507" pitchFamily="18" charset="2"/>
              </a:rPr>
              <a:t></a:t>
            </a:r>
            <a:r>
              <a:rPr lang="en-US" altLang="zh-CN" sz="2600" dirty="0">
                <a:effectLst/>
              </a:rPr>
              <a:t>B)</a:t>
            </a:r>
            <a:r>
              <a:rPr lang="en-US" altLang="zh-CN" sz="2600" dirty="0">
                <a:effectLst/>
                <a:sym typeface="Symbol" panose="05050102010706020507" pitchFamily="18" charset="2"/>
              </a:rPr>
              <a:t></a:t>
            </a:r>
            <a:r>
              <a:rPr lang="en-US" altLang="zh-CN" sz="2600" dirty="0">
                <a:effectLst/>
              </a:rPr>
              <a:t>C</a:t>
            </a:r>
            <a:r>
              <a:rPr lang="zh-CN" altLang="zh-CN" sz="2600" dirty="0">
                <a:effectLst/>
              </a:rPr>
              <a:t>，</a:t>
            </a:r>
            <a:r>
              <a:rPr lang="en-US" altLang="zh-CN" sz="2600" dirty="0">
                <a:effectLst/>
              </a:rPr>
              <a:t>C</a:t>
            </a:r>
            <a:r>
              <a:rPr lang="en-US" altLang="zh-CN" sz="2600" dirty="0">
                <a:effectLst/>
                <a:sym typeface="Symbol" panose="05050102010706020507" pitchFamily="18" charset="2"/>
              </a:rPr>
              <a:t></a:t>
            </a:r>
            <a:r>
              <a:rPr lang="en-US" altLang="zh-CN" sz="2600" dirty="0">
                <a:effectLst/>
              </a:rPr>
              <a:t>D, </a:t>
            </a:r>
            <a:r>
              <a:rPr lang="en-US" altLang="zh-CN" sz="2600" dirty="0">
                <a:effectLst/>
                <a:sym typeface="Symbol" panose="05050102010706020507" pitchFamily="18" charset="2"/>
              </a:rPr>
              <a:t></a:t>
            </a:r>
            <a:r>
              <a:rPr lang="en-US" altLang="zh-CN" sz="2600" dirty="0">
                <a:effectLst/>
              </a:rPr>
              <a:t>D</a:t>
            </a:r>
            <a:r>
              <a:rPr lang="en-US" altLang="zh-CN" sz="2600" dirty="0">
                <a:effectLst/>
                <a:sym typeface="Symbol" panose="05050102010706020507" pitchFamily="18" charset="2"/>
              </a:rPr>
              <a:t></a:t>
            </a:r>
            <a:r>
              <a:rPr lang="en-US" altLang="zh-CN" sz="2600" dirty="0">
                <a:effectLst/>
              </a:rPr>
              <a:t>A}</a:t>
            </a:r>
            <a:r>
              <a:rPr lang="zh-CN" altLang="zh-CN" sz="2600" dirty="0">
                <a:effectLst/>
              </a:rPr>
              <a:t>共同</a:t>
            </a:r>
            <a:r>
              <a:rPr lang="zh-CN" altLang="zh-CN" sz="2600" dirty="0" smtClean="0">
                <a:effectLst/>
              </a:rPr>
              <a:t>蕴</a:t>
            </a:r>
            <a:r>
              <a:rPr lang="zh-CN" altLang="en-US" sz="2600" dirty="0" smtClean="0">
                <a:effectLst/>
              </a:rPr>
              <a:t>涵</a:t>
            </a:r>
            <a:r>
              <a:rPr lang="en-US" altLang="zh-CN" sz="2600" dirty="0" smtClean="0">
                <a:effectLst/>
              </a:rPr>
              <a:t>B</a:t>
            </a:r>
            <a:r>
              <a:rPr lang="en-US" altLang="zh-CN" sz="2600" dirty="0">
                <a:effectLst/>
                <a:sym typeface="Symbol" panose="05050102010706020507" pitchFamily="18" charset="2"/>
              </a:rPr>
              <a:t></a:t>
            </a:r>
            <a:r>
              <a:rPr lang="en-US" altLang="zh-CN" sz="2600" dirty="0">
                <a:effectLst/>
              </a:rPr>
              <a:t>G</a:t>
            </a:r>
            <a:r>
              <a:rPr lang="zh-CN" altLang="zh-CN" sz="2600" dirty="0" smtClean="0">
                <a:effectLst/>
              </a:rPr>
              <a:t>。</a:t>
            </a:r>
            <a:r>
              <a:rPr lang="zh-CN" altLang="en-US" sz="2600" dirty="0" smtClean="0">
                <a:solidFill>
                  <a:srgbClr val="FFFFFF"/>
                </a:solidFill>
                <a:effectLst/>
              </a:rPr>
              <a:t>证明：</a:t>
            </a:r>
            <a:endParaRPr lang="en-US" altLang="zh-CN" sz="2600" dirty="0" smtClean="0">
              <a:solidFill>
                <a:srgbClr val="FFFFFF"/>
              </a:solidFill>
              <a:effectLst/>
            </a:endParaRPr>
          </a:p>
          <a:p>
            <a:pPr marL="0" indent="0">
              <a:buNone/>
            </a:pPr>
            <a:r>
              <a:rPr lang="en-US" altLang="zh-CN" sz="2500" dirty="0">
                <a:effectLst/>
              </a:rPr>
              <a:t>1</a:t>
            </a:r>
            <a:r>
              <a:rPr lang="zh-CN" altLang="zh-CN" sz="2500" dirty="0">
                <a:effectLst/>
              </a:rPr>
              <a:t>、</a:t>
            </a:r>
            <a:r>
              <a:rPr lang="en-US" altLang="zh-CN" sz="2500" dirty="0">
                <a:effectLst/>
              </a:rPr>
              <a:t>(A</a:t>
            </a:r>
            <a:r>
              <a:rPr lang="en-US" altLang="zh-CN" sz="2500" dirty="0">
                <a:effectLst/>
                <a:sym typeface="Symbol" panose="05050102010706020507" pitchFamily="18" charset="2"/>
              </a:rPr>
              <a:t></a:t>
            </a:r>
            <a:r>
              <a:rPr lang="en-US" altLang="zh-CN" sz="2500" dirty="0">
                <a:effectLst/>
              </a:rPr>
              <a:t>B)</a:t>
            </a:r>
            <a:r>
              <a:rPr lang="en-US" altLang="zh-CN" sz="2500" dirty="0">
                <a:effectLst/>
                <a:sym typeface="Symbol" panose="05050102010706020507" pitchFamily="18" charset="2"/>
              </a:rPr>
              <a:t></a:t>
            </a:r>
            <a:r>
              <a:rPr lang="en-US" altLang="zh-CN" sz="2500" dirty="0">
                <a:effectLst/>
              </a:rPr>
              <a:t>C  </a:t>
            </a:r>
            <a:r>
              <a:rPr lang="zh-CN" altLang="zh-CN" sz="2500" dirty="0">
                <a:effectLst/>
              </a:rPr>
              <a:t>规则</a:t>
            </a:r>
            <a:r>
              <a:rPr lang="en-US" altLang="zh-CN" sz="2500" dirty="0">
                <a:effectLst/>
              </a:rPr>
              <a:t>1</a:t>
            </a:r>
            <a:endParaRPr lang="zh-CN" altLang="zh-CN" sz="2500" dirty="0">
              <a:effectLst/>
            </a:endParaRPr>
          </a:p>
          <a:p>
            <a:pPr marL="0" indent="0">
              <a:buNone/>
            </a:pPr>
            <a:r>
              <a:rPr lang="en-US" altLang="zh-CN" sz="2500" dirty="0">
                <a:effectLst/>
              </a:rPr>
              <a:t>2</a:t>
            </a:r>
            <a:r>
              <a:rPr lang="zh-CN" altLang="zh-CN" sz="2500" dirty="0">
                <a:effectLst/>
              </a:rPr>
              <a:t>、 </a:t>
            </a:r>
            <a:r>
              <a:rPr lang="en-US" altLang="zh-CN" sz="2500" dirty="0">
                <a:effectLst/>
              </a:rPr>
              <a:t>C</a:t>
            </a:r>
            <a:r>
              <a:rPr lang="en-US" altLang="zh-CN" sz="2500" dirty="0">
                <a:effectLst/>
                <a:sym typeface="Symbol" panose="05050102010706020507" pitchFamily="18" charset="2"/>
              </a:rPr>
              <a:t></a:t>
            </a:r>
            <a:r>
              <a:rPr lang="en-US" altLang="zh-CN" sz="2500" dirty="0">
                <a:effectLst/>
              </a:rPr>
              <a:t>D     </a:t>
            </a:r>
            <a:r>
              <a:rPr lang="zh-CN" altLang="zh-CN" sz="2500" dirty="0">
                <a:effectLst/>
              </a:rPr>
              <a:t>规则</a:t>
            </a:r>
            <a:r>
              <a:rPr lang="en-US" altLang="zh-CN" sz="2500" dirty="0">
                <a:effectLst/>
              </a:rPr>
              <a:t>1</a:t>
            </a:r>
            <a:endParaRPr lang="zh-CN" altLang="zh-CN" sz="2500" dirty="0">
              <a:effectLst/>
            </a:endParaRPr>
          </a:p>
          <a:p>
            <a:pPr marL="0" indent="0">
              <a:buNone/>
            </a:pPr>
            <a:r>
              <a:rPr lang="en-US" altLang="zh-CN" sz="2500" dirty="0">
                <a:effectLst/>
              </a:rPr>
              <a:t>3</a:t>
            </a:r>
            <a:r>
              <a:rPr lang="zh-CN" altLang="zh-CN" sz="2500" dirty="0">
                <a:effectLst/>
              </a:rPr>
              <a:t>、</a:t>
            </a:r>
            <a:r>
              <a:rPr lang="en-US" altLang="zh-CN" sz="2500" dirty="0">
                <a:effectLst/>
              </a:rPr>
              <a:t>(A</a:t>
            </a:r>
            <a:r>
              <a:rPr lang="en-US" altLang="zh-CN" sz="2500" dirty="0">
                <a:effectLst/>
                <a:sym typeface="Symbol" panose="05050102010706020507" pitchFamily="18" charset="2"/>
              </a:rPr>
              <a:t></a:t>
            </a:r>
            <a:r>
              <a:rPr lang="en-US" altLang="zh-CN" sz="2500" dirty="0">
                <a:effectLst/>
              </a:rPr>
              <a:t>B)</a:t>
            </a:r>
            <a:r>
              <a:rPr lang="en-US" altLang="zh-CN" sz="2500" dirty="0">
                <a:effectLst/>
                <a:sym typeface="Symbol" panose="05050102010706020507" pitchFamily="18" charset="2"/>
              </a:rPr>
              <a:t></a:t>
            </a:r>
            <a:r>
              <a:rPr lang="en-US" altLang="zh-CN" sz="2500" dirty="0">
                <a:effectLst/>
              </a:rPr>
              <a:t>D  </a:t>
            </a:r>
            <a:r>
              <a:rPr lang="zh-CN" altLang="zh-CN" sz="2500" dirty="0">
                <a:effectLst/>
              </a:rPr>
              <a:t>规则</a:t>
            </a:r>
            <a:r>
              <a:rPr lang="en-US" altLang="zh-CN" sz="2500" dirty="0">
                <a:effectLst/>
              </a:rPr>
              <a:t>2</a:t>
            </a:r>
            <a:r>
              <a:rPr lang="zh-CN" altLang="zh-CN" sz="2500" dirty="0">
                <a:effectLst/>
              </a:rPr>
              <a:t>，根据</a:t>
            </a:r>
            <a:r>
              <a:rPr lang="en-US" altLang="zh-CN" sz="2500" dirty="0">
                <a:effectLst/>
              </a:rPr>
              <a:t>1</a:t>
            </a:r>
            <a:r>
              <a:rPr lang="zh-CN" altLang="zh-CN" sz="2500" dirty="0">
                <a:effectLst/>
              </a:rPr>
              <a:t>，</a:t>
            </a:r>
            <a:r>
              <a:rPr lang="en-US" altLang="zh-CN" sz="2500" dirty="0">
                <a:effectLst/>
              </a:rPr>
              <a:t>2</a:t>
            </a:r>
            <a:endParaRPr lang="zh-CN" altLang="zh-CN" sz="2500" dirty="0">
              <a:effectLst/>
            </a:endParaRPr>
          </a:p>
          <a:p>
            <a:pPr marL="0" indent="0">
              <a:buNone/>
            </a:pPr>
            <a:r>
              <a:rPr lang="en-US" altLang="zh-CN" sz="2500" dirty="0">
                <a:effectLst/>
              </a:rPr>
              <a:t>4</a:t>
            </a:r>
            <a:r>
              <a:rPr lang="zh-CN" altLang="zh-CN" sz="2500" dirty="0">
                <a:effectLst/>
              </a:rPr>
              <a:t>、</a:t>
            </a:r>
            <a:r>
              <a:rPr lang="en-US" altLang="zh-CN" sz="2500" dirty="0">
                <a:effectLst/>
                <a:sym typeface="Symbol" panose="05050102010706020507" pitchFamily="18" charset="2"/>
              </a:rPr>
              <a:t></a:t>
            </a:r>
            <a:r>
              <a:rPr lang="en-US" altLang="zh-CN" sz="2500" dirty="0">
                <a:effectLst/>
              </a:rPr>
              <a:t>D</a:t>
            </a:r>
            <a:r>
              <a:rPr lang="en-US" altLang="zh-CN" sz="2500" dirty="0">
                <a:effectLst/>
                <a:sym typeface="Symbol" panose="05050102010706020507" pitchFamily="18" charset="2"/>
              </a:rPr>
              <a:t></a:t>
            </a:r>
            <a:r>
              <a:rPr lang="en-US" altLang="zh-CN" sz="2500" dirty="0">
                <a:effectLst/>
              </a:rPr>
              <a:t>A     </a:t>
            </a:r>
            <a:r>
              <a:rPr lang="zh-CN" altLang="zh-CN" sz="2500" dirty="0">
                <a:effectLst/>
              </a:rPr>
              <a:t>规则</a:t>
            </a:r>
            <a:r>
              <a:rPr lang="en-US" altLang="zh-CN" sz="2500" dirty="0">
                <a:effectLst/>
              </a:rPr>
              <a:t>1</a:t>
            </a:r>
            <a:endParaRPr lang="zh-CN" altLang="zh-CN" sz="2500" dirty="0">
              <a:effectLst/>
            </a:endParaRPr>
          </a:p>
          <a:p>
            <a:pPr marL="0" indent="0">
              <a:buNone/>
            </a:pPr>
            <a:r>
              <a:rPr lang="en-US" altLang="zh-CN" sz="2500" dirty="0">
                <a:effectLst/>
              </a:rPr>
              <a:t>5</a:t>
            </a:r>
            <a:r>
              <a:rPr lang="zh-CN" altLang="zh-CN" sz="2500" dirty="0">
                <a:effectLst/>
              </a:rPr>
              <a:t>、</a:t>
            </a:r>
            <a:r>
              <a:rPr lang="en-US" altLang="zh-CN" sz="2500" dirty="0">
                <a:effectLst/>
                <a:sym typeface="Symbol" panose="05050102010706020507" pitchFamily="18" charset="2"/>
              </a:rPr>
              <a:t></a:t>
            </a:r>
            <a:r>
              <a:rPr lang="en-US" altLang="zh-CN" sz="2500" dirty="0">
                <a:effectLst/>
              </a:rPr>
              <a:t>D       </a:t>
            </a:r>
            <a:r>
              <a:rPr lang="zh-CN" altLang="zh-CN" sz="2500" dirty="0">
                <a:effectLst/>
              </a:rPr>
              <a:t>规则</a:t>
            </a:r>
            <a:r>
              <a:rPr lang="en-US" altLang="zh-CN" sz="2500" dirty="0">
                <a:effectLst/>
              </a:rPr>
              <a:t>2</a:t>
            </a:r>
            <a:r>
              <a:rPr lang="zh-CN" altLang="zh-CN" sz="2500" dirty="0">
                <a:effectLst/>
              </a:rPr>
              <a:t>，根据</a:t>
            </a:r>
            <a:r>
              <a:rPr lang="en-US" altLang="zh-CN" sz="2500" dirty="0">
                <a:effectLst/>
              </a:rPr>
              <a:t>4</a:t>
            </a:r>
            <a:endParaRPr lang="zh-CN" altLang="zh-CN" sz="2500" dirty="0">
              <a:effectLst/>
            </a:endParaRPr>
          </a:p>
          <a:p>
            <a:pPr marL="0" indent="0">
              <a:buNone/>
            </a:pPr>
            <a:r>
              <a:rPr lang="en-US" altLang="zh-CN" sz="2500" dirty="0">
                <a:effectLst/>
              </a:rPr>
              <a:t>6</a:t>
            </a:r>
            <a:r>
              <a:rPr lang="zh-CN" altLang="zh-CN" sz="2500" dirty="0" smtClean="0">
                <a:effectLst/>
              </a:rPr>
              <a:t>、</a:t>
            </a:r>
            <a:r>
              <a:rPr lang="en-US" altLang="zh-CN" sz="2500" dirty="0" smtClean="0">
                <a:effectLst/>
              </a:rPr>
              <a:t> </a:t>
            </a:r>
            <a:r>
              <a:rPr lang="en-US" altLang="zh-CN" sz="2500" dirty="0">
                <a:effectLst/>
                <a:sym typeface="Symbol" panose="05050102010706020507" pitchFamily="18" charset="2"/>
              </a:rPr>
              <a:t></a:t>
            </a:r>
            <a:r>
              <a:rPr lang="en-US" altLang="zh-CN" sz="2500" dirty="0">
                <a:effectLst/>
              </a:rPr>
              <a:t>A</a:t>
            </a:r>
            <a:r>
              <a:rPr lang="en-US" altLang="zh-CN" sz="2500" dirty="0">
                <a:effectLst/>
                <a:sym typeface="Symbol" panose="05050102010706020507" pitchFamily="18" charset="2"/>
              </a:rPr>
              <a:t></a:t>
            </a:r>
            <a:r>
              <a:rPr lang="en-US" altLang="zh-CN" sz="2500" dirty="0">
                <a:effectLst/>
              </a:rPr>
              <a:t>B  </a:t>
            </a:r>
            <a:r>
              <a:rPr lang="zh-CN" altLang="zh-CN" sz="2500" dirty="0">
                <a:effectLst/>
              </a:rPr>
              <a:t>规则</a:t>
            </a:r>
            <a:r>
              <a:rPr lang="en-US" altLang="zh-CN" sz="2500" dirty="0">
                <a:effectLst/>
              </a:rPr>
              <a:t>2</a:t>
            </a:r>
            <a:r>
              <a:rPr lang="zh-CN" altLang="zh-CN" sz="2500" dirty="0">
                <a:effectLst/>
              </a:rPr>
              <a:t>，根据</a:t>
            </a:r>
            <a:r>
              <a:rPr lang="en-US" altLang="zh-CN" sz="2500" dirty="0">
                <a:effectLst/>
              </a:rPr>
              <a:t>3</a:t>
            </a:r>
            <a:r>
              <a:rPr lang="zh-CN" altLang="zh-CN" sz="2500" dirty="0">
                <a:effectLst/>
              </a:rPr>
              <a:t>，</a:t>
            </a:r>
            <a:r>
              <a:rPr lang="en-US" altLang="zh-CN" sz="2500" dirty="0">
                <a:effectLst/>
              </a:rPr>
              <a:t>5</a:t>
            </a:r>
            <a:endParaRPr lang="zh-CN" altLang="zh-CN" sz="2500" dirty="0">
              <a:effectLst/>
            </a:endParaRPr>
          </a:p>
          <a:p>
            <a:pPr marL="0" indent="0">
              <a:buNone/>
            </a:pPr>
            <a:r>
              <a:rPr lang="en-US" altLang="zh-CN" sz="2500" dirty="0" smtClean="0">
                <a:effectLst/>
              </a:rPr>
              <a:t>7</a:t>
            </a:r>
            <a:r>
              <a:rPr lang="zh-CN" altLang="zh-CN" sz="2500" dirty="0" smtClean="0">
                <a:effectLst/>
              </a:rPr>
              <a:t>、</a:t>
            </a:r>
            <a:r>
              <a:rPr lang="en-US" altLang="zh-CN" sz="2500" dirty="0">
                <a:effectLst/>
              </a:rPr>
              <a:t>A        </a:t>
            </a:r>
            <a:r>
              <a:rPr lang="zh-CN" altLang="zh-CN" sz="2500" dirty="0">
                <a:effectLst/>
              </a:rPr>
              <a:t>规则</a:t>
            </a:r>
            <a:r>
              <a:rPr lang="en-US" altLang="zh-CN" sz="2500" dirty="0">
                <a:effectLst/>
              </a:rPr>
              <a:t>2</a:t>
            </a:r>
            <a:r>
              <a:rPr lang="zh-CN" altLang="zh-CN" sz="2500" dirty="0">
                <a:effectLst/>
              </a:rPr>
              <a:t>，根据</a:t>
            </a:r>
            <a:r>
              <a:rPr lang="en-US" altLang="zh-CN" sz="2500" dirty="0">
                <a:effectLst/>
              </a:rPr>
              <a:t>4</a:t>
            </a:r>
            <a:endParaRPr lang="zh-CN" altLang="zh-CN" sz="2500" dirty="0">
              <a:effectLst/>
            </a:endParaRPr>
          </a:p>
          <a:p>
            <a:pPr marL="0" indent="0">
              <a:buNone/>
            </a:pPr>
            <a:r>
              <a:rPr lang="en-US" altLang="zh-CN" sz="2500" dirty="0" smtClean="0">
                <a:effectLst/>
              </a:rPr>
              <a:t>8</a:t>
            </a:r>
            <a:r>
              <a:rPr lang="zh-CN" altLang="zh-CN" sz="2500" dirty="0" smtClean="0">
                <a:effectLst/>
              </a:rPr>
              <a:t>、</a:t>
            </a:r>
            <a:r>
              <a:rPr lang="en-US" altLang="zh-CN" sz="2500" dirty="0">
                <a:effectLst/>
                <a:sym typeface="Symbol" panose="05050102010706020507" pitchFamily="18" charset="2"/>
              </a:rPr>
              <a:t></a:t>
            </a:r>
            <a:r>
              <a:rPr lang="en-US" altLang="zh-CN" sz="2500" dirty="0">
                <a:effectLst/>
              </a:rPr>
              <a:t>B      </a:t>
            </a:r>
            <a:r>
              <a:rPr lang="zh-CN" altLang="zh-CN" sz="2500" dirty="0">
                <a:effectLst/>
              </a:rPr>
              <a:t>规则</a:t>
            </a:r>
            <a:r>
              <a:rPr lang="en-US" altLang="zh-CN" sz="2500" dirty="0">
                <a:effectLst/>
              </a:rPr>
              <a:t>2</a:t>
            </a:r>
            <a:r>
              <a:rPr lang="zh-CN" altLang="zh-CN" sz="2500" dirty="0">
                <a:effectLst/>
              </a:rPr>
              <a:t>，</a:t>
            </a:r>
            <a:r>
              <a:rPr lang="zh-CN" altLang="zh-CN" sz="2500" dirty="0" smtClean="0">
                <a:effectLst/>
              </a:rPr>
              <a:t>根据</a:t>
            </a:r>
            <a:r>
              <a:rPr lang="en-US" altLang="zh-CN" sz="2500" dirty="0" smtClean="0">
                <a:effectLst/>
              </a:rPr>
              <a:t>6</a:t>
            </a:r>
            <a:r>
              <a:rPr lang="zh-CN" altLang="zh-CN" sz="2500" dirty="0" smtClean="0">
                <a:effectLst/>
              </a:rPr>
              <a:t>，</a:t>
            </a:r>
            <a:r>
              <a:rPr lang="en-US" altLang="zh-CN" sz="2500" dirty="0" smtClean="0">
                <a:effectLst/>
              </a:rPr>
              <a:t>7</a:t>
            </a:r>
            <a:endParaRPr lang="zh-CN" altLang="zh-CN" sz="2500" dirty="0">
              <a:effectLst/>
            </a:endParaRPr>
          </a:p>
          <a:p>
            <a:pPr marL="0" indent="0">
              <a:buNone/>
            </a:pPr>
            <a:r>
              <a:rPr lang="en-US" altLang="zh-CN" sz="2500" dirty="0" smtClean="0">
                <a:effectLst/>
              </a:rPr>
              <a:t>9</a:t>
            </a:r>
            <a:r>
              <a:rPr lang="zh-CN" altLang="zh-CN" sz="2500" dirty="0" smtClean="0">
                <a:effectLst/>
              </a:rPr>
              <a:t>、</a:t>
            </a:r>
            <a:r>
              <a:rPr lang="en-US" altLang="zh-CN" sz="2500" dirty="0">
                <a:effectLst/>
              </a:rPr>
              <a:t>B      </a:t>
            </a:r>
            <a:r>
              <a:rPr lang="zh-CN" altLang="zh-CN" sz="2500" dirty="0">
                <a:effectLst/>
              </a:rPr>
              <a:t>规则</a:t>
            </a:r>
            <a:r>
              <a:rPr lang="en-US" altLang="zh-CN" sz="2500" dirty="0">
                <a:effectLst/>
              </a:rPr>
              <a:t>3</a:t>
            </a:r>
            <a:endParaRPr lang="zh-CN" altLang="zh-CN" sz="2500" dirty="0">
              <a:effectLst/>
            </a:endParaRPr>
          </a:p>
          <a:p>
            <a:pPr marL="0" indent="0">
              <a:buNone/>
            </a:pPr>
            <a:r>
              <a:rPr lang="en-US" altLang="zh-CN" sz="2500" dirty="0" smtClean="0">
                <a:effectLst/>
              </a:rPr>
              <a:t>10</a:t>
            </a:r>
            <a:r>
              <a:rPr lang="zh-CN" altLang="zh-CN" sz="2500" dirty="0" smtClean="0">
                <a:effectLst/>
              </a:rPr>
              <a:t>、</a:t>
            </a:r>
            <a:r>
              <a:rPr lang="en-US" altLang="zh-CN" sz="2500" dirty="0">
                <a:effectLst/>
              </a:rPr>
              <a:t>0      </a:t>
            </a:r>
            <a:r>
              <a:rPr lang="zh-CN" altLang="zh-CN" sz="2500" dirty="0">
                <a:effectLst/>
              </a:rPr>
              <a:t>规则</a:t>
            </a:r>
            <a:r>
              <a:rPr lang="en-US" altLang="zh-CN" sz="2500" dirty="0">
                <a:effectLst/>
              </a:rPr>
              <a:t>2</a:t>
            </a:r>
            <a:r>
              <a:rPr lang="zh-CN" altLang="zh-CN" sz="2500" dirty="0">
                <a:effectLst/>
              </a:rPr>
              <a:t>，</a:t>
            </a:r>
            <a:r>
              <a:rPr lang="zh-CN" altLang="zh-CN" sz="2500" dirty="0" smtClean="0">
                <a:effectLst/>
              </a:rPr>
              <a:t>根据</a:t>
            </a:r>
            <a:r>
              <a:rPr lang="en-US" altLang="zh-CN" sz="2500" dirty="0" smtClean="0">
                <a:effectLst/>
              </a:rPr>
              <a:t>8</a:t>
            </a:r>
            <a:r>
              <a:rPr lang="zh-CN" altLang="zh-CN" sz="2500" dirty="0" smtClean="0">
                <a:effectLst/>
              </a:rPr>
              <a:t>，</a:t>
            </a:r>
            <a:r>
              <a:rPr lang="en-US" altLang="zh-CN" sz="2500" dirty="0" smtClean="0">
                <a:effectLst/>
              </a:rPr>
              <a:t>9</a:t>
            </a:r>
            <a:endParaRPr lang="zh-CN" altLang="zh-CN" sz="2500" dirty="0">
              <a:effectLst/>
            </a:endParaRPr>
          </a:p>
          <a:p>
            <a:pPr marL="0" indent="0">
              <a:buNone/>
            </a:pPr>
            <a:r>
              <a:rPr lang="en-US" altLang="zh-CN" sz="2500" dirty="0" smtClean="0">
                <a:effectLst/>
              </a:rPr>
              <a:t>11</a:t>
            </a:r>
            <a:r>
              <a:rPr lang="zh-CN" altLang="zh-CN" sz="2500" dirty="0" smtClean="0">
                <a:effectLst/>
              </a:rPr>
              <a:t>、</a:t>
            </a:r>
            <a:r>
              <a:rPr lang="en-US" altLang="zh-CN" sz="2500" dirty="0" smtClean="0">
                <a:effectLst/>
              </a:rPr>
              <a:t>G      </a:t>
            </a:r>
            <a:r>
              <a:rPr lang="zh-CN" altLang="zh-CN" sz="2500" dirty="0">
                <a:effectLst/>
              </a:rPr>
              <a:t>规则</a:t>
            </a:r>
            <a:r>
              <a:rPr lang="en-US" altLang="zh-CN" sz="2500" dirty="0">
                <a:effectLst/>
              </a:rPr>
              <a:t>2</a:t>
            </a:r>
            <a:r>
              <a:rPr lang="zh-CN" altLang="zh-CN" sz="2500" dirty="0">
                <a:effectLst/>
              </a:rPr>
              <a:t>，根据</a:t>
            </a:r>
            <a:r>
              <a:rPr lang="en-US" altLang="zh-CN" sz="2500" dirty="0" smtClean="0">
                <a:effectLst/>
              </a:rPr>
              <a:t>10</a:t>
            </a:r>
            <a:endParaRPr lang="zh-CN" altLang="zh-CN" sz="2500" dirty="0">
              <a:effectLst/>
            </a:endParaRPr>
          </a:p>
          <a:p>
            <a:pPr marL="0" indent="0">
              <a:buNone/>
            </a:pPr>
            <a:r>
              <a:rPr lang="en-US" altLang="zh-CN" sz="2500" dirty="0" smtClean="0">
                <a:effectLst/>
              </a:rPr>
              <a:t>12</a:t>
            </a:r>
            <a:r>
              <a:rPr lang="zh-CN" altLang="zh-CN" sz="2500" dirty="0" smtClean="0">
                <a:effectLst/>
              </a:rPr>
              <a:t>、</a:t>
            </a:r>
            <a:r>
              <a:rPr lang="en-US" altLang="zh-CN" sz="2500" dirty="0">
                <a:effectLst/>
              </a:rPr>
              <a:t>B</a:t>
            </a:r>
            <a:r>
              <a:rPr lang="en-US" altLang="zh-CN" sz="2500" dirty="0" smtClean="0">
                <a:effectLst/>
                <a:sym typeface="Symbol" panose="05050102010706020507" pitchFamily="18" charset="2"/>
              </a:rPr>
              <a:t></a:t>
            </a:r>
            <a:r>
              <a:rPr lang="en-US" altLang="zh-CN" sz="2500" dirty="0" smtClean="0">
                <a:effectLst/>
              </a:rPr>
              <a:t>G   </a:t>
            </a:r>
            <a:r>
              <a:rPr lang="zh-CN" altLang="zh-CN" sz="2500" dirty="0">
                <a:effectLst/>
              </a:rPr>
              <a:t>规则</a:t>
            </a:r>
            <a:r>
              <a:rPr lang="en-US" altLang="zh-CN" sz="2500" dirty="0">
                <a:effectLst/>
              </a:rPr>
              <a:t>3</a:t>
            </a:r>
            <a:r>
              <a:rPr lang="zh-CN" altLang="zh-CN" sz="2500" dirty="0">
                <a:effectLst/>
              </a:rPr>
              <a:t>，根据</a:t>
            </a:r>
            <a:r>
              <a:rPr lang="en-US" altLang="zh-CN" sz="2500" dirty="0">
                <a:effectLst/>
              </a:rPr>
              <a:t>10</a:t>
            </a:r>
            <a:r>
              <a:rPr lang="zh-CN" altLang="zh-CN" sz="2500" dirty="0">
                <a:effectLst/>
              </a:rPr>
              <a:t>，</a:t>
            </a:r>
            <a:r>
              <a:rPr lang="en-US" altLang="zh-CN" sz="2500" dirty="0" smtClean="0">
                <a:effectLst/>
              </a:rPr>
              <a:t>11</a:t>
            </a:r>
            <a:endParaRPr lang="zh-CN" altLang="zh-CN" sz="2500" dirty="0">
              <a:effectLst/>
            </a:endParaRPr>
          </a:p>
          <a:p>
            <a:pPr marL="0" lvl="0" indent="0">
              <a:buClr>
                <a:srgbClr val="FFFFFF"/>
              </a:buClr>
              <a:buNone/>
            </a:pPr>
            <a:endParaRPr lang="en-US" altLang="zh-CN" sz="2800" dirty="0">
              <a:solidFill>
                <a:srgbClr val="FFFFFF"/>
              </a:solidFill>
              <a:effectLst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537E0B-51BD-4F58-96E1-C79344B76954}" type="slidenum">
              <a:rPr lang="en-US" altLang="zh-CN" smtClean="0"/>
              <a:pPr>
                <a:defRPr/>
              </a:pPr>
              <a:t>141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97631196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4_Network Blitz">
  <a:themeElements>
    <a:clrScheme name="Network Blitz 1">
      <a:dk1>
        <a:srgbClr val="000044"/>
      </a:dk1>
      <a:lt1>
        <a:srgbClr val="FFFFFF"/>
      </a:lt1>
      <a:dk2>
        <a:srgbClr val="000066"/>
      </a:dk2>
      <a:lt2>
        <a:srgbClr val="FFCC00"/>
      </a:lt2>
      <a:accent1>
        <a:srgbClr val="9CE157"/>
      </a:accent1>
      <a:accent2>
        <a:srgbClr val="2663A0"/>
      </a:accent2>
      <a:accent3>
        <a:srgbClr val="AAAAB8"/>
      </a:accent3>
      <a:accent4>
        <a:srgbClr val="DADADA"/>
      </a:accent4>
      <a:accent5>
        <a:srgbClr val="CBEEB4"/>
      </a:accent5>
      <a:accent6>
        <a:srgbClr val="215991"/>
      </a:accent6>
      <a:hlink>
        <a:srgbClr val="F98D43"/>
      </a:hlink>
      <a:folHlink>
        <a:srgbClr val="CC3300"/>
      </a:folHlink>
    </a:clrScheme>
    <a:fontScheme name="Network Blitz">
      <a:majorFont>
        <a:latin typeface="Arial Black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38100" cap="flat" cmpd="sng" algn="ctr">
          <a:solidFill>
            <a:schemeClr val="tx2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zh-CN" sz="3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38100" cap="flat" cmpd="sng" algn="ctr">
          <a:solidFill>
            <a:schemeClr val="tx2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zh-CN" sz="3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Network Blitz 1">
        <a:dk1>
          <a:srgbClr val="000044"/>
        </a:dk1>
        <a:lt1>
          <a:srgbClr val="FFFFFF"/>
        </a:lt1>
        <a:dk2>
          <a:srgbClr val="000066"/>
        </a:dk2>
        <a:lt2>
          <a:srgbClr val="FFCC00"/>
        </a:lt2>
        <a:accent1>
          <a:srgbClr val="9CE157"/>
        </a:accent1>
        <a:accent2>
          <a:srgbClr val="2663A0"/>
        </a:accent2>
        <a:accent3>
          <a:srgbClr val="AAAAB8"/>
        </a:accent3>
        <a:accent4>
          <a:srgbClr val="DADADA"/>
        </a:accent4>
        <a:accent5>
          <a:srgbClr val="CBEEB4"/>
        </a:accent5>
        <a:accent6>
          <a:srgbClr val="215991"/>
        </a:accent6>
        <a:hlink>
          <a:srgbClr val="F98D43"/>
        </a:hlink>
        <a:folHlink>
          <a:srgbClr val="CC33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Blitz 2">
        <a:dk1>
          <a:srgbClr val="000066"/>
        </a:dk1>
        <a:lt1>
          <a:srgbClr val="9CC2E8"/>
        </a:lt1>
        <a:dk2>
          <a:srgbClr val="4D4D4D"/>
        </a:dk2>
        <a:lt2>
          <a:srgbClr val="7DAFE1"/>
        </a:lt2>
        <a:accent1>
          <a:srgbClr val="26D2E4"/>
        </a:accent1>
        <a:accent2>
          <a:srgbClr val="D0E2F4"/>
        </a:accent2>
        <a:accent3>
          <a:srgbClr val="CBDDF2"/>
        </a:accent3>
        <a:accent4>
          <a:srgbClr val="000056"/>
        </a:accent4>
        <a:accent5>
          <a:srgbClr val="ACE5EF"/>
        </a:accent5>
        <a:accent6>
          <a:srgbClr val="BCCDDD"/>
        </a:accent6>
        <a:hlink>
          <a:srgbClr val="003366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etwork Blitz 3">
        <a:dk1>
          <a:srgbClr val="000000"/>
        </a:dk1>
        <a:lt1>
          <a:srgbClr val="EAEAEA"/>
        </a:lt1>
        <a:dk2>
          <a:srgbClr val="333333"/>
        </a:dk2>
        <a:lt2>
          <a:srgbClr val="DDDDDD"/>
        </a:lt2>
        <a:accent1>
          <a:srgbClr val="C0C0C0"/>
        </a:accent1>
        <a:accent2>
          <a:srgbClr val="FFFFFF"/>
        </a:accent2>
        <a:accent3>
          <a:srgbClr val="F3F3F3"/>
        </a:accent3>
        <a:accent4>
          <a:srgbClr val="000000"/>
        </a:accent4>
        <a:accent5>
          <a:srgbClr val="DCDCDC"/>
        </a:accent5>
        <a:accent6>
          <a:srgbClr val="E7E7E7"/>
        </a:accent6>
        <a:hlink>
          <a:srgbClr val="5F5F5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etwork Blitz 4">
        <a:dk1>
          <a:srgbClr val="002E2D"/>
        </a:dk1>
        <a:lt1>
          <a:srgbClr val="FFFFFF"/>
        </a:lt1>
        <a:dk2>
          <a:srgbClr val="005250"/>
        </a:dk2>
        <a:lt2>
          <a:srgbClr val="FFCC00"/>
        </a:lt2>
        <a:accent1>
          <a:srgbClr val="9CE157"/>
        </a:accent1>
        <a:accent2>
          <a:srgbClr val="00817E"/>
        </a:accent2>
        <a:accent3>
          <a:srgbClr val="AAB3B3"/>
        </a:accent3>
        <a:accent4>
          <a:srgbClr val="DADADA"/>
        </a:accent4>
        <a:accent5>
          <a:srgbClr val="CBEEB4"/>
        </a:accent5>
        <a:accent6>
          <a:srgbClr val="007472"/>
        </a:accent6>
        <a:hlink>
          <a:srgbClr val="FFFF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Blitz 5">
        <a:dk1>
          <a:srgbClr val="291A4C"/>
        </a:dk1>
        <a:lt1>
          <a:srgbClr val="FFFFFF"/>
        </a:lt1>
        <a:dk2>
          <a:srgbClr val="3B256B"/>
        </a:dk2>
        <a:lt2>
          <a:srgbClr val="FFCC00"/>
        </a:lt2>
        <a:accent1>
          <a:srgbClr val="6EBFCA"/>
        </a:accent1>
        <a:accent2>
          <a:srgbClr val="56369C"/>
        </a:accent2>
        <a:accent3>
          <a:srgbClr val="AFACBA"/>
        </a:accent3>
        <a:accent4>
          <a:srgbClr val="DADADA"/>
        </a:accent4>
        <a:accent5>
          <a:srgbClr val="BADCE1"/>
        </a:accent5>
        <a:accent6>
          <a:srgbClr val="4D308D"/>
        </a:accent6>
        <a:hlink>
          <a:srgbClr val="CCCCFF"/>
        </a:hlink>
        <a:folHlink>
          <a:srgbClr val="6666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Blitz 6">
        <a:dk1>
          <a:srgbClr val="511D30"/>
        </a:dk1>
        <a:lt1>
          <a:srgbClr val="FFFFFF"/>
        </a:lt1>
        <a:dk2>
          <a:srgbClr val="6D2740"/>
        </a:dk2>
        <a:lt2>
          <a:srgbClr val="FDD409"/>
        </a:lt2>
        <a:accent1>
          <a:srgbClr val="FDB83B"/>
        </a:accent1>
        <a:accent2>
          <a:srgbClr val="9D395D"/>
        </a:accent2>
        <a:accent3>
          <a:srgbClr val="BAACAF"/>
        </a:accent3>
        <a:accent4>
          <a:srgbClr val="DADADA"/>
        </a:accent4>
        <a:accent5>
          <a:srgbClr val="FED8AF"/>
        </a:accent5>
        <a:accent6>
          <a:srgbClr val="8E3353"/>
        </a:accent6>
        <a:hlink>
          <a:srgbClr val="FF99CC"/>
        </a:hlink>
        <a:folHlink>
          <a:srgbClr val="D60093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5_Network Blitz">
  <a:themeElements>
    <a:clrScheme name="Network Blitz 1">
      <a:dk1>
        <a:srgbClr val="000044"/>
      </a:dk1>
      <a:lt1>
        <a:srgbClr val="FFFFFF"/>
      </a:lt1>
      <a:dk2>
        <a:srgbClr val="000066"/>
      </a:dk2>
      <a:lt2>
        <a:srgbClr val="FFCC00"/>
      </a:lt2>
      <a:accent1>
        <a:srgbClr val="9CE157"/>
      </a:accent1>
      <a:accent2>
        <a:srgbClr val="2663A0"/>
      </a:accent2>
      <a:accent3>
        <a:srgbClr val="AAAAB8"/>
      </a:accent3>
      <a:accent4>
        <a:srgbClr val="DADADA"/>
      </a:accent4>
      <a:accent5>
        <a:srgbClr val="CBEEB4"/>
      </a:accent5>
      <a:accent6>
        <a:srgbClr val="215991"/>
      </a:accent6>
      <a:hlink>
        <a:srgbClr val="F98D43"/>
      </a:hlink>
      <a:folHlink>
        <a:srgbClr val="CC3300"/>
      </a:folHlink>
    </a:clrScheme>
    <a:fontScheme name="Network Blitz">
      <a:majorFont>
        <a:latin typeface="Arial Black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38100" cap="flat" cmpd="sng" algn="ctr">
          <a:solidFill>
            <a:schemeClr val="tx2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zh-CN" sz="3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38100" cap="flat" cmpd="sng" algn="ctr">
          <a:solidFill>
            <a:schemeClr val="tx2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zh-CN" sz="3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Network Blitz 1">
        <a:dk1>
          <a:srgbClr val="000044"/>
        </a:dk1>
        <a:lt1>
          <a:srgbClr val="FFFFFF"/>
        </a:lt1>
        <a:dk2>
          <a:srgbClr val="000066"/>
        </a:dk2>
        <a:lt2>
          <a:srgbClr val="FFCC00"/>
        </a:lt2>
        <a:accent1>
          <a:srgbClr val="9CE157"/>
        </a:accent1>
        <a:accent2>
          <a:srgbClr val="2663A0"/>
        </a:accent2>
        <a:accent3>
          <a:srgbClr val="AAAAB8"/>
        </a:accent3>
        <a:accent4>
          <a:srgbClr val="DADADA"/>
        </a:accent4>
        <a:accent5>
          <a:srgbClr val="CBEEB4"/>
        </a:accent5>
        <a:accent6>
          <a:srgbClr val="215991"/>
        </a:accent6>
        <a:hlink>
          <a:srgbClr val="F98D43"/>
        </a:hlink>
        <a:folHlink>
          <a:srgbClr val="CC33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Blitz 2">
        <a:dk1>
          <a:srgbClr val="000066"/>
        </a:dk1>
        <a:lt1>
          <a:srgbClr val="9CC2E8"/>
        </a:lt1>
        <a:dk2>
          <a:srgbClr val="4D4D4D"/>
        </a:dk2>
        <a:lt2>
          <a:srgbClr val="7DAFE1"/>
        </a:lt2>
        <a:accent1>
          <a:srgbClr val="26D2E4"/>
        </a:accent1>
        <a:accent2>
          <a:srgbClr val="D0E2F4"/>
        </a:accent2>
        <a:accent3>
          <a:srgbClr val="CBDDF2"/>
        </a:accent3>
        <a:accent4>
          <a:srgbClr val="000056"/>
        </a:accent4>
        <a:accent5>
          <a:srgbClr val="ACE5EF"/>
        </a:accent5>
        <a:accent6>
          <a:srgbClr val="BCCDDD"/>
        </a:accent6>
        <a:hlink>
          <a:srgbClr val="003366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etwork Blitz 3">
        <a:dk1>
          <a:srgbClr val="000000"/>
        </a:dk1>
        <a:lt1>
          <a:srgbClr val="EAEAEA"/>
        </a:lt1>
        <a:dk2>
          <a:srgbClr val="333333"/>
        </a:dk2>
        <a:lt2>
          <a:srgbClr val="DDDDDD"/>
        </a:lt2>
        <a:accent1>
          <a:srgbClr val="C0C0C0"/>
        </a:accent1>
        <a:accent2>
          <a:srgbClr val="FFFFFF"/>
        </a:accent2>
        <a:accent3>
          <a:srgbClr val="F3F3F3"/>
        </a:accent3>
        <a:accent4>
          <a:srgbClr val="000000"/>
        </a:accent4>
        <a:accent5>
          <a:srgbClr val="DCDCDC"/>
        </a:accent5>
        <a:accent6>
          <a:srgbClr val="E7E7E7"/>
        </a:accent6>
        <a:hlink>
          <a:srgbClr val="5F5F5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etwork Blitz 4">
        <a:dk1>
          <a:srgbClr val="002E2D"/>
        </a:dk1>
        <a:lt1>
          <a:srgbClr val="FFFFFF"/>
        </a:lt1>
        <a:dk2>
          <a:srgbClr val="005250"/>
        </a:dk2>
        <a:lt2>
          <a:srgbClr val="FFCC00"/>
        </a:lt2>
        <a:accent1>
          <a:srgbClr val="9CE157"/>
        </a:accent1>
        <a:accent2>
          <a:srgbClr val="00817E"/>
        </a:accent2>
        <a:accent3>
          <a:srgbClr val="AAB3B3"/>
        </a:accent3>
        <a:accent4>
          <a:srgbClr val="DADADA"/>
        </a:accent4>
        <a:accent5>
          <a:srgbClr val="CBEEB4"/>
        </a:accent5>
        <a:accent6>
          <a:srgbClr val="007472"/>
        </a:accent6>
        <a:hlink>
          <a:srgbClr val="FFFF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Blitz 5">
        <a:dk1>
          <a:srgbClr val="291A4C"/>
        </a:dk1>
        <a:lt1>
          <a:srgbClr val="FFFFFF"/>
        </a:lt1>
        <a:dk2>
          <a:srgbClr val="3B256B"/>
        </a:dk2>
        <a:lt2>
          <a:srgbClr val="FFCC00"/>
        </a:lt2>
        <a:accent1>
          <a:srgbClr val="6EBFCA"/>
        </a:accent1>
        <a:accent2>
          <a:srgbClr val="56369C"/>
        </a:accent2>
        <a:accent3>
          <a:srgbClr val="AFACBA"/>
        </a:accent3>
        <a:accent4>
          <a:srgbClr val="DADADA"/>
        </a:accent4>
        <a:accent5>
          <a:srgbClr val="BADCE1"/>
        </a:accent5>
        <a:accent6>
          <a:srgbClr val="4D308D"/>
        </a:accent6>
        <a:hlink>
          <a:srgbClr val="CCCCFF"/>
        </a:hlink>
        <a:folHlink>
          <a:srgbClr val="6666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Blitz 6">
        <a:dk1>
          <a:srgbClr val="511D30"/>
        </a:dk1>
        <a:lt1>
          <a:srgbClr val="FFFFFF"/>
        </a:lt1>
        <a:dk2>
          <a:srgbClr val="6D2740"/>
        </a:dk2>
        <a:lt2>
          <a:srgbClr val="FDD409"/>
        </a:lt2>
        <a:accent1>
          <a:srgbClr val="FDB83B"/>
        </a:accent1>
        <a:accent2>
          <a:srgbClr val="9D395D"/>
        </a:accent2>
        <a:accent3>
          <a:srgbClr val="BAACAF"/>
        </a:accent3>
        <a:accent4>
          <a:srgbClr val="DADADA"/>
        </a:accent4>
        <a:accent5>
          <a:srgbClr val="FED8AF"/>
        </a:accent5>
        <a:accent6>
          <a:srgbClr val="8E3353"/>
        </a:accent6>
        <a:hlink>
          <a:srgbClr val="FF99CC"/>
        </a:hlink>
        <a:folHlink>
          <a:srgbClr val="D60093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Network Blitz">
  <a:themeElements>
    <a:clrScheme name="Network Blitz 1">
      <a:dk1>
        <a:srgbClr val="000044"/>
      </a:dk1>
      <a:lt1>
        <a:srgbClr val="FFFFFF"/>
      </a:lt1>
      <a:dk2>
        <a:srgbClr val="000066"/>
      </a:dk2>
      <a:lt2>
        <a:srgbClr val="FFCC00"/>
      </a:lt2>
      <a:accent1>
        <a:srgbClr val="9CE157"/>
      </a:accent1>
      <a:accent2>
        <a:srgbClr val="2663A0"/>
      </a:accent2>
      <a:accent3>
        <a:srgbClr val="AAAAB8"/>
      </a:accent3>
      <a:accent4>
        <a:srgbClr val="DADADA"/>
      </a:accent4>
      <a:accent5>
        <a:srgbClr val="CBEEB4"/>
      </a:accent5>
      <a:accent6>
        <a:srgbClr val="215991"/>
      </a:accent6>
      <a:hlink>
        <a:srgbClr val="F98D43"/>
      </a:hlink>
      <a:folHlink>
        <a:srgbClr val="CC3300"/>
      </a:folHlink>
    </a:clrScheme>
    <a:fontScheme name="Network Blitz">
      <a:majorFont>
        <a:latin typeface="Arial Black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38100" cap="flat" cmpd="sng" algn="ctr">
          <a:solidFill>
            <a:schemeClr val="tx2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zh-CN" sz="3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38100" cap="flat" cmpd="sng" algn="ctr">
          <a:solidFill>
            <a:schemeClr val="tx2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zh-CN" sz="3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Network Blitz 1">
        <a:dk1>
          <a:srgbClr val="000044"/>
        </a:dk1>
        <a:lt1>
          <a:srgbClr val="FFFFFF"/>
        </a:lt1>
        <a:dk2>
          <a:srgbClr val="000066"/>
        </a:dk2>
        <a:lt2>
          <a:srgbClr val="FFCC00"/>
        </a:lt2>
        <a:accent1>
          <a:srgbClr val="9CE157"/>
        </a:accent1>
        <a:accent2>
          <a:srgbClr val="2663A0"/>
        </a:accent2>
        <a:accent3>
          <a:srgbClr val="AAAAB8"/>
        </a:accent3>
        <a:accent4>
          <a:srgbClr val="DADADA"/>
        </a:accent4>
        <a:accent5>
          <a:srgbClr val="CBEEB4"/>
        </a:accent5>
        <a:accent6>
          <a:srgbClr val="215991"/>
        </a:accent6>
        <a:hlink>
          <a:srgbClr val="F98D43"/>
        </a:hlink>
        <a:folHlink>
          <a:srgbClr val="CC33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Blitz 2">
        <a:dk1>
          <a:srgbClr val="000066"/>
        </a:dk1>
        <a:lt1>
          <a:srgbClr val="9CC2E8"/>
        </a:lt1>
        <a:dk2>
          <a:srgbClr val="4D4D4D"/>
        </a:dk2>
        <a:lt2>
          <a:srgbClr val="7DAFE1"/>
        </a:lt2>
        <a:accent1>
          <a:srgbClr val="26D2E4"/>
        </a:accent1>
        <a:accent2>
          <a:srgbClr val="D0E2F4"/>
        </a:accent2>
        <a:accent3>
          <a:srgbClr val="CBDDF2"/>
        </a:accent3>
        <a:accent4>
          <a:srgbClr val="000056"/>
        </a:accent4>
        <a:accent5>
          <a:srgbClr val="ACE5EF"/>
        </a:accent5>
        <a:accent6>
          <a:srgbClr val="BCCDDD"/>
        </a:accent6>
        <a:hlink>
          <a:srgbClr val="003366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etwork Blitz 3">
        <a:dk1>
          <a:srgbClr val="000000"/>
        </a:dk1>
        <a:lt1>
          <a:srgbClr val="EAEAEA"/>
        </a:lt1>
        <a:dk2>
          <a:srgbClr val="333333"/>
        </a:dk2>
        <a:lt2>
          <a:srgbClr val="DDDDDD"/>
        </a:lt2>
        <a:accent1>
          <a:srgbClr val="C0C0C0"/>
        </a:accent1>
        <a:accent2>
          <a:srgbClr val="FFFFFF"/>
        </a:accent2>
        <a:accent3>
          <a:srgbClr val="F3F3F3"/>
        </a:accent3>
        <a:accent4>
          <a:srgbClr val="000000"/>
        </a:accent4>
        <a:accent5>
          <a:srgbClr val="DCDCDC"/>
        </a:accent5>
        <a:accent6>
          <a:srgbClr val="E7E7E7"/>
        </a:accent6>
        <a:hlink>
          <a:srgbClr val="5F5F5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etwork Blitz 4">
        <a:dk1>
          <a:srgbClr val="002E2D"/>
        </a:dk1>
        <a:lt1>
          <a:srgbClr val="FFFFFF"/>
        </a:lt1>
        <a:dk2>
          <a:srgbClr val="005250"/>
        </a:dk2>
        <a:lt2>
          <a:srgbClr val="FFCC00"/>
        </a:lt2>
        <a:accent1>
          <a:srgbClr val="9CE157"/>
        </a:accent1>
        <a:accent2>
          <a:srgbClr val="00817E"/>
        </a:accent2>
        <a:accent3>
          <a:srgbClr val="AAB3B3"/>
        </a:accent3>
        <a:accent4>
          <a:srgbClr val="DADADA"/>
        </a:accent4>
        <a:accent5>
          <a:srgbClr val="CBEEB4"/>
        </a:accent5>
        <a:accent6>
          <a:srgbClr val="007472"/>
        </a:accent6>
        <a:hlink>
          <a:srgbClr val="FFFF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Blitz 5">
        <a:dk1>
          <a:srgbClr val="291A4C"/>
        </a:dk1>
        <a:lt1>
          <a:srgbClr val="FFFFFF"/>
        </a:lt1>
        <a:dk2>
          <a:srgbClr val="3B256B"/>
        </a:dk2>
        <a:lt2>
          <a:srgbClr val="FFCC00"/>
        </a:lt2>
        <a:accent1>
          <a:srgbClr val="6EBFCA"/>
        </a:accent1>
        <a:accent2>
          <a:srgbClr val="56369C"/>
        </a:accent2>
        <a:accent3>
          <a:srgbClr val="AFACBA"/>
        </a:accent3>
        <a:accent4>
          <a:srgbClr val="DADADA"/>
        </a:accent4>
        <a:accent5>
          <a:srgbClr val="BADCE1"/>
        </a:accent5>
        <a:accent6>
          <a:srgbClr val="4D308D"/>
        </a:accent6>
        <a:hlink>
          <a:srgbClr val="CCCCFF"/>
        </a:hlink>
        <a:folHlink>
          <a:srgbClr val="6666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Blitz 6">
        <a:dk1>
          <a:srgbClr val="511D30"/>
        </a:dk1>
        <a:lt1>
          <a:srgbClr val="FFFFFF"/>
        </a:lt1>
        <a:dk2>
          <a:srgbClr val="6D2740"/>
        </a:dk2>
        <a:lt2>
          <a:srgbClr val="FDD409"/>
        </a:lt2>
        <a:accent1>
          <a:srgbClr val="FDB83B"/>
        </a:accent1>
        <a:accent2>
          <a:srgbClr val="9D395D"/>
        </a:accent2>
        <a:accent3>
          <a:srgbClr val="BAACAF"/>
        </a:accent3>
        <a:accent4>
          <a:srgbClr val="DADADA"/>
        </a:accent4>
        <a:accent5>
          <a:srgbClr val="FED8AF"/>
        </a:accent5>
        <a:accent6>
          <a:srgbClr val="8E3353"/>
        </a:accent6>
        <a:hlink>
          <a:srgbClr val="FF99CC"/>
        </a:hlink>
        <a:folHlink>
          <a:srgbClr val="D60093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6_Network Blitz">
  <a:themeElements>
    <a:clrScheme name="Network Blitz 1">
      <a:dk1>
        <a:srgbClr val="000044"/>
      </a:dk1>
      <a:lt1>
        <a:srgbClr val="FFFFFF"/>
      </a:lt1>
      <a:dk2>
        <a:srgbClr val="000066"/>
      </a:dk2>
      <a:lt2>
        <a:srgbClr val="FFCC00"/>
      </a:lt2>
      <a:accent1>
        <a:srgbClr val="9CE157"/>
      </a:accent1>
      <a:accent2>
        <a:srgbClr val="2663A0"/>
      </a:accent2>
      <a:accent3>
        <a:srgbClr val="AAAAB8"/>
      </a:accent3>
      <a:accent4>
        <a:srgbClr val="DADADA"/>
      </a:accent4>
      <a:accent5>
        <a:srgbClr val="CBEEB4"/>
      </a:accent5>
      <a:accent6>
        <a:srgbClr val="215991"/>
      </a:accent6>
      <a:hlink>
        <a:srgbClr val="F98D43"/>
      </a:hlink>
      <a:folHlink>
        <a:srgbClr val="CC3300"/>
      </a:folHlink>
    </a:clrScheme>
    <a:fontScheme name="Network Blitz">
      <a:majorFont>
        <a:latin typeface="Arial Black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38100" cap="flat" cmpd="sng" algn="ctr">
          <a:solidFill>
            <a:schemeClr val="tx2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zh-CN" sz="3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38100" cap="flat" cmpd="sng" algn="ctr">
          <a:solidFill>
            <a:schemeClr val="tx2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zh-CN" sz="3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Network Blitz 1">
        <a:dk1>
          <a:srgbClr val="000044"/>
        </a:dk1>
        <a:lt1>
          <a:srgbClr val="FFFFFF"/>
        </a:lt1>
        <a:dk2>
          <a:srgbClr val="000066"/>
        </a:dk2>
        <a:lt2>
          <a:srgbClr val="FFCC00"/>
        </a:lt2>
        <a:accent1>
          <a:srgbClr val="9CE157"/>
        </a:accent1>
        <a:accent2>
          <a:srgbClr val="2663A0"/>
        </a:accent2>
        <a:accent3>
          <a:srgbClr val="AAAAB8"/>
        </a:accent3>
        <a:accent4>
          <a:srgbClr val="DADADA"/>
        </a:accent4>
        <a:accent5>
          <a:srgbClr val="CBEEB4"/>
        </a:accent5>
        <a:accent6>
          <a:srgbClr val="215991"/>
        </a:accent6>
        <a:hlink>
          <a:srgbClr val="F98D43"/>
        </a:hlink>
        <a:folHlink>
          <a:srgbClr val="CC33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Blitz 2">
        <a:dk1>
          <a:srgbClr val="000066"/>
        </a:dk1>
        <a:lt1>
          <a:srgbClr val="9CC2E8"/>
        </a:lt1>
        <a:dk2>
          <a:srgbClr val="4D4D4D"/>
        </a:dk2>
        <a:lt2>
          <a:srgbClr val="7DAFE1"/>
        </a:lt2>
        <a:accent1>
          <a:srgbClr val="26D2E4"/>
        </a:accent1>
        <a:accent2>
          <a:srgbClr val="D0E2F4"/>
        </a:accent2>
        <a:accent3>
          <a:srgbClr val="CBDDF2"/>
        </a:accent3>
        <a:accent4>
          <a:srgbClr val="000056"/>
        </a:accent4>
        <a:accent5>
          <a:srgbClr val="ACE5EF"/>
        </a:accent5>
        <a:accent6>
          <a:srgbClr val="BCCDDD"/>
        </a:accent6>
        <a:hlink>
          <a:srgbClr val="003366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etwork Blitz 3">
        <a:dk1>
          <a:srgbClr val="000000"/>
        </a:dk1>
        <a:lt1>
          <a:srgbClr val="EAEAEA"/>
        </a:lt1>
        <a:dk2>
          <a:srgbClr val="333333"/>
        </a:dk2>
        <a:lt2>
          <a:srgbClr val="DDDDDD"/>
        </a:lt2>
        <a:accent1>
          <a:srgbClr val="C0C0C0"/>
        </a:accent1>
        <a:accent2>
          <a:srgbClr val="FFFFFF"/>
        </a:accent2>
        <a:accent3>
          <a:srgbClr val="F3F3F3"/>
        </a:accent3>
        <a:accent4>
          <a:srgbClr val="000000"/>
        </a:accent4>
        <a:accent5>
          <a:srgbClr val="DCDCDC"/>
        </a:accent5>
        <a:accent6>
          <a:srgbClr val="E7E7E7"/>
        </a:accent6>
        <a:hlink>
          <a:srgbClr val="5F5F5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etwork Blitz 4">
        <a:dk1>
          <a:srgbClr val="002E2D"/>
        </a:dk1>
        <a:lt1>
          <a:srgbClr val="FFFFFF"/>
        </a:lt1>
        <a:dk2>
          <a:srgbClr val="005250"/>
        </a:dk2>
        <a:lt2>
          <a:srgbClr val="FFCC00"/>
        </a:lt2>
        <a:accent1>
          <a:srgbClr val="9CE157"/>
        </a:accent1>
        <a:accent2>
          <a:srgbClr val="00817E"/>
        </a:accent2>
        <a:accent3>
          <a:srgbClr val="AAB3B3"/>
        </a:accent3>
        <a:accent4>
          <a:srgbClr val="DADADA"/>
        </a:accent4>
        <a:accent5>
          <a:srgbClr val="CBEEB4"/>
        </a:accent5>
        <a:accent6>
          <a:srgbClr val="007472"/>
        </a:accent6>
        <a:hlink>
          <a:srgbClr val="FFFF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Blitz 5">
        <a:dk1>
          <a:srgbClr val="291A4C"/>
        </a:dk1>
        <a:lt1>
          <a:srgbClr val="FFFFFF"/>
        </a:lt1>
        <a:dk2>
          <a:srgbClr val="3B256B"/>
        </a:dk2>
        <a:lt2>
          <a:srgbClr val="FFCC00"/>
        </a:lt2>
        <a:accent1>
          <a:srgbClr val="6EBFCA"/>
        </a:accent1>
        <a:accent2>
          <a:srgbClr val="56369C"/>
        </a:accent2>
        <a:accent3>
          <a:srgbClr val="AFACBA"/>
        </a:accent3>
        <a:accent4>
          <a:srgbClr val="DADADA"/>
        </a:accent4>
        <a:accent5>
          <a:srgbClr val="BADCE1"/>
        </a:accent5>
        <a:accent6>
          <a:srgbClr val="4D308D"/>
        </a:accent6>
        <a:hlink>
          <a:srgbClr val="CCCCFF"/>
        </a:hlink>
        <a:folHlink>
          <a:srgbClr val="6666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Blitz 6">
        <a:dk1>
          <a:srgbClr val="511D30"/>
        </a:dk1>
        <a:lt1>
          <a:srgbClr val="FFFFFF"/>
        </a:lt1>
        <a:dk2>
          <a:srgbClr val="6D2740"/>
        </a:dk2>
        <a:lt2>
          <a:srgbClr val="FDD409"/>
        </a:lt2>
        <a:accent1>
          <a:srgbClr val="FDB83B"/>
        </a:accent1>
        <a:accent2>
          <a:srgbClr val="9D395D"/>
        </a:accent2>
        <a:accent3>
          <a:srgbClr val="BAACAF"/>
        </a:accent3>
        <a:accent4>
          <a:srgbClr val="DADADA"/>
        </a:accent4>
        <a:accent5>
          <a:srgbClr val="FED8AF"/>
        </a:accent5>
        <a:accent6>
          <a:srgbClr val="8E3353"/>
        </a:accent6>
        <a:hlink>
          <a:srgbClr val="FF99CC"/>
        </a:hlink>
        <a:folHlink>
          <a:srgbClr val="D60093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12610</TotalTime>
  <Words>11939</Words>
  <Application>Microsoft Office PowerPoint</Application>
  <PresentationFormat>全屏显示(4:3)</PresentationFormat>
  <Paragraphs>1065</Paragraphs>
  <Slides>141</Slides>
  <Notes>33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141</vt:i4>
      </vt:variant>
    </vt:vector>
  </HeadingPairs>
  <TitlesOfParts>
    <vt:vector size="157" baseType="lpstr">
      <vt:lpstr>Arial Unicode MS</vt:lpstr>
      <vt:lpstr>黑体</vt:lpstr>
      <vt:lpstr>宋体</vt:lpstr>
      <vt:lpstr>微软雅黑</vt:lpstr>
      <vt:lpstr>Arial</vt:lpstr>
      <vt:lpstr>Arial Black</vt:lpstr>
      <vt:lpstr>Calibri</vt:lpstr>
      <vt:lpstr>Cambria Math</vt:lpstr>
      <vt:lpstr>Symbol</vt:lpstr>
      <vt:lpstr>Times New Roman</vt:lpstr>
      <vt:lpstr>Wingdings</vt:lpstr>
      <vt:lpstr>Wingdings 2</vt:lpstr>
      <vt:lpstr>4_Network Blitz</vt:lpstr>
      <vt:lpstr>5_Network Blitz</vt:lpstr>
      <vt:lpstr>2_Network Blitz</vt:lpstr>
      <vt:lpstr>6_Network Blitz</vt:lpstr>
      <vt:lpstr>§3.2   谓词逻辑</vt:lpstr>
      <vt:lpstr>§3.2.1  谓词逻辑的基本概念</vt:lpstr>
      <vt:lpstr>命题逻辑的缺陷</vt:lpstr>
      <vt:lpstr>命题逻辑的缺陷</vt:lpstr>
      <vt:lpstr>命题逻辑的缺陷</vt:lpstr>
      <vt:lpstr>命题逻辑的缺陷</vt:lpstr>
      <vt:lpstr>PowerPoint 演示文稿</vt:lpstr>
      <vt:lpstr>1 谓词</vt:lpstr>
      <vt:lpstr>1 谓词</vt:lpstr>
      <vt:lpstr>谓词的例</vt:lpstr>
      <vt:lpstr>谓词的例</vt:lpstr>
      <vt:lpstr>谓词的例</vt:lpstr>
      <vt:lpstr>2 量词</vt:lpstr>
      <vt:lpstr>2 量词</vt:lpstr>
      <vt:lpstr>2 量词</vt:lpstr>
      <vt:lpstr>量词的例</vt:lpstr>
      <vt:lpstr>量词的例</vt:lpstr>
      <vt:lpstr>量词的例</vt:lpstr>
      <vt:lpstr>3 量词的语义规定</vt:lpstr>
      <vt:lpstr>3 量词的语义规定</vt:lpstr>
      <vt:lpstr>3 量词的语义规定</vt:lpstr>
      <vt:lpstr>3 量词的语义规定</vt:lpstr>
      <vt:lpstr>练习</vt:lpstr>
      <vt:lpstr>练习</vt:lpstr>
      <vt:lpstr>4 量词的约束范围</vt:lpstr>
      <vt:lpstr>例</vt:lpstr>
      <vt:lpstr>约束变量、自由变量</vt:lpstr>
      <vt:lpstr>5 约束变量的改名规则</vt:lpstr>
      <vt:lpstr>5  约束变量的改名规则</vt:lpstr>
      <vt:lpstr>例</vt:lpstr>
      <vt:lpstr>例</vt:lpstr>
      <vt:lpstr>§3.2.2  谓词公式 </vt:lpstr>
      <vt:lpstr>1 基本符号</vt:lpstr>
      <vt:lpstr>1 基本符号</vt:lpstr>
      <vt:lpstr>2 项</vt:lpstr>
      <vt:lpstr>3 公式</vt:lpstr>
      <vt:lpstr>PowerPoint 演示文稿</vt:lpstr>
      <vt:lpstr>3 公式</vt:lpstr>
      <vt:lpstr>4 解释</vt:lpstr>
      <vt:lpstr>例</vt:lpstr>
      <vt:lpstr>例</vt:lpstr>
      <vt:lpstr>例</vt:lpstr>
      <vt:lpstr>5 使用量词时应注意以下几个问题：</vt:lpstr>
      <vt:lpstr>练习</vt:lpstr>
      <vt:lpstr>5 使用量词时应注意以下几个问题：</vt:lpstr>
      <vt:lpstr>PowerPoint 演示文稿</vt:lpstr>
      <vt:lpstr>例</vt:lpstr>
      <vt:lpstr>PowerPoint 演示文稿</vt:lpstr>
      <vt:lpstr>PowerPoint 演示文稿</vt:lpstr>
      <vt:lpstr>PowerPoint 演示文稿</vt:lpstr>
      <vt:lpstr>5 使用量词时应注意以下几个问题：</vt:lpstr>
      <vt:lpstr>PowerPoint 演示文稿</vt:lpstr>
      <vt:lpstr>PowerPoint 演示文稿</vt:lpstr>
      <vt:lpstr>PowerPoint 演示文稿</vt:lpstr>
      <vt:lpstr>6 谓词公式的恒真、恒假、可满足</vt:lpstr>
      <vt:lpstr>例</vt:lpstr>
      <vt:lpstr>例</vt:lpstr>
      <vt:lpstr>习题3.2-4</vt:lpstr>
      <vt:lpstr>§3.2.3 谓词公式的等价关系和蕴涵关系 </vt:lpstr>
      <vt:lpstr>1 公式间的等价</vt:lpstr>
      <vt:lpstr>例</vt:lpstr>
      <vt:lpstr>例</vt:lpstr>
      <vt:lpstr>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2 公式间的蕴涵</vt:lpstr>
      <vt:lpstr>例</vt:lpstr>
      <vt:lpstr>例</vt:lpstr>
      <vt:lpstr>谓词公式蕴涵的证明方法</vt:lpstr>
      <vt:lpstr>例</vt:lpstr>
      <vt:lpstr>例</vt:lpstr>
      <vt:lpstr>例</vt:lpstr>
      <vt:lpstr>例</vt:lpstr>
      <vt:lpstr>例</vt:lpstr>
      <vt:lpstr>3 谓词逻辑的判定问题</vt:lpstr>
      <vt:lpstr>3 谓词逻辑的判定问题</vt:lpstr>
      <vt:lpstr>4 关于高阶逻辑</vt:lpstr>
      <vt:lpstr>4 关于高阶逻辑</vt:lpstr>
      <vt:lpstr>PowerPoint 演示文稿</vt:lpstr>
      <vt:lpstr>§3.2.4  范式 </vt:lpstr>
      <vt:lpstr>PowerPoint 演示文稿</vt:lpstr>
      <vt:lpstr>1 前束范式</vt:lpstr>
      <vt:lpstr>PowerPoint 演示文稿</vt:lpstr>
      <vt:lpstr>引理3.2.1 </vt:lpstr>
      <vt:lpstr>练习</vt:lpstr>
      <vt:lpstr>练习</vt:lpstr>
      <vt:lpstr>1)证明：x(G(x)H)=xG(x)H </vt:lpstr>
      <vt:lpstr>4) 证明： (xG(x))=x(G(x)) </vt:lpstr>
      <vt:lpstr>提示：</vt:lpstr>
      <vt:lpstr>2 公式的前束范式化</vt:lpstr>
      <vt:lpstr>PowerPoint 演示文稿</vt:lpstr>
      <vt:lpstr>3) 证明：xG(x)xH(x)=xy(G(x)H(y))</vt:lpstr>
      <vt:lpstr>       思考</vt:lpstr>
      <vt:lpstr>PowerPoint 演示文稿</vt:lpstr>
      <vt:lpstr>        思考</vt:lpstr>
      <vt:lpstr>PowerPoint 演示文稿</vt:lpstr>
      <vt:lpstr>PowerPoint 演示文稿</vt:lpstr>
      <vt:lpstr>定理3.2.1</vt:lpstr>
      <vt:lpstr>定理3.2.1</vt:lpstr>
      <vt:lpstr>例3.4.1 </vt:lpstr>
      <vt:lpstr>PowerPoint 演示文稿</vt:lpstr>
      <vt:lpstr>PowerPoint 演示文稿</vt:lpstr>
      <vt:lpstr>练习：</vt:lpstr>
      <vt:lpstr>PowerPoint 演示文稿</vt:lpstr>
      <vt:lpstr>PowerPoint 演示文稿</vt:lpstr>
      <vt:lpstr>3  Skolem范式 </vt:lpstr>
      <vt:lpstr>PowerPoint 演示文稿</vt:lpstr>
      <vt:lpstr>PowerPoint 演示文稿</vt:lpstr>
      <vt:lpstr>例3.2.2</vt:lpstr>
      <vt:lpstr>注意</vt:lpstr>
      <vt:lpstr>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例3.2.3</vt:lpstr>
      <vt:lpstr>设G=xyP(x，y)，则G的Skolem范式为S=xP(x，f(x)) </vt:lpstr>
      <vt:lpstr>4  公式G与其Skolem范式S间的关系</vt:lpstr>
      <vt:lpstr>4  公式G与其Skolem范式S间的关系</vt:lpstr>
      <vt:lpstr>讨论： G与S的恒真性是否等价</vt:lpstr>
      <vt:lpstr>习题3.2-5</vt:lpstr>
      <vt:lpstr>习题3.2-10</vt:lpstr>
      <vt:lpstr>习题3.2-3</vt:lpstr>
      <vt:lpstr>习题3.2-3</vt:lpstr>
      <vt:lpstr>PowerPoint 演示文稿</vt:lpstr>
      <vt:lpstr>习题3.2-4</vt:lpstr>
      <vt:lpstr>练习</vt:lpstr>
    </vt:vector>
  </TitlesOfParts>
  <Company>JlU DSS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第三章   谓词逻辑</dc:title>
  <dc:creator>yuhh</dc:creator>
  <cp:lastModifiedBy>Windows 用户</cp:lastModifiedBy>
  <cp:revision>1081</cp:revision>
  <dcterms:created xsi:type="dcterms:W3CDTF">2002-08-26T15:34:01Z</dcterms:created>
  <dcterms:modified xsi:type="dcterms:W3CDTF">2025-04-29T02:41:09Z</dcterms:modified>
</cp:coreProperties>
</file>