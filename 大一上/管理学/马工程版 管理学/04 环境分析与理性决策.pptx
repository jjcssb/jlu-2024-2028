
<file path=[Content_Types].xml><?xml version="1.0" encoding="utf-8"?>
<Types xmlns="http://schemas.openxmlformats.org/package/2006/content-types">
  <Default Extension="jpeg" ContentType="image/jpeg"/>
  <Default Extension="png" ContentType="image/png"/>
  <Default Extension="tiff" ContentType="image/tiff"/>
  <Default Extension="wdp" ContentType="image/vnd.ms-photo"/>
  <Default Extension="gif" ContentType="image/gi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diagrams/colors1.xml" ContentType="application/vnd.openxmlformats-officedocument.drawingml.diagramColors+xml"/>
  <Override PartName="/ppt/diagrams/colors10.xml" ContentType="application/vnd.openxmlformats-officedocument.drawingml.diagramColors+xml"/>
  <Override PartName="/ppt/diagrams/colors11.xml" ContentType="application/vnd.openxmlformats-officedocument.drawingml.diagramColors+xml"/>
  <Override PartName="/ppt/diagrams/colors12.xml" ContentType="application/vnd.openxmlformats-officedocument.drawingml.diagramColors+xml"/>
  <Override PartName="/ppt/diagrams/colors13.xml" ContentType="application/vnd.openxmlformats-officedocument.drawingml.diagramColors+xml"/>
  <Override PartName="/ppt/diagrams/colors14.xml" ContentType="application/vnd.openxmlformats-officedocument.drawingml.diagramColors+xml"/>
  <Override PartName="/ppt/diagrams/colors15.xml" ContentType="application/vnd.openxmlformats-officedocument.drawingml.diagramColors+xml"/>
  <Override PartName="/ppt/diagrams/colors16.xml" ContentType="application/vnd.openxmlformats-officedocument.drawingml.diagramColors+xml"/>
  <Override PartName="/ppt/diagrams/colors17.xml" ContentType="application/vnd.openxmlformats-officedocument.drawingml.diagramColors+xml"/>
  <Override PartName="/ppt/diagrams/colors2.xml" ContentType="application/vnd.openxmlformats-officedocument.drawingml.diagramColors+xml"/>
  <Override PartName="/ppt/diagrams/colors3.xml" ContentType="application/vnd.openxmlformats-officedocument.drawingml.diagramColors+xml"/>
  <Override PartName="/ppt/diagrams/colors4.xml" ContentType="application/vnd.openxmlformats-officedocument.drawingml.diagramColors+xml"/>
  <Override PartName="/ppt/diagrams/colors5.xml" ContentType="application/vnd.openxmlformats-officedocument.drawingml.diagramColors+xml"/>
  <Override PartName="/ppt/diagrams/colors6.xml" ContentType="application/vnd.openxmlformats-officedocument.drawingml.diagramColors+xml"/>
  <Override PartName="/ppt/diagrams/colors7.xml" ContentType="application/vnd.openxmlformats-officedocument.drawingml.diagramColors+xml"/>
  <Override PartName="/ppt/diagrams/colors8.xml" ContentType="application/vnd.openxmlformats-officedocument.drawingml.diagramColors+xml"/>
  <Override PartName="/ppt/diagrams/colors9.xml" ContentType="application/vnd.openxmlformats-officedocument.drawingml.diagramColors+xml"/>
  <Override PartName="/ppt/diagrams/data1.xml" ContentType="application/vnd.openxmlformats-officedocument.drawingml.diagramData+xml"/>
  <Override PartName="/ppt/diagrams/data10.xml" ContentType="application/vnd.openxmlformats-officedocument.drawingml.diagramData+xml"/>
  <Override PartName="/ppt/diagrams/data11.xml" ContentType="application/vnd.openxmlformats-officedocument.drawingml.diagramData+xml"/>
  <Override PartName="/ppt/diagrams/data12.xml" ContentType="application/vnd.openxmlformats-officedocument.drawingml.diagramData+xml"/>
  <Override PartName="/ppt/diagrams/data13.xml" ContentType="application/vnd.openxmlformats-officedocument.drawingml.diagramData+xml"/>
  <Override PartName="/ppt/diagrams/data14.xml" ContentType="application/vnd.openxmlformats-officedocument.drawingml.diagramData+xml"/>
  <Override PartName="/ppt/diagrams/data15.xml" ContentType="application/vnd.openxmlformats-officedocument.drawingml.diagramData+xml"/>
  <Override PartName="/ppt/diagrams/data16.xml" ContentType="application/vnd.openxmlformats-officedocument.drawingml.diagramData+xml"/>
  <Override PartName="/ppt/diagrams/data17.xml" ContentType="application/vnd.openxmlformats-officedocument.drawingml.diagramData+xml"/>
  <Override PartName="/ppt/diagrams/data2.xml" ContentType="application/vnd.openxmlformats-officedocument.drawingml.diagramData+xml"/>
  <Override PartName="/ppt/diagrams/data3.xml" ContentType="application/vnd.openxmlformats-officedocument.drawingml.diagramData+xml"/>
  <Override PartName="/ppt/diagrams/data4.xml" ContentType="application/vnd.openxmlformats-officedocument.drawingml.diagramData+xml"/>
  <Override PartName="/ppt/diagrams/data5.xml" ContentType="application/vnd.openxmlformats-officedocument.drawingml.diagramData+xml"/>
  <Override PartName="/ppt/diagrams/data6.xml" ContentType="application/vnd.openxmlformats-officedocument.drawingml.diagramData+xml"/>
  <Override PartName="/ppt/diagrams/data7.xml" ContentType="application/vnd.openxmlformats-officedocument.drawingml.diagramData+xml"/>
  <Override PartName="/ppt/diagrams/data8.xml" ContentType="application/vnd.openxmlformats-officedocument.drawingml.diagramData+xml"/>
  <Override PartName="/ppt/diagrams/data9.xml" ContentType="application/vnd.openxmlformats-officedocument.drawingml.diagramData+xml"/>
  <Override PartName="/ppt/diagrams/drawing1.xml" ContentType="application/vnd.ms-office.drawingml.diagramDrawing+xml"/>
  <Override PartName="/ppt/diagrams/drawing10.xml" ContentType="application/vnd.ms-office.drawingml.diagramDrawing+xml"/>
  <Override PartName="/ppt/diagrams/drawing11.xml" ContentType="application/vnd.ms-office.drawingml.diagramDrawing+xml"/>
  <Override PartName="/ppt/diagrams/drawing12.xml" ContentType="application/vnd.ms-office.drawingml.diagramDrawing+xml"/>
  <Override PartName="/ppt/diagrams/drawing13.xml" ContentType="application/vnd.ms-office.drawingml.diagramDrawing+xml"/>
  <Override PartName="/ppt/diagrams/drawing14.xml" ContentType="application/vnd.ms-office.drawingml.diagramDrawing+xml"/>
  <Override PartName="/ppt/diagrams/drawing15.xml" ContentType="application/vnd.ms-office.drawingml.diagramDrawing+xml"/>
  <Override PartName="/ppt/diagrams/drawing16.xml" ContentType="application/vnd.ms-office.drawingml.diagramDrawing+xml"/>
  <Override PartName="/ppt/diagrams/drawing17.xml" ContentType="application/vnd.ms-office.drawingml.diagramDrawing+xml"/>
  <Override PartName="/ppt/diagrams/drawing2.xml" ContentType="application/vnd.ms-office.drawingml.diagramDrawing+xml"/>
  <Override PartName="/ppt/diagrams/drawing3.xml" ContentType="application/vnd.ms-office.drawingml.diagramDrawing+xml"/>
  <Override PartName="/ppt/diagrams/drawing4.xml" ContentType="application/vnd.ms-office.drawingml.diagramDrawing+xml"/>
  <Override PartName="/ppt/diagrams/drawing5.xml" ContentType="application/vnd.ms-office.drawingml.diagramDrawing+xml"/>
  <Override PartName="/ppt/diagrams/drawing6.xml" ContentType="application/vnd.ms-office.drawingml.diagramDrawing+xml"/>
  <Override PartName="/ppt/diagrams/drawing7.xml" ContentType="application/vnd.ms-office.drawingml.diagramDrawing+xml"/>
  <Override PartName="/ppt/diagrams/drawing8.xml" ContentType="application/vnd.ms-office.drawingml.diagramDrawing+xml"/>
  <Override PartName="/ppt/diagrams/drawing9.xml" ContentType="application/vnd.ms-office.drawingml.diagramDrawing+xml"/>
  <Override PartName="/ppt/diagrams/layout1.xml" ContentType="application/vnd.openxmlformats-officedocument.drawingml.diagramLayout+xml"/>
  <Override PartName="/ppt/diagrams/layout10.xml" ContentType="application/vnd.openxmlformats-officedocument.drawingml.diagramLayout+xml"/>
  <Override PartName="/ppt/diagrams/layout11.xml" ContentType="application/vnd.openxmlformats-officedocument.drawingml.diagramLayout+xml"/>
  <Override PartName="/ppt/diagrams/layout12.xml" ContentType="application/vnd.openxmlformats-officedocument.drawingml.diagramLayout+xml"/>
  <Override PartName="/ppt/diagrams/layout13.xml" ContentType="application/vnd.openxmlformats-officedocument.drawingml.diagramLayout+xml"/>
  <Override PartName="/ppt/diagrams/layout14.xml" ContentType="application/vnd.openxmlformats-officedocument.drawingml.diagramLayout+xml"/>
  <Override PartName="/ppt/diagrams/layout15.xml" ContentType="application/vnd.openxmlformats-officedocument.drawingml.diagramLayout+xml"/>
  <Override PartName="/ppt/diagrams/layout16.xml" ContentType="application/vnd.openxmlformats-officedocument.drawingml.diagramLayout+xml"/>
  <Override PartName="/ppt/diagrams/layout17.xml" ContentType="application/vnd.openxmlformats-officedocument.drawingml.diagramLayout+xml"/>
  <Override PartName="/ppt/diagrams/layout2.xml" ContentType="application/vnd.openxmlformats-officedocument.drawingml.diagramLayout+xml"/>
  <Override PartName="/ppt/diagrams/layout3.xml" ContentType="application/vnd.openxmlformats-officedocument.drawingml.diagramLayout+xml"/>
  <Override PartName="/ppt/diagrams/layout4.xml" ContentType="application/vnd.openxmlformats-officedocument.drawingml.diagramLayout+xml"/>
  <Override PartName="/ppt/diagrams/layout5.xml" ContentType="application/vnd.openxmlformats-officedocument.drawingml.diagramLayout+xml"/>
  <Override PartName="/ppt/diagrams/layout6.xml" ContentType="application/vnd.openxmlformats-officedocument.drawingml.diagramLayout+xml"/>
  <Override PartName="/ppt/diagrams/layout7.xml" ContentType="application/vnd.openxmlformats-officedocument.drawingml.diagramLayout+xml"/>
  <Override PartName="/ppt/diagrams/layout8.xml" ContentType="application/vnd.openxmlformats-officedocument.drawingml.diagramLayout+xml"/>
  <Override PartName="/ppt/diagrams/layout9.xml" ContentType="application/vnd.openxmlformats-officedocument.drawingml.diagramLayout+xml"/>
  <Override PartName="/ppt/diagrams/quickStyle1.xml" ContentType="application/vnd.openxmlformats-officedocument.drawingml.diagramStyle+xml"/>
  <Override PartName="/ppt/diagrams/quickStyle10.xml" ContentType="application/vnd.openxmlformats-officedocument.drawingml.diagramStyle+xml"/>
  <Override PartName="/ppt/diagrams/quickStyle11.xml" ContentType="application/vnd.openxmlformats-officedocument.drawingml.diagramStyle+xml"/>
  <Override PartName="/ppt/diagrams/quickStyle12.xml" ContentType="application/vnd.openxmlformats-officedocument.drawingml.diagramStyle+xml"/>
  <Override PartName="/ppt/diagrams/quickStyle13.xml" ContentType="application/vnd.openxmlformats-officedocument.drawingml.diagramStyle+xml"/>
  <Override PartName="/ppt/diagrams/quickStyle14.xml" ContentType="application/vnd.openxmlformats-officedocument.drawingml.diagramStyle+xml"/>
  <Override PartName="/ppt/diagrams/quickStyle15.xml" ContentType="application/vnd.openxmlformats-officedocument.drawingml.diagramStyle+xml"/>
  <Override PartName="/ppt/diagrams/quickStyle16.xml" ContentType="application/vnd.openxmlformats-officedocument.drawingml.diagramStyle+xml"/>
  <Override PartName="/ppt/diagrams/quickStyle17.xml" ContentType="application/vnd.openxmlformats-officedocument.drawingml.diagramStyle+xml"/>
  <Override PartName="/ppt/diagrams/quickStyle2.xml" ContentType="application/vnd.openxmlformats-officedocument.drawingml.diagramStyle+xml"/>
  <Override PartName="/ppt/diagrams/quickStyle3.xml" ContentType="application/vnd.openxmlformats-officedocument.drawingml.diagramStyle+xml"/>
  <Override PartName="/ppt/diagrams/quickStyle4.xml" ContentType="application/vnd.openxmlformats-officedocument.drawingml.diagramStyle+xml"/>
  <Override PartName="/ppt/diagrams/quickStyle5.xml" ContentType="application/vnd.openxmlformats-officedocument.drawingml.diagramStyle+xml"/>
  <Override PartName="/ppt/diagrams/quickStyle6.xml" ContentType="application/vnd.openxmlformats-officedocument.drawingml.diagramStyle+xml"/>
  <Override PartName="/ppt/diagrams/quickStyle7.xml" ContentType="application/vnd.openxmlformats-officedocument.drawingml.diagramStyle+xml"/>
  <Override PartName="/ppt/diagrams/quickStyle8.xml" ContentType="application/vnd.openxmlformats-officedocument.drawingml.diagramStyle+xml"/>
  <Override PartName="/ppt/diagrams/quickStyle9.xml" ContentType="application/vnd.openxmlformats-officedocument.drawingml.diagramStyle+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51"/>
  </p:notesMasterIdLst>
  <p:sldIdLst>
    <p:sldId id="437" r:id="rId3"/>
    <p:sldId id="438" r:id="rId4"/>
    <p:sldId id="439" r:id="rId5"/>
    <p:sldId id="440" r:id="rId6"/>
    <p:sldId id="484" r:id="rId7"/>
    <p:sldId id="485" r:id="rId8"/>
    <p:sldId id="486" r:id="rId9"/>
    <p:sldId id="444" r:id="rId10"/>
    <p:sldId id="445" r:id="rId11"/>
    <p:sldId id="446" r:id="rId12"/>
    <p:sldId id="489" r:id="rId13"/>
    <p:sldId id="488" r:id="rId14"/>
    <p:sldId id="490" r:id="rId15"/>
    <p:sldId id="448" r:id="rId16"/>
    <p:sldId id="449" r:id="rId17"/>
    <p:sldId id="491" r:id="rId18"/>
    <p:sldId id="492" r:id="rId19"/>
    <p:sldId id="493" r:id="rId20"/>
    <p:sldId id="494" r:id="rId21"/>
    <p:sldId id="495" r:id="rId22"/>
    <p:sldId id="496" r:id="rId23"/>
    <p:sldId id="497" r:id="rId24"/>
    <p:sldId id="498" r:id="rId25"/>
    <p:sldId id="499" r:id="rId26"/>
    <p:sldId id="500" r:id="rId27"/>
    <p:sldId id="501" r:id="rId28"/>
    <p:sldId id="502" r:id="rId29"/>
    <p:sldId id="504" r:id="rId30"/>
    <p:sldId id="505" r:id="rId31"/>
    <p:sldId id="506" r:id="rId32"/>
    <p:sldId id="507" r:id="rId33"/>
    <p:sldId id="508" r:id="rId34"/>
    <p:sldId id="509" r:id="rId35"/>
    <p:sldId id="510" r:id="rId36"/>
    <p:sldId id="511" r:id="rId37"/>
    <p:sldId id="512" r:id="rId38"/>
    <p:sldId id="513" r:id="rId39"/>
    <p:sldId id="514" r:id="rId40"/>
    <p:sldId id="477" r:id="rId41"/>
    <p:sldId id="516" r:id="rId42"/>
    <p:sldId id="517" r:id="rId43"/>
    <p:sldId id="518" r:id="rId44"/>
    <p:sldId id="519" r:id="rId45"/>
    <p:sldId id="520" r:id="rId46"/>
    <p:sldId id="521" r:id="rId47"/>
    <p:sldId id="522" r:id="rId48"/>
    <p:sldId id="523" r:id="rId49"/>
    <p:sldId id="360" r:id="rId50"/>
  </p:sldIdLst>
  <p:sldSz cx="9144000" cy="6858000" type="screen4x3"/>
  <p:notesSz cx="6858000" cy="9144000"/>
  <p:defaultTextStyle>
    <a:defPPr>
      <a:defRPr lang="zh-CN"/>
    </a:defPPr>
    <a:lvl1pPr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0000"/>
    <a:srgbClr val="D96C3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中度样式 2 - 强调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80" autoAdjust="0"/>
    <p:restoredTop sz="94660"/>
  </p:normalViewPr>
  <p:slideViewPr>
    <p:cSldViewPr showGuides="1">
      <p:cViewPr varScale="1">
        <p:scale>
          <a:sx n="71" d="100"/>
          <a:sy n="71" d="100"/>
        </p:scale>
        <p:origin x="1296" y="60"/>
      </p:cViewPr>
      <p:guideLst>
        <p:guide orient="horz" pos="2160"/>
        <p:guide pos="2880"/>
      </p:guideLst>
    </p:cSldViewPr>
  </p:slideViewPr>
  <p:notesTextViewPr>
    <p:cViewPr>
      <p:scale>
        <a:sx n="100" d="100"/>
        <a:sy n="100" d="100"/>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4" Type="http://schemas.openxmlformats.org/officeDocument/2006/relationships/tableStyles" Target="tableStyles.xml"/><Relationship Id="rId53" Type="http://schemas.openxmlformats.org/officeDocument/2006/relationships/viewProps" Target="viewProps.xml"/><Relationship Id="rId52" Type="http://schemas.openxmlformats.org/officeDocument/2006/relationships/presProps" Target="presProps.xml"/><Relationship Id="rId51" Type="http://schemas.openxmlformats.org/officeDocument/2006/relationships/notesMaster" Target="notesMasters/notesMaster1.xml"/><Relationship Id="rId50" Type="http://schemas.openxmlformats.org/officeDocument/2006/relationships/slide" Target="slides/slide48.xml"/><Relationship Id="rId5" Type="http://schemas.openxmlformats.org/officeDocument/2006/relationships/slide" Target="slides/slide3.xml"/><Relationship Id="rId49" Type="http://schemas.openxmlformats.org/officeDocument/2006/relationships/slide" Target="slides/slide47.xml"/><Relationship Id="rId48" Type="http://schemas.openxmlformats.org/officeDocument/2006/relationships/slide" Target="slides/slide46.xml"/><Relationship Id="rId47" Type="http://schemas.openxmlformats.org/officeDocument/2006/relationships/slide" Target="slides/slide45.xml"/><Relationship Id="rId46" Type="http://schemas.openxmlformats.org/officeDocument/2006/relationships/slide" Target="slides/slide44.xml"/><Relationship Id="rId45" Type="http://schemas.openxmlformats.org/officeDocument/2006/relationships/slide" Target="slides/slide43.xml"/><Relationship Id="rId44" Type="http://schemas.openxmlformats.org/officeDocument/2006/relationships/slide" Target="slides/slide42.xml"/><Relationship Id="rId43" Type="http://schemas.openxmlformats.org/officeDocument/2006/relationships/slide" Target="slides/slide41.xml"/><Relationship Id="rId42" Type="http://schemas.openxmlformats.org/officeDocument/2006/relationships/slide" Target="slides/slide40.xml"/><Relationship Id="rId41" Type="http://schemas.openxmlformats.org/officeDocument/2006/relationships/slide" Target="slides/slide39.xml"/><Relationship Id="rId40" Type="http://schemas.openxmlformats.org/officeDocument/2006/relationships/slide" Target="slides/slide38.xml"/><Relationship Id="rId4" Type="http://schemas.openxmlformats.org/officeDocument/2006/relationships/slide" Target="slides/slide2.xml"/><Relationship Id="rId39" Type="http://schemas.openxmlformats.org/officeDocument/2006/relationships/slide" Target="slides/slide37.xml"/><Relationship Id="rId38" Type="http://schemas.openxmlformats.org/officeDocument/2006/relationships/slide" Target="slides/slide36.xml"/><Relationship Id="rId37" Type="http://schemas.openxmlformats.org/officeDocument/2006/relationships/slide" Target="slides/slide35.xml"/><Relationship Id="rId36" Type="http://schemas.openxmlformats.org/officeDocument/2006/relationships/slide" Target="slides/slide34.xml"/><Relationship Id="rId35" Type="http://schemas.openxmlformats.org/officeDocument/2006/relationships/slide" Target="slides/slide33.xml"/><Relationship Id="rId34" Type="http://schemas.openxmlformats.org/officeDocument/2006/relationships/slide" Target="slides/slide32.xml"/><Relationship Id="rId33" Type="http://schemas.openxmlformats.org/officeDocument/2006/relationships/slide" Target="slides/slide31.xml"/><Relationship Id="rId32" Type="http://schemas.openxmlformats.org/officeDocument/2006/relationships/slide" Target="slides/slide30.xml"/><Relationship Id="rId31" Type="http://schemas.openxmlformats.org/officeDocument/2006/relationships/slide" Target="slides/slide29.xml"/><Relationship Id="rId30" Type="http://schemas.openxmlformats.org/officeDocument/2006/relationships/slide" Target="slides/slide28.xml"/><Relationship Id="rId3" Type="http://schemas.openxmlformats.org/officeDocument/2006/relationships/slide" Target="slides/slide1.xml"/><Relationship Id="rId29" Type="http://schemas.openxmlformats.org/officeDocument/2006/relationships/slide" Target="slides/slide27.xml"/><Relationship Id="rId28" Type="http://schemas.openxmlformats.org/officeDocument/2006/relationships/slide" Target="slides/slide26.xml"/><Relationship Id="rId27" Type="http://schemas.openxmlformats.org/officeDocument/2006/relationships/slide" Target="slides/slide25.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diagrams/_rels/data1.xml.rels><?xml version="1.0" encoding="UTF-8" standalone="yes"?>
<Relationships xmlns="http://schemas.openxmlformats.org/package/2006/relationships"><Relationship Id="rId5" Type="http://schemas.openxmlformats.org/officeDocument/2006/relationships/image" Target="../media/image36.jpeg"/><Relationship Id="rId4" Type="http://schemas.openxmlformats.org/officeDocument/2006/relationships/image" Target="../media/image35.jpeg"/><Relationship Id="rId3" Type="http://schemas.openxmlformats.org/officeDocument/2006/relationships/image" Target="../media/image34.jpeg"/><Relationship Id="rId2" Type="http://schemas.openxmlformats.org/officeDocument/2006/relationships/image" Target="../media/image33.jpeg"/><Relationship Id="rId1" Type="http://schemas.openxmlformats.org/officeDocument/2006/relationships/image" Target="../media/image32.jpeg"/></Relationships>
</file>

<file path=ppt/diagrams/_rels/data2.xml.rels><?xml version="1.0" encoding="UTF-8" standalone="yes"?>
<Relationships xmlns="http://schemas.openxmlformats.org/package/2006/relationships"><Relationship Id="rId5" Type="http://schemas.openxmlformats.org/officeDocument/2006/relationships/image" Target="../media/image41.jpeg"/><Relationship Id="rId4" Type="http://schemas.openxmlformats.org/officeDocument/2006/relationships/image" Target="../media/image40.GIF"/><Relationship Id="rId3" Type="http://schemas.openxmlformats.org/officeDocument/2006/relationships/image" Target="../media/image39.jpeg"/><Relationship Id="rId2" Type="http://schemas.openxmlformats.org/officeDocument/2006/relationships/image" Target="../media/image38.jpeg"/><Relationship Id="rId1" Type="http://schemas.openxmlformats.org/officeDocument/2006/relationships/image" Target="../media/image37.jpeg"/></Relationships>
</file>

<file path=ppt/diagrams/_rels/data7.xml.rels><?xml version="1.0" encoding="UTF-8" standalone="yes"?>
<Relationships xmlns="http://schemas.openxmlformats.org/package/2006/relationships"><Relationship Id="rId3" Type="http://schemas.openxmlformats.org/officeDocument/2006/relationships/image" Target="../media/image43.jpeg"/><Relationship Id="rId2" Type="http://schemas.openxmlformats.org/officeDocument/2006/relationships/image" Target="../media/image16.jpeg"/><Relationship Id="rId1" Type="http://schemas.openxmlformats.org/officeDocument/2006/relationships/image" Target="../media/image42.jpeg"/></Relationships>
</file>

<file path=ppt/diagrams/_rels/data17.xml.rels><?xml version="1.0" encoding="UTF-8" standalone="yes"?>
<Relationships xmlns="http://schemas.openxmlformats.org/package/2006/relationships"><Relationship Id="rId8" Type="http://schemas.openxmlformats.org/officeDocument/2006/relationships/image" Target="../media/image51.jpeg"/><Relationship Id="rId7" Type="http://schemas.openxmlformats.org/officeDocument/2006/relationships/image" Target="../media/image50.png"/><Relationship Id="rId6" Type="http://schemas.openxmlformats.org/officeDocument/2006/relationships/image" Target="../media/image49.jpeg"/><Relationship Id="rId5" Type="http://schemas.openxmlformats.org/officeDocument/2006/relationships/image" Target="../media/image48.jpeg"/><Relationship Id="rId4" Type="http://schemas.openxmlformats.org/officeDocument/2006/relationships/image" Target="../media/image47.jpeg"/><Relationship Id="rId3" Type="http://schemas.openxmlformats.org/officeDocument/2006/relationships/image" Target="../media/image46.jpeg"/><Relationship Id="rId2" Type="http://schemas.openxmlformats.org/officeDocument/2006/relationships/image" Target="../media/image45.jpeg"/><Relationship Id="rId1" Type="http://schemas.openxmlformats.org/officeDocument/2006/relationships/image" Target="../media/image44.jpeg"/></Relationships>
</file>

<file path=ppt/diagrams/_rels/drawing1.xml.rels><?xml version="1.0" encoding="UTF-8" standalone="yes"?>
<Relationships xmlns="http://schemas.openxmlformats.org/package/2006/relationships"><Relationship Id="rId5" Type="http://schemas.openxmlformats.org/officeDocument/2006/relationships/image" Target="../media/image36.jpeg"/><Relationship Id="rId4" Type="http://schemas.openxmlformats.org/officeDocument/2006/relationships/image" Target="../media/image35.jpeg"/><Relationship Id="rId3" Type="http://schemas.openxmlformats.org/officeDocument/2006/relationships/image" Target="../media/image34.jpeg"/><Relationship Id="rId2" Type="http://schemas.openxmlformats.org/officeDocument/2006/relationships/image" Target="../media/image33.jpeg"/><Relationship Id="rId1" Type="http://schemas.openxmlformats.org/officeDocument/2006/relationships/image" Target="../media/image32.jpeg"/></Relationships>
</file>

<file path=ppt/diagrams/_rels/drawing2.xml.rels><?xml version="1.0" encoding="UTF-8" standalone="yes"?>
<Relationships xmlns="http://schemas.openxmlformats.org/package/2006/relationships"><Relationship Id="rId5" Type="http://schemas.openxmlformats.org/officeDocument/2006/relationships/image" Target="../media/image41.jpeg"/><Relationship Id="rId4" Type="http://schemas.openxmlformats.org/officeDocument/2006/relationships/image" Target="../media/image40.GIF"/><Relationship Id="rId3" Type="http://schemas.openxmlformats.org/officeDocument/2006/relationships/image" Target="../media/image39.jpeg"/><Relationship Id="rId2" Type="http://schemas.openxmlformats.org/officeDocument/2006/relationships/image" Target="../media/image38.jpeg"/><Relationship Id="rId1" Type="http://schemas.openxmlformats.org/officeDocument/2006/relationships/image" Target="../media/image37.jpeg"/></Relationships>
</file>

<file path=ppt/diagrams/_rels/drawing7.xml.rels><?xml version="1.0" encoding="UTF-8" standalone="yes"?>
<Relationships xmlns="http://schemas.openxmlformats.org/package/2006/relationships"><Relationship Id="rId3" Type="http://schemas.openxmlformats.org/officeDocument/2006/relationships/image" Target="../media/image43.jpeg"/><Relationship Id="rId2" Type="http://schemas.openxmlformats.org/officeDocument/2006/relationships/image" Target="../media/image16.jpeg"/><Relationship Id="rId1" Type="http://schemas.openxmlformats.org/officeDocument/2006/relationships/image" Target="../media/image42.jpeg"/></Relationships>
</file>

<file path=ppt/diagrams/_rels/drawing17.xml.rels><?xml version="1.0" encoding="UTF-8" standalone="yes"?>
<Relationships xmlns="http://schemas.openxmlformats.org/package/2006/relationships"><Relationship Id="rId8" Type="http://schemas.openxmlformats.org/officeDocument/2006/relationships/image" Target="../media/image51.jpeg"/><Relationship Id="rId7" Type="http://schemas.openxmlformats.org/officeDocument/2006/relationships/image" Target="../media/image50.png"/><Relationship Id="rId6" Type="http://schemas.openxmlformats.org/officeDocument/2006/relationships/image" Target="../media/image49.jpeg"/><Relationship Id="rId5" Type="http://schemas.openxmlformats.org/officeDocument/2006/relationships/image" Target="../media/image48.jpeg"/><Relationship Id="rId4" Type="http://schemas.openxmlformats.org/officeDocument/2006/relationships/image" Target="../media/image47.jpeg"/><Relationship Id="rId3" Type="http://schemas.openxmlformats.org/officeDocument/2006/relationships/image" Target="../media/image46.jpeg"/><Relationship Id="rId2" Type="http://schemas.openxmlformats.org/officeDocument/2006/relationships/image" Target="../media/image45.jpeg"/><Relationship Id="rId1" Type="http://schemas.openxmlformats.org/officeDocument/2006/relationships/image" Target="../media/image44.jpeg"/></Relationships>
</file>

<file path=ppt/diagrams/colors1.xml><?xml version="1.0" encoding="utf-8"?>
<dgm:colorsDef xmlns:dgm="http://schemas.openxmlformats.org/drawingml/2006/diagram" xmlns:a="http://schemas.openxmlformats.org/drawingml/2006/main" uniqueId="urn:microsoft.com/office/officeart/2005/8/colors/accent2_1">
  <dgm:title val=""/>
  <dgm:desc val=""/>
  <dgm:catLst>
    <dgm:cat type="accent2" pri="11100"/>
  </dgm:catLst>
  <dgm:styleLbl name="align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align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alig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b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b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con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fgAcc0">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2">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3">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4">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f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l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dgm:txEffectClrLst/>
  </dgm:styleLbl>
  <dgm:styleLbl name="parChTrans2D2">
    <dgm:fillClrLst meth="repeat">
      <a:schemeClr val="accent2"/>
    </dgm:fillClrLst>
    <dgm:linClrLst meth="repeat">
      <a:schemeClr val="accent2"/>
    </dgm:linClrLst>
    <dgm:effectClrLst/>
    <dgm:txLinClrLst/>
    <dgm:txFillClrLst/>
    <dgm:txEffectClrLst/>
  </dgm:styleLbl>
  <dgm:styleLbl name="parChTrans2D3">
    <dgm:fillClrLst meth="repeat">
      <a:schemeClr val="accent2"/>
    </dgm:fillClrLst>
    <dgm:linClrLst meth="repeat">
      <a:schemeClr val="accent2"/>
    </dgm:linClrLst>
    <dgm:effectClrLst/>
    <dgm:txLinClrLst/>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trAlignAcc1">
    <dgm:fillClrLst meth="repeat">
      <a:schemeClr val="accent2">
        <a:alpha val="40000"/>
        <a:tint val="40000"/>
      </a:schemeClr>
    </dgm:fillClrLst>
    <dgm:linClrLst meth="repeat">
      <a:schemeClr val="accent2"/>
    </dgm:linClrLst>
    <dgm:effectClrLst/>
    <dgm:txLinClrLst/>
    <dgm:txFillClrLst meth="repeat">
      <a:schemeClr val="dk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vennNode1">
    <dgm:fillClrLst meth="repeat">
      <a:schemeClr val="lt1">
        <a:alpha val="50000"/>
      </a:schemeClr>
    </dgm:fillClrLst>
    <dgm:linClrLst meth="repeat">
      <a:schemeClr val="accent2">
        <a:shade val="80000"/>
      </a:schemeClr>
    </dgm:linClrLst>
    <dgm:effectClrLst/>
    <dgm:txLinClrLst/>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2_1">
  <dgm:title val=""/>
  <dgm:desc val=""/>
  <dgm:catLst>
    <dgm:cat type="accent2" pri="11100"/>
  </dgm:catLst>
  <dgm:styleLbl name="align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align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alig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b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b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con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fgAcc0">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2">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3">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4">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f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l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dgm:txEffectClrLst/>
  </dgm:styleLbl>
  <dgm:styleLbl name="parChTrans2D2">
    <dgm:fillClrLst meth="repeat">
      <a:schemeClr val="accent2"/>
    </dgm:fillClrLst>
    <dgm:linClrLst meth="repeat">
      <a:schemeClr val="accent2"/>
    </dgm:linClrLst>
    <dgm:effectClrLst/>
    <dgm:txLinClrLst/>
    <dgm:txFillClrLst/>
    <dgm:txEffectClrLst/>
  </dgm:styleLbl>
  <dgm:styleLbl name="parChTrans2D3">
    <dgm:fillClrLst meth="repeat">
      <a:schemeClr val="accent2"/>
    </dgm:fillClrLst>
    <dgm:linClrLst meth="repeat">
      <a:schemeClr val="accent2"/>
    </dgm:linClrLst>
    <dgm:effectClrLst/>
    <dgm:txLinClrLst/>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trAlignAcc1">
    <dgm:fillClrLst meth="repeat">
      <a:schemeClr val="accent2">
        <a:alpha val="40000"/>
        <a:tint val="40000"/>
      </a:schemeClr>
    </dgm:fillClrLst>
    <dgm:linClrLst meth="repeat">
      <a:schemeClr val="accent2"/>
    </dgm:linClrLst>
    <dgm:effectClrLst/>
    <dgm:txLinClrLst/>
    <dgm:txFillClrLst meth="repeat">
      <a:schemeClr val="dk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vennNode1">
    <dgm:fillClrLst meth="repeat">
      <a:schemeClr val="lt1">
        <a:alpha val="50000"/>
      </a:schemeClr>
    </dgm:fillClrLst>
    <dgm:linClrLst meth="repeat">
      <a:schemeClr val="accent2">
        <a:shade val="80000"/>
      </a:schemeClr>
    </dgm:linClrLst>
    <dgm:effectClrLst/>
    <dgm:txLinClrLst/>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2_1">
  <dgm:title val=""/>
  <dgm:desc val=""/>
  <dgm:catLst>
    <dgm:cat type="accent2" pri="11100"/>
  </dgm:catLst>
  <dgm:styleLbl name="align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align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alig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b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b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con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fgAcc0">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2">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3">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4">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f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l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dgm:txEffectClrLst/>
  </dgm:styleLbl>
  <dgm:styleLbl name="parChTrans2D2">
    <dgm:fillClrLst meth="repeat">
      <a:schemeClr val="accent2"/>
    </dgm:fillClrLst>
    <dgm:linClrLst meth="repeat">
      <a:schemeClr val="accent2"/>
    </dgm:linClrLst>
    <dgm:effectClrLst/>
    <dgm:txLinClrLst/>
    <dgm:txFillClrLst/>
    <dgm:txEffectClrLst/>
  </dgm:styleLbl>
  <dgm:styleLbl name="parChTrans2D3">
    <dgm:fillClrLst meth="repeat">
      <a:schemeClr val="accent2"/>
    </dgm:fillClrLst>
    <dgm:linClrLst meth="repeat">
      <a:schemeClr val="accent2"/>
    </dgm:linClrLst>
    <dgm:effectClrLst/>
    <dgm:txLinClrLst/>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trAlignAcc1">
    <dgm:fillClrLst meth="repeat">
      <a:schemeClr val="accent2">
        <a:alpha val="40000"/>
        <a:tint val="40000"/>
      </a:schemeClr>
    </dgm:fillClrLst>
    <dgm:linClrLst meth="repeat">
      <a:schemeClr val="accent2"/>
    </dgm:linClrLst>
    <dgm:effectClrLst/>
    <dgm:txLinClrLst/>
    <dgm:txFillClrLst meth="repeat">
      <a:schemeClr val="dk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vennNode1">
    <dgm:fillClrLst meth="repeat">
      <a:schemeClr val="lt1">
        <a:alpha val="50000"/>
      </a:schemeClr>
    </dgm:fillClrLst>
    <dgm:linClrLst meth="repeat">
      <a:schemeClr val="accent2">
        <a:shade val="80000"/>
      </a:schemeClr>
    </dgm:linClrLst>
    <dgm:effectClrLst/>
    <dgm:txLinClrLst/>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2_1">
  <dgm:title val=""/>
  <dgm:desc val=""/>
  <dgm:catLst>
    <dgm:cat type="accent2" pri="11100"/>
  </dgm:catLst>
  <dgm:styleLbl name="align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align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alig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b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b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con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fgAcc0">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2">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3">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4">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f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l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dgm:txEffectClrLst/>
  </dgm:styleLbl>
  <dgm:styleLbl name="parChTrans2D2">
    <dgm:fillClrLst meth="repeat">
      <a:schemeClr val="accent2"/>
    </dgm:fillClrLst>
    <dgm:linClrLst meth="repeat">
      <a:schemeClr val="accent2"/>
    </dgm:linClrLst>
    <dgm:effectClrLst/>
    <dgm:txLinClrLst/>
    <dgm:txFillClrLst/>
    <dgm:txEffectClrLst/>
  </dgm:styleLbl>
  <dgm:styleLbl name="parChTrans2D3">
    <dgm:fillClrLst meth="repeat">
      <a:schemeClr val="accent2"/>
    </dgm:fillClrLst>
    <dgm:linClrLst meth="repeat">
      <a:schemeClr val="accent2"/>
    </dgm:linClrLst>
    <dgm:effectClrLst/>
    <dgm:txLinClrLst/>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trAlignAcc1">
    <dgm:fillClrLst meth="repeat">
      <a:schemeClr val="accent2">
        <a:alpha val="40000"/>
        <a:tint val="40000"/>
      </a:schemeClr>
    </dgm:fillClrLst>
    <dgm:linClrLst meth="repeat">
      <a:schemeClr val="accent2"/>
    </dgm:linClrLst>
    <dgm:effectClrLst/>
    <dgm:txLinClrLst/>
    <dgm:txFillClrLst meth="repeat">
      <a:schemeClr val="dk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vennNode1">
    <dgm:fillClrLst meth="repeat">
      <a:schemeClr val="lt1">
        <a:alpha val="50000"/>
      </a:schemeClr>
    </dgm:fillClrLst>
    <dgm:linClrLst meth="repeat">
      <a:schemeClr val="accent2">
        <a:shade val="80000"/>
      </a:schemeClr>
    </dgm:linClrLst>
    <dgm:effectClrLst/>
    <dgm:txLinClrLst/>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2_1">
  <dgm:title val=""/>
  <dgm:desc val=""/>
  <dgm:catLst>
    <dgm:cat type="accent2" pri="11100"/>
  </dgm:catLst>
  <dgm:styleLbl name="align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align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alig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b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b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con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fgAcc0">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2">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3">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4">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f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l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dgm:txEffectClrLst/>
  </dgm:styleLbl>
  <dgm:styleLbl name="parChTrans2D2">
    <dgm:fillClrLst meth="repeat">
      <a:schemeClr val="accent2"/>
    </dgm:fillClrLst>
    <dgm:linClrLst meth="repeat">
      <a:schemeClr val="accent2"/>
    </dgm:linClrLst>
    <dgm:effectClrLst/>
    <dgm:txLinClrLst/>
    <dgm:txFillClrLst/>
    <dgm:txEffectClrLst/>
  </dgm:styleLbl>
  <dgm:styleLbl name="parChTrans2D3">
    <dgm:fillClrLst meth="repeat">
      <a:schemeClr val="accent2"/>
    </dgm:fillClrLst>
    <dgm:linClrLst meth="repeat">
      <a:schemeClr val="accent2"/>
    </dgm:linClrLst>
    <dgm:effectClrLst/>
    <dgm:txLinClrLst/>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trAlignAcc1">
    <dgm:fillClrLst meth="repeat">
      <a:schemeClr val="accent2">
        <a:alpha val="40000"/>
        <a:tint val="40000"/>
      </a:schemeClr>
    </dgm:fillClrLst>
    <dgm:linClrLst meth="repeat">
      <a:schemeClr val="accent2"/>
    </dgm:linClrLst>
    <dgm:effectClrLst/>
    <dgm:txLinClrLst/>
    <dgm:txFillClrLst meth="repeat">
      <a:schemeClr val="dk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vennNode1">
    <dgm:fillClrLst meth="repeat">
      <a:schemeClr val="lt1">
        <a:alpha val="50000"/>
      </a:schemeClr>
    </dgm:fillClrLst>
    <dgm:linClrLst meth="repeat">
      <a:schemeClr val="accent2">
        <a:shade val="80000"/>
      </a:schemeClr>
    </dgm:linClrLst>
    <dgm:effectClrLst/>
    <dgm:txLinClrLst/>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accent2_1">
  <dgm:title val=""/>
  <dgm:desc val=""/>
  <dgm:catLst>
    <dgm:cat type="accent2" pri="11100"/>
  </dgm:catLst>
  <dgm:styleLbl name="align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align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alig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b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b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con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fgAcc0">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2">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3">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4">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f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l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dgm:txEffectClrLst/>
  </dgm:styleLbl>
  <dgm:styleLbl name="parChTrans2D2">
    <dgm:fillClrLst meth="repeat">
      <a:schemeClr val="accent2"/>
    </dgm:fillClrLst>
    <dgm:linClrLst meth="repeat">
      <a:schemeClr val="accent2"/>
    </dgm:linClrLst>
    <dgm:effectClrLst/>
    <dgm:txLinClrLst/>
    <dgm:txFillClrLst/>
    <dgm:txEffectClrLst/>
  </dgm:styleLbl>
  <dgm:styleLbl name="parChTrans2D3">
    <dgm:fillClrLst meth="repeat">
      <a:schemeClr val="accent2"/>
    </dgm:fillClrLst>
    <dgm:linClrLst meth="repeat">
      <a:schemeClr val="accent2"/>
    </dgm:linClrLst>
    <dgm:effectClrLst/>
    <dgm:txLinClrLst/>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trAlignAcc1">
    <dgm:fillClrLst meth="repeat">
      <a:schemeClr val="accent2">
        <a:alpha val="40000"/>
        <a:tint val="40000"/>
      </a:schemeClr>
    </dgm:fillClrLst>
    <dgm:linClrLst meth="repeat">
      <a:schemeClr val="accent2"/>
    </dgm:linClrLst>
    <dgm:effectClrLst/>
    <dgm:txLinClrLst/>
    <dgm:txFillClrLst meth="repeat">
      <a:schemeClr val="dk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vennNode1">
    <dgm:fillClrLst meth="repeat">
      <a:schemeClr val="lt1">
        <a:alpha val="50000"/>
      </a:schemeClr>
    </dgm:fillClrLst>
    <dgm:linClrLst meth="repeat">
      <a:schemeClr val="accent2">
        <a:shade val="80000"/>
      </a:schemeClr>
    </dgm:linClrLst>
    <dgm:effectClrLst/>
    <dgm:txLinClrLst/>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colorsDef>
</file>

<file path=ppt/diagrams/colors11.xml><?xml version="1.0" encoding="utf-8"?>
<dgm:colorsDef xmlns:dgm="http://schemas.openxmlformats.org/drawingml/2006/diagram" xmlns:a="http://schemas.openxmlformats.org/drawingml/2006/main" uniqueId="urn:microsoft.com/office/officeart/2005/8/colors/accent2_1">
  <dgm:title val=""/>
  <dgm:desc val=""/>
  <dgm:catLst>
    <dgm:cat type="accent2" pri="11100"/>
  </dgm:catLst>
  <dgm:styleLbl name="align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align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alig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b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b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con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fgAcc0">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2">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3">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4">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f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l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dgm:txEffectClrLst/>
  </dgm:styleLbl>
  <dgm:styleLbl name="parChTrans2D2">
    <dgm:fillClrLst meth="repeat">
      <a:schemeClr val="accent2"/>
    </dgm:fillClrLst>
    <dgm:linClrLst meth="repeat">
      <a:schemeClr val="accent2"/>
    </dgm:linClrLst>
    <dgm:effectClrLst/>
    <dgm:txLinClrLst/>
    <dgm:txFillClrLst/>
    <dgm:txEffectClrLst/>
  </dgm:styleLbl>
  <dgm:styleLbl name="parChTrans2D3">
    <dgm:fillClrLst meth="repeat">
      <a:schemeClr val="accent2"/>
    </dgm:fillClrLst>
    <dgm:linClrLst meth="repeat">
      <a:schemeClr val="accent2"/>
    </dgm:linClrLst>
    <dgm:effectClrLst/>
    <dgm:txLinClrLst/>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trAlignAcc1">
    <dgm:fillClrLst meth="repeat">
      <a:schemeClr val="accent2">
        <a:alpha val="40000"/>
        <a:tint val="40000"/>
      </a:schemeClr>
    </dgm:fillClrLst>
    <dgm:linClrLst meth="repeat">
      <a:schemeClr val="accent2"/>
    </dgm:linClrLst>
    <dgm:effectClrLst/>
    <dgm:txLinClrLst/>
    <dgm:txFillClrLst meth="repeat">
      <a:schemeClr val="dk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vennNode1">
    <dgm:fillClrLst meth="repeat">
      <a:schemeClr val="lt1">
        <a:alpha val="50000"/>
      </a:schemeClr>
    </dgm:fillClrLst>
    <dgm:linClrLst meth="repeat">
      <a:schemeClr val="accent2">
        <a:shade val="80000"/>
      </a:schemeClr>
    </dgm:linClrLst>
    <dgm:effectClrLst/>
    <dgm:txLinClrLst/>
    <dgm:txFillClrLst/>
    <dgm:txEffectClrLst/>
  </dgm:styleLbl>
</dgm:colorsDef>
</file>

<file path=ppt/diagrams/colors12.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colorsDef>
</file>

<file path=ppt/diagrams/colors13.xml><?xml version="1.0" encoding="utf-8"?>
<dgm:colorsDef xmlns:dgm="http://schemas.openxmlformats.org/drawingml/2006/diagram" xmlns:a="http://schemas.openxmlformats.org/drawingml/2006/main" uniqueId="urn:microsoft.com/office/officeart/2005/8/colors/accent2_1">
  <dgm:title val=""/>
  <dgm:desc val=""/>
  <dgm:catLst>
    <dgm:cat type="accent2" pri="11100"/>
  </dgm:catLst>
  <dgm:styleLbl name="align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align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alig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b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b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con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fgAcc0">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2">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3">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4">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f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l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dgm:txEffectClrLst/>
  </dgm:styleLbl>
  <dgm:styleLbl name="parChTrans2D2">
    <dgm:fillClrLst meth="repeat">
      <a:schemeClr val="accent2"/>
    </dgm:fillClrLst>
    <dgm:linClrLst meth="repeat">
      <a:schemeClr val="accent2"/>
    </dgm:linClrLst>
    <dgm:effectClrLst/>
    <dgm:txLinClrLst/>
    <dgm:txFillClrLst/>
    <dgm:txEffectClrLst/>
  </dgm:styleLbl>
  <dgm:styleLbl name="parChTrans2D3">
    <dgm:fillClrLst meth="repeat">
      <a:schemeClr val="accent2"/>
    </dgm:fillClrLst>
    <dgm:linClrLst meth="repeat">
      <a:schemeClr val="accent2"/>
    </dgm:linClrLst>
    <dgm:effectClrLst/>
    <dgm:txLinClrLst/>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trAlignAcc1">
    <dgm:fillClrLst meth="repeat">
      <a:schemeClr val="accent2">
        <a:alpha val="40000"/>
        <a:tint val="40000"/>
      </a:schemeClr>
    </dgm:fillClrLst>
    <dgm:linClrLst meth="repeat">
      <a:schemeClr val="accent2"/>
    </dgm:linClrLst>
    <dgm:effectClrLst/>
    <dgm:txLinClrLst/>
    <dgm:txFillClrLst meth="repeat">
      <a:schemeClr val="dk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vennNode1">
    <dgm:fillClrLst meth="repeat">
      <a:schemeClr val="lt1">
        <a:alpha val="50000"/>
      </a:schemeClr>
    </dgm:fillClrLst>
    <dgm:linClrLst meth="repeat">
      <a:schemeClr val="accent2">
        <a:shade val="80000"/>
      </a:schemeClr>
    </dgm:linClrLst>
    <dgm:effectClrLst/>
    <dgm:txLinClrLst/>
    <dgm:txFillClrLst/>
    <dgm:txEffectClrLst/>
  </dgm:styleLbl>
</dgm:colorsDef>
</file>

<file path=ppt/diagrams/colors14.xml><?xml version="1.0" encoding="utf-8"?>
<dgm:colorsDef xmlns:dgm="http://schemas.openxmlformats.org/drawingml/2006/diagram" xmlns:a="http://schemas.openxmlformats.org/drawingml/2006/main" uniqueId="urn:microsoft.com/office/officeart/2005/8/colors/accent2_1">
  <dgm:title val=""/>
  <dgm:desc val=""/>
  <dgm:catLst>
    <dgm:cat type="accent2" pri="11100"/>
  </dgm:catLst>
  <dgm:styleLbl name="align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align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alig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b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b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con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fgAcc0">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2">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3">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4">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f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l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dgm:txEffectClrLst/>
  </dgm:styleLbl>
  <dgm:styleLbl name="parChTrans2D2">
    <dgm:fillClrLst meth="repeat">
      <a:schemeClr val="accent2"/>
    </dgm:fillClrLst>
    <dgm:linClrLst meth="repeat">
      <a:schemeClr val="accent2"/>
    </dgm:linClrLst>
    <dgm:effectClrLst/>
    <dgm:txLinClrLst/>
    <dgm:txFillClrLst/>
    <dgm:txEffectClrLst/>
  </dgm:styleLbl>
  <dgm:styleLbl name="parChTrans2D3">
    <dgm:fillClrLst meth="repeat">
      <a:schemeClr val="accent2"/>
    </dgm:fillClrLst>
    <dgm:linClrLst meth="repeat">
      <a:schemeClr val="accent2"/>
    </dgm:linClrLst>
    <dgm:effectClrLst/>
    <dgm:txLinClrLst/>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trAlignAcc1">
    <dgm:fillClrLst meth="repeat">
      <a:schemeClr val="accent2">
        <a:alpha val="40000"/>
        <a:tint val="40000"/>
      </a:schemeClr>
    </dgm:fillClrLst>
    <dgm:linClrLst meth="repeat">
      <a:schemeClr val="accent2"/>
    </dgm:linClrLst>
    <dgm:effectClrLst/>
    <dgm:txLinClrLst/>
    <dgm:txFillClrLst meth="repeat">
      <a:schemeClr val="dk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vennNode1">
    <dgm:fillClrLst meth="repeat">
      <a:schemeClr val="lt1">
        <a:alpha val="50000"/>
      </a:schemeClr>
    </dgm:fillClrLst>
    <dgm:linClrLst meth="repeat">
      <a:schemeClr val="accent2">
        <a:shade val="80000"/>
      </a:schemeClr>
    </dgm:linClrLst>
    <dgm:effectClrLst/>
    <dgm:txLinClrLst/>
    <dgm:txFillClrLst/>
    <dgm:txEffectClrLst/>
  </dgm:styleLbl>
</dgm:colorsDef>
</file>

<file path=ppt/diagrams/colors15.xml><?xml version="1.0" encoding="utf-8"?>
<dgm:colorsDef xmlns:dgm="http://schemas.openxmlformats.org/drawingml/2006/diagram" xmlns:a="http://schemas.openxmlformats.org/drawingml/2006/main" uniqueId="urn:microsoft.com/office/officeart/2005/8/colors/accent2_1">
  <dgm:title val=""/>
  <dgm:desc val=""/>
  <dgm:catLst>
    <dgm:cat type="accent2" pri="11100"/>
  </dgm:catLst>
  <dgm:styleLbl name="align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align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alig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b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b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con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fgAcc0">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2">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3">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4">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f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l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dgm:txEffectClrLst/>
  </dgm:styleLbl>
  <dgm:styleLbl name="parChTrans2D2">
    <dgm:fillClrLst meth="repeat">
      <a:schemeClr val="accent2"/>
    </dgm:fillClrLst>
    <dgm:linClrLst meth="repeat">
      <a:schemeClr val="accent2"/>
    </dgm:linClrLst>
    <dgm:effectClrLst/>
    <dgm:txLinClrLst/>
    <dgm:txFillClrLst/>
    <dgm:txEffectClrLst/>
  </dgm:styleLbl>
  <dgm:styleLbl name="parChTrans2D3">
    <dgm:fillClrLst meth="repeat">
      <a:schemeClr val="accent2"/>
    </dgm:fillClrLst>
    <dgm:linClrLst meth="repeat">
      <a:schemeClr val="accent2"/>
    </dgm:linClrLst>
    <dgm:effectClrLst/>
    <dgm:txLinClrLst/>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trAlignAcc1">
    <dgm:fillClrLst meth="repeat">
      <a:schemeClr val="accent2">
        <a:alpha val="40000"/>
        <a:tint val="40000"/>
      </a:schemeClr>
    </dgm:fillClrLst>
    <dgm:linClrLst meth="repeat">
      <a:schemeClr val="accent2"/>
    </dgm:linClrLst>
    <dgm:effectClrLst/>
    <dgm:txLinClrLst/>
    <dgm:txFillClrLst meth="repeat">
      <a:schemeClr val="dk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vennNode1">
    <dgm:fillClrLst meth="repeat">
      <a:schemeClr val="lt1">
        <a:alpha val="50000"/>
      </a:schemeClr>
    </dgm:fillClrLst>
    <dgm:linClrLst meth="repeat">
      <a:schemeClr val="accent2">
        <a:shade val="80000"/>
      </a:schemeClr>
    </dgm:linClrLst>
    <dgm:effectClrLst/>
    <dgm:txLinClrLst/>
    <dgm:txFillClrLst/>
    <dgm:txEffectClrLst/>
  </dgm:styleLbl>
</dgm:colorsDef>
</file>

<file path=ppt/diagrams/colors16.xml><?xml version="1.0" encoding="utf-8"?>
<dgm:colorsDef xmlns:dgm="http://schemas.openxmlformats.org/drawingml/2006/diagram" xmlns:a="http://schemas.openxmlformats.org/drawingml/2006/main" uniqueId="urn:microsoft.com/office/officeart/2005/8/colors/accent2_1">
  <dgm:title val=""/>
  <dgm:desc val=""/>
  <dgm:catLst>
    <dgm:cat type="accent2" pri="11100"/>
  </dgm:catLst>
  <dgm:styleLbl name="align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align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alig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b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b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con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fgAcc0">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2">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3">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4">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f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l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dgm:txEffectClrLst/>
  </dgm:styleLbl>
  <dgm:styleLbl name="parChTrans2D2">
    <dgm:fillClrLst meth="repeat">
      <a:schemeClr val="accent2"/>
    </dgm:fillClrLst>
    <dgm:linClrLst meth="repeat">
      <a:schemeClr val="accent2"/>
    </dgm:linClrLst>
    <dgm:effectClrLst/>
    <dgm:txLinClrLst/>
    <dgm:txFillClrLst/>
    <dgm:txEffectClrLst/>
  </dgm:styleLbl>
  <dgm:styleLbl name="parChTrans2D3">
    <dgm:fillClrLst meth="repeat">
      <a:schemeClr val="accent2"/>
    </dgm:fillClrLst>
    <dgm:linClrLst meth="repeat">
      <a:schemeClr val="accent2"/>
    </dgm:linClrLst>
    <dgm:effectClrLst/>
    <dgm:txLinClrLst/>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trAlignAcc1">
    <dgm:fillClrLst meth="repeat">
      <a:schemeClr val="accent2">
        <a:alpha val="40000"/>
        <a:tint val="40000"/>
      </a:schemeClr>
    </dgm:fillClrLst>
    <dgm:linClrLst meth="repeat">
      <a:schemeClr val="accent2"/>
    </dgm:linClrLst>
    <dgm:effectClrLst/>
    <dgm:txLinClrLst/>
    <dgm:txFillClrLst meth="repeat">
      <a:schemeClr val="dk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vennNode1">
    <dgm:fillClrLst meth="repeat">
      <a:schemeClr val="lt1">
        <a:alpha val="50000"/>
      </a:schemeClr>
    </dgm:fillClrLst>
    <dgm:linClrLst meth="repeat">
      <a:schemeClr val="accent2">
        <a:shade val="80000"/>
      </a:schemeClr>
    </dgm:linClrLst>
    <dgm:effectClrLst/>
    <dgm:txLinClrLst/>
    <dgm:txFillClrLst/>
    <dgm:txEffectClrLst/>
  </dgm:styleLbl>
</dgm:colorsDef>
</file>

<file path=ppt/diagrams/colors17.xml><?xml version="1.0" encoding="utf-8"?>
<dgm:colorsDef xmlns:dgm="http://schemas.openxmlformats.org/drawingml/2006/diagram" xmlns:a="http://schemas.openxmlformats.org/drawingml/2006/main" uniqueId="urn:microsoft.com/office/officeart/2005/8/colors/accent2_4">
  <dgm:title val=""/>
  <dgm:desc val=""/>
  <dgm:catLst>
    <dgm:cat type="accent2" pri="11400"/>
  </dgm:catLst>
  <dgm:styleLbl name="alignAcc1">
    <dgm:fillClrLst meth="repeat">
      <a:schemeClr val="lt1">
        <a:alpha val="90000"/>
      </a:schemeClr>
    </dgm:fillClrLst>
    <dgm:linClrLst meth="cycle">
      <a:schemeClr val="accent2">
        <a:shade val="50000"/>
      </a:schemeClr>
      <a:schemeClr val="accent2">
        <a:tint val="55000"/>
      </a:schemeClr>
    </dgm:linClrLst>
    <dgm:effectClrLst/>
    <dgm:txLinClrLst/>
    <dgm:txFillClrLst meth="repeat">
      <a:schemeClr val="dk1"/>
    </dgm:txFillClrLst>
    <dgm:txEffectClrLst/>
  </dgm:styleLbl>
  <dgm:styleLbl name="alignAccFollowNode1">
    <dgm:fillClrLst meth="repeat">
      <a:schemeClr val="accent2">
        <a:alpha val="90000"/>
        <a:tint val="55000"/>
      </a:schemeClr>
    </dgm:fillClrLst>
    <dgm:linClrLst meth="repeat">
      <a:schemeClr val="accent2">
        <a:alpha val="90000"/>
        <a:tint val="55000"/>
      </a:schemeClr>
    </dgm:linClrLst>
    <dgm:effectClrLst/>
    <dgm:txLinClrLst/>
    <dgm:txFillClrLst meth="repeat">
      <a:schemeClr val="dk1"/>
    </dgm:txFillClrLst>
    <dgm:txEffectClrLst/>
  </dgm:styleLbl>
  <dgm:styleLbl name="alignImgPlace1">
    <dgm:fillClrLst>
      <a:schemeClr val="accent2">
        <a:tint val="50000"/>
      </a:schemeClr>
      <a:schemeClr val="accent2">
        <a:tint val="55000"/>
      </a:schemeClr>
    </dgm:fillClrLst>
    <dgm:linClrLst meth="repeat">
      <a:schemeClr val="lt1"/>
    </dgm:linClrLst>
    <dgm:effectClrLst/>
    <dgm:txLinClrLst/>
    <dgm:txFillClrLst meth="repeat">
      <a:schemeClr val="lt1"/>
    </dgm:txFillClrLst>
    <dgm:txEffectClrLst/>
  </dgm:styleLbl>
  <dgm:styleLbl name="alignNode1">
    <dgm:fillClrLst meth="cycle">
      <a:schemeClr val="accent2">
        <a:shade val="50000"/>
      </a:schemeClr>
      <a:schemeClr val="accent2">
        <a:tint val="45000"/>
      </a:schemeClr>
    </dgm:fillClrLst>
    <dgm:linClrLst meth="cycle">
      <a:schemeClr val="accent2">
        <a:shade val="50000"/>
      </a:schemeClr>
      <a:schemeClr val="accent2">
        <a:tint val="45000"/>
      </a:schemeClr>
    </dgm:linClrLst>
    <dgm:effectClrLst/>
    <dgm:txLinClrLst/>
    <dgm:txFillClrLst/>
    <dgm:txEffectClrLst/>
  </dgm:styleLbl>
  <dgm:styleLbl name="asst0">
    <dgm:fillClrLst meth="repeat">
      <a:schemeClr val="accent2">
        <a:shade val="80000"/>
      </a:schemeClr>
    </dgm:fillClrLst>
    <dgm:linClrLst meth="repeat">
      <a:schemeClr val="lt1"/>
    </dgm:linClrLst>
    <dgm:effectClrLst/>
    <dgm:txLinClrLst/>
    <dgm:txFillClrLst/>
    <dgm:txEffectClrLst/>
  </dgm:styleLbl>
  <dgm:styleLbl name="asst1">
    <dgm:fillClrLst meth="repeat">
      <a:schemeClr val="accent2">
        <a:shade val="80000"/>
      </a:schemeClr>
    </dgm:fillClrLst>
    <dgm:linClrLst meth="repeat">
      <a:schemeClr val="lt1"/>
    </dgm:linClrLst>
    <dgm:effectClrLst/>
    <dgm:txLinClrLst/>
    <dgm:txFillClrLst/>
    <dgm:txEffectClrLst/>
  </dgm:styleLbl>
  <dgm:styleLbl name="asst2">
    <dgm:fillClrLst>
      <a:schemeClr val="accent2">
        <a:tint val="90000"/>
      </a:schemeClr>
    </dgm:fillClrLst>
    <dgm:linClrLst meth="repeat">
      <a:schemeClr val="lt1"/>
    </dgm:linClrLst>
    <dgm:effectClrLst/>
    <dgm:txLinClrLst/>
    <dgm:txFillClrLst/>
    <dgm:txEffectClrLst/>
  </dgm:styleLbl>
  <dgm:styleLbl name="asst3">
    <dgm:fillClrLst>
      <a:schemeClr val="accent2">
        <a:tint val="70000"/>
      </a:schemeClr>
    </dgm:fillClrLst>
    <dgm:linClrLst meth="repeat">
      <a:schemeClr val="lt1"/>
    </dgm:linClrLst>
    <dgm:effectClrLst/>
    <dgm:txLinClrLst/>
    <dgm:txFillClrLst/>
    <dgm:txEffectClrLst/>
  </dgm:styleLbl>
  <dgm:styleLbl name="asst4">
    <dgm:fillClrLst>
      <a:schemeClr val="accent2">
        <a:tint val="50000"/>
      </a:schemeClr>
    </dgm:fillClrLst>
    <dgm:linClrLst meth="repeat">
      <a:schemeClr val="lt1"/>
    </dgm:linClrLst>
    <dgm:effectClrLst/>
    <dgm:txLinClrLst/>
    <dgm:txFillClrLst/>
    <dgm:txEffectClrLst/>
  </dgm:styleLbl>
  <dgm:styleLbl name="bgAcc1">
    <dgm:fillClrLst meth="repeat">
      <a:schemeClr val="lt1">
        <a:alpha val="90000"/>
      </a:schemeClr>
    </dgm:fillClrLst>
    <dgm:linClrLst meth="cycle">
      <a:schemeClr val="accent2">
        <a:shade val="50000"/>
      </a:schemeClr>
      <a:schemeClr val="accent2">
        <a:tint val="55000"/>
      </a:schemeClr>
    </dgm:linClrLst>
    <dgm:effectClrLst/>
    <dgm:txLinClrLst/>
    <dgm:txFillClrLst meth="repeat">
      <a:schemeClr val="dk1"/>
    </dgm:txFillClrLst>
    <dgm:txEffectClrLst/>
  </dgm:styleLbl>
  <dgm:styleLbl name="bgAccFollowNode1">
    <dgm:fillClrLst meth="repeat">
      <a:schemeClr val="accent2">
        <a:alpha val="90000"/>
        <a:tint val="55000"/>
      </a:schemeClr>
    </dgm:fillClrLst>
    <dgm:linClrLst meth="repeat">
      <a:schemeClr val="lt1"/>
    </dgm:linClrLst>
    <dgm:effectClrLst/>
    <dgm:txLinClrLst/>
    <dgm:txFillClrLst meth="repeat">
      <a:schemeClr val="dk1"/>
    </dgm:txFillClrLst>
    <dgm:txEffectClrLst/>
  </dgm:styleLbl>
  <dgm:styleLbl name="bgImgPlace1">
    <dgm:fillClrLst>
      <a:schemeClr val="accent2">
        <a:tint val="50000"/>
      </a:schemeClr>
      <a:schemeClr val="accent2">
        <a:tint val="55000"/>
      </a:schemeClr>
    </dgm:fillClrLst>
    <dgm:linClrLst meth="repeat">
      <a:schemeClr val="lt1"/>
    </dgm:linClrLst>
    <dgm:effectClrLst/>
    <dgm:txLinClrLst/>
    <dgm:txFillClrLst meth="repeat">
      <a:schemeClr val="lt1"/>
    </dgm:txFillClrLst>
    <dgm:txEffectClrLst/>
  </dgm:styleLbl>
  <dgm:styleLbl name="bgShp">
    <dgm:fillClrLst meth="repeat">
      <a:schemeClr val="accent2">
        <a:tint val="55000"/>
      </a:schemeClr>
    </dgm:fillClrLst>
    <dgm:linClrLst meth="repeat">
      <a:schemeClr val="dk1"/>
    </dgm:linClrLst>
    <dgm:effectClrLst/>
    <dgm:txLinClrLst/>
    <dgm:txFillClrLst meth="repeat">
      <a:schemeClr val="dk1"/>
    </dgm:txFillClrLst>
    <dgm:txEffectClrLst/>
  </dgm:styleLbl>
  <dgm:styleLbl name="bgSibTrans2D1">
    <dgm:fillClrLst meth="cycle">
      <a:schemeClr val="accent2">
        <a:shade val="90000"/>
      </a:schemeClr>
      <a:schemeClr val="accent2">
        <a:tint val="50000"/>
      </a:schemeClr>
    </dgm:fillClrLst>
    <dgm:linClrLst meth="cycle">
      <a:schemeClr val="accent2">
        <a:shade val="90000"/>
      </a:schemeClr>
      <a:schemeClr val="accent2">
        <a:tint val="50000"/>
      </a:schemeClr>
    </dgm:linClrLst>
    <dgm:effectClrLst/>
    <dgm:txLinClrLst/>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conFgAcc1">
    <dgm:fillClrLst meth="repeat">
      <a:schemeClr val="lt1">
        <a:alpha val="90000"/>
      </a:schemeClr>
    </dgm:fillClrLst>
    <dgm:linClrLst meth="cycle">
      <a:schemeClr val="accent2">
        <a:shade val="50000"/>
      </a:schemeClr>
      <a:schemeClr val="accent2">
        <a:tint val="55000"/>
      </a:schemeClr>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2">
        <a:shade val="80000"/>
      </a:schemeClr>
    </dgm:linClrLst>
    <dgm:effectClrLst/>
    <dgm:txLinClrLst/>
    <dgm:txFillClrLst meth="repeat">
      <a:schemeClr val="dk1"/>
    </dgm:txFillClrLst>
    <dgm:txEffectClrLst/>
  </dgm:styleLbl>
  <dgm:styleLbl name="fgAcc1">
    <dgm:fillClrLst meth="repeat">
      <a:schemeClr val="lt1">
        <a:alpha val="90000"/>
      </a:schemeClr>
    </dgm:fillClrLst>
    <dgm:linClrLst meth="cycle">
      <a:schemeClr val="accent2">
        <a:shade val="50000"/>
      </a:schemeClr>
      <a:schemeClr val="accent2">
        <a:tint val="55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a:tint val="50000"/>
      </a:schemeClr>
    </dgm:linClrLst>
    <dgm:effectClrLst/>
    <dgm:txLinClrLst/>
    <dgm:txFillClrLst meth="repeat">
      <a:schemeClr val="dk1"/>
    </dgm:txFillClrLst>
    <dgm:txEffectClrLst/>
  </dgm:styleLbl>
  <dgm:styleLbl name="fgAccFollowNode1">
    <dgm:fillClrLst meth="repeat">
      <a:schemeClr val="accent2">
        <a:alpha val="90000"/>
        <a:tint val="55000"/>
      </a:schemeClr>
    </dgm:fillClrLst>
    <dgm:linClrLst meth="repeat">
      <a:schemeClr val="accent2">
        <a:alpha val="90000"/>
        <a:tint val="55000"/>
      </a:schemeClr>
    </dgm:linClrLst>
    <dgm:effectClrLst/>
    <dgm:txLinClrLst/>
    <dgm:txFillClrLst meth="repeat">
      <a:schemeClr val="dk1"/>
    </dgm:txFillClrLst>
    <dgm:txEffectClrLst/>
  </dgm:styleLbl>
  <dgm:styleLbl name="fgImgPlace1">
    <dgm:fillClrLst>
      <a:schemeClr val="accent2">
        <a:tint val="50000"/>
      </a:schemeClr>
      <a:schemeClr val="accent2">
        <a:tint val="55000"/>
      </a:schemeClr>
    </dgm:fillClrLst>
    <dgm:linClrLst meth="repeat">
      <a:schemeClr val="lt1"/>
    </dgm:linClrLst>
    <dgm:effectClrLst/>
    <dgm:txLinClrLst/>
    <dgm:txFillClrLst meth="repeat">
      <a:schemeClr val="lt1"/>
    </dgm:txFillClrLst>
    <dgm:txEffectClrLst/>
  </dgm:styleLbl>
  <dgm:styleLbl name="fgShp">
    <dgm:fillClrLst meth="repeat">
      <a:schemeClr val="accent2">
        <a:tint val="55000"/>
      </a:schemeClr>
    </dgm:fillClrLst>
    <dgm:linClrLst meth="repeat">
      <a:schemeClr val="lt1"/>
    </dgm:linClrLst>
    <dgm:effectClrLst/>
    <dgm:txLinClrLst/>
    <dgm:txFillClrLst meth="repeat">
      <a:schemeClr val="dk1"/>
    </dgm:txFillClrLst>
    <dgm:txEffectClrLst/>
  </dgm:styleLbl>
  <dgm:styleLbl name="fgSibTrans2D1">
    <dgm:fillClrLst meth="cycle">
      <a:schemeClr val="accent2">
        <a:shade val="90000"/>
      </a:schemeClr>
      <a:schemeClr val="accent2">
        <a:tint val="50000"/>
      </a:schemeClr>
    </dgm:fillClrLst>
    <dgm:linClrLst meth="cycle">
      <a:schemeClr val="accent2">
        <a:shade val="90000"/>
      </a:schemeClr>
      <a:schemeClr val="accent2">
        <a:tint val="50000"/>
      </a:schemeClr>
    </dgm:linClrLst>
    <dgm:effectClrLst/>
    <dgm:txLinClrLst/>
    <dgm:txFillClrLst/>
    <dgm:txEffectClrLst/>
  </dgm:styleLbl>
  <dgm:styleLbl name="lnNode1">
    <dgm:fillClrLst meth="cycle">
      <a:schemeClr val="accent2">
        <a:shade val="50000"/>
      </a:schemeClr>
      <a:schemeClr val="accent2">
        <a:tint val="45000"/>
      </a:schemeClr>
    </dgm:fillClrLst>
    <dgm:linClrLst meth="repeat">
      <a:schemeClr val="lt1"/>
    </dgm:linClrLst>
    <dgm:effectClrLst/>
    <dgm:txLinClrLst/>
    <dgm:txFillClrLst/>
    <dgm:txEffectClrLst/>
  </dgm:styleLbl>
  <dgm:styleLbl name="node0">
    <dgm:fillClrLst meth="cycle">
      <a:schemeClr val="accent2">
        <a:shade val="60000"/>
      </a:schemeClr>
    </dgm:fillClrLst>
    <dgm:linClrLst meth="repeat">
      <a:schemeClr val="lt1"/>
    </dgm:linClrLst>
    <dgm:effectClrLst/>
    <dgm:txLinClrLst/>
    <dgm:txFillClrLst/>
    <dgm:txEffectClrLst/>
  </dgm:styleLbl>
  <dgm:styleLbl name="node1">
    <dgm:fillClrLst meth="cycle">
      <a:schemeClr val="accent2">
        <a:shade val="50000"/>
      </a:schemeClr>
      <a:schemeClr val="accent2">
        <a:tint val="45000"/>
      </a:schemeClr>
    </dgm:fillClrLst>
    <dgm:linClrLst meth="repeat">
      <a:schemeClr val="lt1"/>
    </dgm:linClrLst>
    <dgm:effectClrLst/>
    <dgm:txLinClrLst/>
    <dgm:txFillClrLst/>
    <dgm:txEffectClrLst/>
  </dgm:styleLbl>
  <dgm:styleLbl name="node2">
    <dgm:fillClrLst>
      <a:schemeClr val="accent2">
        <a:shade val="80000"/>
      </a:schemeClr>
    </dgm:fillClrLst>
    <dgm:linClrLst meth="repeat">
      <a:schemeClr val="lt1"/>
    </dgm:linClrLst>
    <dgm:effectClrLst/>
    <dgm:txLinClrLst/>
    <dgm:txFillClrLst/>
    <dgm:txEffectClrLst/>
  </dgm:styleLbl>
  <dgm:styleLbl name="node3">
    <dgm:fillClrLst>
      <a:schemeClr val="accent2">
        <a:tint val="99000"/>
      </a:schemeClr>
    </dgm:fillClrLst>
    <dgm:linClrLst meth="repeat">
      <a:schemeClr val="lt1"/>
    </dgm:linClrLst>
    <dgm:effectClrLst/>
    <dgm:txLinClrLst/>
    <dgm:txFillClrLst/>
    <dgm:txEffectClrLst/>
  </dgm:styleLbl>
  <dgm:styleLbl name="node4">
    <dgm:fillClrLst>
      <a:schemeClr val="accent2">
        <a:tint val="70000"/>
      </a:schemeClr>
    </dgm:fillClrLst>
    <dgm:linClrLst meth="repeat">
      <a:schemeClr val="lt1"/>
    </dgm:linClrLst>
    <dgm:effectClrLst/>
    <dgm:txLinClrLst/>
    <dgm:txFillClrLst/>
    <dgm:txEffectClrLst/>
  </dgm:styleLbl>
  <dgm:styleLbl name="parChTrans1D1">
    <dgm:fillClrLst meth="repeat">
      <a:schemeClr val="accent2">
        <a:shade val="80000"/>
      </a:schemeClr>
    </dgm:fillClrLst>
    <dgm:linClrLst meth="repeat">
      <a:schemeClr val="accent2">
        <a:shade val="80000"/>
      </a:schemeClr>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2">
        <a:tint val="90000"/>
      </a:schemeClr>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2">
        <a:tint val="70000"/>
      </a:schemeClr>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2">
        <a:tint val="50000"/>
      </a:schemeClr>
    </dgm:linClrLst>
    <dgm:effectClrLst/>
    <dgm:txLinClrLst/>
    <dgm:txFillClrLst meth="repeat">
      <a:schemeClr val="tx1"/>
    </dgm:txFillClrLst>
    <dgm:txEffectClrLst/>
  </dgm:styleLbl>
  <dgm:styleLbl name="parChTrans2D1">
    <dgm:fillClrLst meth="repeat">
      <a:schemeClr val="accent2">
        <a:tint val="60000"/>
      </a:schemeClr>
    </dgm:fillClrLst>
    <dgm:linClrLst meth="repeat">
      <a:schemeClr val="accent2">
        <a:shade val="80000"/>
      </a:schemeClr>
    </dgm:linClrLst>
    <dgm:effectClrLst/>
    <dgm:txLinClrLst/>
    <dgm:txFillClrLst/>
    <dgm:txEffectClrLst/>
  </dgm:styleLbl>
  <dgm:styleLbl name="parChTrans2D2">
    <dgm:fillClrLst meth="repeat">
      <a:schemeClr val="accent2">
        <a:tint val="90000"/>
      </a:schemeClr>
    </dgm:fillClrLst>
    <dgm:linClrLst meth="repeat">
      <a:schemeClr val="accent2">
        <a:tint val="90000"/>
      </a:schemeClr>
    </dgm:linClrLst>
    <dgm:effectClrLst/>
    <dgm:txLinClrLst/>
    <dgm:txFillClrLst/>
    <dgm:txEffectClrLst/>
  </dgm:styleLbl>
  <dgm:styleLbl name="parChTrans2D3">
    <dgm:fillClrLst meth="repeat">
      <a:schemeClr val="accent2">
        <a:tint val="70000"/>
      </a:schemeClr>
    </dgm:fillClrLst>
    <dgm:linClrLst meth="repeat">
      <a:schemeClr val="accent2">
        <a:tint val="70000"/>
      </a:schemeClr>
    </dgm:linClrLst>
    <dgm:effectClrLst/>
    <dgm:txLinClrLst/>
    <dgm:txFillClrLst/>
    <dgm:txEffectClrLst/>
  </dgm:styleLbl>
  <dgm:styleLbl name="parChTrans2D4">
    <dgm:fillClrLst meth="repeat">
      <a:schemeClr val="accent2">
        <a:tint val="50000"/>
      </a:schemeClr>
    </dgm:fillClrLst>
    <dgm:linClrLst meth="repeat">
      <a:schemeClr val="accent2">
        <a:tint val="50000"/>
      </a:schemeClr>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cycle">
      <a:schemeClr val="accent2">
        <a:shade val="90000"/>
      </a:schemeClr>
      <a:schemeClr val="accent2">
        <a:tint val="50000"/>
      </a:schemeClr>
    </dgm:fillClrLst>
    <dgm:linClrLst meth="cycle">
      <a:schemeClr val="accent2">
        <a:shade val="90000"/>
      </a:schemeClr>
      <a:schemeClr val="accent2">
        <a:tint val="50000"/>
      </a:schemeClr>
    </dgm:linClrLst>
    <dgm:effectClrLst/>
    <dgm:txLinClrLst/>
    <dgm:txFillClrLst meth="repeat">
      <a:schemeClr val="tx1"/>
    </dgm:txFillClrLst>
    <dgm:txEffectClrLst/>
  </dgm:styleLbl>
  <dgm:styleLbl name="sibTrans2D1">
    <dgm:fillClrLst meth="cycle">
      <a:schemeClr val="accent2">
        <a:shade val="90000"/>
      </a:schemeClr>
      <a:schemeClr val="accent2">
        <a:tint val="50000"/>
      </a:schemeClr>
    </dgm:fillClrLst>
    <dgm:linClrLst meth="cycle">
      <a:schemeClr val="accent2">
        <a:shade val="90000"/>
      </a:schemeClr>
      <a:schemeClr val="accent2">
        <a:tint val="50000"/>
      </a:schemeClr>
    </dgm:linClrLst>
    <dgm:effectClrLst/>
    <dgm:txLinClrLst/>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cycle">
      <a:schemeClr val="accent2">
        <a:shade val="50000"/>
      </a:schemeClr>
      <a:schemeClr val="accent2">
        <a:tint val="55000"/>
      </a:schemeClr>
    </dgm:linClrLst>
    <dgm:effectClrLst/>
    <dgm:txLinClrLst/>
    <dgm:txFillClrLst meth="repeat">
      <a:schemeClr val="dk1"/>
    </dgm:txFillClrLst>
    <dgm:txEffectClrLst/>
  </dgm:styleLbl>
  <dgm:styleLbl name="trAlignAcc1">
    <dgm:fillClrLst meth="repeat">
      <a:schemeClr val="lt1">
        <a:alpha val="55000"/>
      </a:schemeClr>
    </dgm:fillClrLst>
    <dgm:linClrLst meth="repeat">
      <a:schemeClr val="accent2"/>
    </dgm:linClrLst>
    <dgm:effectClrLst/>
    <dgm:txLinClrLst/>
    <dgm:txFillClrLst meth="repeat">
      <a:schemeClr val="dk1"/>
    </dgm:txFillClrLst>
    <dgm:txEffectClrLst/>
  </dgm:styleLbl>
  <dgm:styleLbl name="trBgShp">
    <dgm:fillClrLst meth="repeat">
      <a:schemeClr val="accent2">
        <a:tint val="50000"/>
        <a:alpha val="55000"/>
      </a:schemeClr>
    </dgm:fillClrLst>
    <dgm:linClrLst meth="repeat">
      <a:schemeClr val="accent2"/>
    </dgm:linClrLst>
    <dgm:effectClrLst/>
    <dgm:txLinClrLst/>
    <dgm:txFillClrLst meth="repeat">
      <a:schemeClr val="lt1"/>
    </dgm:txFillClrLst>
    <dgm:txEffectClrLst/>
  </dgm:styleLbl>
  <dgm:styleLbl name="vennNode1">
    <dgm:fillClrLst meth="cycle">
      <a:schemeClr val="accent2">
        <a:shade val="80000"/>
        <a:alpha val="50000"/>
      </a:schemeClr>
      <a:schemeClr val="accent2">
        <a:tint val="45000"/>
        <a:alpha val="50000"/>
      </a:schemeClr>
    </dgm:fillClrLst>
    <dgm:linClrLst meth="repeat">
      <a:schemeClr val="lt1"/>
    </dgm:linClrLst>
    <dgm:effectClrLst/>
    <dgm:txLinClrLst/>
    <dgm:txFillClrLst/>
    <dgm:txEffectClrLst/>
  </dgm:styleLbl>
</dgm:colorsDef>
</file>

<file path=ppt/diagrams/data1.xml><?xml version="1.0" encoding="utf-8"?>
<dgm:dataModel xmlns:dgm="http://schemas.openxmlformats.org/drawingml/2006/diagram" xmlns:a="http://schemas.openxmlformats.org/drawingml/2006/main">
  <dgm:ptLst>
    <dgm:pt modelId="{392C901A-A2DB-4544-87FD-8F983C34AFB2}" type="doc">
      <dgm:prSet loTypeId="urn:microsoft.com/office/officeart/2009/3/layout/FramedTextPicture" loCatId="picture" qsTypeId="urn:microsoft.com/office/officeart/2005/8/quickstyle/simple1" qsCatId="simple" csTypeId="urn:microsoft.com/office/officeart/2005/8/colors/accent2_1" csCatId="accent2" phldr="1"/>
      <dgm:spPr/>
      <dgm:t>
        <a:bodyPr/>
        <a:lstStyle/>
        <a:p>
          <a:endParaRPr lang="zh-CN" altLang="en-US"/>
        </a:p>
      </dgm:t>
    </dgm:pt>
    <dgm:pt modelId="{0B380DE9-71D0-4AAF-BE51-8BF5726EEF2C}">
      <dgm:prSet phldrT="[文本]"/>
      <dgm:spPr/>
      <dgm:t>
        <a:bodyPr/>
        <a:lstStyle/>
        <a:p>
          <a:pPr>
            <a:lnSpc>
              <a:spcPct val="100000"/>
            </a:lnSpc>
            <a:spcBef>
              <a:spcPts val="0"/>
            </a:spcBef>
            <a:spcAft>
              <a:spcPts val="0"/>
            </a:spcAft>
          </a:pPr>
          <a:r>
            <a:rPr lang="zh-CN" altLang="en-US" dirty="0" smtClean="0"/>
            <a:t>经济环境</a:t>
          </a:r>
          <a:endParaRPr lang="zh-CN" altLang="en-US" dirty="0"/>
        </a:p>
      </dgm:t>
    </dgm:pt>
    <dgm:pt modelId="{E9679EF4-DDA5-4CB7-B5EB-846B02B41A5B}" cxnId="{404F18D8-D18A-4292-B6CE-A4D58328C93F}" type="parTrans">
      <dgm:prSet/>
      <dgm:spPr/>
      <dgm:t>
        <a:bodyPr/>
        <a:lstStyle/>
        <a:p>
          <a:endParaRPr lang="zh-CN" altLang="en-US"/>
        </a:p>
      </dgm:t>
    </dgm:pt>
    <dgm:pt modelId="{BC28B1B8-7CDA-4C3D-A711-859635FA358D}" cxnId="{404F18D8-D18A-4292-B6CE-A4D58328C93F}" type="sibTrans">
      <dgm:prSet/>
      <dgm:spPr/>
      <dgm:t>
        <a:bodyPr/>
        <a:lstStyle/>
        <a:p>
          <a:endParaRPr lang="zh-CN" altLang="en-US"/>
        </a:p>
      </dgm:t>
    </dgm:pt>
    <dgm:pt modelId="{31FE7D31-A8CA-400C-AB06-480119E7AF94}">
      <dgm:prSet phldrT="[文本]"/>
      <dgm:spPr/>
      <dgm:t>
        <a:bodyPr/>
        <a:lstStyle/>
        <a:p>
          <a:pPr>
            <a:lnSpc>
              <a:spcPct val="100000"/>
            </a:lnSpc>
            <a:spcBef>
              <a:spcPts val="0"/>
            </a:spcBef>
            <a:spcAft>
              <a:spcPts val="0"/>
            </a:spcAft>
          </a:pPr>
          <a:r>
            <a:rPr lang="zh-CN" altLang="en-US" dirty="0" smtClean="0"/>
            <a:t>技术环境</a:t>
          </a:r>
          <a:endParaRPr lang="zh-CN" altLang="en-US" dirty="0"/>
        </a:p>
      </dgm:t>
    </dgm:pt>
    <dgm:pt modelId="{95A62134-A188-4D1D-877C-9EA302C6F7D6}" cxnId="{45430B21-F517-454A-91CA-178DEA99B30B}" type="parTrans">
      <dgm:prSet/>
      <dgm:spPr/>
      <dgm:t>
        <a:bodyPr/>
        <a:lstStyle/>
        <a:p>
          <a:endParaRPr lang="zh-CN" altLang="en-US"/>
        </a:p>
      </dgm:t>
    </dgm:pt>
    <dgm:pt modelId="{D9057CC9-7DA5-4FBA-92DD-C543C0AE11A4}" cxnId="{45430B21-F517-454A-91CA-178DEA99B30B}" type="sibTrans">
      <dgm:prSet/>
      <dgm:spPr/>
      <dgm:t>
        <a:bodyPr/>
        <a:lstStyle/>
        <a:p>
          <a:endParaRPr lang="zh-CN" altLang="en-US"/>
        </a:p>
      </dgm:t>
    </dgm:pt>
    <dgm:pt modelId="{F44B5B07-7479-42E1-A4AD-4B447075E22D}">
      <dgm:prSet phldrT="[文本]"/>
      <dgm:spPr/>
      <dgm:t>
        <a:bodyPr/>
        <a:lstStyle/>
        <a:p>
          <a:pPr>
            <a:lnSpc>
              <a:spcPct val="100000"/>
            </a:lnSpc>
            <a:spcBef>
              <a:spcPts val="0"/>
            </a:spcBef>
            <a:spcAft>
              <a:spcPts val="0"/>
            </a:spcAft>
          </a:pPr>
          <a:r>
            <a:rPr lang="zh-CN" altLang="en-US" dirty="0" smtClean="0"/>
            <a:t>社会环境</a:t>
          </a:r>
          <a:endParaRPr lang="zh-CN" altLang="en-US" dirty="0"/>
        </a:p>
      </dgm:t>
    </dgm:pt>
    <dgm:pt modelId="{04FCAAC1-61A3-4297-AC2B-9969C57BC6AF}" cxnId="{37B038F4-450E-492D-8058-1014051448E4}" type="parTrans">
      <dgm:prSet/>
      <dgm:spPr/>
      <dgm:t>
        <a:bodyPr/>
        <a:lstStyle/>
        <a:p>
          <a:endParaRPr lang="zh-CN" altLang="en-US"/>
        </a:p>
      </dgm:t>
    </dgm:pt>
    <dgm:pt modelId="{23F48A68-61AF-4B3D-8E78-ABA3E6DE01EC}" cxnId="{37B038F4-450E-492D-8058-1014051448E4}" type="sibTrans">
      <dgm:prSet/>
      <dgm:spPr/>
      <dgm:t>
        <a:bodyPr/>
        <a:lstStyle/>
        <a:p>
          <a:endParaRPr lang="zh-CN" altLang="en-US"/>
        </a:p>
      </dgm:t>
    </dgm:pt>
    <dgm:pt modelId="{FDEDD3C1-EFB9-4F54-8AD1-96D818FB8DC3}">
      <dgm:prSet phldrT="[文本]"/>
      <dgm:spPr/>
      <dgm:t>
        <a:bodyPr/>
        <a:lstStyle/>
        <a:p>
          <a:pPr>
            <a:lnSpc>
              <a:spcPct val="100000"/>
            </a:lnSpc>
            <a:spcBef>
              <a:spcPts val="0"/>
            </a:spcBef>
            <a:spcAft>
              <a:spcPts val="0"/>
            </a:spcAft>
          </a:pPr>
          <a:r>
            <a:rPr lang="zh-CN" altLang="en-US" dirty="0" smtClean="0"/>
            <a:t>政治法律</a:t>
          </a:r>
          <a:endParaRPr lang="zh-CN" altLang="en-US" dirty="0"/>
        </a:p>
      </dgm:t>
    </dgm:pt>
    <dgm:pt modelId="{CD876BD0-AC9D-47BD-A785-D0608F9620AD}" cxnId="{52E91BAA-DF96-434A-901F-85F1F6F1D1E8}" type="parTrans">
      <dgm:prSet/>
      <dgm:spPr/>
      <dgm:t>
        <a:bodyPr/>
        <a:lstStyle/>
        <a:p>
          <a:endParaRPr lang="zh-CN" altLang="en-US"/>
        </a:p>
      </dgm:t>
    </dgm:pt>
    <dgm:pt modelId="{4E86C12C-DFB9-4972-BBB7-B88C89D9B592}" cxnId="{52E91BAA-DF96-434A-901F-85F1F6F1D1E8}" type="sibTrans">
      <dgm:prSet/>
      <dgm:spPr/>
      <dgm:t>
        <a:bodyPr/>
        <a:lstStyle/>
        <a:p>
          <a:endParaRPr lang="zh-CN" altLang="en-US"/>
        </a:p>
      </dgm:t>
    </dgm:pt>
    <dgm:pt modelId="{31E808B9-9A0E-4B6E-A5B4-5850AAD7FEC7}">
      <dgm:prSet phldrT="[文本]"/>
      <dgm:spPr/>
      <dgm:t>
        <a:bodyPr/>
        <a:lstStyle/>
        <a:p>
          <a:pPr>
            <a:lnSpc>
              <a:spcPct val="100000"/>
            </a:lnSpc>
            <a:spcBef>
              <a:spcPts val="0"/>
            </a:spcBef>
            <a:spcAft>
              <a:spcPts val="0"/>
            </a:spcAft>
          </a:pPr>
          <a:r>
            <a:rPr lang="zh-CN" altLang="en-US" dirty="0" smtClean="0"/>
            <a:t>自然资源</a:t>
          </a:r>
          <a:endParaRPr lang="zh-CN" altLang="en-US" dirty="0"/>
        </a:p>
      </dgm:t>
    </dgm:pt>
    <dgm:pt modelId="{63BE034D-BE06-49A3-AA3A-8AC4A9AE9A5C}" cxnId="{C506CB98-06F2-4B74-BF18-2FC8A73AE952}" type="parTrans">
      <dgm:prSet/>
      <dgm:spPr/>
      <dgm:t>
        <a:bodyPr/>
        <a:lstStyle/>
        <a:p>
          <a:endParaRPr lang="zh-CN" altLang="en-US"/>
        </a:p>
      </dgm:t>
    </dgm:pt>
    <dgm:pt modelId="{548B5291-06A1-4108-A48A-B9E3971A5296}" cxnId="{C506CB98-06F2-4B74-BF18-2FC8A73AE952}" type="sibTrans">
      <dgm:prSet/>
      <dgm:spPr/>
      <dgm:t>
        <a:bodyPr/>
        <a:lstStyle/>
        <a:p>
          <a:endParaRPr lang="zh-CN" altLang="en-US"/>
        </a:p>
      </dgm:t>
    </dgm:pt>
    <dgm:pt modelId="{CAEAA738-4AD6-466B-93C8-94FF485FD9B7}" type="pres">
      <dgm:prSet presAssocID="{392C901A-A2DB-4544-87FD-8F983C34AFB2}" presName="Name0" presStyleCnt="0">
        <dgm:presLayoutVars>
          <dgm:chMax/>
          <dgm:chPref/>
          <dgm:dir/>
        </dgm:presLayoutVars>
      </dgm:prSet>
      <dgm:spPr/>
      <dgm:t>
        <a:bodyPr/>
        <a:lstStyle/>
        <a:p>
          <a:endParaRPr lang="zh-CN" altLang="en-US"/>
        </a:p>
      </dgm:t>
    </dgm:pt>
    <dgm:pt modelId="{89BA6E6B-DC4D-452B-8008-2A3F833179B7}" type="pres">
      <dgm:prSet presAssocID="{0B380DE9-71D0-4AAF-BE51-8BF5726EEF2C}" presName="composite" presStyleCnt="0">
        <dgm:presLayoutVars>
          <dgm:chMax/>
          <dgm:chPref/>
        </dgm:presLayoutVars>
      </dgm:prSet>
      <dgm:spPr/>
    </dgm:pt>
    <dgm:pt modelId="{4512A1DA-D335-4DE9-B002-D230D493B3B3}" type="pres">
      <dgm:prSet presAssocID="{0B380DE9-71D0-4AAF-BE51-8BF5726EEF2C}" presName="Image" presStyleLbl="bgImgPlace1" presStyleIdx="0" presStyleCnt="5" custScaleX="188758" custScaleY="188757"/>
      <dgm:spPr>
        <a:blipFill>
          <a:blip xmlns:r="http://schemas.openxmlformats.org/officeDocument/2006/relationships" r:embed="rId1">
            <a:extLst>
              <a:ext uri="{28A0092B-C50C-407E-A947-70E740481C1C}">
                <a14:useLocalDpi xmlns:a14="http://schemas.microsoft.com/office/drawing/2010/main" val="0"/>
              </a:ext>
            </a:extLst>
          </a:blip>
          <a:srcRect/>
          <a:stretch>
            <a:fillRect l="-63000" r="-63000"/>
          </a:stretch>
        </a:blipFill>
      </dgm:spPr>
      <dgm:t>
        <a:bodyPr/>
        <a:lstStyle/>
        <a:p>
          <a:endParaRPr lang="zh-CN" altLang="en-US"/>
        </a:p>
      </dgm:t>
    </dgm:pt>
    <dgm:pt modelId="{D8C0BD2C-4AE3-4013-9EF7-32278F958F21}" type="pres">
      <dgm:prSet presAssocID="{0B380DE9-71D0-4AAF-BE51-8BF5726EEF2C}" presName="ParentText" presStyleLbl="revTx" presStyleIdx="0" presStyleCnt="5">
        <dgm:presLayoutVars>
          <dgm:chMax val="0"/>
          <dgm:chPref val="0"/>
          <dgm:bulletEnabled val="1"/>
        </dgm:presLayoutVars>
      </dgm:prSet>
      <dgm:spPr/>
      <dgm:t>
        <a:bodyPr/>
        <a:lstStyle/>
        <a:p>
          <a:endParaRPr lang="zh-CN" altLang="en-US"/>
        </a:p>
      </dgm:t>
    </dgm:pt>
    <dgm:pt modelId="{256240B5-33DB-4324-8C5E-C95A1D3959E1}" type="pres">
      <dgm:prSet presAssocID="{0B380DE9-71D0-4AAF-BE51-8BF5726EEF2C}" presName="tlFrame" presStyleLbl="node1" presStyleIdx="0" presStyleCnt="20"/>
      <dgm:spPr/>
    </dgm:pt>
    <dgm:pt modelId="{B697C00C-38BF-4ADF-8D49-F28E8ADE9BB7}" type="pres">
      <dgm:prSet presAssocID="{0B380DE9-71D0-4AAF-BE51-8BF5726EEF2C}" presName="trFrame" presStyleLbl="node1" presStyleIdx="1" presStyleCnt="20"/>
      <dgm:spPr/>
    </dgm:pt>
    <dgm:pt modelId="{ACABF773-24BD-48F0-B14B-DE0AAAF51A23}" type="pres">
      <dgm:prSet presAssocID="{0B380DE9-71D0-4AAF-BE51-8BF5726EEF2C}" presName="blFrame" presStyleLbl="node1" presStyleIdx="2" presStyleCnt="20"/>
      <dgm:spPr/>
    </dgm:pt>
    <dgm:pt modelId="{35C2DDA2-D45E-4678-A8C4-1746F5D27F14}" type="pres">
      <dgm:prSet presAssocID="{0B380DE9-71D0-4AAF-BE51-8BF5726EEF2C}" presName="brFrame" presStyleLbl="node1" presStyleIdx="3" presStyleCnt="20"/>
      <dgm:spPr/>
    </dgm:pt>
    <dgm:pt modelId="{2C454BDF-65A6-4A8B-A64F-87A3BF85058E}" type="pres">
      <dgm:prSet presAssocID="{BC28B1B8-7CDA-4C3D-A711-859635FA358D}" presName="sibTrans" presStyleCnt="0"/>
      <dgm:spPr/>
    </dgm:pt>
    <dgm:pt modelId="{F33E6A13-D43A-4D73-A79A-51E8DED86117}" type="pres">
      <dgm:prSet presAssocID="{31FE7D31-A8CA-400C-AB06-480119E7AF94}" presName="composite" presStyleCnt="0">
        <dgm:presLayoutVars>
          <dgm:chMax/>
          <dgm:chPref/>
        </dgm:presLayoutVars>
      </dgm:prSet>
      <dgm:spPr/>
    </dgm:pt>
    <dgm:pt modelId="{5A8E2894-DE02-4007-A3DD-AE8E06DD1DD2}" type="pres">
      <dgm:prSet presAssocID="{31FE7D31-A8CA-400C-AB06-480119E7AF94}" presName="Image" presStyleLbl="bgImgPlace1" presStyleIdx="1" presStyleCnt="5" custScaleX="188758" custScaleY="188757"/>
      <dgm:spPr>
        <a:blipFill>
          <a:blip xmlns:r="http://schemas.openxmlformats.org/officeDocument/2006/relationships" r:embed="rId2">
            <a:extLst>
              <a:ext uri="{28A0092B-C50C-407E-A947-70E740481C1C}">
                <a14:useLocalDpi xmlns:a14="http://schemas.microsoft.com/office/drawing/2010/main" val="0"/>
              </a:ext>
            </a:extLst>
          </a:blip>
          <a:srcRect/>
          <a:stretch>
            <a:fillRect/>
          </a:stretch>
        </a:blipFill>
      </dgm:spPr>
      <dgm:t>
        <a:bodyPr/>
        <a:lstStyle/>
        <a:p>
          <a:endParaRPr lang="zh-CN" altLang="en-US"/>
        </a:p>
      </dgm:t>
    </dgm:pt>
    <dgm:pt modelId="{18373EF2-2F74-4786-BCD0-AB292C941E24}" type="pres">
      <dgm:prSet presAssocID="{31FE7D31-A8CA-400C-AB06-480119E7AF94}" presName="ParentText" presStyleLbl="revTx" presStyleIdx="1" presStyleCnt="5">
        <dgm:presLayoutVars>
          <dgm:chMax val="0"/>
          <dgm:chPref val="0"/>
          <dgm:bulletEnabled val="1"/>
        </dgm:presLayoutVars>
      </dgm:prSet>
      <dgm:spPr/>
      <dgm:t>
        <a:bodyPr/>
        <a:lstStyle/>
        <a:p>
          <a:endParaRPr lang="zh-CN" altLang="en-US"/>
        </a:p>
      </dgm:t>
    </dgm:pt>
    <dgm:pt modelId="{906A693C-F3AA-47A8-82C6-F4A80EBA5153}" type="pres">
      <dgm:prSet presAssocID="{31FE7D31-A8CA-400C-AB06-480119E7AF94}" presName="tlFrame" presStyleLbl="node1" presStyleIdx="4" presStyleCnt="20"/>
      <dgm:spPr/>
    </dgm:pt>
    <dgm:pt modelId="{0808E164-767F-4219-A920-C6B59AE90AEA}" type="pres">
      <dgm:prSet presAssocID="{31FE7D31-A8CA-400C-AB06-480119E7AF94}" presName="trFrame" presStyleLbl="node1" presStyleIdx="5" presStyleCnt="20"/>
      <dgm:spPr/>
    </dgm:pt>
    <dgm:pt modelId="{0E7EE3FC-7ED8-43D6-A1FA-434B04789B1F}" type="pres">
      <dgm:prSet presAssocID="{31FE7D31-A8CA-400C-AB06-480119E7AF94}" presName="blFrame" presStyleLbl="node1" presStyleIdx="6" presStyleCnt="20"/>
      <dgm:spPr/>
    </dgm:pt>
    <dgm:pt modelId="{B9C528D8-0EE9-4AEB-83D1-2974ED555DD8}" type="pres">
      <dgm:prSet presAssocID="{31FE7D31-A8CA-400C-AB06-480119E7AF94}" presName="brFrame" presStyleLbl="node1" presStyleIdx="7" presStyleCnt="20"/>
      <dgm:spPr/>
    </dgm:pt>
    <dgm:pt modelId="{4FC84A71-6CFF-4A04-B120-411232285904}" type="pres">
      <dgm:prSet presAssocID="{D9057CC9-7DA5-4FBA-92DD-C543C0AE11A4}" presName="sibTrans" presStyleCnt="0"/>
      <dgm:spPr/>
    </dgm:pt>
    <dgm:pt modelId="{295623DB-B047-4F51-9562-E5A1A3138A47}" type="pres">
      <dgm:prSet presAssocID="{F44B5B07-7479-42E1-A4AD-4B447075E22D}" presName="composite" presStyleCnt="0">
        <dgm:presLayoutVars>
          <dgm:chMax/>
          <dgm:chPref/>
        </dgm:presLayoutVars>
      </dgm:prSet>
      <dgm:spPr/>
    </dgm:pt>
    <dgm:pt modelId="{C5D711C9-5E46-4F97-AAB8-A9EEAB59FFAD}" type="pres">
      <dgm:prSet presAssocID="{F44B5B07-7479-42E1-A4AD-4B447075E22D}" presName="Image" presStyleLbl="bgImgPlace1" presStyleIdx="2" presStyleCnt="5" custScaleX="188758" custScaleY="188757"/>
      <dgm:spPr>
        <a:blipFill>
          <a:blip xmlns:r="http://schemas.openxmlformats.org/officeDocument/2006/relationships" r:embed="rId3">
            <a:extLst>
              <a:ext uri="{28A0092B-C50C-407E-A947-70E740481C1C}">
                <a14:useLocalDpi xmlns:a14="http://schemas.microsoft.com/office/drawing/2010/main" val="0"/>
              </a:ext>
            </a:extLst>
          </a:blip>
          <a:srcRect/>
          <a:stretch>
            <a:fillRect/>
          </a:stretch>
        </a:blipFill>
      </dgm:spPr>
      <dgm:t>
        <a:bodyPr/>
        <a:lstStyle/>
        <a:p>
          <a:endParaRPr lang="zh-CN" altLang="en-US"/>
        </a:p>
      </dgm:t>
    </dgm:pt>
    <dgm:pt modelId="{7A55518D-4721-47F0-92C4-5B51798B9D6B}" type="pres">
      <dgm:prSet presAssocID="{F44B5B07-7479-42E1-A4AD-4B447075E22D}" presName="ParentText" presStyleLbl="revTx" presStyleIdx="2" presStyleCnt="5">
        <dgm:presLayoutVars>
          <dgm:chMax val="0"/>
          <dgm:chPref val="0"/>
          <dgm:bulletEnabled val="1"/>
        </dgm:presLayoutVars>
      </dgm:prSet>
      <dgm:spPr/>
      <dgm:t>
        <a:bodyPr/>
        <a:lstStyle/>
        <a:p>
          <a:endParaRPr lang="zh-CN" altLang="en-US"/>
        </a:p>
      </dgm:t>
    </dgm:pt>
    <dgm:pt modelId="{9668F0C2-9134-48EA-B415-21B3CEA456DE}" type="pres">
      <dgm:prSet presAssocID="{F44B5B07-7479-42E1-A4AD-4B447075E22D}" presName="tlFrame" presStyleLbl="node1" presStyleIdx="8" presStyleCnt="20"/>
      <dgm:spPr/>
    </dgm:pt>
    <dgm:pt modelId="{4E233A3B-58BC-405C-98A3-4F7BFF00EB5C}" type="pres">
      <dgm:prSet presAssocID="{F44B5B07-7479-42E1-A4AD-4B447075E22D}" presName="trFrame" presStyleLbl="node1" presStyleIdx="9" presStyleCnt="20"/>
      <dgm:spPr/>
    </dgm:pt>
    <dgm:pt modelId="{532A1955-B66A-4749-ABC4-E6B02D769492}" type="pres">
      <dgm:prSet presAssocID="{F44B5B07-7479-42E1-A4AD-4B447075E22D}" presName="blFrame" presStyleLbl="node1" presStyleIdx="10" presStyleCnt="20"/>
      <dgm:spPr/>
    </dgm:pt>
    <dgm:pt modelId="{9DB7D922-6220-4309-917D-9174F057CA84}" type="pres">
      <dgm:prSet presAssocID="{F44B5B07-7479-42E1-A4AD-4B447075E22D}" presName="brFrame" presStyleLbl="node1" presStyleIdx="11" presStyleCnt="20"/>
      <dgm:spPr/>
    </dgm:pt>
    <dgm:pt modelId="{8F36B4E3-B9B7-488D-971A-24A5AF1F3FB2}" type="pres">
      <dgm:prSet presAssocID="{23F48A68-61AF-4B3D-8E78-ABA3E6DE01EC}" presName="sibTrans" presStyleCnt="0"/>
      <dgm:spPr/>
    </dgm:pt>
    <dgm:pt modelId="{DE34A8E5-0C06-442E-ACAC-170994F329BC}" type="pres">
      <dgm:prSet presAssocID="{FDEDD3C1-EFB9-4F54-8AD1-96D818FB8DC3}" presName="composite" presStyleCnt="0">
        <dgm:presLayoutVars>
          <dgm:chMax/>
          <dgm:chPref/>
        </dgm:presLayoutVars>
      </dgm:prSet>
      <dgm:spPr/>
    </dgm:pt>
    <dgm:pt modelId="{10B0F75C-55F2-45FE-BA1D-C5720DE769A9}" type="pres">
      <dgm:prSet presAssocID="{FDEDD3C1-EFB9-4F54-8AD1-96D818FB8DC3}" presName="Image" presStyleLbl="bgImgPlace1" presStyleIdx="3" presStyleCnt="5" custScaleX="188758" custScaleY="188757"/>
      <dgm:spPr>
        <a:blipFill>
          <a:blip xmlns:r="http://schemas.openxmlformats.org/officeDocument/2006/relationships" r:embed="rId4">
            <a:extLst>
              <a:ext uri="{28A0092B-C50C-407E-A947-70E740481C1C}">
                <a14:useLocalDpi xmlns:a14="http://schemas.microsoft.com/office/drawing/2010/main" val="0"/>
              </a:ext>
            </a:extLst>
          </a:blip>
          <a:srcRect/>
          <a:stretch>
            <a:fillRect l="-28000" r="-28000"/>
          </a:stretch>
        </a:blipFill>
      </dgm:spPr>
      <dgm:t>
        <a:bodyPr/>
        <a:lstStyle/>
        <a:p>
          <a:endParaRPr lang="zh-CN" altLang="en-US"/>
        </a:p>
      </dgm:t>
    </dgm:pt>
    <dgm:pt modelId="{EF426602-9727-48D2-BFC9-3868FB6811B6}" type="pres">
      <dgm:prSet presAssocID="{FDEDD3C1-EFB9-4F54-8AD1-96D818FB8DC3}" presName="ParentText" presStyleLbl="revTx" presStyleIdx="3" presStyleCnt="5">
        <dgm:presLayoutVars>
          <dgm:chMax val="0"/>
          <dgm:chPref val="0"/>
          <dgm:bulletEnabled val="1"/>
        </dgm:presLayoutVars>
      </dgm:prSet>
      <dgm:spPr/>
      <dgm:t>
        <a:bodyPr/>
        <a:lstStyle/>
        <a:p>
          <a:endParaRPr lang="zh-CN" altLang="en-US"/>
        </a:p>
      </dgm:t>
    </dgm:pt>
    <dgm:pt modelId="{36806DFD-9A5A-4981-B978-E9D4ADC230EF}" type="pres">
      <dgm:prSet presAssocID="{FDEDD3C1-EFB9-4F54-8AD1-96D818FB8DC3}" presName="tlFrame" presStyleLbl="node1" presStyleIdx="12" presStyleCnt="20"/>
      <dgm:spPr/>
    </dgm:pt>
    <dgm:pt modelId="{2F727275-4B42-4D8C-BF9C-2AFCF9460013}" type="pres">
      <dgm:prSet presAssocID="{FDEDD3C1-EFB9-4F54-8AD1-96D818FB8DC3}" presName="trFrame" presStyleLbl="node1" presStyleIdx="13" presStyleCnt="20"/>
      <dgm:spPr/>
    </dgm:pt>
    <dgm:pt modelId="{13AFA94B-842C-4896-A9D1-CC0FA61AD76B}" type="pres">
      <dgm:prSet presAssocID="{FDEDD3C1-EFB9-4F54-8AD1-96D818FB8DC3}" presName="blFrame" presStyleLbl="node1" presStyleIdx="14" presStyleCnt="20"/>
      <dgm:spPr/>
    </dgm:pt>
    <dgm:pt modelId="{DCE4C832-1FC1-4FAE-A3B2-EABA8BCD0234}" type="pres">
      <dgm:prSet presAssocID="{FDEDD3C1-EFB9-4F54-8AD1-96D818FB8DC3}" presName="brFrame" presStyleLbl="node1" presStyleIdx="15" presStyleCnt="20"/>
      <dgm:spPr/>
    </dgm:pt>
    <dgm:pt modelId="{0B67DFDE-8974-44BA-ABE4-2AD80FDEE582}" type="pres">
      <dgm:prSet presAssocID="{4E86C12C-DFB9-4972-BBB7-B88C89D9B592}" presName="sibTrans" presStyleCnt="0"/>
      <dgm:spPr/>
    </dgm:pt>
    <dgm:pt modelId="{2902B5C3-C87A-48B1-8AAE-B59E31ABAB33}" type="pres">
      <dgm:prSet presAssocID="{31E808B9-9A0E-4B6E-A5B4-5850AAD7FEC7}" presName="composite" presStyleCnt="0">
        <dgm:presLayoutVars>
          <dgm:chMax/>
          <dgm:chPref/>
        </dgm:presLayoutVars>
      </dgm:prSet>
      <dgm:spPr/>
    </dgm:pt>
    <dgm:pt modelId="{109C1EFB-DDE2-4F8F-A385-7B41E87E0548}" type="pres">
      <dgm:prSet presAssocID="{31E808B9-9A0E-4B6E-A5B4-5850AAD7FEC7}" presName="Image" presStyleLbl="bgImgPlace1" presStyleIdx="4" presStyleCnt="5" custScaleX="188758" custScaleY="188757"/>
      <dgm:spPr>
        <a:blipFill>
          <a:blip xmlns:r="http://schemas.openxmlformats.org/officeDocument/2006/relationships" r:embed="rId5">
            <a:extLst>
              <a:ext uri="{28A0092B-C50C-407E-A947-70E740481C1C}">
                <a14:useLocalDpi xmlns:a14="http://schemas.microsoft.com/office/drawing/2010/main" val="0"/>
              </a:ext>
            </a:extLst>
          </a:blip>
          <a:srcRect/>
          <a:stretch>
            <a:fillRect t="-6000" b="-6000"/>
          </a:stretch>
        </a:blipFill>
      </dgm:spPr>
      <dgm:t>
        <a:bodyPr/>
        <a:lstStyle/>
        <a:p>
          <a:endParaRPr lang="zh-CN" altLang="en-US"/>
        </a:p>
      </dgm:t>
    </dgm:pt>
    <dgm:pt modelId="{99A2E9C1-AD13-446B-9265-F6588616BF05}" type="pres">
      <dgm:prSet presAssocID="{31E808B9-9A0E-4B6E-A5B4-5850AAD7FEC7}" presName="ParentText" presStyleLbl="revTx" presStyleIdx="4" presStyleCnt="5">
        <dgm:presLayoutVars>
          <dgm:chMax val="0"/>
          <dgm:chPref val="0"/>
          <dgm:bulletEnabled val="1"/>
        </dgm:presLayoutVars>
      </dgm:prSet>
      <dgm:spPr/>
      <dgm:t>
        <a:bodyPr/>
        <a:lstStyle/>
        <a:p>
          <a:endParaRPr lang="zh-CN" altLang="en-US"/>
        </a:p>
      </dgm:t>
    </dgm:pt>
    <dgm:pt modelId="{AD99C947-8E8D-4E0B-B149-E57310F9051F}" type="pres">
      <dgm:prSet presAssocID="{31E808B9-9A0E-4B6E-A5B4-5850AAD7FEC7}" presName="tlFrame" presStyleLbl="node1" presStyleIdx="16" presStyleCnt="20"/>
      <dgm:spPr/>
    </dgm:pt>
    <dgm:pt modelId="{2AAC9E0B-9EF7-4D0F-84A3-E7542C50ECAB}" type="pres">
      <dgm:prSet presAssocID="{31E808B9-9A0E-4B6E-A5B4-5850AAD7FEC7}" presName="trFrame" presStyleLbl="node1" presStyleIdx="17" presStyleCnt="20"/>
      <dgm:spPr/>
    </dgm:pt>
    <dgm:pt modelId="{A247A550-EF0B-4D0E-B5E2-3AB97615A827}" type="pres">
      <dgm:prSet presAssocID="{31E808B9-9A0E-4B6E-A5B4-5850AAD7FEC7}" presName="blFrame" presStyleLbl="node1" presStyleIdx="18" presStyleCnt="20"/>
      <dgm:spPr/>
    </dgm:pt>
    <dgm:pt modelId="{AB5EAC79-2689-4C3C-9A4F-109DAC1F5357}" type="pres">
      <dgm:prSet presAssocID="{31E808B9-9A0E-4B6E-A5B4-5850AAD7FEC7}" presName="brFrame" presStyleLbl="node1" presStyleIdx="19" presStyleCnt="20"/>
      <dgm:spPr/>
    </dgm:pt>
  </dgm:ptLst>
  <dgm:cxnLst>
    <dgm:cxn modelId="{AFEE6E21-F42D-4E6F-908D-EFF839D009BC}" type="presOf" srcId="{F44B5B07-7479-42E1-A4AD-4B447075E22D}" destId="{7A55518D-4721-47F0-92C4-5B51798B9D6B}" srcOrd="0" destOrd="0" presId="urn:microsoft.com/office/officeart/2009/3/layout/FramedTextPicture"/>
    <dgm:cxn modelId="{404F18D8-D18A-4292-B6CE-A4D58328C93F}" srcId="{392C901A-A2DB-4544-87FD-8F983C34AFB2}" destId="{0B380DE9-71D0-4AAF-BE51-8BF5726EEF2C}" srcOrd="0" destOrd="0" parTransId="{E9679EF4-DDA5-4CB7-B5EB-846B02B41A5B}" sibTransId="{BC28B1B8-7CDA-4C3D-A711-859635FA358D}"/>
    <dgm:cxn modelId="{C506CB98-06F2-4B74-BF18-2FC8A73AE952}" srcId="{392C901A-A2DB-4544-87FD-8F983C34AFB2}" destId="{31E808B9-9A0E-4B6E-A5B4-5850AAD7FEC7}" srcOrd="4" destOrd="0" parTransId="{63BE034D-BE06-49A3-AA3A-8AC4A9AE9A5C}" sibTransId="{548B5291-06A1-4108-A48A-B9E3971A5296}"/>
    <dgm:cxn modelId="{45430B21-F517-454A-91CA-178DEA99B30B}" srcId="{392C901A-A2DB-4544-87FD-8F983C34AFB2}" destId="{31FE7D31-A8CA-400C-AB06-480119E7AF94}" srcOrd="1" destOrd="0" parTransId="{95A62134-A188-4D1D-877C-9EA302C6F7D6}" sibTransId="{D9057CC9-7DA5-4FBA-92DD-C543C0AE11A4}"/>
    <dgm:cxn modelId="{108FD798-C8C8-4C79-83FE-12F5A6EB27E4}" type="presOf" srcId="{FDEDD3C1-EFB9-4F54-8AD1-96D818FB8DC3}" destId="{EF426602-9727-48D2-BFC9-3868FB6811B6}" srcOrd="0" destOrd="0" presId="urn:microsoft.com/office/officeart/2009/3/layout/FramedTextPicture"/>
    <dgm:cxn modelId="{8685195A-1E23-4CB5-981D-BDD45DFA5326}" type="presOf" srcId="{31E808B9-9A0E-4B6E-A5B4-5850AAD7FEC7}" destId="{99A2E9C1-AD13-446B-9265-F6588616BF05}" srcOrd="0" destOrd="0" presId="urn:microsoft.com/office/officeart/2009/3/layout/FramedTextPicture"/>
    <dgm:cxn modelId="{52E91BAA-DF96-434A-901F-85F1F6F1D1E8}" srcId="{392C901A-A2DB-4544-87FD-8F983C34AFB2}" destId="{FDEDD3C1-EFB9-4F54-8AD1-96D818FB8DC3}" srcOrd="3" destOrd="0" parTransId="{CD876BD0-AC9D-47BD-A785-D0608F9620AD}" sibTransId="{4E86C12C-DFB9-4972-BBB7-B88C89D9B592}"/>
    <dgm:cxn modelId="{70824583-97B6-4B3E-BFE4-7D2A8FAB238D}" type="presOf" srcId="{31FE7D31-A8CA-400C-AB06-480119E7AF94}" destId="{18373EF2-2F74-4786-BCD0-AB292C941E24}" srcOrd="0" destOrd="0" presId="urn:microsoft.com/office/officeart/2009/3/layout/FramedTextPicture"/>
    <dgm:cxn modelId="{37B038F4-450E-492D-8058-1014051448E4}" srcId="{392C901A-A2DB-4544-87FD-8F983C34AFB2}" destId="{F44B5B07-7479-42E1-A4AD-4B447075E22D}" srcOrd="2" destOrd="0" parTransId="{04FCAAC1-61A3-4297-AC2B-9969C57BC6AF}" sibTransId="{23F48A68-61AF-4B3D-8E78-ABA3E6DE01EC}"/>
    <dgm:cxn modelId="{DA0B2390-F9F8-4415-BA3C-43B7B50D3378}" type="presOf" srcId="{392C901A-A2DB-4544-87FD-8F983C34AFB2}" destId="{CAEAA738-4AD6-466B-93C8-94FF485FD9B7}" srcOrd="0" destOrd="0" presId="urn:microsoft.com/office/officeart/2009/3/layout/FramedTextPicture"/>
    <dgm:cxn modelId="{1F3F3964-CCBF-4DA4-BCD1-8C42EE6ED918}" type="presOf" srcId="{0B380DE9-71D0-4AAF-BE51-8BF5726EEF2C}" destId="{D8C0BD2C-4AE3-4013-9EF7-32278F958F21}" srcOrd="0" destOrd="0" presId="urn:microsoft.com/office/officeart/2009/3/layout/FramedTextPicture"/>
    <dgm:cxn modelId="{CC5FA4B3-D088-4D7F-BC74-041518F7F81F}" type="presParOf" srcId="{CAEAA738-4AD6-466B-93C8-94FF485FD9B7}" destId="{89BA6E6B-DC4D-452B-8008-2A3F833179B7}" srcOrd="0" destOrd="0" presId="urn:microsoft.com/office/officeart/2009/3/layout/FramedTextPicture"/>
    <dgm:cxn modelId="{24ADF6A4-5F31-4708-99C4-74F0D8D20021}" type="presParOf" srcId="{89BA6E6B-DC4D-452B-8008-2A3F833179B7}" destId="{4512A1DA-D335-4DE9-B002-D230D493B3B3}" srcOrd="0" destOrd="0" presId="urn:microsoft.com/office/officeart/2009/3/layout/FramedTextPicture"/>
    <dgm:cxn modelId="{EA6A514B-4196-4410-A864-9E4E370C85D1}" type="presParOf" srcId="{89BA6E6B-DC4D-452B-8008-2A3F833179B7}" destId="{D8C0BD2C-4AE3-4013-9EF7-32278F958F21}" srcOrd="1" destOrd="0" presId="urn:microsoft.com/office/officeart/2009/3/layout/FramedTextPicture"/>
    <dgm:cxn modelId="{524FC6D1-0C46-4FA9-A99C-01EECEC0CC1E}" type="presParOf" srcId="{89BA6E6B-DC4D-452B-8008-2A3F833179B7}" destId="{256240B5-33DB-4324-8C5E-C95A1D3959E1}" srcOrd="2" destOrd="0" presId="urn:microsoft.com/office/officeart/2009/3/layout/FramedTextPicture"/>
    <dgm:cxn modelId="{180794D2-65C5-4B0B-A2AF-51F2D729DAD4}" type="presParOf" srcId="{89BA6E6B-DC4D-452B-8008-2A3F833179B7}" destId="{B697C00C-38BF-4ADF-8D49-F28E8ADE9BB7}" srcOrd="3" destOrd="0" presId="urn:microsoft.com/office/officeart/2009/3/layout/FramedTextPicture"/>
    <dgm:cxn modelId="{95085C21-53DA-4DDD-BAA9-4FAABFC44CAB}" type="presParOf" srcId="{89BA6E6B-DC4D-452B-8008-2A3F833179B7}" destId="{ACABF773-24BD-48F0-B14B-DE0AAAF51A23}" srcOrd="4" destOrd="0" presId="urn:microsoft.com/office/officeart/2009/3/layout/FramedTextPicture"/>
    <dgm:cxn modelId="{F502E53D-2F7B-4EEE-84DB-7B6F9E0129AC}" type="presParOf" srcId="{89BA6E6B-DC4D-452B-8008-2A3F833179B7}" destId="{35C2DDA2-D45E-4678-A8C4-1746F5D27F14}" srcOrd="5" destOrd="0" presId="urn:microsoft.com/office/officeart/2009/3/layout/FramedTextPicture"/>
    <dgm:cxn modelId="{B419298C-1280-438E-889C-117060949BF9}" type="presParOf" srcId="{CAEAA738-4AD6-466B-93C8-94FF485FD9B7}" destId="{2C454BDF-65A6-4A8B-A64F-87A3BF85058E}" srcOrd="1" destOrd="0" presId="urn:microsoft.com/office/officeart/2009/3/layout/FramedTextPicture"/>
    <dgm:cxn modelId="{08CDB961-BDA6-44AF-8CB6-D660AFAFFC58}" type="presParOf" srcId="{CAEAA738-4AD6-466B-93C8-94FF485FD9B7}" destId="{F33E6A13-D43A-4D73-A79A-51E8DED86117}" srcOrd="2" destOrd="0" presId="urn:microsoft.com/office/officeart/2009/3/layout/FramedTextPicture"/>
    <dgm:cxn modelId="{7F8CA218-1839-484F-83DD-101B431913F1}" type="presParOf" srcId="{F33E6A13-D43A-4D73-A79A-51E8DED86117}" destId="{5A8E2894-DE02-4007-A3DD-AE8E06DD1DD2}" srcOrd="0" destOrd="0" presId="urn:microsoft.com/office/officeart/2009/3/layout/FramedTextPicture"/>
    <dgm:cxn modelId="{82648D48-92CC-4767-B479-C96894FB9E38}" type="presParOf" srcId="{F33E6A13-D43A-4D73-A79A-51E8DED86117}" destId="{18373EF2-2F74-4786-BCD0-AB292C941E24}" srcOrd="1" destOrd="0" presId="urn:microsoft.com/office/officeart/2009/3/layout/FramedTextPicture"/>
    <dgm:cxn modelId="{8CB9A913-B583-4341-963B-10750DAB7038}" type="presParOf" srcId="{F33E6A13-D43A-4D73-A79A-51E8DED86117}" destId="{906A693C-F3AA-47A8-82C6-F4A80EBA5153}" srcOrd="2" destOrd="0" presId="urn:microsoft.com/office/officeart/2009/3/layout/FramedTextPicture"/>
    <dgm:cxn modelId="{6888A086-BB30-4B36-BAF9-8465C817093F}" type="presParOf" srcId="{F33E6A13-D43A-4D73-A79A-51E8DED86117}" destId="{0808E164-767F-4219-A920-C6B59AE90AEA}" srcOrd="3" destOrd="0" presId="urn:microsoft.com/office/officeart/2009/3/layout/FramedTextPicture"/>
    <dgm:cxn modelId="{C67D6F72-460A-4216-8E14-D88AE3BE7DB8}" type="presParOf" srcId="{F33E6A13-D43A-4D73-A79A-51E8DED86117}" destId="{0E7EE3FC-7ED8-43D6-A1FA-434B04789B1F}" srcOrd="4" destOrd="0" presId="urn:microsoft.com/office/officeart/2009/3/layout/FramedTextPicture"/>
    <dgm:cxn modelId="{66AD32E2-B7A0-4513-9160-0A3A71E39CC3}" type="presParOf" srcId="{F33E6A13-D43A-4D73-A79A-51E8DED86117}" destId="{B9C528D8-0EE9-4AEB-83D1-2974ED555DD8}" srcOrd="5" destOrd="0" presId="urn:microsoft.com/office/officeart/2009/3/layout/FramedTextPicture"/>
    <dgm:cxn modelId="{EF9DFA0C-8F11-4415-BE47-A905F440F057}" type="presParOf" srcId="{CAEAA738-4AD6-466B-93C8-94FF485FD9B7}" destId="{4FC84A71-6CFF-4A04-B120-411232285904}" srcOrd="3" destOrd="0" presId="urn:microsoft.com/office/officeart/2009/3/layout/FramedTextPicture"/>
    <dgm:cxn modelId="{DEC0716F-7C44-48B2-A6F4-D00C60D2FC59}" type="presParOf" srcId="{CAEAA738-4AD6-466B-93C8-94FF485FD9B7}" destId="{295623DB-B047-4F51-9562-E5A1A3138A47}" srcOrd="4" destOrd="0" presId="urn:microsoft.com/office/officeart/2009/3/layout/FramedTextPicture"/>
    <dgm:cxn modelId="{8ABE79C5-E27C-4040-83CA-72B27B1DB67C}" type="presParOf" srcId="{295623DB-B047-4F51-9562-E5A1A3138A47}" destId="{C5D711C9-5E46-4F97-AAB8-A9EEAB59FFAD}" srcOrd="0" destOrd="0" presId="urn:microsoft.com/office/officeart/2009/3/layout/FramedTextPicture"/>
    <dgm:cxn modelId="{86E079C4-E054-4D8F-B501-A07C30BA325F}" type="presParOf" srcId="{295623DB-B047-4F51-9562-E5A1A3138A47}" destId="{7A55518D-4721-47F0-92C4-5B51798B9D6B}" srcOrd="1" destOrd="0" presId="urn:microsoft.com/office/officeart/2009/3/layout/FramedTextPicture"/>
    <dgm:cxn modelId="{644B6070-AEF5-490C-AD99-9F1D21859DC5}" type="presParOf" srcId="{295623DB-B047-4F51-9562-E5A1A3138A47}" destId="{9668F0C2-9134-48EA-B415-21B3CEA456DE}" srcOrd="2" destOrd="0" presId="urn:microsoft.com/office/officeart/2009/3/layout/FramedTextPicture"/>
    <dgm:cxn modelId="{F005899B-3E48-423F-8BEB-60C7A1EF078E}" type="presParOf" srcId="{295623DB-B047-4F51-9562-E5A1A3138A47}" destId="{4E233A3B-58BC-405C-98A3-4F7BFF00EB5C}" srcOrd="3" destOrd="0" presId="urn:microsoft.com/office/officeart/2009/3/layout/FramedTextPicture"/>
    <dgm:cxn modelId="{09836849-4F4E-40CC-978D-C09BC13EE89E}" type="presParOf" srcId="{295623DB-B047-4F51-9562-E5A1A3138A47}" destId="{532A1955-B66A-4749-ABC4-E6B02D769492}" srcOrd="4" destOrd="0" presId="urn:microsoft.com/office/officeart/2009/3/layout/FramedTextPicture"/>
    <dgm:cxn modelId="{F7689205-51DA-4FCE-B4D9-3E7F615471C9}" type="presParOf" srcId="{295623DB-B047-4F51-9562-E5A1A3138A47}" destId="{9DB7D922-6220-4309-917D-9174F057CA84}" srcOrd="5" destOrd="0" presId="urn:microsoft.com/office/officeart/2009/3/layout/FramedTextPicture"/>
    <dgm:cxn modelId="{BC4BF907-9961-4231-B58B-AD134B89B293}" type="presParOf" srcId="{CAEAA738-4AD6-466B-93C8-94FF485FD9B7}" destId="{8F36B4E3-B9B7-488D-971A-24A5AF1F3FB2}" srcOrd="5" destOrd="0" presId="urn:microsoft.com/office/officeart/2009/3/layout/FramedTextPicture"/>
    <dgm:cxn modelId="{8A73FDED-BA2E-4B3D-A172-6CBEDDA0D2D1}" type="presParOf" srcId="{CAEAA738-4AD6-466B-93C8-94FF485FD9B7}" destId="{DE34A8E5-0C06-442E-ACAC-170994F329BC}" srcOrd="6" destOrd="0" presId="urn:microsoft.com/office/officeart/2009/3/layout/FramedTextPicture"/>
    <dgm:cxn modelId="{2B4C0FFA-0215-4BBE-8B66-8B8B38F1D031}" type="presParOf" srcId="{DE34A8E5-0C06-442E-ACAC-170994F329BC}" destId="{10B0F75C-55F2-45FE-BA1D-C5720DE769A9}" srcOrd="0" destOrd="0" presId="urn:microsoft.com/office/officeart/2009/3/layout/FramedTextPicture"/>
    <dgm:cxn modelId="{ADD4CA82-A39F-47B4-A730-0EB69C9ECEDD}" type="presParOf" srcId="{DE34A8E5-0C06-442E-ACAC-170994F329BC}" destId="{EF426602-9727-48D2-BFC9-3868FB6811B6}" srcOrd="1" destOrd="0" presId="urn:microsoft.com/office/officeart/2009/3/layout/FramedTextPicture"/>
    <dgm:cxn modelId="{86EA429D-EC78-4355-BECE-22942A6E5F1F}" type="presParOf" srcId="{DE34A8E5-0C06-442E-ACAC-170994F329BC}" destId="{36806DFD-9A5A-4981-B978-E9D4ADC230EF}" srcOrd="2" destOrd="0" presId="urn:microsoft.com/office/officeart/2009/3/layout/FramedTextPicture"/>
    <dgm:cxn modelId="{8B340A1D-E265-4E64-A46A-6DB6B78A8C2A}" type="presParOf" srcId="{DE34A8E5-0C06-442E-ACAC-170994F329BC}" destId="{2F727275-4B42-4D8C-BF9C-2AFCF9460013}" srcOrd="3" destOrd="0" presId="urn:microsoft.com/office/officeart/2009/3/layout/FramedTextPicture"/>
    <dgm:cxn modelId="{7B5A84B1-DE02-4BA7-9F5B-0757B10126E1}" type="presParOf" srcId="{DE34A8E5-0C06-442E-ACAC-170994F329BC}" destId="{13AFA94B-842C-4896-A9D1-CC0FA61AD76B}" srcOrd="4" destOrd="0" presId="urn:microsoft.com/office/officeart/2009/3/layout/FramedTextPicture"/>
    <dgm:cxn modelId="{34AAC29B-8C6E-493F-AAAF-1CB04A1A7821}" type="presParOf" srcId="{DE34A8E5-0C06-442E-ACAC-170994F329BC}" destId="{DCE4C832-1FC1-4FAE-A3B2-EABA8BCD0234}" srcOrd="5" destOrd="0" presId="urn:microsoft.com/office/officeart/2009/3/layout/FramedTextPicture"/>
    <dgm:cxn modelId="{8B3E2C53-7D9D-42A6-9224-4049691060E3}" type="presParOf" srcId="{CAEAA738-4AD6-466B-93C8-94FF485FD9B7}" destId="{0B67DFDE-8974-44BA-ABE4-2AD80FDEE582}" srcOrd="7" destOrd="0" presId="urn:microsoft.com/office/officeart/2009/3/layout/FramedTextPicture"/>
    <dgm:cxn modelId="{FC124C5A-02BA-4DD6-B908-CA4BDEC43B16}" type="presParOf" srcId="{CAEAA738-4AD6-466B-93C8-94FF485FD9B7}" destId="{2902B5C3-C87A-48B1-8AAE-B59E31ABAB33}" srcOrd="8" destOrd="0" presId="urn:microsoft.com/office/officeart/2009/3/layout/FramedTextPicture"/>
    <dgm:cxn modelId="{55312E9A-39CF-46EC-895B-3A9C688C619F}" type="presParOf" srcId="{2902B5C3-C87A-48B1-8AAE-B59E31ABAB33}" destId="{109C1EFB-DDE2-4F8F-A385-7B41E87E0548}" srcOrd="0" destOrd="0" presId="urn:microsoft.com/office/officeart/2009/3/layout/FramedTextPicture"/>
    <dgm:cxn modelId="{2A7CA9CA-7171-46B7-844D-613BBB59D4E2}" type="presParOf" srcId="{2902B5C3-C87A-48B1-8AAE-B59E31ABAB33}" destId="{99A2E9C1-AD13-446B-9265-F6588616BF05}" srcOrd="1" destOrd="0" presId="urn:microsoft.com/office/officeart/2009/3/layout/FramedTextPicture"/>
    <dgm:cxn modelId="{DC1E7D8D-D90A-4822-A353-B5B70F6A0E72}" type="presParOf" srcId="{2902B5C3-C87A-48B1-8AAE-B59E31ABAB33}" destId="{AD99C947-8E8D-4E0B-B149-E57310F9051F}" srcOrd="2" destOrd="0" presId="urn:microsoft.com/office/officeart/2009/3/layout/FramedTextPicture"/>
    <dgm:cxn modelId="{354E4410-5D24-486B-986F-3EA582A7419B}" type="presParOf" srcId="{2902B5C3-C87A-48B1-8AAE-B59E31ABAB33}" destId="{2AAC9E0B-9EF7-4D0F-84A3-E7542C50ECAB}" srcOrd="3" destOrd="0" presId="urn:microsoft.com/office/officeart/2009/3/layout/FramedTextPicture"/>
    <dgm:cxn modelId="{35A8DC83-C12D-40D1-A485-14DD95412FF5}" type="presParOf" srcId="{2902B5C3-C87A-48B1-8AAE-B59E31ABAB33}" destId="{A247A550-EF0B-4D0E-B5E2-3AB97615A827}" srcOrd="4" destOrd="0" presId="urn:microsoft.com/office/officeart/2009/3/layout/FramedTextPicture"/>
    <dgm:cxn modelId="{DC5E9B8C-B804-4F36-BB5D-CF53680FBE30}" type="presParOf" srcId="{2902B5C3-C87A-48B1-8AAE-B59E31ABAB33}" destId="{AB5EAC79-2689-4C3C-9A4F-109DAC1F5357}" srcOrd="5" destOrd="0" presId="urn:microsoft.com/office/officeart/2009/3/layout/FramedTextPicture"/>
  </dgm:cxnLst>
  <dgm:bg/>
  <dgm:whole/>
  <dgm:extLst>
    <a:ext uri="http://schemas.microsoft.com/office/drawing/2008/diagram">
      <dsp:dataModelExt xmlns:dsp="http://schemas.microsoft.com/office/drawing/2008/diagram" relId="rId5"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CBF9E6DB-DAB7-4530-8010-60B378551CCD}" type="doc">
      <dgm:prSet loTypeId="urn:microsoft.com/office/officeart/2009/3/layout/FramedTextPicture" loCatId="picture" qsTypeId="urn:microsoft.com/office/officeart/2005/8/quickstyle/simple1" qsCatId="simple" csTypeId="urn:microsoft.com/office/officeart/2005/8/colors/accent2_1" csCatId="accent2" phldr="1"/>
      <dgm:spPr/>
      <dgm:t>
        <a:bodyPr/>
        <a:lstStyle/>
        <a:p>
          <a:endParaRPr lang="zh-CN" altLang="en-US"/>
        </a:p>
      </dgm:t>
    </dgm:pt>
    <dgm:pt modelId="{4F575C77-313B-4FB3-91A9-DD9E056CD37C}">
      <dgm:prSet phldrT="[文本]" custT="1"/>
      <dgm:spPr/>
      <dgm:t>
        <a:bodyPr/>
        <a:lstStyle/>
        <a:p>
          <a:pPr>
            <a:lnSpc>
              <a:spcPct val="100000"/>
            </a:lnSpc>
            <a:spcBef>
              <a:spcPts val="0"/>
            </a:spcBef>
            <a:spcAft>
              <a:spcPts val="0"/>
            </a:spcAft>
          </a:pPr>
          <a:r>
            <a:rPr lang="zh-CN" altLang="en-US" sz="1900" b="0" dirty="0" smtClean="0">
              <a:solidFill>
                <a:schemeClr val="tx1"/>
              </a:solidFill>
            </a:rPr>
            <a:t>顾客</a:t>
          </a:r>
          <a:endParaRPr lang="zh-CN" altLang="en-US" sz="1900" b="0" dirty="0">
            <a:solidFill>
              <a:schemeClr val="tx1"/>
            </a:solidFill>
          </a:endParaRPr>
        </a:p>
      </dgm:t>
    </dgm:pt>
    <dgm:pt modelId="{ED628E97-3059-49AD-A416-85DEA11244F8}" cxnId="{AA93D7A7-5C66-47BB-8D42-3056B6DADCBF}" type="parTrans">
      <dgm:prSet/>
      <dgm:spPr/>
      <dgm:t>
        <a:bodyPr/>
        <a:lstStyle/>
        <a:p>
          <a:endParaRPr lang="zh-CN" altLang="en-US"/>
        </a:p>
      </dgm:t>
    </dgm:pt>
    <dgm:pt modelId="{0B866FF3-F336-422C-9756-FC8A38A24357}" cxnId="{AA93D7A7-5C66-47BB-8D42-3056B6DADCBF}" type="sibTrans">
      <dgm:prSet/>
      <dgm:spPr/>
      <dgm:t>
        <a:bodyPr/>
        <a:lstStyle/>
        <a:p>
          <a:endParaRPr lang="zh-CN" altLang="en-US"/>
        </a:p>
      </dgm:t>
    </dgm:pt>
    <dgm:pt modelId="{38FB1107-BFF3-4142-8AC5-8A5B9408E49F}">
      <dgm:prSet custT="1"/>
      <dgm:spPr/>
      <dgm:t>
        <a:bodyPr/>
        <a:lstStyle/>
        <a:p>
          <a:pPr>
            <a:lnSpc>
              <a:spcPct val="100000"/>
            </a:lnSpc>
            <a:spcBef>
              <a:spcPts val="0"/>
            </a:spcBef>
            <a:spcAft>
              <a:spcPts val="0"/>
            </a:spcAft>
          </a:pPr>
          <a:r>
            <a:rPr lang="zh-CN" altLang="zh-CN" sz="1900" b="0" dirty="0" smtClean="0">
              <a:solidFill>
                <a:schemeClr val="tx1"/>
              </a:solidFill>
            </a:rPr>
            <a:t>供应商</a:t>
          </a:r>
          <a:endParaRPr lang="en-US" altLang="zh-CN" sz="1900" b="0" dirty="0" smtClean="0">
            <a:solidFill>
              <a:schemeClr val="tx1"/>
            </a:solidFill>
          </a:endParaRPr>
        </a:p>
      </dgm:t>
    </dgm:pt>
    <dgm:pt modelId="{1CC949D2-22A8-4100-96B6-5D78A2C37638}" cxnId="{F1B70B66-5863-4283-BA60-60BF3A314FA0}" type="parTrans">
      <dgm:prSet/>
      <dgm:spPr/>
      <dgm:t>
        <a:bodyPr/>
        <a:lstStyle/>
        <a:p>
          <a:endParaRPr lang="zh-CN" altLang="en-US"/>
        </a:p>
      </dgm:t>
    </dgm:pt>
    <dgm:pt modelId="{625A8587-F373-4508-B667-5B3A3361D3EA}" cxnId="{F1B70B66-5863-4283-BA60-60BF3A314FA0}" type="sibTrans">
      <dgm:prSet/>
      <dgm:spPr/>
      <dgm:t>
        <a:bodyPr/>
        <a:lstStyle/>
        <a:p>
          <a:endParaRPr lang="zh-CN" altLang="en-US"/>
        </a:p>
      </dgm:t>
    </dgm:pt>
    <dgm:pt modelId="{FAAA366F-4AA9-4F4F-8CD5-7377FF4CCDBF}">
      <dgm:prSet custT="1"/>
      <dgm:spPr/>
      <dgm:t>
        <a:bodyPr/>
        <a:lstStyle/>
        <a:p>
          <a:pPr>
            <a:lnSpc>
              <a:spcPct val="100000"/>
            </a:lnSpc>
            <a:spcBef>
              <a:spcPts val="0"/>
            </a:spcBef>
            <a:spcAft>
              <a:spcPts val="0"/>
            </a:spcAft>
          </a:pPr>
          <a:r>
            <a:rPr lang="zh-CN" altLang="zh-CN" sz="1900" b="0" dirty="0" smtClean="0">
              <a:solidFill>
                <a:schemeClr val="tx1"/>
              </a:solidFill>
              <a:sym typeface="+mn-ea"/>
            </a:rPr>
            <a:t>管制</a:t>
          </a:r>
          <a:endParaRPr lang="en-US" altLang="zh-CN" sz="1900" b="0" dirty="0" smtClean="0">
            <a:solidFill>
              <a:schemeClr val="tx1"/>
            </a:solidFill>
            <a:sym typeface="+mn-ea"/>
          </a:endParaRPr>
        </a:p>
        <a:p>
          <a:pPr>
            <a:lnSpc>
              <a:spcPct val="100000"/>
            </a:lnSpc>
            <a:spcBef>
              <a:spcPts val="0"/>
            </a:spcBef>
            <a:spcAft>
              <a:spcPts val="0"/>
            </a:spcAft>
          </a:pPr>
          <a:r>
            <a:rPr lang="zh-CN" altLang="zh-CN" sz="1900" b="0" dirty="0" smtClean="0">
              <a:solidFill>
                <a:schemeClr val="tx1"/>
              </a:solidFill>
              <a:sym typeface="+mn-ea"/>
            </a:rPr>
            <a:t>机构</a:t>
          </a:r>
          <a:endParaRPr lang="en-US" altLang="zh-CN" sz="1900" b="0" dirty="0" smtClean="0">
            <a:solidFill>
              <a:schemeClr val="tx1"/>
            </a:solidFill>
            <a:sym typeface="+mn-ea"/>
          </a:endParaRPr>
        </a:p>
      </dgm:t>
    </dgm:pt>
    <dgm:pt modelId="{6D4F54ED-F87B-4938-BCEE-2989EE79BF48}" cxnId="{516B9546-2504-426F-AE02-D1A1EBB9322B}" type="parTrans">
      <dgm:prSet/>
      <dgm:spPr/>
      <dgm:t>
        <a:bodyPr/>
        <a:lstStyle/>
        <a:p>
          <a:endParaRPr lang="zh-CN" altLang="en-US"/>
        </a:p>
      </dgm:t>
    </dgm:pt>
    <dgm:pt modelId="{2EAFF3CF-7B92-4556-95A3-AAE804D12763}" cxnId="{516B9546-2504-426F-AE02-D1A1EBB9322B}" type="sibTrans">
      <dgm:prSet/>
      <dgm:spPr/>
      <dgm:t>
        <a:bodyPr/>
        <a:lstStyle/>
        <a:p>
          <a:endParaRPr lang="zh-CN" altLang="en-US"/>
        </a:p>
      </dgm:t>
    </dgm:pt>
    <dgm:pt modelId="{175F408E-B3B1-4DAB-B518-79FE9BA0B9A4}">
      <dgm:prSet custT="1"/>
      <dgm:spPr/>
      <dgm:t>
        <a:bodyPr/>
        <a:lstStyle/>
        <a:p>
          <a:pPr>
            <a:lnSpc>
              <a:spcPct val="100000"/>
            </a:lnSpc>
            <a:spcBef>
              <a:spcPts val="0"/>
            </a:spcBef>
            <a:spcAft>
              <a:spcPts val="0"/>
            </a:spcAft>
          </a:pPr>
          <a:r>
            <a:rPr lang="zh-CN" altLang="zh-CN" sz="1900" b="0" dirty="0" smtClean="0">
              <a:solidFill>
                <a:schemeClr val="tx1"/>
              </a:solidFill>
              <a:sym typeface="+mn-ea"/>
            </a:rPr>
            <a:t>战略同盟伙伴</a:t>
          </a:r>
        </a:p>
      </dgm:t>
    </dgm:pt>
    <dgm:pt modelId="{00FAF0CB-7CC6-4151-978D-07BCA1849E0B}" cxnId="{0784A9C4-68E9-40E6-B2A8-B7DDB79E21BE}" type="parTrans">
      <dgm:prSet/>
      <dgm:spPr/>
      <dgm:t>
        <a:bodyPr/>
        <a:lstStyle/>
        <a:p>
          <a:endParaRPr lang="zh-CN" altLang="en-US"/>
        </a:p>
      </dgm:t>
    </dgm:pt>
    <dgm:pt modelId="{ACAFAB73-D955-4241-90BF-6621BDEEFFCE}" cxnId="{0784A9C4-68E9-40E6-B2A8-B7DDB79E21BE}" type="sibTrans">
      <dgm:prSet/>
      <dgm:spPr/>
      <dgm:t>
        <a:bodyPr/>
        <a:lstStyle/>
        <a:p>
          <a:endParaRPr lang="zh-CN" altLang="en-US"/>
        </a:p>
      </dgm:t>
    </dgm:pt>
    <dgm:pt modelId="{B25264F3-99AE-4338-A5CF-C9F633DFC562}">
      <dgm:prSet custT="1"/>
      <dgm:spPr/>
      <dgm:t>
        <a:bodyPr/>
        <a:lstStyle/>
        <a:p>
          <a:pPr>
            <a:lnSpc>
              <a:spcPct val="100000"/>
            </a:lnSpc>
            <a:spcBef>
              <a:spcPts val="0"/>
            </a:spcBef>
            <a:spcAft>
              <a:spcPts val="0"/>
            </a:spcAft>
          </a:pPr>
          <a:r>
            <a:rPr lang="zh-CN" altLang="zh-CN" sz="1900" b="0" smtClean="0">
              <a:solidFill>
                <a:schemeClr val="tx1"/>
              </a:solidFill>
              <a:sym typeface="+mn-ea"/>
            </a:rPr>
            <a:t>竞争者</a:t>
          </a:r>
          <a:endParaRPr lang="en-US" altLang="zh-CN" sz="1900" b="0" dirty="0" smtClean="0">
            <a:solidFill>
              <a:schemeClr val="tx1"/>
            </a:solidFill>
          </a:endParaRPr>
        </a:p>
      </dgm:t>
    </dgm:pt>
    <dgm:pt modelId="{010FF3A3-7C01-4F33-AC1D-18965590F047}" cxnId="{4413A5AB-D55B-49A9-8D24-3EBFE9CD7F18}" type="parTrans">
      <dgm:prSet/>
      <dgm:spPr/>
      <dgm:t>
        <a:bodyPr/>
        <a:lstStyle/>
        <a:p>
          <a:endParaRPr lang="zh-CN" altLang="en-US"/>
        </a:p>
      </dgm:t>
    </dgm:pt>
    <dgm:pt modelId="{0F25BF9D-8BB1-48C5-B0BF-7A9799CB1486}" cxnId="{4413A5AB-D55B-49A9-8D24-3EBFE9CD7F18}" type="sibTrans">
      <dgm:prSet/>
      <dgm:spPr/>
      <dgm:t>
        <a:bodyPr/>
        <a:lstStyle/>
        <a:p>
          <a:endParaRPr lang="zh-CN" altLang="en-US"/>
        </a:p>
      </dgm:t>
    </dgm:pt>
    <dgm:pt modelId="{8FCBECA8-D0F6-4415-BD28-3E69F58A9CF9}" type="pres">
      <dgm:prSet presAssocID="{CBF9E6DB-DAB7-4530-8010-60B378551CCD}" presName="Name0" presStyleCnt="0">
        <dgm:presLayoutVars>
          <dgm:chMax/>
          <dgm:chPref/>
          <dgm:dir/>
        </dgm:presLayoutVars>
      </dgm:prSet>
      <dgm:spPr/>
      <dgm:t>
        <a:bodyPr/>
        <a:lstStyle/>
        <a:p>
          <a:endParaRPr lang="zh-CN" altLang="en-US"/>
        </a:p>
      </dgm:t>
    </dgm:pt>
    <dgm:pt modelId="{9B89AF0D-01BA-4B17-ABCF-E77D0837F028}" type="pres">
      <dgm:prSet presAssocID="{4F575C77-313B-4FB3-91A9-DD9E056CD37C}" presName="composite" presStyleCnt="0">
        <dgm:presLayoutVars>
          <dgm:chMax/>
          <dgm:chPref/>
        </dgm:presLayoutVars>
      </dgm:prSet>
      <dgm:spPr/>
    </dgm:pt>
    <dgm:pt modelId="{4AEADBEE-6BA6-4532-AA95-BD52916069DD}" type="pres">
      <dgm:prSet presAssocID="{4F575C77-313B-4FB3-91A9-DD9E056CD37C}" presName="Image" presStyleLbl="bgImgPlace1" presStyleIdx="0" presStyleCnt="5" custScaleX="214623" custScaleY="214623"/>
      <dgm:spPr>
        <a:blipFill>
          <a:blip xmlns:r="http://schemas.openxmlformats.org/officeDocument/2006/relationships" r:embed="rId1">
            <a:extLst>
              <a:ext uri="{28A0092B-C50C-407E-A947-70E740481C1C}">
                <a14:useLocalDpi xmlns:a14="http://schemas.microsoft.com/office/drawing/2010/main" val="0"/>
              </a:ext>
            </a:extLst>
          </a:blip>
          <a:srcRect/>
          <a:stretch>
            <a:fillRect t="-5000" b="-5000"/>
          </a:stretch>
        </a:blipFill>
      </dgm:spPr>
      <dgm:t>
        <a:bodyPr/>
        <a:lstStyle/>
        <a:p>
          <a:endParaRPr lang="zh-CN" altLang="en-US"/>
        </a:p>
      </dgm:t>
    </dgm:pt>
    <dgm:pt modelId="{2D165C4E-FA04-4226-91EB-21168989CDDC}" type="pres">
      <dgm:prSet presAssocID="{4F575C77-313B-4FB3-91A9-DD9E056CD37C}" presName="ParentText" presStyleLbl="revTx" presStyleIdx="0" presStyleCnt="5">
        <dgm:presLayoutVars>
          <dgm:chMax val="0"/>
          <dgm:chPref val="0"/>
          <dgm:bulletEnabled val="1"/>
        </dgm:presLayoutVars>
      </dgm:prSet>
      <dgm:spPr/>
      <dgm:t>
        <a:bodyPr/>
        <a:lstStyle/>
        <a:p>
          <a:endParaRPr lang="zh-CN" altLang="en-US"/>
        </a:p>
      </dgm:t>
    </dgm:pt>
    <dgm:pt modelId="{2B0C72E5-FDAA-4422-AD6E-6C02948B6A89}" type="pres">
      <dgm:prSet presAssocID="{4F575C77-313B-4FB3-91A9-DD9E056CD37C}" presName="tlFrame" presStyleLbl="node1" presStyleIdx="0" presStyleCnt="20"/>
      <dgm:spPr/>
    </dgm:pt>
    <dgm:pt modelId="{FFC2835B-A69D-4418-AE6D-8198D33EB879}" type="pres">
      <dgm:prSet presAssocID="{4F575C77-313B-4FB3-91A9-DD9E056CD37C}" presName="trFrame" presStyleLbl="node1" presStyleIdx="1" presStyleCnt="20"/>
      <dgm:spPr/>
    </dgm:pt>
    <dgm:pt modelId="{959D2C89-02F4-46B9-9B64-35EE0E310764}" type="pres">
      <dgm:prSet presAssocID="{4F575C77-313B-4FB3-91A9-DD9E056CD37C}" presName="blFrame" presStyleLbl="node1" presStyleIdx="2" presStyleCnt="20"/>
      <dgm:spPr/>
    </dgm:pt>
    <dgm:pt modelId="{33C09CC2-E87E-48B2-80FD-DE6071FD227D}" type="pres">
      <dgm:prSet presAssocID="{4F575C77-313B-4FB3-91A9-DD9E056CD37C}" presName="brFrame" presStyleLbl="node1" presStyleIdx="3" presStyleCnt="20"/>
      <dgm:spPr/>
    </dgm:pt>
    <dgm:pt modelId="{E8DC87A9-E675-416A-B61B-D88203616BDA}" type="pres">
      <dgm:prSet presAssocID="{0B866FF3-F336-422C-9756-FC8A38A24357}" presName="sibTrans" presStyleCnt="0"/>
      <dgm:spPr/>
    </dgm:pt>
    <dgm:pt modelId="{16CD2B1E-4F0B-46A6-A1E3-53F402E2603F}" type="pres">
      <dgm:prSet presAssocID="{38FB1107-BFF3-4142-8AC5-8A5B9408E49F}" presName="composite" presStyleCnt="0">
        <dgm:presLayoutVars>
          <dgm:chMax/>
          <dgm:chPref/>
        </dgm:presLayoutVars>
      </dgm:prSet>
      <dgm:spPr/>
    </dgm:pt>
    <dgm:pt modelId="{ECC1D1CA-367F-4519-84A3-29B0BF5CB8FC}" type="pres">
      <dgm:prSet presAssocID="{38FB1107-BFF3-4142-8AC5-8A5B9408E49F}" presName="Image" presStyleLbl="bgImgPlace1" presStyleIdx="1" presStyleCnt="5" custScaleX="214623" custScaleY="214623"/>
      <dgm:spPr>
        <a:blipFill>
          <a:blip xmlns:r="http://schemas.openxmlformats.org/officeDocument/2006/relationships" r:embed="rId2">
            <a:extLst>
              <a:ext uri="{28A0092B-C50C-407E-A947-70E740481C1C}">
                <a14:useLocalDpi xmlns:a14="http://schemas.microsoft.com/office/drawing/2010/main" val="0"/>
              </a:ext>
            </a:extLst>
          </a:blip>
          <a:srcRect/>
          <a:stretch>
            <a:fillRect l="-3000" r="-3000"/>
          </a:stretch>
        </a:blipFill>
      </dgm:spPr>
      <dgm:t>
        <a:bodyPr/>
        <a:lstStyle/>
        <a:p>
          <a:endParaRPr lang="zh-CN" altLang="en-US"/>
        </a:p>
      </dgm:t>
    </dgm:pt>
    <dgm:pt modelId="{05EF84C9-4DD0-4394-8220-D00A916C2288}" type="pres">
      <dgm:prSet presAssocID="{38FB1107-BFF3-4142-8AC5-8A5B9408E49F}" presName="ParentText" presStyleLbl="revTx" presStyleIdx="1" presStyleCnt="5">
        <dgm:presLayoutVars>
          <dgm:chMax val="0"/>
          <dgm:chPref val="0"/>
          <dgm:bulletEnabled val="1"/>
        </dgm:presLayoutVars>
      </dgm:prSet>
      <dgm:spPr/>
      <dgm:t>
        <a:bodyPr/>
        <a:lstStyle/>
        <a:p>
          <a:endParaRPr lang="zh-CN" altLang="en-US"/>
        </a:p>
      </dgm:t>
    </dgm:pt>
    <dgm:pt modelId="{4EB01F87-E91F-4AFC-835F-4E35E479CFC2}" type="pres">
      <dgm:prSet presAssocID="{38FB1107-BFF3-4142-8AC5-8A5B9408E49F}" presName="tlFrame" presStyleLbl="node1" presStyleIdx="4" presStyleCnt="20"/>
      <dgm:spPr/>
    </dgm:pt>
    <dgm:pt modelId="{B30E2E59-C266-4E1E-B008-59D36C4E0BF7}" type="pres">
      <dgm:prSet presAssocID="{38FB1107-BFF3-4142-8AC5-8A5B9408E49F}" presName="trFrame" presStyleLbl="node1" presStyleIdx="5" presStyleCnt="20"/>
      <dgm:spPr/>
    </dgm:pt>
    <dgm:pt modelId="{2863EBCE-B424-4417-A9DE-39794D6193C1}" type="pres">
      <dgm:prSet presAssocID="{38FB1107-BFF3-4142-8AC5-8A5B9408E49F}" presName="blFrame" presStyleLbl="node1" presStyleIdx="6" presStyleCnt="20"/>
      <dgm:spPr/>
    </dgm:pt>
    <dgm:pt modelId="{CCD071B7-E6F0-4C2F-A00F-595AFB00B439}" type="pres">
      <dgm:prSet presAssocID="{38FB1107-BFF3-4142-8AC5-8A5B9408E49F}" presName="brFrame" presStyleLbl="node1" presStyleIdx="7" presStyleCnt="20"/>
      <dgm:spPr/>
    </dgm:pt>
    <dgm:pt modelId="{12DBD262-76CC-4D1D-97AB-6544792C8F9D}" type="pres">
      <dgm:prSet presAssocID="{625A8587-F373-4508-B667-5B3A3361D3EA}" presName="sibTrans" presStyleCnt="0"/>
      <dgm:spPr/>
    </dgm:pt>
    <dgm:pt modelId="{88ABC0DB-BD3A-4CA0-9BAD-AFC66DCCAB20}" type="pres">
      <dgm:prSet presAssocID="{B25264F3-99AE-4338-A5CF-C9F633DFC562}" presName="composite" presStyleCnt="0">
        <dgm:presLayoutVars>
          <dgm:chMax/>
          <dgm:chPref/>
        </dgm:presLayoutVars>
      </dgm:prSet>
      <dgm:spPr/>
    </dgm:pt>
    <dgm:pt modelId="{E43B6E45-9DE6-4078-90D0-298D86D58EF2}" type="pres">
      <dgm:prSet presAssocID="{B25264F3-99AE-4338-A5CF-C9F633DFC562}" presName="Image" presStyleLbl="bgImgPlace1" presStyleIdx="2" presStyleCnt="5" custScaleX="214623" custScaleY="214623"/>
      <dgm:spPr>
        <a:blipFill>
          <a:blip xmlns:r="http://schemas.openxmlformats.org/officeDocument/2006/relationships" r:embed="rId3">
            <a:extLst>
              <a:ext uri="{28A0092B-C50C-407E-A947-70E740481C1C}">
                <a14:useLocalDpi xmlns:a14="http://schemas.microsoft.com/office/drawing/2010/main" val="0"/>
              </a:ext>
            </a:extLst>
          </a:blip>
          <a:srcRect/>
          <a:stretch>
            <a:fillRect t="-4000" b="-4000"/>
          </a:stretch>
        </a:blipFill>
      </dgm:spPr>
      <dgm:t>
        <a:bodyPr/>
        <a:lstStyle/>
        <a:p>
          <a:endParaRPr lang="zh-CN" altLang="en-US"/>
        </a:p>
      </dgm:t>
    </dgm:pt>
    <dgm:pt modelId="{56322AF0-3D08-4B40-A577-9C9CAC3611F0}" type="pres">
      <dgm:prSet presAssocID="{B25264F3-99AE-4338-A5CF-C9F633DFC562}" presName="ParentText" presStyleLbl="revTx" presStyleIdx="2" presStyleCnt="5">
        <dgm:presLayoutVars>
          <dgm:chMax val="0"/>
          <dgm:chPref val="0"/>
          <dgm:bulletEnabled val="1"/>
        </dgm:presLayoutVars>
      </dgm:prSet>
      <dgm:spPr/>
      <dgm:t>
        <a:bodyPr/>
        <a:lstStyle/>
        <a:p>
          <a:endParaRPr lang="zh-CN" altLang="en-US"/>
        </a:p>
      </dgm:t>
    </dgm:pt>
    <dgm:pt modelId="{644C8056-2407-4DA0-8990-7C3D7D58D431}" type="pres">
      <dgm:prSet presAssocID="{B25264F3-99AE-4338-A5CF-C9F633DFC562}" presName="tlFrame" presStyleLbl="node1" presStyleIdx="8" presStyleCnt="20"/>
      <dgm:spPr/>
    </dgm:pt>
    <dgm:pt modelId="{E6BFBDE9-6734-4404-9226-EC06DAA6DF1F}" type="pres">
      <dgm:prSet presAssocID="{B25264F3-99AE-4338-A5CF-C9F633DFC562}" presName="trFrame" presStyleLbl="node1" presStyleIdx="9" presStyleCnt="20"/>
      <dgm:spPr/>
    </dgm:pt>
    <dgm:pt modelId="{AA364E1F-53D9-4B37-BE59-D137F8B39D2F}" type="pres">
      <dgm:prSet presAssocID="{B25264F3-99AE-4338-A5CF-C9F633DFC562}" presName="blFrame" presStyleLbl="node1" presStyleIdx="10" presStyleCnt="20"/>
      <dgm:spPr/>
    </dgm:pt>
    <dgm:pt modelId="{83E3CDF7-92E2-4D47-8F59-E5AE6DA6CD62}" type="pres">
      <dgm:prSet presAssocID="{B25264F3-99AE-4338-A5CF-C9F633DFC562}" presName="brFrame" presStyleLbl="node1" presStyleIdx="11" presStyleCnt="20"/>
      <dgm:spPr/>
    </dgm:pt>
    <dgm:pt modelId="{4C87368E-3D38-4EEE-986C-13AAA2FEBEA5}" type="pres">
      <dgm:prSet presAssocID="{0F25BF9D-8BB1-48C5-B0BF-7A9799CB1486}" presName="sibTrans" presStyleCnt="0"/>
      <dgm:spPr/>
    </dgm:pt>
    <dgm:pt modelId="{67FAC46B-7892-4B8E-8900-5832397A5773}" type="pres">
      <dgm:prSet presAssocID="{FAAA366F-4AA9-4F4F-8CD5-7377FF4CCDBF}" presName="composite" presStyleCnt="0">
        <dgm:presLayoutVars>
          <dgm:chMax/>
          <dgm:chPref/>
        </dgm:presLayoutVars>
      </dgm:prSet>
      <dgm:spPr/>
    </dgm:pt>
    <dgm:pt modelId="{D9402C64-55CF-4A39-A195-319E060CDFA8}" type="pres">
      <dgm:prSet presAssocID="{FAAA366F-4AA9-4F4F-8CD5-7377FF4CCDBF}" presName="Image" presStyleLbl="bgImgPlace1" presStyleIdx="3" presStyleCnt="5" custScaleX="214623" custScaleY="214623"/>
      <dgm:spPr>
        <a:blipFill>
          <a:blip xmlns:r="http://schemas.openxmlformats.org/officeDocument/2006/relationships" r:embed="rId4">
            <a:extLst>
              <a:ext uri="{28A0092B-C50C-407E-A947-70E740481C1C}">
                <a14:useLocalDpi xmlns:a14="http://schemas.microsoft.com/office/drawing/2010/main" val="0"/>
              </a:ext>
            </a:extLst>
          </a:blip>
          <a:srcRect/>
          <a:stretch>
            <a:fillRect l="-2000" r="-2000"/>
          </a:stretch>
        </a:blipFill>
      </dgm:spPr>
      <dgm:t>
        <a:bodyPr/>
        <a:lstStyle/>
        <a:p>
          <a:endParaRPr lang="zh-CN" altLang="en-US"/>
        </a:p>
      </dgm:t>
    </dgm:pt>
    <dgm:pt modelId="{AD18FCE7-F09C-430F-9845-577DE3660F04}" type="pres">
      <dgm:prSet presAssocID="{FAAA366F-4AA9-4F4F-8CD5-7377FF4CCDBF}" presName="ParentText" presStyleLbl="revTx" presStyleIdx="3" presStyleCnt="5">
        <dgm:presLayoutVars>
          <dgm:chMax val="0"/>
          <dgm:chPref val="0"/>
          <dgm:bulletEnabled val="1"/>
        </dgm:presLayoutVars>
      </dgm:prSet>
      <dgm:spPr/>
      <dgm:t>
        <a:bodyPr/>
        <a:lstStyle/>
        <a:p>
          <a:endParaRPr lang="zh-CN" altLang="en-US"/>
        </a:p>
      </dgm:t>
    </dgm:pt>
    <dgm:pt modelId="{A2E489DB-20F3-403C-B27B-3E42DA73A14B}" type="pres">
      <dgm:prSet presAssocID="{FAAA366F-4AA9-4F4F-8CD5-7377FF4CCDBF}" presName="tlFrame" presStyleLbl="node1" presStyleIdx="12" presStyleCnt="20"/>
      <dgm:spPr/>
    </dgm:pt>
    <dgm:pt modelId="{88E631A7-2099-4F5E-9CDF-E6219A9F5FA1}" type="pres">
      <dgm:prSet presAssocID="{FAAA366F-4AA9-4F4F-8CD5-7377FF4CCDBF}" presName="trFrame" presStyleLbl="node1" presStyleIdx="13" presStyleCnt="20"/>
      <dgm:spPr/>
    </dgm:pt>
    <dgm:pt modelId="{008CEB41-5194-42D7-9681-814978AAE429}" type="pres">
      <dgm:prSet presAssocID="{FAAA366F-4AA9-4F4F-8CD5-7377FF4CCDBF}" presName="blFrame" presStyleLbl="node1" presStyleIdx="14" presStyleCnt="20"/>
      <dgm:spPr/>
    </dgm:pt>
    <dgm:pt modelId="{EEA92AD4-F9A0-476F-937F-A0531DC08200}" type="pres">
      <dgm:prSet presAssocID="{FAAA366F-4AA9-4F4F-8CD5-7377FF4CCDBF}" presName="brFrame" presStyleLbl="node1" presStyleIdx="15" presStyleCnt="20"/>
      <dgm:spPr/>
    </dgm:pt>
    <dgm:pt modelId="{5C9BC951-22CC-4BE9-B60D-105DBB17777C}" type="pres">
      <dgm:prSet presAssocID="{2EAFF3CF-7B92-4556-95A3-AAE804D12763}" presName="sibTrans" presStyleCnt="0"/>
      <dgm:spPr/>
    </dgm:pt>
    <dgm:pt modelId="{0E17647F-0594-49CA-AFED-2591B411CB15}" type="pres">
      <dgm:prSet presAssocID="{175F408E-B3B1-4DAB-B518-79FE9BA0B9A4}" presName="composite" presStyleCnt="0">
        <dgm:presLayoutVars>
          <dgm:chMax/>
          <dgm:chPref/>
        </dgm:presLayoutVars>
      </dgm:prSet>
      <dgm:spPr/>
    </dgm:pt>
    <dgm:pt modelId="{BF0BF88A-33D8-4CD1-8CA3-A7B748D6B042}" type="pres">
      <dgm:prSet presAssocID="{175F408E-B3B1-4DAB-B518-79FE9BA0B9A4}" presName="Image" presStyleLbl="bgImgPlace1" presStyleIdx="4" presStyleCnt="5" custScaleX="214623" custScaleY="214623"/>
      <dgm:spPr>
        <a:blipFill>
          <a:blip xmlns:r="http://schemas.openxmlformats.org/officeDocument/2006/relationships" r:embed="rId5">
            <a:extLst>
              <a:ext uri="{28A0092B-C50C-407E-A947-70E740481C1C}">
                <a14:useLocalDpi xmlns:a14="http://schemas.microsoft.com/office/drawing/2010/main" val="0"/>
              </a:ext>
            </a:extLst>
          </a:blip>
          <a:srcRect/>
          <a:stretch>
            <a:fillRect t="-30000" b="-30000"/>
          </a:stretch>
        </a:blipFill>
      </dgm:spPr>
      <dgm:t>
        <a:bodyPr/>
        <a:lstStyle/>
        <a:p>
          <a:endParaRPr lang="zh-CN" altLang="en-US"/>
        </a:p>
      </dgm:t>
    </dgm:pt>
    <dgm:pt modelId="{C3124840-0970-4BD6-AFBC-3B976BA7095C}" type="pres">
      <dgm:prSet presAssocID="{175F408E-B3B1-4DAB-B518-79FE9BA0B9A4}" presName="ParentText" presStyleLbl="revTx" presStyleIdx="4" presStyleCnt="5">
        <dgm:presLayoutVars>
          <dgm:chMax val="0"/>
          <dgm:chPref val="0"/>
          <dgm:bulletEnabled val="1"/>
        </dgm:presLayoutVars>
      </dgm:prSet>
      <dgm:spPr/>
      <dgm:t>
        <a:bodyPr/>
        <a:lstStyle/>
        <a:p>
          <a:endParaRPr lang="zh-CN" altLang="en-US"/>
        </a:p>
      </dgm:t>
    </dgm:pt>
    <dgm:pt modelId="{9A1A14D5-4D0D-4F2C-9B9F-817400C40983}" type="pres">
      <dgm:prSet presAssocID="{175F408E-B3B1-4DAB-B518-79FE9BA0B9A4}" presName="tlFrame" presStyleLbl="node1" presStyleIdx="16" presStyleCnt="20"/>
      <dgm:spPr/>
    </dgm:pt>
    <dgm:pt modelId="{A0E32DC5-3F40-45C7-ABF5-5A708C0FB7BA}" type="pres">
      <dgm:prSet presAssocID="{175F408E-B3B1-4DAB-B518-79FE9BA0B9A4}" presName="trFrame" presStyleLbl="node1" presStyleIdx="17" presStyleCnt="20"/>
      <dgm:spPr/>
    </dgm:pt>
    <dgm:pt modelId="{5BF5E298-F5B6-4DF8-9342-DBD98C20D4C4}" type="pres">
      <dgm:prSet presAssocID="{175F408E-B3B1-4DAB-B518-79FE9BA0B9A4}" presName="blFrame" presStyleLbl="node1" presStyleIdx="18" presStyleCnt="20"/>
      <dgm:spPr/>
    </dgm:pt>
    <dgm:pt modelId="{14F9A41C-466F-423B-A40B-4BC780C72771}" type="pres">
      <dgm:prSet presAssocID="{175F408E-B3B1-4DAB-B518-79FE9BA0B9A4}" presName="brFrame" presStyleLbl="node1" presStyleIdx="19" presStyleCnt="20"/>
      <dgm:spPr/>
    </dgm:pt>
  </dgm:ptLst>
  <dgm:cxnLst>
    <dgm:cxn modelId="{CA93CF32-3984-44DD-A4BC-B207A7406250}" type="presOf" srcId="{B25264F3-99AE-4338-A5CF-C9F633DFC562}" destId="{56322AF0-3D08-4B40-A577-9C9CAC3611F0}" srcOrd="0" destOrd="0" presId="urn:microsoft.com/office/officeart/2009/3/layout/FramedTextPicture"/>
    <dgm:cxn modelId="{1E5399BC-239A-448B-9BFA-D98C944F0DA0}" type="presOf" srcId="{38FB1107-BFF3-4142-8AC5-8A5B9408E49F}" destId="{05EF84C9-4DD0-4394-8220-D00A916C2288}" srcOrd="0" destOrd="0" presId="urn:microsoft.com/office/officeart/2009/3/layout/FramedTextPicture"/>
    <dgm:cxn modelId="{A42E5398-C89A-4D53-888F-64B9803D3504}" type="presOf" srcId="{FAAA366F-4AA9-4F4F-8CD5-7377FF4CCDBF}" destId="{AD18FCE7-F09C-430F-9845-577DE3660F04}" srcOrd="0" destOrd="0" presId="urn:microsoft.com/office/officeart/2009/3/layout/FramedTextPicture"/>
    <dgm:cxn modelId="{55BE29D8-6093-42B2-ACD1-88C5385B5247}" type="presOf" srcId="{4F575C77-313B-4FB3-91A9-DD9E056CD37C}" destId="{2D165C4E-FA04-4226-91EB-21168989CDDC}" srcOrd="0" destOrd="0" presId="urn:microsoft.com/office/officeart/2009/3/layout/FramedTextPicture"/>
    <dgm:cxn modelId="{0784A9C4-68E9-40E6-B2A8-B7DDB79E21BE}" srcId="{CBF9E6DB-DAB7-4530-8010-60B378551CCD}" destId="{175F408E-B3B1-4DAB-B518-79FE9BA0B9A4}" srcOrd="4" destOrd="0" parTransId="{00FAF0CB-7CC6-4151-978D-07BCA1849E0B}" sibTransId="{ACAFAB73-D955-4241-90BF-6621BDEEFFCE}"/>
    <dgm:cxn modelId="{75E50C4A-1B72-4684-9272-E48CB55454A2}" type="presOf" srcId="{CBF9E6DB-DAB7-4530-8010-60B378551CCD}" destId="{8FCBECA8-D0F6-4415-BD28-3E69F58A9CF9}" srcOrd="0" destOrd="0" presId="urn:microsoft.com/office/officeart/2009/3/layout/FramedTextPicture"/>
    <dgm:cxn modelId="{AA93D7A7-5C66-47BB-8D42-3056B6DADCBF}" srcId="{CBF9E6DB-DAB7-4530-8010-60B378551CCD}" destId="{4F575C77-313B-4FB3-91A9-DD9E056CD37C}" srcOrd="0" destOrd="0" parTransId="{ED628E97-3059-49AD-A416-85DEA11244F8}" sibTransId="{0B866FF3-F336-422C-9756-FC8A38A24357}"/>
    <dgm:cxn modelId="{4413A5AB-D55B-49A9-8D24-3EBFE9CD7F18}" srcId="{CBF9E6DB-DAB7-4530-8010-60B378551CCD}" destId="{B25264F3-99AE-4338-A5CF-C9F633DFC562}" srcOrd="2" destOrd="0" parTransId="{010FF3A3-7C01-4F33-AC1D-18965590F047}" sibTransId="{0F25BF9D-8BB1-48C5-B0BF-7A9799CB1486}"/>
    <dgm:cxn modelId="{F1B70B66-5863-4283-BA60-60BF3A314FA0}" srcId="{CBF9E6DB-DAB7-4530-8010-60B378551CCD}" destId="{38FB1107-BFF3-4142-8AC5-8A5B9408E49F}" srcOrd="1" destOrd="0" parTransId="{1CC949D2-22A8-4100-96B6-5D78A2C37638}" sibTransId="{625A8587-F373-4508-B667-5B3A3361D3EA}"/>
    <dgm:cxn modelId="{BD33D060-7046-4A1A-B09D-E2B35343370D}" type="presOf" srcId="{175F408E-B3B1-4DAB-B518-79FE9BA0B9A4}" destId="{C3124840-0970-4BD6-AFBC-3B976BA7095C}" srcOrd="0" destOrd="0" presId="urn:microsoft.com/office/officeart/2009/3/layout/FramedTextPicture"/>
    <dgm:cxn modelId="{516B9546-2504-426F-AE02-D1A1EBB9322B}" srcId="{CBF9E6DB-DAB7-4530-8010-60B378551CCD}" destId="{FAAA366F-4AA9-4F4F-8CD5-7377FF4CCDBF}" srcOrd="3" destOrd="0" parTransId="{6D4F54ED-F87B-4938-BCEE-2989EE79BF48}" sibTransId="{2EAFF3CF-7B92-4556-95A3-AAE804D12763}"/>
    <dgm:cxn modelId="{8E703078-74B1-4379-90C8-A703BBD39D49}" type="presParOf" srcId="{8FCBECA8-D0F6-4415-BD28-3E69F58A9CF9}" destId="{9B89AF0D-01BA-4B17-ABCF-E77D0837F028}" srcOrd="0" destOrd="0" presId="urn:microsoft.com/office/officeart/2009/3/layout/FramedTextPicture"/>
    <dgm:cxn modelId="{B0F63A1F-5701-457D-8216-E841A7087165}" type="presParOf" srcId="{9B89AF0D-01BA-4B17-ABCF-E77D0837F028}" destId="{4AEADBEE-6BA6-4532-AA95-BD52916069DD}" srcOrd="0" destOrd="0" presId="urn:microsoft.com/office/officeart/2009/3/layout/FramedTextPicture"/>
    <dgm:cxn modelId="{35E5E8EB-91B7-4AAF-9B6D-CBBD6865A846}" type="presParOf" srcId="{9B89AF0D-01BA-4B17-ABCF-E77D0837F028}" destId="{2D165C4E-FA04-4226-91EB-21168989CDDC}" srcOrd="1" destOrd="0" presId="urn:microsoft.com/office/officeart/2009/3/layout/FramedTextPicture"/>
    <dgm:cxn modelId="{8F658A90-DA1D-44DD-983F-1C71585E958B}" type="presParOf" srcId="{9B89AF0D-01BA-4B17-ABCF-E77D0837F028}" destId="{2B0C72E5-FDAA-4422-AD6E-6C02948B6A89}" srcOrd="2" destOrd="0" presId="urn:microsoft.com/office/officeart/2009/3/layout/FramedTextPicture"/>
    <dgm:cxn modelId="{E67E3B71-8D6C-43D3-8452-E073F6FCD9E2}" type="presParOf" srcId="{9B89AF0D-01BA-4B17-ABCF-E77D0837F028}" destId="{FFC2835B-A69D-4418-AE6D-8198D33EB879}" srcOrd="3" destOrd="0" presId="urn:microsoft.com/office/officeart/2009/3/layout/FramedTextPicture"/>
    <dgm:cxn modelId="{4691FD5F-0CCA-455E-9A1C-6C0DB3C5EDE7}" type="presParOf" srcId="{9B89AF0D-01BA-4B17-ABCF-E77D0837F028}" destId="{959D2C89-02F4-46B9-9B64-35EE0E310764}" srcOrd="4" destOrd="0" presId="urn:microsoft.com/office/officeart/2009/3/layout/FramedTextPicture"/>
    <dgm:cxn modelId="{E8DCDD53-3077-4924-80EF-6A349B7E4E6A}" type="presParOf" srcId="{9B89AF0D-01BA-4B17-ABCF-E77D0837F028}" destId="{33C09CC2-E87E-48B2-80FD-DE6071FD227D}" srcOrd="5" destOrd="0" presId="urn:microsoft.com/office/officeart/2009/3/layout/FramedTextPicture"/>
    <dgm:cxn modelId="{F2E7CE62-1DED-4967-9D9C-51AFF10CDE7C}" type="presParOf" srcId="{8FCBECA8-D0F6-4415-BD28-3E69F58A9CF9}" destId="{E8DC87A9-E675-416A-B61B-D88203616BDA}" srcOrd="1" destOrd="0" presId="urn:microsoft.com/office/officeart/2009/3/layout/FramedTextPicture"/>
    <dgm:cxn modelId="{76410DD5-3D8F-46F6-8BC2-CABD40426B32}" type="presParOf" srcId="{8FCBECA8-D0F6-4415-BD28-3E69F58A9CF9}" destId="{16CD2B1E-4F0B-46A6-A1E3-53F402E2603F}" srcOrd="2" destOrd="0" presId="urn:microsoft.com/office/officeart/2009/3/layout/FramedTextPicture"/>
    <dgm:cxn modelId="{7DA60AA2-B145-4CAA-857B-0700ACDEBEC2}" type="presParOf" srcId="{16CD2B1E-4F0B-46A6-A1E3-53F402E2603F}" destId="{ECC1D1CA-367F-4519-84A3-29B0BF5CB8FC}" srcOrd="0" destOrd="0" presId="urn:microsoft.com/office/officeart/2009/3/layout/FramedTextPicture"/>
    <dgm:cxn modelId="{539FAC1E-740F-4BF4-9903-A5E406A2A979}" type="presParOf" srcId="{16CD2B1E-4F0B-46A6-A1E3-53F402E2603F}" destId="{05EF84C9-4DD0-4394-8220-D00A916C2288}" srcOrd="1" destOrd="0" presId="urn:microsoft.com/office/officeart/2009/3/layout/FramedTextPicture"/>
    <dgm:cxn modelId="{6FAC80D2-AE14-4DBA-9C56-69137A5BF1BC}" type="presParOf" srcId="{16CD2B1E-4F0B-46A6-A1E3-53F402E2603F}" destId="{4EB01F87-E91F-4AFC-835F-4E35E479CFC2}" srcOrd="2" destOrd="0" presId="urn:microsoft.com/office/officeart/2009/3/layout/FramedTextPicture"/>
    <dgm:cxn modelId="{FF70B1E3-08E4-43D5-8367-BD056C33FED0}" type="presParOf" srcId="{16CD2B1E-4F0B-46A6-A1E3-53F402E2603F}" destId="{B30E2E59-C266-4E1E-B008-59D36C4E0BF7}" srcOrd="3" destOrd="0" presId="urn:microsoft.com/office/officeart/2009/3/layout/FramedTextPicture"/>
    <dgm:cxn modelId="{316EA078-7509-4303-9286-FCB3448C4E6B}" type="presParOf" srcId="{16CD2B1E-4F0B-46A6-A1E3-53F402E2603F}" destId="{2863EBCE-B424-4417-A9DE-39794D6193C1}" srcOrd="4" destOrd="0" presId="urn:microsoft.com/office/officeart/2009/3/layout/FramedTextPicture"/>
    <dgm:cxn modelId="{06C1FD62-3ECE-4F1C-8750-B4AD56D0BC3D}" type="presParOf" srcId="{16CD2B1E-4F0B-46A6-A1E3-53F402E2603F}" destId="{CCD071B7-E6F0-4C2F-A00F-595AFB00B439}" srcOrd="5" destOrd="0" presId="urn:microsoft.com/office/officeart/2009/3/layout/FramedTextPicture"/>
    <dgm:cxn modelId="{F4F1700E-BF08-43F6-9691-70616B5CC484}" type="presParOf" srcId="{8FCBECA8-D0F6-4415-BD28-3E69F58A9CF9}" destId="{12DBD262-76CC-4D1D-97AB-6544792C8F9D}" srcOrd="3" destOrd="0" presId="urn:microsoft.com/office/officeart/2009/3/layout/FramedTextPicture"/>
    <dgm:cxn modelId="{58789CE5-E559-4CC7-B37C-F7E50493E6BB}" type="presParOf" srcId="{8FCBECA8-D0F6-4415-BD28-3E69F58A9CF9}" destId="{88ABC0DB-BD3A-4CA0-9BAD-AFC66DCCAB20}" srcOrd="4" destOrd="0" presId="urn:microsoft.com/office/officeart/2009/3/layout/FramedTextPicture"/>
    <dgm:cxn modelId="{633F4D44-EC82-46AB-8D93-6B50485E9FF1}" type="presParOf" srcId="{88ABC0DB-BD3A-4CA0-9BAD-AFC66DCCAB20}" destId="{E43B6E45-9DE6-4078-90D0-298D86D58EF2}" srcOrd="0" destOrd="0" presId="urn:microsoft.com/office/officeart/2009/3/layout/FramedTextPicture"/>
    <dgm:cxn modelId="{5F5B9EA8-37A0-405E-92DE-2220DE1DD284}" type="presParOf" srcId="{88ABC0DB-BD3A-4CA0-9BAD-AFC66DCCAB20}" destId="{56322AF0-3D08-4B40-A577-9C9CAC3611F0}" srcOrd="1" destOrd="0" presId="urn:microsoft.com/office/officeart/2009/3/layout/FramedTextPicture"/>
    <dgm:cxn modelId="{D884D343-20E2-44E6-ADA7-A3EC913B7C99}" type="presParOf" srcId="{88ABC0DB-BD3A-4CA0-9BAD-AFC66DCCAB20}" destId="{644C8056-2407-4DA0-8990-7C3D7D58D431}" srcOrd="2" destOrd="0" presId="urn:microsoft.com/office/officeart/2009/3/layout/FramedTextPicture"/>
    <dgm:cxn modelId="{F8AFA964-4DCB-44F9-94D7-41ACD8FCB08A}" type="presParOf" srcId="{88ABC0DB-BD3A-4CA0-9BAD-AFC66DCCAB20}" destId="{E6BFBDE9-6734-4404-9226-EC06DAA6DF1F}" srcOrd="3" destOrd="0" presId="urn:microsoft.com/office/officeart/2009/3/layout/FramedTextPicture"/>
    <dgm:cxn modelId="{8EA69294-F309-4465-9BA6-9F82A01C68DA}" type="presParOf" srcId="{88ABC0DB-BD3A-4CA0-9BAD-AFC66DCCAB20}" destId="{AA364E1F-53D9-4B37-BE59-D137F8B39D2F}" srcOrd="4" destOrd="0" presId="urn:microsoft.com/office/officeart/2009/3/layout/FramedTextPicture"/>
    <dgm:cxn modelId="{C34EBA5D-B0DD-4C24-BB24-345935BA4EFF}" type="presParOf" srcId="{88ABC0DB-BD3A-4CA0-9BAD-AFC66DCCAB20}" destId="{83E3CDF7-92E2-4D47-8F59-E5AE6DA6CD62}" srcOrd="5" destOrd="0" presId="urn:microsoft.com/office/officeart/2009/3/layout/FramedTextPicture"/>
    <dgm:cxn modelId="{7D68A35C-A1D2-494E-8B17-8E7705BB2919}" type="presParOf" srcId="{8FCBECA8-D0F6-4415-BD28-3E69F58A9CF9}" destId="{4C87368E-3D38-4EEE-986C-13AAA2FEBEA5}" srcOrd="5" destOrd="0" presId="urn:microsoft.com/office/officeart/2009/3/layout/FramedTextPicture"/>
    <dgm:cxn modelId="{33429B9E-FA9F-4365-8F11-96043D27D2A5}" type="presParOf" srcId="{8FCBECA8-D0F6-4415-BD28-3E69F58A9CF9}" destId="{67FAC46B-7892-4B8E-8900-5832397A5773}" srcOrd="6" destOrd="0" presId="urn:microsoft.com/office/officeart/2009/3/layout/FramedTextPicture"/>
    <dgm:cxn modelId="{EC2AAAEC-6EA7-4A59-8AA9-D8AF91E00D38}" type="presParOf" srcId="{67FAC46B-7892-4B8E-8900-5832397A5773}" destId="{D9402C64-55CF-4A39-A195-319E060CDFA8}" srcOrd="0" destOrd="0" presId="urn:microsoft.com/office/officeart/2009/3/layout/FramedTextPicture"/>
    <dgm:cxn modelId="{7118DCDB-5BF4-4C08-BE17-9DD4478724ED}" type="presParOf" srcId="{67FAC46B-7892-4B8E-8900-5832397A5773}" destId="{AD18FCE7-F09C-430F-9845-577DE3660F04}" srcOrd="1" destOrd="0" presId="urn:microsoft.com/office/officeart/2009/3/layout/FramedTextPicture"/>
    <dgm:cxn modelId="{B29BD8B0-AFDF-445B-9269-DCEB8A8F8A7F}" type="presParOf" srcId="{67FAC46B-7892-4B8E-8900-5832397A5773}" destId="{A2E489DB-20F3-403C-B27B-3E42DA73A14B}" srcOrd="2" destOrd="0" presId="urn:microsoft.com/office/officeart/2009/3/layout/FramedTextPicture"/>
    <dgm:cxn modelId="{840F0C1F-0651-4F71-9265-7F78020B6C03}" type="presParOf" srcId="{67FAC46B-7892-4B8E-8900-5832397A5773}" destId="{88E631A7-2099-4F5E-9CDF-E6219A9F5FA1}" srcOrd="3" destOrd="0" presId="urn:microsoft.com/office/officeart/2009/3/layout/FramedTextPicture"/>
    <dgm:cxn modelId="{5F1BC8BD-9182-4CBF-ACF8-5FDE21EB2CF3}" type="presParOf" srcId="{67FAC46B-7892-4B8E-8900-5832397A5773}" destId="{008CEB41-5194-42D7-9681-814978AAE429}" srcOrd="4" destOrd="0" presId="urn:microsoft.com/office/officeart/2009/3/layout/FramedTextPicture"/>
    <dgm:cxn modelId="{248DDD93-2915-4080-9293-D441E702447D}" type="presParOf" srcId="{67FAC46B-7892-4B8E-8900-5832397A5773}" destId="{EEA92AD4-F9A0-476F-937F-A0531DC08200}" srcOrd="5" destOrd="0" presId="urn:microsoft.com/office/officeart/2009/3/layout/FramedTextPicture"/>
    <dgm:cxn modelId="{426503C9-1EE3-4E25-8394-B8B781B0CEA7}" type="presParOf" srcId="{8FCBECA8-D0F6-4415-BD28-3E69F58A9CF9}" destId="{5C9BC951-22CC-4BE9-B60D-105DBB17777C}" srcOrd="7" destOrd="0" presId="urn:microsoft.com/office/officeart/2009/3/layout/FramedTextPicture"/>
    <dgm:cxn modelId="{74DD086F-925F-46A5-AF9A-1D2FD0BEDBC6}" type="presParOf" srcId="{8FCBECA8-D0F6-4415-BD28-3E69F58A9CF9}" destId="{0E17647F-0594-49CA-AFED-2591B411CB15}" srcOrd="8" destOrd="0" presId="urn:microsoft.com/office/officeart/2009/3/layout/FramedTextPicture"/>
    <dgm:cxn modelId="{FB49A212-82CC-4B4A-9291-EB7729C3DDCB}" type="presParOf" srcId="{0E17647F-0594-49CA-AFED-2591B411CB15}" destId="{BF0BF88A-33D8-4CD1-8CA3-A7B748D6B042}" srcOrd="0" destOrd="0" presId="urn:microsoft.com/office/officeart/2009/3/layout/FramedTextPicture"/>
    <dgm:cxn modelId="{20ED3A99-1D7B-4FDE-AC15-850BE559BAE0}" type="presParOf" srcId="{0E17647F-0594-49CA-AFED-2591B411CB15}" destId="{C3124840-0970-4BD6-AFBC-3B976BA7095C}" srcOrd="1" destOrd="0" presId="urn:microsoft.com/office/officeart/2009/3/layout/FramedTextPicture"/>
    <dgm:cxn modelId="{1B46D232-B840-48B6-A18D-2FB30040DB6A}" type="presParOf" srcId="{0E17647F-0594-49CA-AFED-2591B411CB15}" destId="{9A1A14D5-4D0D-4F2C-9B9F-817400C40983}" srcOrd="2" destOrd="0" presId="urn:microsoft.com/office/officeart/2009/3/layout/FramedTextPicture"/>
    <dgm:cxn modelId="{1E93F229-176B-45F8-96F6-3092313A543D}" type="presParOf" srcId="{0E17647F-0594-49CA-AFED-2591B411CB15}" destId="{A0E32DC5-3F40-45C7-ABF5-5A708C0FB7BA}" srcOrd="3" destOrd="0" presId="urn:microsoft.com/office/officeart/2009/3/layout/FramedTextPicture"/>
    <dgm:cxn modelId="{EFF35805-B120-4985-97D2-3CD76D0DD854}" type="presParOf" srcId="{0E17647F-0594-49CA-AFED-2591B411CB15}" destId="{5BF5E298-F5B6-4DF8-9342-DBD98C20D4C4}" srcOrd="4" destOrd="0" presId="urn:microsoft.com/office/officeart/2009/3/layout/FramedTextPicture"/>
    <dgm:cxn modelId="{6C5CB4E4-7B7A-45D5-848E-F0E31B8052C5}" type="presParOf" srcId="{0E17647F-0594-49CA-AFED-2591B411CB15}" destId="{14F9A41C-466F-423B-A40B-4BC780C72771}" srcOrd="5" destOrd="0" presId="urn:microsoft.com/office/officeart/2009/3/layout/FramedTextPicture"/>
  </dgm:cxnLst>
  <dgm:bg/>
  <dgm:whole/>
  <dgm:extLst>
    <a:ext uri="http://schemas.microsoft.com/office/drawing/2008/diagram">
      <dsp:dataModelExt xmlns:dsp="http://schemas.microsoft.com/office/drawing/2008/diagram" relId="rId5"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CF929FEA-E5C0-4086-904E-D97B72E5CF0F}" type="doc">
      <dgm:prSet loTypeId="urn:microsoft.com/office/officeart/2005/8/layout/funnel1" loCatId="process" qsTypeId="urn:microsoft.com/office/officeart/2005/8/quickstyle/simple1" qsCatId="simple" csTypeId="urn:microsoft.com/office/officeart/2005/8/colors/accent2_2" csCatId="accent2" phldr="1"/>
      <dgm:spPr/>
      <dgm:t>
        <a:bodyPr/>
        <a:lstStyle/>
        <a:p>
          <a:endParaRPr lang="zh-CN" altLang="en-US"/>
        </a:p>
      </dgm:t>
    </dgm:pt>
    <dgm:pt modelId="{443BF80D-795B-489E-8AED-6E7C58E4AD18}">
      <dgm:prSet phldrT="[文本]"/>
      <dgm:spPr/>
      <dgm:t>
        <a:bodyPr/>
        <a:lstStyle/>
        <a:p>
          <a:pPr>
            <a:lnSpc>
              <a:spcPct val="100000"/>
            </a:lnSpc>
            <a:spcBef>
              <a:spcPts val="0"/>
            </a:spcBef>
            <a:spcAft>
              <a:spcPts val="0"/>
            </a:spcAft>
          </a:pPr>
          <a:r>
            <a:rPr lang="zh-CN" altLang="zh-CN" dirty="0" smtClean="0">
              <a:solidFill>
                <a:schemeClr val="bg1"/>
              </a:solidFill>
            </a:rPr>
            <a:t>人力资源环境</a:t>
          </a:r>
          <a:endParaRPr lang="zh-CN" altLang="en-US" dirty="0">
            <a:solidFill>
              <a:schemeClr val="bg1"/>
            </a:solidFill>
          </a:endParaRPr>
        </a:p>
      </dgm:t>
    </dgm:pt>
    <dgm:pt modelId="{B3EEF8C4-27EC-485B-A67D-1DA3CC05DDA3}" cxnId="{40AE5562-B03A-4D97-B25F-6FCFE9861B6A}" type="parTrans">
      <dgm:prSet/>
      <dgm:spPr/>
      <dgm:t>
        <a:bodyPr/>
        <a:lstStyle/>
        <a:p>
          <a:endParaRPr lang="zh-CN" altLang="en-US"/>
        </a:p>
      </dgm:t>
    </dgm:pt>
    <dgm:pt modelId="{EF5A5B06-439F-42AB-A50E-F170FA1B0067}" cxnId="{40AE5562-B03A-4D97-B25F-6FCFE9861B6A}" type="sibTrans">
      <dgm:prSet/>
      <dgm:spPr/>
      <dgm:t>
        <a:bodyPr/>
        <a:lstStyle/>
        <a:p>
          <a:endParaRPr lang="zh-CN" altLang="en-US"/>
        </a:p>
      </dgm:t>
    </dgm:pt>
    <dgm:pt modelId="{E0E0C3BA-21DB-4E32-8B8D-39EF912C77B3}">
      <dgm:prSet phldrT="[文本]"/>
      <dgm:spPr/>
      <dgm:t>
        <a:bodyPr/>
        <a:lstStyle/>
        <a:p>
          <a:pPr>
            <a:lnSpc>
              <a:spcPct val="100000"/>
            </a:lnSpc>
            <a:spcBef>
              <a:spcPts val="0"/>
            </a:spcBef>
            <a:spcAft>
              <a:spcPts val="0"/>
            </a:spcAft>
          </a:pPr>
          <a:r>
            <a:rPr lang="zh-CN" altLang="en-US" dirty="0" smtClean="0"/>
            <a:t>物质环境</a:t>
          </a:r>
          <a:endParaRPr lang="zh-CN" altLang="en-US" dirty="0"/>
        </a:p>
      </dgm:t>
    </dgm:pt>
    <dgm:pt modelId="{13B29F80-E36E-4D0D-97A5-DEEA169144B2}" cxnId="{B056372C-1FE0-4BF0-9F0F-C2A820B0B312}" type="parTrans">
      <dgm:prSet/>
      <dgm:spPr/>
      <dgm:t>
        <a:bodyPr/>
        <a:lstStyle/>
        <a:p>
          <a:endParaRPr lang="zh-CN" altLang="en-US"/>
        </a:p>
      </dgm:t>
    </dgm:pt>
    <dgm:pt modelId="{C0543877-A218-485B-95EF-910E1F504874}" cxnId="{B056372C-1FE0-4BF0-9F0F-C2A820B0B312}" type="sibTrans">
      <dgm:prSet/>
      <dgm:spPr/>
      <dgm:t>
        <a:bodyPr/>
        <a:lstStyle/>
        <a:p>
          <a:endParaRPr lang="zh-CN" altLang="en-US"/>
        </a:p>
      </dgm:t>
    </dgm:pt>
    <dgm:pt modelId="{7C4B9019-0389-440A-8C9B-6C1CEE5E69A4}">
      <dgm:prSet phldrT="[文本]"/>
      <dgm:spPr/>
      <dgm:t>
        <a:bodyPr/>
        <a:lstStyle/>
        <a:p>
          <a:pPr>
            <a:lnSpc>
              <a:spcPct val="100000"/>
            </a:lnSpc>
            <a:spcBef>
              <a:spcPts val="0"/>
            </a:spcBef>
            <a:spcAft>
              <a:spcPts val="0"/>
            </a:spcAft>
          </a:pPr>
          <a:r>
            <a:rPr lang="zh-CN" altLang="zh-CN" dirty="0" smtClean="0">
              <a:solidFill>
                <a:schemeClr val="bg1"/>
              </a:solidFill>
            </a:rPr>
            <a:t>物力资源环境</a:t>
          </a:r>
          <a:endParaRPr lang="zh-CN" altLang="en-US" dirty="0">
            <a:solidFill>
              <a:schemeClr val="bg1"/>
            </a:solidFill>
          </a:endParaRPr>
        </a:p>
      </dgm:t>
    </dgm:pt>
    <dgm:pt modelId="{C3DC75EB-3185-49C9-BADA-468A2078CD8C}" cxnId="{2E5FDA01-C120-4B37-8F1A-3C536E9AA88F}" type="parTrans">
      <dgm:prSet/>
      <dgm:spPr/>
      <dgm:t>
        <a:bodyPr/>
        <a:lstStyle/>
        <a:p>
          <a:endParaRPr lang="zh-CN" altLang="en-US"/>
        </a:p>
      </dgm:t>
    </dgm:pt>
    <dgm:pt modelId="{0DD1370B-E120-42D5-B38F-4FCD4DBF7F03}" cxnId="{2E5FDA01-C120-4B37-8F1A-3C536E9AA88F}" type="sibTrans">
      <dgm:prSet/>
      <dgm:spPr/>
      <dgm:t>
        <a:bodyPr/>
        <a:lstStyle/>
        <a:p>
          <a:endParaRPr lang="zh-CN" altLang="en-US"/>
        </a:p>
      </dgm:t>
    </dgm:pt>
    <dgm:pt modelId="{C2EC977D-FE7C-492A-8BE1-CC7D63C51670}">
      <dgm:prSet phldrT="[文本]"/>
      <dgm:spPr/>
      <dgm:t>
        <a:bodyPr/>
        <a:lstStyle/>
        <a:p>
          <a:pPr>
            <a:lnSpc>
              <a:spcPct val="100000"/>
            </a:lnSpc>
            <a:spcBef>
              <a:spcPts val="0"/>
            </a:spcBef>
            <a:spcAft>
              <a:spcPts val="0"/>
            </a:spcAft>
          </a:pPr>
          <a:r>
            <a:rPr lang="zh-CN" altLang="zh-CN" dirty="0" smtClean="0">
              <a:solidFill>
                <a:schemeClr val="bg1"/>
              </a:solidFill>
            </a:rPr>
            <a:t>财力资源环境</a:t>
          </a:r>
          <a:endParaRPr lang="zh-CN" altLang="en-US" dirty="0">
            <a:solidFill>
              <a:schemeClr val="bg1"/>
            </a:solidFill>
          </a:endParaRPr>
        </a:p>
      </dgm:t>
    </dgm:pt>
    <dgm:pt modelId="{83A1F90A-2641-4A67-9192-11FE66DA27E1}" cxnId="{EA51D07B-29BB-4E7A-BC17-8C3DB5736516}" type="parTrans">
      <dgm:prSet/>
      <dgm:spPr/>
      <dgm:t>
        <a:bodyPr/>
        <a:lstStyle/>
        <a:p>
          <a:endParaRPr lang="zh-CN" altLang="en-US"/>
        </a:p>
      </dgm:t>
    </dgm:pt>
    <dgm:pt modelId="{B74A4BA1-022A-4714-A0FA-0D859C8953C5}" cxnId="{EA51D07B-29BB-4E7A-BC17-8C3DB5736516}" type="sibTrans">
      <dgm:prSet/>
      <dgm:spPr/>
      <dgm:t>
        <a:bodyPr/>
        <a:lstStyle/>
        <a:p>
          <a:endParaRPr lang="zh-CN" altLang="en-US"/>
        </a:p>
      </dgm:t>
    </dgm:pt>
    <dgm:pt modelId="{3E398000-F753-40EF-9BF6-411BCE9337C2}" type="pres">
      <dgm:prSet presAssocID="{CF929FEA-E5C0-4086-904E-D97B72E5CF0F}" presName="Name0" presStyleCnt="0">
        <dgm:presLayoutVars>
          <dgm:chMax val="4"/>
          <dgm:resizeHandles val="exact"/>
        </dgm:presLayoutVars>
      </dgm:prSet>
      <dgm:spPr/>
      <dgm:t>
        <a:bodyPr/>
        <a:lstStyle/>
        <a:p>
          <a:endParaRPr lang="zh-CN" altLang="en-US"/>
        </a:p>
      </dgm:t>
    </dgm:pt>
    <dgm:pt modelId="{97D32210-0B52-48EB-818D-C29B00F9B460}" type="pres">
      <dgm:prSet presAssocID="{CF929FEA-E5C0-4086-904E-D97B72E5CF0F}" presName="ellipse" presStyleLbl="trBgShp" presStyleIdx="0" presStyleCnt="1"/>
      <dgm:spPr/>
    </dgm:pt>
    <dgm:pt modelId="{0F33DB8B-3B85-445F-92AE-914C7875792D}" type="pres">
      <dgm:prSet presAssocID="{CF929FEA-E5C0-4086-904E-D97B72E5CF0F}" presName="arrow1" presStyleLbl="fgShp" presStyleIdx="0" presStyleCnt="1"/>
      <dgm:spPr/>
    </dgm:pt>
    <dgm:pt modelId="{88EF4301-D6C0-4724-875B-5812A81287B0}" type="pres">
      <dgm:prSet presAssocID="{CF929FEA-E5C0-4086-904E-D97B72E5CF0F}" presName="rectangle" presStyleLbl="revTx" presStyleIdx="0" presStyleCnt="1">
        <dgm:presLayoutVars>
          <dgm:bulletEnabled val="1"/>
        </dgm:presLayoutVars>
      </dgm:prSet>
      <dgm:spPr/>
      <dgm:t>
        <a:bodyPr/>
        <a:lstStyle/>
        <a:p>
          <a:endParaRPr lang="zh-CN" altLang="en-US"/>
        </a:p>
      </dgm:t>
    </dgm:pt>
    <dgm:pt modelId="{973DC1DF-F0CC-4AE4-A864-EFEB11A15852}" type="pres">
      <dgm:prSet presAssocID="{7C4B9019-0389-440A-8C9B-6C1CEE5E69A4}" presName="item1" presStyleLbl="node1" presStyleIdx="0" presStyleCnt="3">
        <dgm:presLayoutVars>
          <dgm:bulletEnabled val="1"/>
        </dgm:presLayoutVars>
      </dgm:prSet>
      <dgm:spPr/>
      <dgm:t>
        <a:bodyPr/>
        <a:lstStyle/>
        <a:p>
          <a:endParaRPr lang="zh-CN" altLang="en-US"/>
        </a:p>
      </dgm:t>
    </dgm:pt>
    <dgm:pt modelId="{34D39956-0F8E-4621-98D8-5B01B793986D}" type="pres">
      <dgm:prSet presAssocID="{C2EC977D-FE7C-492A-8BE1-CC7D63C51670}" presName="item2" presStyleLbl="node1" presStyleIdx="1" presStyleCnt="3">
        <dgm:presLayoutVars>
          <dgm:bulletEnabled val="1"/>
        </dgm:presLayoutVars>
      </dgm:prSet>
      <dgm:spPr/>
      <dgm:t>
        <a:bodyPr/>
        <a:lstStyle/>
        <a:p>
          <a:endParaRPr lang="zh-CN" altLang="en-US"/>
        </a:p>
      </dgm:t>
    </dgm:pt>
    <dgm:pt modelId="{9FAD7717-7EC8-4D2F-9D61-E911C6AC57DE}" type="pres">
      <dgm:prSet presAssocID="{E0E0C3BA-21DB-4E32-8B8D-39EF912C77B3}" presName="item3" presStyleLbl="node1" presStyleIdx="2" presStyleCnt="3">
        <dgm:presLayoutVars>
          <dgm:bulletEnabled val="1"/>
        </dgm:presLayoutVars>
      </dgm:prSet>
      <dgm:spPr/>
      <dgm:t>
        <a:bodyPr/>
        <a:lstStyle/>
        <a:p>
          <a:endParaRPr lang="zh-CN" altLang="en-US"/>
        </a:p>
      </dgm:t>
    </dgm:pt>
    <dgm:pt modelId="{03AB429F-6414-4933-86FE-37B97D679078}" type="pres">
      <dgm:prSet presAssocID="{CF929FEA-E5C0-4086-904E-D97B72E5CF0F}" presName="funnel" presStyleLbl="trAlignAcc1" presStyleIdx="0" presStyleCnt="1"/>
      <dgm:spPr/>
    </dgm:pt>
  </dgm:ptLst>
  <dgm:cxnLst>
    <dgm:cxn modelId="{879F1207-61AB-4E8A-9198-C5E62712F168}" type="presOf" srcId="{7C4B9019-0389-440A-8C9B-6C1CEE5E69A4}" destId="{34D39956-0F8E-4621-98D8-5B01B793986D}" srcOrd="0" destOrd="0" presId="urn:microsoft.com/office/officeart/2005/8/layout/funnel1"/>
    <dgm:cxn modelId="{4FDEFF56-0E75-40AF-BAE3-6519AD95FC42}" type="presOf" srcId="{C2EC977D-FE7C-492A-8BE1-CC7D63C51670}" destId="{973DC1DF-F0CC-4AE4-A864-EFEB11A15852}" srcOrd="0" destOrd="0" presId="urn:microsoft.com/office/officeart/2005/8/layout/funnel1"/>
    <dgm:cxn modelId="{2E5FDA01-C120-4B37-8F1A-3C536E9AA88F}" srcId="{CF929FEA-E5C0-4086-904E-D97B72E5CF0F}" destId="{7C4B9019-0389-440A-8C9B-6C1CEE5E69A4}" srcOrd="1" destOrd="0" parTransId="{C3DC75EB-3185-49C9-BADA-468A2078CD8C}" sibTransId="{0DD1370B-E120-42D5-B38F-4FCD4DBF7F03}"/>
    <dgm:cxn modelId="{EA51D07B-29BB-4E7A-BC17-8C3DB5736516}" srcId="{CF929FEA-E5C0-4086-904E-D97B72E5CF0F}" destId="{C2EC977D-FE7C-492A-8BE1-CC7D63C51670}" srcOrd="2" destOrd="0" parTransId="{83A1F90A-2641-4A67-9192-11FE66DA27E1}" sibTransId="{B74A4BA1-022A-4714-A0FA-0D859C8953C5}"/>
    <dgm:cxn modelId="{B7E52EB1-EA21-454B-B04F-66F7038A1DEF}" type="presOf" srcId="{E0E0C3BA-21DB-4E32-8B8D-39EF912C77B3}" destId="{88EF4301-D6C0-4724-875B-5812A81287B0}" srcOrd="0" destOrd="0" presId="urn:microsoft.com/office/officeart/2005/8/layout/funnel1"/>
    <dgm:cxn modelId="{65ACEF0B-9AD9-4093-950A-C6EE14278061}" type="presOf" srcId="{443BF80D-795B-489E-8AED-6E7C58E4AD18}" destId="{9FAD7717-7EC8-4D2F-9D61-E911C6AC57DE}" srcOrd="0" destOrd="0" presId="urn:microsoft.com/office/officeart/2005/8/layout/funnel1"/>
    <dgm:cxn modelId="{40AE5562-B03A-4D97-B25F-6FCFE9861B6A}" srcId="{CF929FEA-E5C0-4086-904E-D97B72E5CF0F}" destId="{443BF80D-795B-489E-8AED-6E7C58E4AD18}" srcOrd="0" destOrd="0" parTransId="{B3EEF8C4-27EC-485B-A67D-1DA3CC05DDA3}" sibTransId="{EF5A5B06-439F-42AB-A50E-F170FA1B0067}"/>
    <dgm:cxn modelId="{22063323-1E2E-4A35-9783-E89881044245}" type="presOf" srcId="{CF929FEA-E5C0-4086-904E-D97B72E5CF0F}" destId="{3E398000-F753-40EF-9BF6-411BCE9337C2}" srcOrd="0" destOrd="0" presId="urn:microsoft.com/office/officeart/2005/8/layout/funnel1"/>
    <dgm:cxn modelId="{B056372C-1FE0-4BF0-9F0F-C2A820B0B312}" srcId="{CF929FEA-E5C0-4086-904E-D97B72E5CF0F}" destId="{E0E0C3BA-21DB-4E32-8B8D-39EF912C77B3}" srcOrd="3" destOrd="0" parTransId="{13B29F80-E36E-4D0D-97A5-DEEA169144B2}" sibTransId="{C0543877-A218-485B-95EF-910E1F504874}"/>
    <dgm:cxn modelId="{A836E9F5-CDB4-4062-ADC7-AADC264C1A9D}" type="presParOf" srcId="{3E398000-F753-40EF-9BF6-411BCE9337C2}" destId="{97D32210-0B52-48EB-818D-C29B00F9B460}" srcOrd="0" destOrd="0" presId="urn:microsoft.com/office/officeart/2005/8/layout/funnel1"/>
    <dgm:cxn modelId="{D3F27DE0-FD25-4085-8463-270B643E03B2}" type="presParOf" srcId="{3E398000-F753-40EF-9BF6-411BCE9337C2}" destId="{0F33DB8B-3B85-445F-92AE-914C7875792D}" srcOrd="1" destOrd="0" presId="urn:microsoft.com/office/officeart/2005/8/layout/funnel1"/>
    <dgm:cxn modelId="{879BA3BD-4439-4F86-95AA-6FEBD92F8D9A}" type="presParOf" srcId="{3E398000-F753-40EF-9BF6-411BCE9337C2}" destId="{88EF4301-D6C0-4724-875B-5812A81287B0}" srcOrd="2" destOrd="0" presId="urn:microsoft.com/office/officeart/2005/8/layout/funnel1"/>
    <dgm:cxn modelId="{735AF156-7695-407E-B1B2-CDABD710189D}" type="presParOf" srcId="{3E398000-F753-40EF-9BF6-411BCE9337C2}" destId="{973DC1DF-F0CC-4AE4-A864-EFEB11A15852}" srcOrd="3" destOrd="0" presId="urn:microsoft.com/office/officeart/2005/8/layout/funnel1"/>
    <dgm:cxn modelId="{741AB393-E740-4881-831C-E1F60D8D2FEC}" type="presParOf" srcId="{3E398000-F753-40EF-9BF6-411BCE9337C2}" destId="{34D39956-0F8E-4621-98D8-5B01B793986D}" srcOrd="4" destOrd="0" presId="urn:microsoft.com/office/officeart/2005/8/layout/funnel1"/>
    <dgm:cxn modelId="{87FA3787-8C8B-4B90-90C6-B0919D318340}" type="presParOf" srcId="{3E398000-F753-40EF-9BF6-411BCE9337C2}" destId="{9FAD7717-7EC8-4D2F-9D61-E911C6AC57DE}" srcOrd="5" destOrd="0" presId="urn:microsoft.com/office/officeart/2005/8/layout/funnel1"/>
    <dgm:cxn modelId="{D78E8788-07D2-4D17-B721-62C50C9795D8}" type="presParOf" srcId="{3E398000-F753-40EF-9BF6-411BCE9337C2}" destId="{03AB429F-6414-4933-86FE-37B97D679078}" srcOrd="6" destOrd="0" presId="urn:microsoft.com/office/officeart/2005/8/layout/funnel1"/>
  </dgm:cxnLst>
  <dgm:bg/>
  <dgm:whole/>
  <dgm:extLst>
    <a:ext uri="http://schemas.microsoft.com/office/drawing/2008/diagram">
      <dsp:dataModelExt xmlns:dsp="http://schemas.microsoft.com/office/drawing/2008/diagram" relId="rId5"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CF929FEA-E5C0-4086-904E-D97B72E5CF0F}" type="doc">
      <dgm:prSet loTypeId="urn:microsoft.com/office/officeart/2005/8/layout/funnel1" loCatId="process" qsTypeId="urn:microsoft.com/office/officeart/2005/8/quickstyle/simple1" qsCatId="simple" csTypeId="urn:microsoft.com/office/officeart/2005/8/colors/accent2_2" csCatId="accent2" phldr="1"/>
      <dgm:spPr/>
      <dgm:t>
        <a:bodyPr/>
        <a:lstStyle/>
        <a:p>
          <a:endParaRPr lang="zh-CN" altLang="en-US"/>
        </a:p>
      </dgm:t>
    </dgm:pt>
    <dgm:pt modelId="{443BF80D-795B-489E-8AED-6E7C58E4AD18}">
      <dgm:prSet phldrT="[文本]"/>
      <dgm:spPr/>
      <dgm:t>
        <a:bodyPr/>
        <a:lstStyle/>
        <a:p>
          <a:pPr>
            <a:lnSpc>
              <a:spcPct val="100000"/>
            </a:lnSpc>
            <a:spcBef>
              <a:spcPts val="0"/>
            </a:spcBef>
            <a:spcAft>
              <a:spcPts val="0"/>
            </a:spcAft>
          </a:pPr>
          <a:r>
            <a:rPr lang="zh-CN" altLang="en-US" dirty="0" smtClean="0">
              <a:solidFill>
                <a:schemeClr val="bg1"/>
              </a:solidFill>
            </a:rPr>
            <a:t>成员</a:t>
          </a:r>
          <a:r>
            <a:rPr lang="zh-CN" altLang="zh-CN" dirty="0" smtClean="0">
              <a:solidFill>
                <a:schemeClr val="bg1"/>
              </a:solidFill>
            </a:rPr>
            <a:t>行为方式</a:t>
          </a:r>
          <a:endParaRPr lang="zh-CN" altLang="en-US" dirty="0">
            <a:solidFill>
              <a:schemeClr val="bg1"/>
            </a:solidFill>
          </a:endParaRPr>
        </a:p>
      </dgm:t>
    </dgm:pt>
    <dgm:pt modelId="{B3EEF8C4-27EC-485B-A67D-1DA3CC05DDA3}" cxnId="{40AE5562-B03A-4D97-B25F-6FCFE9861B6A}" type="parTrans">
      <dgm:prSet/>
      <dgm:spPr/>
      <dgm:t>
        <a:bodyPr/>
        <a:lstStyle/>
        <a:p>
          <a:endParaRPr lang="zh-CN" altLang="en-US"/>
        </a:p>
      </dgm:t>
    </dgm:pt>
    <dgm:pt modelId="{EF5A5B06-439F-42AB-A50E-F170FA1B0067}" cxnId="{40AE5562-B03A-4D97-B25F-6FCFE9861B6A}" type="sibTrans">
      <dgm:prSet/>
      <dgm:spPr/>
      <dgm:t>
        <a:bodyPr/>
        <a:lstStyle/>
        <a:p>
          <a:endParaRPr lang="zh-CN" altLang="en-US"/>
        </a:p>
      </dgm:t>
    </dgm:pt>
    <dgm:pt modelId="{E0E0C3BA-21DB-4E32-8B8D-39EF912C77B3}">
      <dgm:prSet phldrT="[文本]"/>
      <dgm:spPr/>
      <dgm:t>
        <a:bodyPr/>
        <a:lstStyle/>
        <a:p>
          <a:pPr>
            <a:lnSpc>
              <a:spcPct val="100000"/>
            </a:lnSpc>
            <a:spcBef>
              <a:spcPts val="0"/>
            </a:spcBef>
            <a:spcAft>
              <a:spcPts val="0"/>
            </a:spcAft>
          </a:pPr>
          <a:r>
            <a:rPr lang="zh-CN" altLang="en-US" dirty="0" smtClean="0">
              <a:solidFill>
                <a:schemeClr val="tx1"/>
              </a:solidFill>
            </a:rPr>
            <a:t>文化环境</a:t>
          </a:r>
          <a:endParaRPr lang="zh-CN" altLang="en-US" dirty="0">
            <a:solidFill>
              <a:schemeClr val="tx1"/>
            </a:solidFill>
          </a:endParaRPr>
        </a:p>
      </dgm:t>
    </dgm:pt>
    <dgm:pt modelId="{13B29F80-E36E-4D0D-97A5-DEEA169144B2}" cxnId="{B056372C-1FE0-4BF0-9F0F-C2A820B0B312}" type="parTrans">
      <dgm:prSet/>
      <dgm:spPr/>
      <dgm:t>
        <a:bodyPr/>
        <a:lstStyle/>
        <a:p>
          <a:endParaRPr lang="zh-CN" altLang="en-US"/>
        </a:p>
      </dgm:t>
    </dgm:pt>
    <dgm:pt modelId="{C0543877-A218-485B-95EF-910E1F504874}" cxnId="{B056372C-1FE0-4BF0-9F0F-C2A820B0B312}" type="sibTrans">
      <dgm:prSet/>
      <dgm:spPr/>
      <dgm:t>
        <a:bodyPr/>
        <a:lstStyle/>
        <a:p>
          <a:endParaRPr lang="zh-CN" altLang="en-US"/>
        </a:p>
      </dgm:t>
    </dgm:pt>
    <dgm:pt modelId="{C39F48F4-09B3-4226-935C-C790A608C4A5}">
      <dgm:prSet phldrT="[文本]"/>
      <dgm:spPr/>
      <dgm:t>
        <a:bodyPr/>
        <a:lstStyle/>
        <a:p>
          <a:pPr>
            <a:lnSpc>
              <a:spcPct val="100000"/>
            </a:lnSpc>
            <a:spcBef>
              <a:spcPts val="0"/>
            </a:spcBef>
            <a:spcAft>
              <a:spcPts val="0"/>
            </a:spcAft>
          </a:pPr>
          <a:r>
            <a:rPr lang="zh-CN" altLang="en-US" dirty="0" smtClean="0">
              <a:solidFill>
                <a:schemeClr val="bg1"/>
              </a:solidFill>
            </a:rPr>
            <a:t>信仰、价值观</a:t>
          </a:r>
          <a:endParaRPr lang="zh-CN" altLang="en-US" dirty="0">
            <a:solidFill>
              <a:schemeClr val="bg1"/>
            </a:solidFill>
          </a:endParaRPr>
        </a:p>
      </dgm:t>
    </dgm:pt>
    <dgm:pt modelId="{A6EDA0A5-6D45-478F-9B0D-1E994861FB13}" cxnId="{578857D2-23D5-4182-AB27-E8D035DE5AF4}" type="parTrans">
      <dgm:prSet/>
      <dgm:spPr/>
      <dgm:t>
        <a:bodyPr/>
        <a:lstStyle/>
        <a:p>
          <a:endParaRPr lang="zh-CN" altLang="en-US"/>
        </a:p>
      </dgm:t>
    </dgm:pt>
    <dgm:pt modelId="{27C336C0-B022-487E-8351-86FD60B214F1}" cxnId="{578857D2-23D5-4182-AB27-E8D035DE5AF4}" type="sibTrans">
      <dgm:prSet/>
      <dgm:spPr/>
      <dgm:t>
        <a:bodyPr/>
        <a:lstStyle/>
        <a:p>
          <a:endParaRPr lang="zh-CN" altLang="en-US"/>
        </a:p>
      </dgm:t>
    </dgm:pt>
    <dgm:pt modelId="{3990976A-3D5B-4AA8-90C3-4476678F2D9E}">
      <dgm:prSet phldrT="[文本]"/>
      <dgm:spPr/>
      <dgm:t>
        <a:bodyPr/>
        <a:lstStyle/>
        <a:p>
          <a:pPr>
            <a:lnSpc>
              <a:spcPct val="100000"/>
            </a:lnSpc>
            <a:spcBef>
              <a:spcPts val="0"/>
            </a:spcBef>
            <a:spcAft>
              <a:spcPts val="0"/>
            </a:spcAft>
          </a:pPr>
          <a:r>
            <a:rPr lang="zh-CN" altLang="en-US" dirty="0" smtClean="0">
              <a:solidFill>
                <a:schemeClr val="bg1"/>
              </a:solidFill>
            </a:rPr>
            <a:t>准则</a:t>
          </a:r>
          <a:endParaRPr lang="zh-CN" altLang="en-US" dirty="0">
            <a:solidFill>
              <a:schemeClr val="bg1"/>
            </a:solidFill>
          </a:endParaRPr>
        </a:p>
      </dgm:t>
    </dgm:pt>
    <dgm:pt modelId="{07CCEF35-7617-40C6-B6EC-E710BEFC7BEE}" cxnId="{A11B200C-9983-4F44-873F-F6AB8CB42556}" type="parTrans">
      <dgm:prSet/>
      <dgm:spPr/>
      <dgm:t>
        <a:bodyPr/>
        <a:lstStyle/>
        <a:p>
          <a:endParaRPr lang="zh-CN" altLang="en-US"/>
        </a:p>
      </dgm:t>
    </dgm:pt>
    <dgm:pt modelId="{163A4788-B912-4E6B-A862-0659D0CB8371}" cxnId="{A11B200C-9983-4F44-873F-F6AB8CB42556}" type="sibTrans">
      <dgm:prSet/>
      <dgm:spPr/>
      <dgm:t>
        <a:bodyPr/>
        <a:lstStyle/>
        <a:p>
          <a:endParaRPr lang="zh-CN" altLang="en-US"/>
        </a:p>
      </dgm:t>
    </dgm:pt>
    <dgm:pt modelId="{3E398000-F753-40EF-9BF6-411BCE9337C2}" type="pres">
      <dgm:prSet presAssocID="{CF929FEA-E5C0-4086-904E-D97B72E5CF0F}" presName="Name0" presStyleCnt="0">
        <dgm:presLayoutVars>
          <dgm:chMax val="4"/>
          <dgm:resizeHandles val="exact"/>
        </dgm:presLayoutVars>
      </dgm:prSet>
      <dgm:spPr/>
      <dgm:t>
        <a:bodyPr/>
        <a:lstStyle/>
        <a:p>
          <a:endParaRPr lang="zh-CN" altLang="en-US"/>
        </a:p>
      </dgm:t>
    </dgm:pt>
    <dgm:pt modelId="{97D32210-0B52-48EB-818D-C29B00F9B460}" type="pres">
      <dgm:prSet presAssocID="{CF929FEA-E5C0-4086-904E-D97B72E5CF0F}" presName="ellipse" presStyleLbl="trBgShp" presStyleIdx="0" presStyleCnt="1"/>
      <dgm:spPr/>
    </dgm:pt>
    <dgm:pt modelId="{0F33DB8B-3B85-445F-92AE-914C7875792D}" type="pres">
      <dgm:prSet presAssocID="{CF929FEA-E5C0-4086-904E-D97B72E5CF0F}" presName="arrow1" presStyleLbl="fgShp" presStyleIdx="0" presStyleCnt="1"/>
      <dgm:spPr/>
    </dgm:pt>
    <dgm:pt modelId="{88EF4301-D6C0-4724-875B-5812A81287B0}" type="pres">
      <dgm:prSet presAssocID="{CF929FEA-E5C0-4086-904E-D97B72E5CF0F}" presName="rectangle" presStyleLbl="revTx" presStyleIdx="0" presStyleCnt="1">
        <dgm:presLayoutVars>
          <dgm:bulletEnabled val="1"/>
        </dgm:presLayoutVars>
      </dgm:prSet>
      <dgm:spPr/>
      <dgm:t>
        <a:bodyPr/>
        <a:lstStyle/>
        <a:p>
          <a:endParaRPr lang="zh-CN" altLang="en-US"/>
        </a:p>
      </dgm:t>
    </dgm:pt>
    <dgm:pt modelId="{0A6530A6-E583-4419-9FCC-989158B11A35}" type="pres">
      <dgm:prSet presAssocID="{C39F48F4-09B3-4226-935C-C790A608C4A5}" presName="item1" presStyleLbl="node1" presStyleIdx="0" presStyleCnt="3">
        <dgm:presLayoutVars>
          <dgm:bulletEnabled val="1"/>
        </dgm:presLayoutVars>
      </dgm:prSet>
      <dgm:spPr/>
      <dgm:t>
        <a:bodyPr/>
        <a:lstStyle/>
        <a:p>
          <a:endParaRPr lang="zh-CN" altLang="en-US"/>
        </a:p>
      </dgm:t>
    </dgm:pt>
    <dgm:pt modelId="{6026B9FC-AB86-411B-A182-DD5BA0F0A6B3}" type="pres">
      <dgm:prSet presAssocID="{3990976A-3D5B-4AA8-90C3-4476678F2D9E}" presName="item2" presStyleLbl="node1" presStyleIdx="1" presStyleCnt="3">
        <dgm:presLayoutVars>
          <dgm:bulletEnabled val="1"/>
        </dgm:presLayoutVars>
      </dgm:prSet>
      <dgm:spPr/>
      <dgm:t>
        <a:bodyPr/>
        <a:lstStyle/>
        <a:p>
          <a:endParaRPr lang="zh-CN" altLang="en-US"/>
        </a:p>
      </dgm:t>
    </dgm:pt>
    <dgm:pt modelId="{9FAD7717-7EC8-4D2F-9D61-E911C6AC57DE}" type="pres">
      <dgm:prSet presAssocID="{E0E0C3BA-21DB-4E32-8B8D-39EF912C77B3}" presName="item3" presStyleLbl="node1" presStyleIdx="2" presStyleCnt="3">
        <dgm:presLayoutVars>
          <dgm:bulletEnabled val="1"/>
        </dgm:presLayoutVars>
      </dgm:prSet>
      <dgm:spPr/>
      <dgm:t>
        <a:bodyPr/>
        <a:lstStyle/>
        <a:p>
          <a:endParaRPr lang="zh-CN" altLang="en-US"/>
        </a:p>
      </dgm:t>
    </dgm:pt>
    <dgm:pt modelId="{03AB429F-6414-4933-86FE-37B97D679078}" type="pres">
      <dgm:prSet presAssocID="{CF929FEA-E5C0-4086-904E-D97B72E5CF0F}" presName="funnel" presStyleLbl="trAlignAcc1" presStyleIdx="0" presStyleCnt="1"/>
      <dgm:spPr/>
    </dgm:pt>
  </dgm:ptLst>
  <dgm:cxnLst>
    <dgm:cxn modelId="{22063323-1E2E-4A35-9783-E89881044245}" type="presOf" srcId="{CF929FEA-E5C0-4086-904E-D97B72E5CF0F}" destId="{3E398000-F753-40EF-9BF6-411BCE9337C2}" srcOrd="0" destOrd="0" presId="urn:microsoft.com/office/officeart/2005/8/layout/funnel1"/>
    <dgm:cxn modelId="{A11B200C-9983-4F44-873F-F6AB8CB42556}" srcId="{CF929FEA-E5C0-4086-904E-D97B72E5CF0F}" destId="{3990976A-3D5B-4AA8-90C3-4476678F2D9E}" srcOrd="2" destOrd="0" parTransId="{07CCEF35-7617-40C6-B6EC-E710BEFC7BEE}" sibTransId="{163A4788-B912-4E6B-A862-0659D0CB8371}"/>
    <dgm:cxn modelId="{578857D2-23D5-4182-AB27-E8D035DE5AF4}" srcId="{CF929FEA-E5C0-4086-904E-D97B72E5CF0F}" destId="{C39F48F4-09B3-4226-935C-C790A608C4A5}" srcOrd="1" destOrd="0" parTransId="{A6EDA0A5-6D45-478F-9B0D-1E994861FB13}" sibTransId="{27C336C0-B022-487E-8351-86FD60B214F1}"/>
    <dgm:cxn modelId="{B056372C-1FE0-4BF0-9F0F-C2A820B0B312}" srcId="{CF929FEA-E5C0-4086-904E-D97B72E5CF0F}" destId="{E0E0C3BA-21DB-4E32-8B8D-39EF912C77B3}" srcOrd="3" destOrd="0" parTransId="{13B29F80-E36E-4D0D-97A5-DEEA169144B2}" sibTransId="{C0543877-A218-485B-95EF-910E1F504874}"/>
    <dgm:cxn modelId="{44EF8EED-FDB4-4766-8A0A-5C4157EC23DB}" type="presOf" srcId="{3990976A-3D5B-4AA8-90C3-4476678F2D9E}" destId="{0A6530A6-E583-4419-9FCC-989158B11A35}" srcOrd="0" destOrd="0" presId="urn:microsoft.com/office/officeart/2005/8/layout/funnel1"/>
    <dgm:cxn modelId="{7E7BD2C8-C29E-48CD-A2E4-818580F24753}" type="presOf" srcId="{443BF80D-795B-489E-8AED-6E7C58E4AD18}" destId="{9FAD7717-7EC8-4D2F-9D61-E911C6AC57DE}" srcOrd="0" destOrd="0" presId="urn:microsoft.com/office/officeart/2005/8/layout/funnel1"/>
    <dgm:cxn modelId="{B7E52EB1-EA21-454B-B04F-66F7038A1DEF}" type="presOf" srcId="{E0E0C3BA-21DB-4E32-8B8D-39EF912C77B3}" destId="{88EF4301-D6C0-4724-875B-5812A81287B0}" srcOrd="0" destOrd="0" presId="urn:microsoft.com/office/officeart/2005/8/layout/funnel1"/>
    <dgm:cxn modelId="{5454AC78-2515-444A-B421-83FC6A085814}" type="presOf" srcId="{C39F48F4-09B3-4226-935C-C790A608C4A5}" destId="{6026B9FC-AB86-411B-A182-DD5BA0F0A6B3}" srcOrd="0" destOrd="0" presId="urn:microsoft.com/office/officeart/2005/8/layout/funnel1"/>
    <dgm:cxn modelId="{40AE5562-B03A-4D97-B25F-6FCFE9861B6A}" srcId="{CF929FEA-E5C0-4086-904E-D97B72E5CF0F}" destId="{443BF80D-795B-489E-8AED-6E7C58E4AD18}" srcOrd="0" destOrd="0" parTransId="{B3EEF8C4-27EC-485B-A67D-1DA3CC05DDA3}" sibTransId="{EF5A5B06-439F-42AB-A50E-F170FA1B0067}"/>
    <dgm:cxn modelId="{A836E9F5-CDB4-4062-ADC7-AADC264C1A9D}" type="presParOf" srcId="{3E398000-F753-40EF-9BF6-411BCE9337C2}" destId="{97D32210-0B52-48EB-818D-C29B00F9B460}" srcOrd="0" destOrd="0" presId="urn:microsoft.com/office/officeart/2005/8/layout/funnel1"/>
    <dgm:cxn modelId="{D3F27DE0-FD25-4085-8463-270B643E03B2}" type="presParOf" srcId="{3E398000-F753-40EF-9BF6-411BCE9337C2}" destId="{0F33DB8B-3B85-445F-92AE-914C7875792D}" srcOrd="1" destOrd="0" presId="urn:microsoft.com/office/officeart/2005/8/layout/funnel1"/>
    <dgm:cxn modelId="{879BA3BD-4439-4F86-95AA-6FEBD92F8D9A}" type="presParOf" srcId="{3E398000-F753-40EF-9BF6-411BCE9337C2}" destId="{88EF4301-D6C0-4724-875B-5812A81287B0}" srcOrd="2" destOrd="0" presId="urn:microsoft.com/office/officeart/2005/8/layout/funnel1"/>
    <dgm:cxn modelId="{2C09E510-18A2-47CE-8AB7-F52EFEB7C05C}" type="presParOf" srcId="{3E398000-F753-40EF-9BF6-411BCE9337C2}" destId="{0A6530A6-E583-4419-9FCC-989158B11A35}" srcOrd="3" destOrd="0" presId="urn:microsoft.com/office/officeart/2005/8/layout/funnel1"/>
    <dgm:cxn modelId="{04A50E54-47DE-434A-AD8A-E88B5467E01D}" type="presParOf" srcId="{3E398000-F753-40EF-9BF6-411BCE9337C2}" destId="{6026B9FC-AB86-411B-A182-DD5BA0F0A6B3}" srcOrd="4" destOrd="0" presId="urn:microsoft.com/office/officeart/2005/8/layout/funnel1"/>
    <dgm:cxn modelId="{8C2324D0-E8B2-4B9E-9B3D-A869732FBD56}" type="presParOf" srcId="{3E398000-F753-40EF-9BF6-411BCE9337C2}" destId="{9FAD7717-7EC8-4D2F-9D61-E911C6AC57DE}" srcOrd="5" destOrd="0" presId="urn:microsoft.com/office/officeart/2005/8/layout/funnel1"/>
    <dgm:cxn modelId="{D78E8788-07D2-4D17-B721-62C50C9795D8}" type="presParOf" srcId="{3E398000-F753-40EF-9BF6-411BCE9337C2}" destId="{03AB429F-6414-4933-86FE-37B97D679078}" srcOrd="6" destOrd="0" presId="urn:microsoft.com/office/officeart/2005/8/layout/funnel1"/>
  </dgm:cxnLst>
  <dgm:bg/>
  <dgm:whole/>
  <dgm:extLst>
    <a:ext uri="http://schemas.microsoft.com/office/drawing/2008/diagram">
      <dsp:dataModelExt xmlns:dsp="http://schemas.microsoft.com/office/drawing/2008/diagram" relId="rId10"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FF485EB8-36D7-41AC-9050-8736A90C2B41}" type="doc">
      <dgm:prSet loTypeId="urn:microsoft.com/office/officeart/2009/layout/ReverseList" loCatId="relationship" qsTypeId="urn:microsoft.com/office/officeart/2005/8/quickstyle/simple1" qsCatId="simple" csTypeId="urn:microsoft.com/office/officeart/2005/8/colors/accent2_1" csCatId="accent2" phldr="1"/>
      <dgm:spPr/>
      <dgm:t>
        <a:bodyPr/>
        <a:lstStyle/>
        <a:p>
          <a:endParaRPr lang="zh-CN" altLang="en-US"/>
        </a:p>
      </dgm:t>
    </dgm:pt>
    <dgm:pt modelId="{1F127E45-20D8-426D-A44E-A1B74DCCE036}">
      <dgm:prSet phldrT="[文本]"/>
      <dgm:spPr/>
      <dgm:t>
        <a:bodyPr/>
        <a:lstStyle/>
        <a:p>
          <a:pPr>
            <a:lnSpc>
              <a:spcPct val="100000"/>
            </a:lnSpc>
            <a:spcBef>
              <a:spcPts val="0"/>
            </a:spcBef>
            <a:spcAft>
              <a:spcPts val="0"/>
            </a:spcAft>
          </a:pPr>
          <a:r>
            <a:rPr lang="zh-CN" altLang="en-US" dirty="0" smtClean="0"/>
            <a:t>一般环境</a:t>
          </a:r>
          <a:endParaRPr lang="zh-CN" altLang="en-US" dirty="0"/>
        </a:p>
      </dgm:t>
    </dgm:pt>
    <dgm:pt modelId="{661079C6-7765-4527-B4FA-DE75060D1C4B}" cxnId="{B7027500-4348-4982-B673-9AB883C2A1D9}" type="parTrans">
      <dgm:prSet/>
      <dgm:spPr/>
      <dgm:t>
        <a:bodyPr/>
        <a:lstStyle/>
        <a:p>
          <a:endParaRPr lang="zh-CN" altLang="en-US"/>
        </a:p>
      </dgm:t>
    </dgm:pt>
    <dgm:pt modelId="{0F43471D-CDF8-4AEE-9FC7-0C92F2AB4D76}" cxnId="{B7027500-4348-4982-B673-9AB883C2A1D9}" type="sibTrans">
      <dgm:prSet/>
      <dgm:spPr/>
      <dgm:t>
        <a:bodyPr/>
        <a:lstStyle/>
        <a:p>
          <a:endParaRPr lang="zh-CN" altLang="en-US"/>
        </a:p>
      </dgm:t>
    </dgm:pt>
    <dgm:pt modelId="{589D82A2-6D86-467A-80EE-C207FD01BA54}">
      <dgm:prSet phldrT="[文本]"/>
      <dgm:spPr/>
      <dgm:t>
        <a:bodyPr/>
        <a:lstStyle/>
        <a:p>
          <a:pPr>
            <a:lnSpc>
              <a:spcPct val="100000"/>
            </a:lnSpc>
            <a:spcBef>
              <a:spcPts val="0"/>
            </a:spcBef>
            <a:spcAft>
              <a:spcPts val="0"/>
            </a:spcAft>
          </a:pPr>
          <a:r>
            <a:rPr lang="zh-CN" altLang="en-US" dirty="0" smtClean="0"/>
            <a:t>具体环境</a:t>
          </a:r>
          <a:endParaRPr lang="zh-CN" altLang="en-US" dirty="0"/>
        </a:p>
      </dgm:t>
    </dgm:pt>
    <dgm:pt modelId="{D1A72439-BA0B-44AB-A42E-963F82EFB11A}" cxnId="{AC28DACD-1B77-44EF-96E2-0A3CC9ABB49F}" type="parTrans">
      <dgm:prSet/>
      <dgm:spPr/>
      <dgm:t>
        <a:bodyPr/>
        <a:lstStyle/>
        <a:p>
          <a:endParaRPr lang="zh-CN" altLang="en-US"/>
        </a:p>
      </dgm:t>
    </dgm:pt>
    <dgm:pt modelId="{5C4937B9-74C5-48DB-B8E8-69422118D450}" cxnId="{AC28DACD-1B77-44EF-96E2-0A3CC9ABB49F}" type="sibTrans">
      <dgm:prSet/>
      <dgm:spPr/>
      <dgm:t>
        <a:bodyPr/>
        <a:lstStyle/>
        <a:p>
          <a:endParaRPr lang="zh-CN" altLang="en-US"/>
        </a:p>
      </dgm:t>
    </dgm:pt>
    <dgm:pt modelId="{8CDED79C-695C-42F7-9F79-7A07645E4580}" type="pres">
      <dgm:prSet presAssocID="{FF485EB8-36D7-41AC-9050-8736A90C2B41}" presName="Name0" presStyleCnt="0">
        <dgm:presLayoutVars>
          <dgm:chMax val="2"/>
          <dgm:chPref val="2"/>
          <dgm:animLvl val="lvl"/>
        </dgm:presLayoutVars>
      </dgm:prSet>
      <dgm:spPr/>
      <dgm:t>
        <a:bodyPr/>
        <a:lstStyle/>
        <a:p>
          <a:endParaRPr lang="zh-CN" altLang="en-US"/>
        </a:p>
      </dgm:t>
    </dgm:pt>
    <dgm:pt modelId="{03CE2542-DBA4-4733-93EF-5EA086C53807}" type="pres">
      <dgm:prSet presAssocID="{FF485EB8-36D7-41AC-9050-8736A90C2B41}" presName="LeftText" presStyleLbl="revTx" presStyleIdx="0" presStyleCnt="0">
        <dgm:presLayoutVars>
          <dgm:bulletEnabled val="1"/>
        </dgm:presLayoutVars>
      </dgm:prSet>
      <dgm:spPr/>
      <dgm:t>
        <a:bodyPr/>
        <a:lstStyle/>
        <a:p>
          <a:endParaRPr lang="zh-CN" altLang="en-US"/>
        </a:p>
      </dgm:t>
    </dgm:pt>
    <dgm:pt modelId="{E7A02BE0-1619-4B8D-9A83-98C82150B875}" type="pres">
      <dgm:prSet presAssocID="{FF485EB8-36D7-41AC-9050-8736A90C2B41}" presName="LeftNode" presStyleLbl="bgImgPlace1" presStyleIdx="0" presStyleCnt="2">
        <dgm:presLayoutVars>
          <dgm:chMax val="2"/>
          <dgm:chPref val="2"/>
        </dgm:presLayoutVars>
      </dgm:prSet>
      <dgm:spPr/>
      <dgm:t>
        <a:bodyPr/>
        <a:lstStyle/>
        <a:p>
          <a:endParaRPr lang="zh-CN" altLang="en-US"/>
        </a:p>
      </dgm:t>
    </dgm:pt>
    <dgm:pt modelId="{37EBABD6-710D-47B7-906A-4B1637A512F9}" type="pres">
      <dgm:prSet presAssocID="{FF485EB8-36D7-41AC-9050-8736A90C2B41}" presName="RightText" presStyleLbl="revTx" presStyleIdx="0" presStyleCnt="0">
        <dgm:presLayoutVars>
          <dgm:bulletEnabled val="1"/>
        </dgm:presLayoutVars>
      </dgm:prSet>
      <dgm:spPr/>
      <dgm:t>
        <a:bodyPr/>
        <a:lstStyle/>
        <a:p>
          <a:endParaRPr lang="zh-CN" altLang="en-US"/>
        </a:p>
      </dgm:t>
    </dgm:pt>
    <dgm:pt modelId="{189E8A34-6D3D-4C98-B211-88BB779D9CC6}" type="pres">
      <dgm:prSet presAssocID="{FF485EB8-36D7-41AC-9050-8736A90C2B41}" presName="RightNode" presStyleLbl="bgImgPlace1" presStyleIdx="1" presStyleCnt="2">
        <dgm:presLayoutVars>
          <dgm:chMax val="0"/>
          <dgm:chPref val="0"/>
        </dgm:presLayoutVars>
      </dgm:prSet>
      <dgm:spPr/>
      <dgm:t>
        <a:bodyPr/>
        <a:lstStyle/>
        <a:p>
          <a:endParaRPr lang="zh-CN" altLang="en-US"/>
        </a:p>
      </dgm:t>
    </dgm:pt>
    <dgm:pt modelId="{BBD9A277-8B0B-497E-BD49-880B4761F94F}" type="pres">
      <dgm:prSet presAssocID="{FF485EB8-36D7-41AC-9050-8736A90C2B41}" presName="TopArrow" presStyleLbl="node1" presStyleIdx="0" presStyleCnt="2"/>
      <dgm:spPr/>
    </dgm:pt>
    <dgm:pt modelId="{BE46D118-A9EB-4261-8806-B69179533B67}" type="pres">
      <dgm:prSet presAssocID="{FF485EB8-36D7-41AC-9050-8736A90C2B41}" presName="BottomArrow" presStyleLbl="node1" presStyleIdx="1" presStyleCnt="2"/>
      <dgm:spPr/>
    </dgm:pt>
  </dgm:ptLst>
  <dgm:cxnLst>
    <dgm:cxn modelId="{0926E3F2-21AB-4213-A624-4A86576C868A}" type="presOf" srcId="{1F127E45-20D8-426D-A44E-A1B74DCCE036}" destId="{E7A02BE0-1619-4B8D-9A83-98C82150B875}" srcOrd="1" destOrd="0" presId="urn:microsoft.com/office/officeart/2009/layout/ReverseList"/>
    <dgm:cxn modelId="{20028C86-555F-421F-B15D-A014DDB87294}" type="presOf" srcId="{1F127E45-20D8-426D-A44E-A1B74DCCE036}" destId="{03CE2542-DBA4-4733-93EF-5EA086C53807}" srcOrd="0" destOrd="0" presId="urn:microsoft.com/office/officeart/2009/layout/ReverseList"/>
    <dgm:cxn modelId="{C45A90F4-0208-4587-BEE1-FEA6EFA0B8CC}" type="presOf" srcId="{589D82A2-6D86-467A-80EE-C207FD01BA54}" destId="{37EBABD6-710D-47B7-906A-4B1637A512F9}" srcOrd="0" destOrd="0" presId="urn:microsoft.com/office/officeart/2009/layout/ReverseList"/>
    <dgm:cxn modelId="{AC28DACD-1B77-44EF-96E2-0A3CC9ABB49F}" srcId="{FF485EB8-36D7-41AC-9050-8736A90C2B41}" destId="{589D82A2-6D86-467A-80EE-C207FD01BA54}" srcOrd="1" destOrd="0" parTransId="{D1A72439-BA0B-44AB-A42E-963F82EFB11A}" sibTransId="{5C4937B9-74C5-48DB-B8E8-69422118D450}"/>
    <dgm:cxn modelId="{3404D660-0B99-4572-9767-97C2DD373619}" type="presOf" srcId="{FF485EB8-36D7-41AC-9050-8736A90C2B41}" destId="{8CDED79C-695C-42F7-9F79-7A07645E4580}" srcOrd="0" destOrd="0" presId="urn:microsoft.com/office/officeart/2009/layout/ReverseList"/>
    <dgm:cxn modelId="{B7027500-4348-4982-B673-9AB883C2A1D9}" srcId="{FF485EB8-36D7-41AC-9050-8736A90C2B41}" destId="{1F127E45-20D8-426D-A44E-A1B74DCCE036}" srcOrd="0" destOrd="0" parTransId="{661079C6-7765-4527-B4FA-DE75060D1C4B}" sibTransId="{0F43471D-CDF8-4AEE-9FC7-0C92F2AB4D76}"/>
    <dgm:cxn modelId="{6FFF0187-79F4-4307-BAE3-FA2269D130E8}" type="presOf" srcId="{589D82A2-6D86-467A-80EE-C207FD01BA54}" destId="{189E8A34-6D3D-4C98-B211-88BB779D9CC6}" srcOrd="1" destOrd="0" presId="urn:microsoft.com/office/officeart/2009/layout/ReverseList"/>
    <dgm:cxn modelId="{9859452F-CDA1-41D3-BA40-69AAC373971A}" type="presParOf" srcId="{8CDED79C-695C-42F7-9F79-7A07645E4580}" destId="{03CE2542-DBA4-4733-93EF-5EA086C53807}" srcOrd="0" destOrd="0" presId="urn:microsoft.com/office/officeart/2009/layout/ReverseList"/>
    <dgm:cxn modelId="{C1369725-29A6-4D92-89B0-7F406CD74156}" type="presParOf" srcId="{8CDED79C-695C-42F7-9F79-7A07645E4580}" destId="{E7A02BE0-1619-4B8D-9A83-98C82150B875}" srcOrd="1" destOrd="0" presId="urn:microsoft.com/office/officeart/2009/layout/ReverseList"/>
    <dgm:cxn modelId="{11F97D51-2165-40AF-BBF9-1FC0081F638F}" type="presParOf" srcId="{8CDED79C-695C-42F7-9F79-7A07645E4580}" destId="{37EBABD6-710D-47B7-906A-4B1637A512F9}" srcOrd="2" destOrd="0" presId="urn:microsoft.com/office/officeart/2009/layout/ReverseList"/>
    <dgm:cxn modelId="{E4A97AC8-7D11-403F-8225-BBD2F38EEB9D}" type="presParOf" srcId="{8CDED79C-695C-42F7-9F79-7A07645E4580}" destId="{189E8A34-6D3D-4C98-B211-88BB779D9CC6}" srcOrd="3" destOrd="0" presId="urn:microsoft.com/office/officeart/2009/layout/ReverseList"/>
    <dgm:cxn modelId="{00AC0A58-BDD5-44B3-8438-6859BCC3ED22}" type="presParOf" srcId="{8CDED79C-695C-42F7-9F79-7A07645E4580}" destId="{BBD9A277-8B0B-497E-BD49-880B4761F94F}" srcOrd="4" destOrd="0" presId="urn:microsoft.com/office/officeart/2009/layout/ReverseList"/>
    <dgm:cxn modelId="{05D9D193-7EC1-4EC0-9DD2-17AD8ECE25A2}" type="presParOf" srcId="{8CDED79C-695C-42F7-9F79-7A07645E4580}" destId="{BE46D118-A9EB-4261-8806-B69179533B67}" srcOrd="5" destOrd="0" presId="urn:microsoft.com/office/officeart/2009/layout/ReverseList"/>
  </dgm:cxnLst>
  <dgm:bg/>
  <dgm:whole/>
  <dgm:extLst>
    <a:ext uri="http://schemas.microsoft.com/office/drawing/2008/diagram">
      <dsp:dataModelExt xmlns:dsp="http://schemas.microsoft.com/office/drawing/2008/diagram" relId="rId5"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9D59D981-A9E6-4352-BC0D-C6FCB61CF092}" type="doc">
      <dgm:prSet loTypeId="urn:microsoft.com/office/officeart/2009/3/layout/OpposingIdeas" loCatId="relationship" qsTypeId="urn:microsoft.com/office/officeart/2005/8/quickstyle/simple3" qsCatId="simple" csTypeId="urn:microsoft.com/office/officeart/2005/8/colors/accent2_2" csCatId="accent2" phldr="1"/>
      <dgm:spPr/>
      <dgm:t>
        <a:bodyPr/>
        <a:lstStyle/>
        <a:p>
          <a:endParaRPr lang="zh-CN" altLang="en-US"/>
        </a:p>
      </dgm:t>
    </dgm:pt>
    <dgm:pt modelId="{453C7493-A5C1-496F-B17D-876BC07C0497}">
      <dgm:prSet phldrT="[文本]" custT="1"/>
      <dgm:spPr/>
      <dgm:t>
        <a:bodyPr/>
        <a:lstStyle/>
        <a:p>
          <a:pPr>
            <a:lnSpc>
              <a:spcPct val="100000"/>
            </a:lnSpc>
            <a:spcBef>
              <a:spcPts val="0"/>
            </a:spcBef>
            <a:spcAft>
              <a:spcPts val="0"/>
            </a:spcAft>
          </a:pPr>
          <a:r>
            <a:rPr lang="zh-CN" altLang="en-US" sz="1400" b="1" dirty="0" smtClean="0"/>
            <a:t>定量脚本</a:t>
          </a:r>
          <a:endParaRPr lang="zh-CN" altLang="en-US" sz="1400" b="1" dirty="0"/>
        </a:p>
      </dgm:t>
    </dgm:pt>
    <dgm:pt modelId="{9B069FE0-4DEA-4111-8AC0-314803F8363E}" cxnId="{2C3A7FA9-52CA-4F0C-97FC-3511728892FF}" type="parTrans">
      <dgm:prSet/>
      <dgm:spPr/>
      <dgm:t>
        <a:bodyPr/>
        <a:lstStyle/>
        <a:p>
          <a:endParaRPr lang="zh-CN" altLang="en-US"/>
        </a:p>
      </dgm:t>
    </dgm:pt>
    <dgm:pt modelId="{6CF3ECD6-F963-4CB3-B8BD-8C463185F240}" cxnId="{2C3A7FA9-52CA-4F0C-97FC-3511728892FF}" type="sibTrans">
      <dgm:prSet/>
      <dgm:spPr/>
      <dgm:t>
        <a:bodyPr/>
        <a:lstStyle/>
        <a:p>
          <a:endParaRPr lang="zh-CN" altLang="en-US"/>
        </a:p>
      </dgm:t>
    </dgm:pt>
    <dgm:pt modelId="{51C41203-3D03-4C52-8B10-43A09CC64A24}">
      <dgm:prSet phldrT="[文本]"/>
      <dgm:spPr/>
      <dgm:t>
        <a:bodyPr/>
        <a:lstStyle/>
        <a:p>
          <a:pPr>
            <a:lnSpc>
              <a:spcPct val="100000"/>
            </a:lnSpc>
            <a:spcBef>
              <a:spcPts val="0"/>
            </a:spcBef>
            <a:spcAft>
              <a:spcPts val="0"/>
            </a:spcAft>
          </a:pPr>
          <a:r>
            <a:rPr lang="zh-CN" altLang="en-US" dirty="0" smtClean="0">
              <a:latin typeface="微软雅黑" panose="020B0503020204020204" pitchFamily="34" charset="-122"/>
              <a:ea typeface="微软雅黑" panose="020B0503020204020204" pitchFamily="34" charset="-122"/>
              <a:sym typeface="+mn-ea"/>
            </a:rPr>
            <a:t>定量建模</a:t>
          </a:r>
          <a:endParaRPr lang="zh-CN" altLang="en-US" dirty="0"/>
        </a:p>
      </dgm:t>
    </dgm:pt>
    <dgm:pt modelId="{E08AF77F-39DC-445C-B386-4BDC072D1D64}" cxnId="{2A6B5D96-51A9-46C1-8977-CCF33A0F88FB}" type="parTrans">
      <dgm:prSet/>
      <dgm:spPr/>
      <dgm:t>
        <a:bodyPr/>
        <a:lstStyle/>
        <a:p>
          <a:endParaRPr lang="zh-CN" altLang="en-US"/>
        </a:p>
      </dgm:t>
    </dgm:pt>
    <dgm:pt modelId="{EF9AAFCB-26ED-4B88-913B-A517E4EA7DB7}" cxnId="{2A6B5D96-51A9-46C1-8977-CCF33A0F88FB}" type="sibTrans">
      <dgm:prSet/>
      <dgm:spPr/>
      <dgm:t>
        <a:bodyPr/>
        <a:lstStyle/>
        <a:p>
          <a:endParaRPr lang="zh-CN" altLang="en-US"/>
        </a:p>
      </dgm:t>
    </dgm:pt>
    <dgm:pt modelId="{A1102CED-2700-4C93-AD7F-9903E565FF21}">
      <dgm:prSet phldrT="[文本]" custT="1"/>
      <dgm:spPr/>
      <dgm:t>
        <a:bodyPr/>
        <a:lstStyle/>
        <a:p>
          <a:pPr>
            <a:lnSpc>
              <a:spcPct val="100000"/>
            </a:lnSpc>
            <a:spcBef>
              <a:spcPts val="0"/>
            </a:spcBef>
            <a:spcAft>
              <a:spcPts val="0"/>
            </a:spcAft>
          </a:pPr>
          <a:r>
            <a:rPr lang="zh-CN" altLang="en-US" sz="1400" b="1" dirty="0" smtClean="0"/>
            <a:t>定性脚本</a:t>
          </a:r>
          <a:endParaRPr lang="zh-CN" altLang="en-US" sz="1400" b="1" dirty="0"/>
        </a:p>
      </dgm:t>
    </dgm:pt>
    <dgm:pt modelId="{74381FDB-A5ED-47DD-8425-F57546035923}" cxnId="{19DB9EB5-8B7D-460F-9B1A-6F4E523F2F5A}" type="parTrans">
      <dgm:prSet/>
      <dgm:spPr/>
      <dgm:t>
        <a:bodyPr/>
        <a:lstStyle/>
        <a:p>
          <a:endParaRPr lang="zh-CN" altLang="en-US"/>
        </a:p>
      </dgm:t>
    </dgm:pt>
    <dgm:pt modelId="{247CABBA-8C7D-4AAE-BD90-55C8FD0F7A47}" cxnId="{19DB9EB5-8B7D-460F-9B1A-6F4E523F2F5A}" type="sibTrans">
      <dgm:prSet/>
      <dgm:spPr/>
      <dgm:t>
        <a:bodyPr/>
        <a:lstStyle/>
        <a:p>
          <a:endParaRPr lang="zh-CN" altLang="en-US"/>
        </a:p>
      </dgm:t>
    </dgm:pt>
    <dgm:pt modelId="{CFCEA157-8F1A-44CF-8EDD-C9416CF2F4FE}">
      <dgm:prSet phldrT="[文本]"/>
      <dgm:spPr/>
      <dgm:t>
        <a:bodyPr/>
        <a:lstStyle/>
        <a:p>
          <a:pPr>
            <a:lnSpc>
              <a:spcPct val="100000"/>
            </a:lnSpc>
            <a:spcBef>
              <a:spcPts val="0"/>
            </a:spcBef>
            <a:spcAft>
              <a:spcPts val="0"/>
            </a:spcAft>
          </a:pPr>
          <a:r>
            <a:rPr lang="zh-CN" altLang="en-US" dirty="0" smtClean="0">
              <a:latin typeface="微软雅黑" panose="020B0503020204020204" pitchFamily="34" charset="-122"/>
              <a:ea typeface="微软雅黑" panose="020B0503020204020204" pitchFamily="34" charset="-122"/>
              <a:sym typeface="+mn-ea"/>
            </a:rPr>
            <a:t>通过人的思维、判断，识别重要的环境因素，分析它们之间的关系。</a:t>
          </a:r>
          <a:endParaRPr lang="zh-CN" altLang="en-US" dirty="0"/>
        </a:p>
      </dgm:t>
    </dgm:pt>
    <dgm:pt modelId="{5907D4EF-A861-43DE-B059-48371FB44DCE}" cxnId="{7F26BDAD-7633-47C8-BDE7-B03563F7BDC9}" type="parTrans">
      <dgm:prSet/>
      <dgm:spPr/>
      <dgm:t>
        <a:bodyPr/>
        <a:lstStyle/>
        <a:p>
          <a:endParaRPr lang="zh-CN" altLang="en-US"/>
        </a:p>
      </dgm:t>
    </dgm:pt>
    <dgm:pt modelId="{F9DB8141-3D39-41C6-9DA3-7BB6F49F57E1}" cxnId="{7F26BDAD-7633-47C8-BDE7-B03563F7BDC9}" type="sibTrans">
      <dgm:prSet/>
      <dgm:spPr/>
      <dgm:t>
        <a:bodyPr/>
        <a:lstStyle/>
        <a:p>
          <a:endParaRPr lang="zh-CN" altLang="en-US"/>
        </a:p>
      </dgm:t>
    </dgm:pt>
    <dgm:pt modelId="{CC7285BE-A253-4825-BFAC-E51501F9F344}">
      <dgm:prSet/>
      <dgm:spPr/>
      <dgm:t>
        <a:bodyPr/>
        <a:lstStyle/>
        <a:p>
          <a:pPr>
            <a:lnSpc>
              <a:spcPct val="100000"/>
            </a:lnSpc>
            <a:spcBef>
              <a:spcPct val="0"/>
            </a:spcBef>
            <a:spcAft>
              <a:spcPct val="0"/>
            </a:spcAft>
          </a:pPr>
          <a:r>
            <a:rPr lang="zh-CN" altLang="en-US" dirty="0" smtClean="0">
              <a:latin typeface="微软雅黑" panose="020B0503020204020204" pitchFamily="34" charset="-122"/>
              <a:ea typeface="微软雅黑" panose="020B0503020204020204" pitchFamily="34" charset="-122"/>
              <a:sym typeface="+mn-ea"/>
            </a:rPr>
            <a:t>借助计算机进行模拟运算</a:t>
          </a:r>
          <a:endParaRPr lang="zh-CN" altLang="en-US" dirty="0"/>
        </a:p>
      </dgm:t>
    </dgm:pt>
    <dgm:pt modelId="{01AB820D-D819-48EA-8FC3-72E7EE2466F0}" cxnId="{EB0A0CFC-5CEB-4344-AA4D-9B55DADDB6AC}" type="parTrans">
      <dgm:prSet/>
      <dgm:spPr/>
      <dgm:t>
        <a:bodyPr/>
        <a:lstStyle/>
        <a:p>
          <a:endParaRPr lang="zh-CN" altLang="en-US"/>
        </a:p>
      </dgm:t>
    </dgm:pt>
    <dgm:pt modelId="{39921DD8-1CA8-402C-B8CF-7FF93004F1B7}" cxnId="{EB0A0CFC-5CEB-4344-AA4D-9B55DADDB6AC}" type="sibTrans">
      <dgm:prSet/>
      <dgm:spPr/>
      <dgm:t>
        <a:bodyPr/>
        <a:lstStyle/>
        <a:p>
          <a:endParaRPr lang="zh-CN" altLang="en-US"/>
        </a:p>
      </dgm:t>
    </dgm:pt>
    <dgm:pt modelId="{78D30E3E-3098-4B94-970F-3AD512614270}">
      <dgm:prSet/>
      <dgm:spPr/>
      <dgm:t>
        <a:bodyPr/>
        <a:lstStyle/>
        <a:p>
          <a:pPr>
            <a:lnSpc>
              <a:spcPct val="100000"/>
            </a:lnSpc>
            <a:spcBef>
              <a:spcPct val="0"/>
            </a:spcBef>
            <a:spcAft>
              <a:spcPct val="0"/>
            </a:spcAft>
          </a:pPr>
          <a:r>
            <a:rPr lang="zh-CN" altLang="en-US" dirty="0" smtClean="0">
              <a:latin typeface="微软雅黑" panose="020B0503020204020204" pitchFamily="34" charset="-122"/>
              <a:ea typeface="微软雅黑" panose="020B0503020204020204" pitchFamily="34" charset="-122"/>
              <a:sym typeface="+mn-ea"/>
            </a:rPr>
            <a:t>基于人的思考，可以关注和识别因素的范围</a:t>
          </a:r>
          <a:r>
            <a:rPr lang="zh-CN" altLang="en-US" smtClean="0">
              <a:latin typeface="微软雅黑" panose="020B0503020204020204" pitchFamily="34" charset="-122"/>
              <a:ea typeface="微软雅黑" panose="020B0503020204020204" pitchFamily="34" charset="-122"/>
              <a:sym typeface="+mn-ea"/>
            </a:rPr>
            <a:t>十分宽广</a:t>
          </a:r>
          <a:endParaRPr lang="zh-CN" altLang="en-US" dirty="0" smtClean="0">
            <a:latin typeface="微软雅黑" panose="020B0503020204020204" pitchFamily="34" charset="-122"/>
            <a:ea typeface="微软雅黑" panose="020B0503020204020204" pitchFamily="34" charset="-122"/>
            <a:sym typeface="+mn-ea"/>
          </a:endParaRPr>
        </a:p>
      </dgm:t>
    </dgm:pt>
    <dgm:pt modelId="{9E7EAF63-5FBA-448D-AB21-B9FE1E27BDDC}" cxnId="{0874733D-0B0F-4046-938A-3A57F3C39360}" type="parTrans">
      <dgm:prSet/>
      <dgm:spPr/>
      <dgm:t>
        <a:bodyPr/>
        <a:lstStyle/>
        <a:p>
          <a:endParaRPr lang="zh-CN" altLang="en-US"/>
        </a:p>
      </dgm:t>
    </dgm:pt>
    <dgm:pt modelId="{23E47ED1-6782-4FE6-B016-6E3DEAA061CA}" cxnId="{0874733D-0B0F-4046-938A-3A57F3C39360}" type="sibTrans">
      <dgm:prSet/>
      <dgm:spPr/>
      <dgm:t>
        <a:bodyPr/>
        <a:lstStyle/>
        <a:p>
          <a:endParaRPr lang="zh-CN" altLang="en-US"/>
        </a:p>
      </dgm:t>
    </dgm:pt>
    <dgm:pt modelId="{F1C11705-A9CE-414C-97D1-09C1191FF279}">
      <dgm:prSet phldrT="[文本]"/>
      <dgm:spPr/>
      <dgm:t>
        <a:bodyPr/>
        <a:lstStyle/>
        <a:p>
          <a:pPr>
            <a:lnSpc>
              <a:spcPct val="100000"/>
            </a:lnSpc>
            <a:spcBef>
              <a:spcPct val="0"/>
            </a:spcBef>
            <a:spcAft>
              <a:spcPct val="0"/>
            </a:spcAft>
          </a:pPr>
          <a:r>
            <a:rPr lang="zh-CN" altLang="en-US" dirty="0" smtClean="0">
              <a:latin typeface="微软雅黑" panose="020B0503020204020204" pitchFamily="34" charset="-122"/>
              <a:ea typeface="微软雅黑" panose="020B0503020204020204" pitchFamily="34" charset="-122"/>
              <a:sym typeface="+mn-ea"/>
            </a:rPr>
            <a:t>选择和调整不同的参数从而产生不同的脚本。</a:t>
          </a:r>
          <a:endParaRPr lang="zh-CN" altLang="en-US" dirty="0"/>
        </a:p>
      </dgm:t>
    </dgm:pt>
    <dgm:pt modelId="{B3441087-BEE8-49AE-83FD-8094918F6973}" cxnId="{94AD5B06-C66D-41A3-94AB-1D11F2FCDA2E}" type="parTrans">
      <dgm:prSet/>
      <dgm:spPr/>
      <dgm:t>
        <a:bodyPr/>
        <a:lstStyle/>
        <a:p>
          <a:endParaRPr lang="zh-CN" altLang="en-US"/>
        </a:p>
      </dgm:t>
    </dgm:pt>
    <dgm:pt modelId="{7ECF25DA-BBEF-4136-9F11-DA40CDB02C1D}" cxnId="{94AD5B06-C66D-41A3-94AB-1D11F2FCDA2E}" type="sibTrans">
      <dgm:prSet/>
      <dgm:spPr/>
      <dgm:t>
        <a:bodyPr/>
        <a:lstStyle/>
        <a:p>
          <a:endParaRPr lang="zh-CN" altLang="en-US"/>
        </a:p>
      </dgm:t>
    </dgm:pt>
    <dgm:pt modelId="{676A305A-9E2E-423E-906F-5C107E0586C3}">
      <dgm:prSet/>
      <dgm:spPr/>
      <dgm:t>
        <a:bodyPr/>
        <a:lstStyle/>
        <a:p>
          <a:pPr>
            <a:lnSpc>
              <a:spcPct val="100000"/>
            </a:lnSpc>
            <a:spcBef>
              <a:spcPct val="0"/>
            </a:spcBef>
            <a:spcAft>
              <a:spcPct val="0"/>
            </a:spcAft>
          </a:pPr>
          <a:r>
            <a:rPr lang="zh-CN" altLang="en-US" dirty="0" smtClean="0">
              <a:latin typeface="微软雅黑" panose="020B0503020204020204" pitchFamily="34" charset="-122"/>
              <a:ea typeface="微软雅黑" panose="020B0503020204020204" pitchFamily="34" charset="-122"/>
              <a:sym typeface="+mn-ea"/>
            </a:rPr>
            <a:t>分析人员对每一个脚本的合理性和发生概率做出评估。</a:t>
          </a:r>
          <a:endParaRPr lang="zh-CN" altLang="en-US" dirty="0"/>
        </a:p>
      </dgm:t>
    </dgm:pt>
    <dgm:pt modelId="{F2A845D1-5021-4ADA-ABA8-F7E2357ABE81}" cxnId="{57B5A852-71DD-49FA-A838-50DF5D8A4DB8}" type="parTrans">
      <dgm:prSet/>
      <dgm:spPr/>
      <dgm:t>
        <a:bodyPr/>
        <a:lstStyle/>
        <a:p>
          <a:endParaRPr lang="zh-CN" altLang="en-US"/>
        </a:p>
      </dgm:t>
    </dgm:pt>
    <dgm:pt modelId="{95639DE4-FAEF-4B11-95EB-93ABB57950C7}" cxnId="{57B5A852-71DD-49FA-A838-50DF5D8A4DB8}" type="sibTrans">
      <dgm:prSet/>
      <dgm:spPr/>
      <dgm:t>
        <a:bodyPr/>
        <a:lstStyle/>
        <a:p>
          <a:endParaRPr lang="zh-CN" altLang="en-US"/>
        </a:p>
      </dgm:t>
    </dgm:pt>
    <dgm:pt modelId="{4EF632AC-0319-4AD0-ADC6-37CCC74E0B24}" type="pres">
      <dgm:prSet presAssocID="{9D59D981-A9E6-4352-BC0D-C6FCB61CF092}" presName="Name0" presStyleCnt="0">
        <dgm:presLayoutVars>
          <dgm:chMax val="2"/>
          <dgm:dir/>
          <dgm:animOne val="branch"/>
          <dgm:animLvl val="lvl"/>
          <dgm:resizeHandles val="exact"/>
        </dgm:presLayoutVars>
      </dgm:prSet>
      <dgm:spPr/>
      <dgm:t>
        <a:bodyPr/>
        <a:lstStyle/>
        <a:p>
          <a:endParaRPr lang="zh-CN" altLang="en-US"/>
        </a:p>
      </dgm:t>
    </dgm:pt>
    <dgm:pt modelId="{F2FC1466-A93B-4DA0-ADB1-670AB646F303}" type="pres">
      <dgm:prSet presAssocID="{9D59D981-A9E6-4352-BC0D-C6FCB61CF092}" presName="Background" presStyleLbl="node1" presStyleIdx="0" presStyleCnt="1" custLinFactNeighborY="1541"/>
      <dgm:spPr/>
      <dgm:t>
        <a:bodyPr/>
        <a:lstStyle/>
        <a:p>
          <a:endParaRPr lang="zh-CN" altLang="en-US"/>
        </a:p>
      </dgm:t>
    </dgm:pt>
    <dgm:pt modelId="{4C2A806A-A52A-482D-9E38-FE908434A6B5}" type="pres">
      <dgm:prSet presAssocID="{9D59D981-A9E6-4352-BC0D-C6FCB61CF092}" presName="Divider" presStyleLbl="callout" presStyleIdx="0" presStyleCnt="1"/>
      <dgm:spPr/>
      <dgm:t>
        <a:bodyPr/>
        <a:lstStyle/>
        <a:p>
          <a:endParaRPr lang="zh-CN" altLang="en-US"/>
        </a:p>
      </dgm:t>
    </dgm:pt>
    <dgm:pt modelId="{FF2942A0-9872-4E93-88B7-E00C2C894C73}" type="pres">
      <dgm:prSet presAssocID="{9D59D981-A9E6-4352-BC0D-C6FCB61CF092}" presName="ChildText1" presStyleLbl="revTx" presStyleIdx="0" presStyleCnt="0">
        <dgm:presLayoutVars>
          <dgm:chMax val="0"/>
          <dgm:chPref val="0"/>
          <dgm:bulletEnabled val="1"/>
        </dgm:presLayoutVars>
      </dgm:prSet>
      <dgm:spPr/>
      <dgm:t>
        <a:bodyPr/>
        <a:lstStyle/>
        <a:p>
          <a:endParaRPr lang="zh-CN" altLang="en-US"/>
        </a:p>
      </dgm:t>
    </dgm:pt>
    <dgm:pt modelId="{E8C6C206-27F4-4733-A390-480CCC7D4340}" type="pres">
      <dgm:prSet presAssocID="{9D59D981-A9E6-4352-BC0D-C6FCB61CF092}" presName="ChildText2" presStyleLbl="revTx" presStyleIdx="0" presStyleCnt="0">
        <dgm:presLayoutVars>
          <dgm:chMax val="0"/>
          <dgm:chPref val="0"/>
          <dgm:bulletEnabled val="1"/>
        </dgm:presLayoutVars>
      </dgm:prSet>
      <dgm:spPr/>
      <dgm:t>
        <a:bodyPr/>
        <a:lstStyle/>
        <a:p>
          <a:endParaRPr lang="zh-CN" altLang="en-US"/>
        </a:p>
      </dgm:t>
    </dgm:pt>
    <dgm:pt modelId="{C4F69CFF-8C5F-4F2F-8251-715EFAA8F830}" type="pres">
      <dgm:prSet presAssocID="{9D59D981-A9E6-4352-BC0D-C6FCB61CF092}" presName="ParentText1" presStyleLbl="revTx" presStyleIdx="0" presStyleCnt="0">
        <dgm:presLayoutVars>
          <dgm:chMax val="1"/>
          <dgm:chPref val="1"/>
        </dgm:presLayoutVars>
      </dgm:prSet>
      <dgm:spPr/>
      <dgm:t>
        <a:bodyPr/>
        <a:lstStyle/>
        <a:p>
          <a:endParaRPr lang="zh-CN" altLang="en-US"/>
        </a:p>
      </dgm:t>
    </dgm:pt>
    <dgm:pt modelId="{6BE5F366-78F6-43FE-8D69-8201092FE5A6}" type="pres">
      <dgm:prSet presAssocID="{9D59D981-A9E6-4352-BC0D-C6FCB61CF092}" presName="ParentShape1" presStyleLbl="alignImgPlace1" presStyleIdx="0" presStyleCnt="2">
        <dgm:presLayoutVars/>
      </dgm:prSet>
      <dgm:spPr/>
      <dgm:t>
        <a:bodyPr/>
        <a:lstStyle/>
        <a:p>
          <a:endParaRPr lang="zh-CN" altLang="en-US"/>
        </a:p>
      </dgm:t>
    </dgm:pt>
    <dgm:pt modelId="{123634DA-A763-41C8-9801-CAB9232E7E29}" type="pres">
      <dgm:prSet presAssocID="{9D59D981-A9E6-4352-BC0D-C6FCB61CF092}" presName="ParentText2" presStyleLbl="revTx" presStyleIdx="0" presStyleCnt="0">
        <dgm:presLayoutVars>
          <dgm:chMax val="1"/>
          <dgm:chPref val="1"/>
        </dgm:presLayoutVars>
      </dgm:prSet>
      <dgm:spPr/>
      <dgm:t>
        <a:bodyPr/>
        <a:lstStyle/>
        <a:p>
          <a:endParaRPr lang="zh-CN" altLang="en-US"/>
        </a:p>
      </dgm:t>
    </dgm:pt>
    <dgm:pt modelId="{BB703E39-3CE0-464C-9CF1-88D343A60594}" type="pres">
      <dgm:prSet presAssocID="{9D59D981-A9E6-4352-BC0D-C6FCB61CF092}" presName="ParentShape2" presStyleLbl="alignImgPlace1" presStyleIdx="1" presStyleCnt="2" custScaleY="84331" custLinFactNeighborY="-3156">
        <dgm:presLayoutVars/>
      </dgm:prSet>
      <dgm:spPr/>
      <dgm:t>
        <a:bodyPr/>
        <a:lstStyle/>
        <a:p>
          <a:endParaRPr lang="zh-CN" altLang="en-US"/>
        </a:p>
      </dgm:t>
    </dgm:pt>
  </dgm:ptLst>
  <dgm:cxnLst>
    <dgm:cxn modelId="{2C3A7FA9-52CA-4F0C-97FC-3511728892FF}" srcId="{9D59D981-A9E6-4352-BC0D-C6FCB61CF092}" destId="{453C7493-A5C1-496F-B17D-876BC07C0497}" srcOrd="0" destOrd="0" parTransId="{9B069FE0-4DEA-4111-8AC0-314803F8363E}" sibTransId="{6CF3ECD6-F963-4CB3-B8BD-8C463185F240}"/>
    <dgm:cxn modelId="{2FBEFCD9-E6D0-42E0-9B60-3DB686E83F48}" type="presOf" srcId="{51C41203-3D03-4C52-8B10-43A09CC64A24}" destId="{FF2942A0-9872-4E93-88B7-E00C2C894C73}" srcOrd="0" destOrd="0" presId="urn:microsoft.com/office/officeart/2009/3/layout/OpposingIdeas"/>
    <dgm:cxn modelId="{9BBAD6E3-864D-45BE-B962-273504B620E9}" type="presOf" srcId="{A1102CED-2700-4C93-AD7F-9903E565FF21}" destId="{BB703E39-3CE0-464C-9CF1-88D343A60594}" srcOrd="1" destOrd="0" presId="urn:microsoft.com/office/officeart/2009/3/layout/OpposingIdeas"/>
    <dgm:cxn modelId="{A9961C10-1539-4F2D-B17A-03023CA88702}" type="presOf" srcId="{CFCEA157-8F1A-44CF-8EDD-C9416CF2F4FE}" destId="{E8C6C206-27F4-4733-A390-480CCC7D4340}" srcOrd="0" destOrd="0" presId="urn:microsoft.com/office/officeart/2009/3/layout/OpposingIdeas"/>
    <dgm:cxn modelId="{94AD5B06-C66D-41A3-94AB-1D11F2FCDA2E}" srcId="{453C7493-A5C1-496F-B17D-876BC07C0497}" destId="{F1C11705-A9CE-414C-97D1-09C1191FF279}" srcOrd="1" destOrd="0" parTransId="{B3441087-BEE8-49AE-83FD-8094918F6973}" sibTransId="{7ECF25DA-BBEF-4136-9F11-DA40CDB02C1D}"/>
    <dgm:cxn modelId="{3338382A-0F5E-4512-9570-27F1AF805270}" type="presOf" srcId="{453C7493-A5C1-496F-B17D-876BC07C0497}" destId="{6BE5F366-78F6-43FE-8D69-8201092FE5A6}" srcOrd="1" destOrd="0" presId="urn:microsoft.com/office/officeart/2009/3/layout/OpposingIdeas"/>
    <dgm:cxn modelId="{7F26BDAD-7633-47C8-BDE7-B03563F7BDC9}" srcId="{A1102CED-2700-4C93-AD7F-9903E565FF21}" destId="{CFCEA157-8F1A-44CF-8EDD-C9416CF2F4FE}" srcOrd="0" destOrd="0" parTransId="{5907D4EF-A861-43DE-B059-48371FB44DCE}" sibTransId="{F9DB8141-3D39-41C6-9DA3-7BB6F49F57E1}"/>
    <dgm:cxn modelId="{19DB9EB5-8B7D-460F-9B1A-6F4E523F2F5A}" srcId="{9D59D981-A9E6-4352-BC0D-C6FCB61CF092}" destId="{A1102CED-2700-4C93-AD7F-9903E565FF21}" srcOrd="1" destOrd="0" parTransId="{74381FDB-A5ED-47DD-8425-F57546035923}" sibTransId="{247CABBA-8C7D-4AAE-BD90-55C8FD0F7A47}"/>
    <dgm:cxn modelId="{8F3910A0-BD9C-48A3-A083-1C28A7D533A4}" type="presOf" srcId="{9D59D981-A9E6-4352-BC0D-C6FCB61CF092}" destId="{4EF632AC-0319-4AD0-ADC6-37CCC74E0B24}" srcOrd="0" destOrd="0" presId="urn:microsoft.com/office/officeart/2009/3/layout/OpposingIdeas"/>
    <dgm:cxn modelId="{EB0A0CFC-5CEB-4344-AA4D-9B55DADDB6AC}" srcId="{453C7493-A5C1-496F-B17D-876BC07C0497}" destId="{CC7285BE-A253-4825-BFAC-E51501F9F344}" srcOrd="2" destOrd="0" parTransId="{01AB820D-D819-48EA-8FC3-72E7EE2466F0}" sibTransId="{39921DD8-1CA8-402C-B8CF-7FF93004F1B7}"/>
    <dgm:cxn modelId="{B467C379-5FC8-4379-974D-B87A0FF26ED0}" type="presOf" srcId="{CC7285BE-A253-4825-BFAC-E51501F9F344}" destId="{FF2942A0-9872-4E93-88B7-E00C2C894C73}" srcOrd="0" destOrd="2" presId="urn:microsoft.com/office/officeart/2009/3/layout/OpposingIdeas"/>
    <dgm:cxn modelId="{D996DE01-4E23-4B55-A183-08B07D24E3C9}" type="presOf" srcId="{78D30E3E-3098-4B94-970F-3AD512614270}" destId="{E8C6C206-27F4-4733-A390-480CCC7D4340}" srcOrd="0" destOrd="1" presId="urn:microsoft.com/office/officeart/2009/3/layout/OpposingIdeas"/>
    <dgm:cxn modelId="{5E6EBB49-54DF-4F37-9B09-DA626EF8E3B3}" type="presOf" srcId="{453C7493-A5C1-496F-B17D-876BC07C0497}" destId="{C4F69CFF-8C5F-4F2F-8251-715EFAA8F830}" srcOrd="0" destOrd="0" presId="urn:microsoft.com/office/officeart/2009/3/layout/OpposingIdeas"/>
    <dgm:cxn modelId="{2A6B5D96-51A9-46C1-8977-CCF33A0F88FB}" srcId="{453C7493-A5C1-496F-B17D-876BC07C0497}" destId="{51C41203-3D03-4C52-8B10-43A09CC64A24}" srcOrd="0" destOrd="0" parTransId="{E08AF77F-39DC-445C-B386-4BDC072D1D64}" sibTransId="{EF9AAFCB-26ED-4B88-913B-A517E4EA7DB7}"/>
    <dgm:cxn modelId="{0874733D-0B0F-4046-938A-3A57F3C39360}" srcId="{A1102CED-2700-4C93-AD7F-9903E565FF21}" destId="{78D30E3E-3098-4B94-970F-3AD512614270}" srcOrd="1" destOrd="0" parTransId="{9E7EAF63-5FBA-448D-AB21-B9FE1E27BDDC}" sibTransId="{23E47ED1-6782-4FE6-B016-6E3DEAA061CA}"/>
    <dgm:cxn modelId="{3F7FC879-7138-4C0D-A8A5-648B3193E3F1}" type="presOf" srcId="{676A305A-9E2E-423E-906F-5C107E0586C3}" destId="{FF2942A0-9872-4E93-88B7-E00C2C894C73}" srcOrd="0" destOrd="3" presId="urn:microsoft.com/office/officeart/2009/3/layout/OpposingIdeas"/>
    <dgm:cxn modelId="{B9127DAF-49FD-497A-8674-DB93BBA2AE97}" type="presOf" srcId="{A1102CED-2700-4C93-AD7F-9903E565FF21}" destId="{123634DA-A763-41C8-9801-CAB9232E7E29}" srcOrd="0" destOrd="0" presId="urn:microsoft.com/office/officeart/2009/3/layout/OpposingIdeas"/>
    <dgm:cxn modelId="{CA355C03-E2E5-4B83-9B68-29C831E75CE2}" type="presOf" srcId="{F1C11705-A9CE-414C-97D1-09C1191FF279}" destId="{FF2942A0-9872-4E93-88B7-E00C2C894C73}" srcOrd="0" destOrd="1" presId="urn:microsoft.com/office/officeart/2009/3/layout/OpposingIdeas"/>
    <dgm:cxn modelId="{57B5A852-71DD-49FA-A838-50DF5D8A4DB8}" srcId="{453C7493-A5C1-496F-B17D-876BC07C0497}" destId="{676A305A-9E2E-423E-906F-5C107E0586C3}" srcOrd="3" destOrd="0" parTransId="{F2A845D1-5021-4ADA-ABA8-F7E2357ABE81}" sibTransId="{95639DE4-FAEF-4B11-95EB-93ABB57950C7}"/>
    <dgm:cxn modelId="{0712B5D9-E579-4013-B3BC-E3DC3AEB9A61}" type="presParOf" srcId="{4EF632AC-0319-4AD0-ADC6-37CCC74E0B24}" destId="{F2FC1466-A93B-4DA0-ADB1-670AB646F303}" srcOrd="0" destOrd="0" presId="urn:microsoft.com/office/officeart/2009/3/layout/OpposingIdeas"/>
    <dgm:cxn modelId="{6AEF527F-1F49-46D5-BD71-2A1A525B098E}" type="presParOf" srcId="{4EF632AC-0319-4AD0-ADC6-37CCC74E0B24}" destId="{4C2A806A-A52A-482D-9E38-FE908434A6B5}" srcOrd="1" destOrd="0" presId="urn:microsoft.com/office/officeart/2009/3/layout/OpposingIdeas"/>
    <dgm:cxn modelId="{46743047-B6E6-4B59-BF6A-1C9E91FF0D75}" type="presParOf" srcId="{4EF632AC-0319-4AD0-ADC6-37CCC74E0B24}" destId="{FF2942A0-9872-4E93-88B7-E00C2C894C73}" srcOrd="2" destOrd="0" presId="urn:microsoft.com/office/officeart/2009/3/layout/OpposingIdeas"/>
    <dgm:cxn modelId="{28B3E91A-90A1-4AF5-BAAC-B61F3D42CD52}" type="presParOf" srcId="{4EF632AC-0319-4AD0-ADC6-37CCC74E0B24}" destId="{E8C6C206-27F4-4733-A390-480CCC7D4340}" srcOrd="3" destOrd="0" presId="urn:microsoft.com/office/officeart/2009/3/layout/OpposingIdeas"/>
    <dgm:cxn modelId="{62EFE61F-E9D4-4713-AD94-CA8C34E039F6}" type="presParOf" srcId="{4EF632AC-0319-4AD0-ADC6-37CCC74E0B24}" destId="{C4F69CFF-8C5F-4F2F-8251-715EFAA8F830}" srcOrd="4" destOrd="0" presId="urn:microsoft.com/office/officeart/2009/3/layout/OpposingIdeas"/>
    <dgm:cxn modelId="{5FC3B00E-B850-44F1-AB42-3A033FB4576F}" type="presParOf" srcId="{4EF632AC-0319-4AD0-ADC6-37CCC74E0B24}" destId="{6BE5F366-78F6-43FE-8D69-8201092FE5A6}" srcOrd="5" destOrd="0" presId="urn:microsoft.com/office/officeart/2009/3/layout/OpposingIdeas"/>
    <dgm:cxn modelId="{51896412-9125-4E1A-9E80-79F645A295A6}" type="presParOf" srcId="{4EF632AC-0319-4AD0-ADC6-37CCC74E0B24}" destId="{123634DA-A763-41C8-9801-CAB9232E7E29}" srcOrd="6" destOrd="0" presId="urn:microsoft.com/office/officeart/2009/3/layout/OpposingIdeas"/>
    <dgm:cxn modelId="{61E6CD48-A312-4A91-889F-DD1087F71BBE}" type="presParOf" srcId="{4EF632AC-0319-4AD0-ADC6-37CCC74E0B24}" destId="{BB703E39-3CE0-464C-9CF1-88D343A60594}" srcOrd="7" destOrd="0" presId="urn:microsoft.com/office/officeart/2009/3/layout/OpposingIdeas"/>
  </dgm:cxnLst>
  <dgm:bg/>
  <dgm:whole/>
  <dgm:extLst>
    <a:ext uri="http://schemas.microsoft.com/office/drawing/2008/diagram">
      <dsp:dataModelExt xmlns:dsp="http://schemas.microsoft.com/office/drawing/2008/diagram" relId="rId5"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D90DE058-9CD0-4A39-BBA0-8D760FAA7C64}" type="doc">
      <dgm:prSet loTypeId="urn:microsoft.com/office/officeart/2005/8/layout/pList1" loCatId="list" qsTypeId="urn:microsoft.com/office/officeart/2005/8/quickstyle/simple1" qsCatId="simple" csTypeId="urn:microsoft.com/office/officeart/2005/8/colors/accent2_1" csCatId="accent2" phldr="1"/>
      <dgm:spPr/>
      <dgm:t>
        <a:bodyPr/>
        <a:lstStyle/>
        <a:p>
          <a:endParaRPr lang="zh-CN" altLang="en-US"/>
        </a:p>
      </dgm:t>
    </dgm:pt>
    <dgm:pt modelId="{CD2C080C-709E-4958-B1E9-C07FB2843BDB}">
      <dgm:prSet phldrT="[文本]"/>
      <dgm:spPr/>
      <dgm:t>
        <a:bodyPr/>
        <a:lstStyle/>
        <a:p>
          <a:pPr>
            <a:lnSpc>
              <a:spcPct val="100000"/>
            </a:lnSpc>
            <a:spcBef>
              <a:spcPts val="0"/>
            </a:spcBef>
            <a:spcAft>
              <a:spcPts val="0"/>
            </a:spcAft>
          </a:pPr>
          <a:r>
            <a:rPr lang="zh-CN" altLang="en-US" dirty="0" smtClean="0"/>
            <a:t>理性决策</a:t>
          </a:r>
          <a:endParaRPr lang="en-US" altLang="zh-CN" dirty="0" smtClean="0"/>
        </a:p>
      </dgm:t>
    </dgm:pt>
    <dgm:pt modelId="{05AF5EA8-496F-46E1-B590-B7F063CE5826}" cxnId="{878D84B6-FCB1-4AB8-86B7-2838FF77D2C9}" type="parTrans">
      <dgm:prSet/>
      <dgm:spPr/>
      <dgm:t>
        <a:bodyPr/>
        <a:lstStyle/>
        <a:p>
          <a:endParaRPr lang="zh-CN" altLang="en-US"/>
        </a:p>
      </dgm:t>
    </dgm:pt>
    <dgm:pt modelId="{705FAC1F-5456-40EA-AB8D-50D3D3876F33}" cxnId="{878D84B6-FCB1-4AB8-86B7-2838FF77D2C9}" type="sibTrans">
      <dgm:prSet/>
      <dgm:spPr/>
      <dgm:t>
        <a:bodyPr/>
        <a:lstStyle/>
        <a:p>
          <a:endParaRPr lang="zh-CN" altLang="en-US"/>
        </a:p>
      </dgm:t>
    </dgm:pt>
    <dgm:pt modelId="{09DF8982-5297-4002-8F80-EDC2A456C9FB}">
      <dgm:prSet phldrT="[文本]"/>
      <dgm:spPr/>
      <dgm:t>
        <a:bodyPr/>
        <a:lstStyle/>
        <a:p>
          <a:pPr>
            <a:lnSpc>
              <a:spcPct val="100000"/>
            </a:lnSpc>
            <a:spcBef>
              <a:spcPts val="0"/>
            </a:spcBef>
            <a:spcAft>
              <a:spcPts val="0"/>
            </a:spcAft>
          </a:pPr>
          <a:r>
            <a:rPr lang="zh-CN" altLang="en-US" dirty="0" smtClean="0"/>
            <a:t>行为决策</a:t>
          </a:r>
          <a:endParaRPr lang="zh-CN" altLang="en-US" dirty="0"/>
        </a:p>
      </dgm:t>
    </dgm:pt>
    <dgm:pt modelId="{C0734AD5-7E43-4EA3-B6BC-3C0C2FCD919B}" cxnId="{38011AF8-DBFB-4981-8741-A78AC78A4956}" type="parTrans">
      <dgm:prSet/>
      <dgm:spPr/>
      <dgm:t>
        <a:bodyPr/>
        <a:lstStyle/>
        <a:p>
          <a:endParaRPr lang="zh-CN" altLang="en-US"/>
        </a:p>
      </dgm:t>
    </dgm:pt>
    <dgm:pt modelId="{36F53EFB-012B-4DFB-944A-3721B60FC8BA}" cxnId="{38011AF8-DBFB-4981-8741-A78AC78A4956}" type="sibTrans">
      <dgm:prSet/>
      <dgm:spPr/>
      <dgm:t>
        <a:bodyPr/>
        <a:lstStyle/>
        <a:p>
          <a:endParaRPr lang="zh-CN" altLang="en-US"/>
        </a:p>
      </dgm:t>
    </dgm:pt>
    <dgm:pt modelId="{AE6346E0-1D5B-43B5-8BA0-017933DE7610}">
      <dgm:prSet phldrT="[文本]"/>
      <dgm:spPr/>
      <dgm:t>
        <a:bodyPr/>
        <a:lstStyle/>
        <a:p>
          <a:pPr>
            <a:lnSpc>
              <a:spcPct val="100000"/>
            </a:lnSpc>
            <a:spcBef>
              <a:spcPts val="0"/>
            </a:spcBef>
            <a:spcAft>
              <a:spcPts val="0"/>
            </a:spcAft>
          </a:pPr>
          <a:r>
            <a:rPr lang="zh-CN" altLang="en-US" dirty="0" smtClean="0"/>
            <a:t>非理性决策</a:t>
          </a:r>
          <a:endParaRPr lang="zh-CN" altLang="en-US" dirty="0"/>
        </a:p>
      </dgm:t>
    </dgm:pt>
    <dgm:pt modelId="{2A946193-D828-4532-97FB-A2E988B8FAC7}" cxnId="{3E369B8B-00C9-4856-B681-DC7678D8B891}" type="parTrans">
      <dgm:prSet/>
      <dgm:spPr/>
      <dgm:t>
        <a:bodyPr/>
        <a:lstStyle/>
        <a:p>
          <a:endParaRPr lang="zh-CN" altLang="en-US"/>
        </a:p>
      </dgm:t>
    </dgm:pt>
    <dgm:pt modelId="{0B14B71A-0303-4076-AA31-D2593FAB4668}" cxnId="{3E369B8B-00C9-4856-B681-DC7678D8B891}" type="sibTrans">
      <dgm:prSet/>
      <dgm:spPr/>
      <dgm:t>
        <a:bodyPr/>
        <a:lstStyle/>
        <a:p>
          <a:endParaRPr lang="zh-CN" altLang="en-US"/>
        </a:p>
      </dgm:t>
    </dgm:pt>
    <dgm:pt modelId="{6BD23A9B-1D1C-49BB-AC90-4EF34FFFF235}" type="pres">
      <dgm:prSet presAssocID="{D90DE058-9CD0-4A39-BBA0-8D760FAA7C64}" presName="Name0" presStyleCnt="0">
        <dgm:presLayoutVars>
          <dgm:dir/>
          <dgm:resizeHandles val="exact"/>
        </dgm:presLayoutVars>
      </dgm:prSet>
      <dgm:spPr/>
      <dgm:t>
        <a:bodyPr/>
        <a:lstStyle/>
        <a:p>
          <a:endParaRPr lang="zh-CN" altLang="en-US"/>
        </a:p>
      </dgm:t>
    </dgm:pt>
    <dgm:pt modelId="{EAB42944-B0FE-43D9-A47C-6D9DA3A813D0}" type="pres">
      <dgm:prSet presAssocID="{CD2C080C-709E-4958-B1E9-C07FB2843BDB}" presName="compNode" presStyleCnt="0"/>
      <dgm:spPr/>
    </dgm:pt>
    <dgm:pt modelId="{8004FAD4-4377-4081-B732-6118B121AD5E}" type="pres">
      <dgm:prSet presAssocID="{CD2C080C-709E-4958-B1E9-C07FB2843BDB}" presName="pict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Lst>
          </a:blip>
          <a:srcRect/>
          <a:stretch>
            <a:fillRect l="-8000" r="-8000"/>
          </a:stretch>
        </a:blipFill>
      </dgm:spPr>
      <dgm:t>
        <a:bodyPr/>
        <a:lstStyle/>
        <a:p>
          <a:endParaRPr lang="zh-CN" altLang="en-US"/>
        </a:p>
      </dgm:t>
    </dgm:pt>
    <dgm:pt modelId="{6C3681B2-E9A9-4F4C-AB3D-BBAB4AB85673}" type="pres">
      <dgm:prSet presAssocID="{CD2C080C-709E-4958-B1E9-C07FB2843BDB}" presName="textRect" presStyleLbl="revTx" presStyleIdx="0" presStyleCnt="3">
        <dgm:presLayoutVars>
          <dgm:bulletEnabled val="1"/>
        </dgm:presLayoutVars>
      </dgm:prSet>
      <dgm:spPr/>
      <dgm:t>
        <a:bodyPr/>
        <a:lstStyle/>
        <a:p>
          <a:endParaRPr lang="zh-CN" altLang="en-US"/>
        </a:p>
      </dgm:t>
    </dgm:pt>
    <dgm:pt modelId="{7D8A871E-4235-4D66-884E-7A368C1E8760}" type="pres">
      <dgm:prSet presAssocID="{705FAC1F-5456-40EA-AB8D-50D3D3876F33}" presName="sibTrans" presStyleLbl="sibTrans2D1" presStyleIdx="0" presStyleCnt="0"/>
      <dgm:spPr/>
      <dgm:t>
        <a:bodyPr/>
        <a:lstStyle/>
        <a:p>
          <a:endParaRPr lang="zh-CN" altLang="en-US"/>
        </a:p>
      </dgm:t>
    </dgm:pt>
    <dgm:pt modelId="{FC79B9FD-CDAD-4E4F-900E-3D9034AFC0CF}" type="pres">
      <dgm:prSet presAssocID="{09DF8982-5297-4002-8F80-EDC2A456C9FB}" presName="compNode" presStyleCnt="0"/>
      <dgm:spPr/>
    </dgm:pt>
    <dgm:pt modelId="{5961F6E7-BE4B-493A-A930-9272A751E33F}" type="pres">
      <dgm:prSet presAssocID="{09DF8982-5297-4002-8F80-EDC2A456C9FB}" presName="pictRect" presStyleLbl="node1" presStyleIdx="1" presStyleCnt="3"/>
      <dgm:spPr>
        <a:blipFill>
          <a:blip xmlns:r="http://schemas.openxmlformats.org/officeDocument/2006/relationships" r:embed="rId2">
            <a:extLst>
              <a:ext uri="{28A0092B-C50C-407E-A947-70E740481C1C}">
                <a14:useLocalDpi xmlns:a14="http://schemas.microsoft.com/office/drawing/2010/main" val="0"/>
              </a:ext>
            </a:extLst>
          </a:blip>
          <a:srcRect/>
          <a:stretch>
            <a:fillRect l="-12000" r="-12000"/>
          </a:stretch>
        </a:blipFill>
      </dgm:spPr>
      <dgm:t>
        <a:bodyPr/>
        <a:lstStyle/>
        <a:p>
          <a:endParaRPr lang="zh-CN" altLang="en-US"/>
        </a:p>
      </dgm:t>
    </dgm:pt>
    <dgm:pt modelId="{CD0E0561-7BE9-47BC-A854-4FFD642F2310}" type="pres">
      <dgm:prSet presAssocID="{09DF8982-5297-4002-8F80-EDC2A456C9FB}" presName="textRect" presStyleLbl="revTx" presStyleIdx="1" presStyleCnt="3">
        <dgm:presLayoutVars>
          <dgm:bulletEnabled val="1"/>
        </dgm:presLayoutVars>
      </dgm:prSet>
      <dgm:spPr/>
      <dgm:t>
        <a:bodyPr/>
        <a:lstStyle/>
        <a:p>
          <a:endParaRPr lang="zh-CN" altLang="en-US"/>
        </a:p>
      </dgm:t>
    </dgm:pt>
    <dgm:pt modelId="{4EAA0C5E-AF9B-4C79-B295-BA86D4256095}" type="pres">
      <dgm:prSet presAssocID="{36F53EFB-012B-4DFB-944A-3721B60FC8BA}" presName="sibTrans" presStyleLbl="sibTrans2D1" presStyleIdx="0" presStyleCnt="0"/>
      <dgm:spPr/>
      <dgm:t>
        <a:bodyPr/>
        <a:lstStyle/>
        <a:p>
          <a:endParaRPr lang="zh-CN" altLang="en-US"/>
        </a:p>
      </dgm:t>
    </dgm:pt>
    <dgm:pt modelId="{40F6A322-D006-4E0B-9F35-3273C2C74C78}" type="pres">
      <dgm:prSet presAssocID="{AE6346E0-1D5B-43B5-8BA0-017933DE7610}" presName="compNode" presStyleCnt="0"/>
      <dgm:spPr/>
    </dgm:pt>
    <dgm:pt modelId="{7CB845E6-295A-4D26-99B5-3C39AE4FA19C}" type="pres">
      <dgm:prSet presAssocID="{AE6346E0-1D5B-43B5-8BA0-017933DE7610}" presName="pictRect" presStyleLbl="node1" presStyleIdx="2" presStyleCnt="3"/>
      <dgm:spPr>
        <a:blipFill>
          <a:blip xmlns:r="http://schemas.openxmlformats.org/officeDocument/2006/relationships" r:embed="rId3">
            <a:extLst>
              <a:ext uri="{28A0092B-C50C-407E-A947-70E740481C1C}">
                <a14:useLocalDpi xmlns:a14="http://schemas.microsoft.com/office/drawing/2010/main" val="0"/>
              </a:ext>
            </a:extLst>
          </a:blip>
          <a:srcRect/>
          <a:stretch>
            <a:fillRect t="-4000" b="-4000"/>
          </a:stretch>
        </a:blipFill>
      </dgm:spPr>
      <dgm:t>
        <a:bodyPr/>
        <a:lstStyle/>
        <a:p>
          <a:endParaRPr lang="zh-CN" altLang="en-US"/>
        </a:p>
      </dgm:t>
    </dgm:pt>
    <dgm:pt modelId="{6AF72413-FD82-4EA1-AE33-04F2E0119043}" type="pres">
      <dgm:prSet presAssocID="{AE6346E0-1D5B-43B5-8BA0-017933DE7610}" presName="textRect" presStyleLbl="revTx" presStyleIdx="2" presStyleCnt="3">
        <dgm:presLayoutVars>
          <dgm:bulletEnabled val="1"/>
        </dgm:presLayoutVars>
      </dgm:prSet>
      <dgm:spPr/>
      <dgm:t>
        <a:bodyPr/>
        <a:lstStyle/>
        <a:p>
          <a:endParaRPr lang="zh-CN" altLang="en-US"/>
        </a:p>
      </dgm:t>
    </dgm:pt>
  </dgm:ptLst>
  <dgm:cxnLst>
    <dgm:cxn modelId="{B0374317-1EEA-4992-BCA9-1A0586C66974}" type="presOf" srcId="{36F53EFB-012B-4DFB-944A-3721B60FC8BA}" destId="{4EAA0C5E-AF9B-4C79-B295-BA86D4256095}" srcOrd="0" destOrd="0" presId="urn:microsoft.com/office/officeart/2005/8/layout/pList1"/>
    <dgm:cxn modelId="{94EDC85C-679F-4404-A400-65BEC7CDD338}" type="presOf" srcId="{09DF8982-5297-4002-8F80-EDC2A456C9FB}" destId="{CD0E0561-7BE9-47BC-A854-4FFD642F2310}" srcOrd="0" destOrd="0" presId="urn:microsoft.com/office/officeart/2005/8/layout/pList1"/>
    <dgm:cxn modelId="{878D84B6-FCB1-4AB8-86B7-2838FF77D2C9}" srcId="{D90DE058-9CD0-4A39-BBA0-8D760FAA7C64}" destId="{CD2C080C-709E-4958-B1E9-C07FB2843BDB}" srcOrd="0" destOrd="0" parTransId="{05AF5EA8-496F-46E1-B590-B7F063CE5826}" sibTransId="{705FAC1F-5456-40EA-AB8D-50D3D3876F33}"/>
    <dgm:cxn modelId="{3E369B8B-00C9-4856-B681-DC7678D8B891}" srcId="{D90DE058-9CD0-4A39-BBA0-8D760FAA7C64}" destId="{AE6346E0-1D5B-43B5-8BA0-017933DE7610}" srcOrd="2" destOrd="0" parTransId="{2A946193-D828-4532-97FB-A2E988B8FAC7}" sibTransId="{0B14B71A-0303-4076-AA31-D2593FAB4668}"/>
    <dgm:cxn modelId="{38011AF8-DBFB-4981-8741-A78AC78A4956}" srcId="{D90DE058-9CD0-4A39-BBA0-8D760FAA7C64}" destId="{09DF8982-5297-4002-8F80-EDC2A456C9FB}" srcOrd="1" destOrd="0" parTransId="{C0734AD5-7E43-4EA3-B6BC-3C0C2FCD919B}" sibTransId="{36F53EFB-012B-4DFB-944A-3721B60FC8BA}"/>
    <dgm:cxn modelId="{F82C9731-8FEB-47F8-A9AD-EF814381A978}" type="presOf" srcId="{705FAC1F-5456-40EA-AB8D-50D3D3876F33}" destId="{7D8A871E-4235-4D66-884E-7A368C1E8760}" srcOrd="0" destOrd="0" presId="urn:microsoft.com/office/officeart/2005/8/layout/pList1"/>
    <dgm:cxn modelId="{2985902F-C8DA-4116-BE9B-10DE3203C273}" type="presOf" srcId="{AE6346E0-1D5B-43B5-8BA0-017933DE7610}" destId="{6AF72413-FD82-4EA1-AE33-04F2E0119043}" srcOrd="0" destOrd="0" presId="urn:microsoft.com/office/officeart/2005/8/layout/pList1"/>
    <dgm:cxn modelId="{230B8768-E0A4-48D8-BD7B-82612EFD1DA2}" type="presOf" srcId="{CD2C080C-709E-4958-B1E9-C07FB2843BDB}" destId="{6C3681B2-E9A9-4F4C-AB3D-BBAB4AB85673}" srcOrd="0" destOrd="0" presId="urn:microsoft.com/office/officeart/2005/8/layout/pList1"/>
    <dgm:cxn modelId="{D1FF82D7-777E-4CD5-9E6B-9D59B85E4139}" type="presOf" srcId="{D90DE058-9CD0-4A39-BBA0-8D760FAA7C64}" destId="{6BD23A9B-1D1C-49BB-AC90-4EF34FFFF235}" srcOrd="0" destOrd="0" presId="urn:microsoft.com/office/officeart/2005/8/layout/pList1"/>
    <dgm:cxn modelId="{1A5B78C0-C9B3-454F-8D56-41AF2909D0F4}" type="presParOf" srcId="{6BD23A9B-1D1C-49BB-AC90-4EF34FFFF235}" destId="{EAB42944-B0FE-43D9-A47C-6D9DA3A813D0}" srcOrd="0" destOrd="0" presId="urn:microsoft.com/office/officeart/2005/8/layout/pList1"/>
    <dgm:cxn modelId="{139C17A4-D0C6-45E5-BA61-E0C6D044BA1D}" type="presParOf" srcId="{EAB42944-B0FE-43D9-A47C-6D9DA3A813D0}" destId="{8004FAD4-4377-4081-B732-6118B121AD5E}" srcOrd="0" destOrd="0" presId="urn:microsoft.com/office/officeart/2005/8/layout/pList1"/>
    <dgm:cxn modelId="{440F9E33-B9AF-4E20-B5BD-68A4D0255E3E}" type="presParOf" srcId="{EAB42944-B0FE-43D9-A47C-6D9DA3A813D0}" destId="{6C3681B2-E9A9-4F4C-AB3D-BBAB4AB85673}" srcOrd="1" destOrd="0" presId="urn:microsoft.com/office/officeart/2005/8/layout/pList1"/>
    <dgm:cxn modelId="{0969F560-37BB-4BBF-86B3-0A0F51AA1C06}" type="presParOf" srcId="{6BD23A9B-1D1C-49BB-AC90-4EF34FFFF235}" destId="{7D8A871E-4235-4D66-884E-7A368C1E8760}" srcOrd="1" destOrd="0" presId="urn:microsoft.com/office/officeart/2005/8/layout/pList1"/>
    <dgm:cxn modelId="{D01CCFB6-B538-4A25-8619-87EB45A3F72C}" type="presParOf" srcId="{6BD23A9B-1D1C-49BB-AC90-4EF34FFFF235}" destId="{FC79B9FD-CDAD-4E4F-900E-3D9034AFC0CF}" srcOrd="2" destOrd="0" presId="urn:microsoft.com/office/officeart/2005/8/layout/pList1"/>
    <dgm:cxn modelId="{68131318-A88B-42EA-B10B-748F1088746B}" type="presParOf" srcId="{FC79B9FD-CDAD-4E4F-900E-3D9034AFC0CF}" destId="{5961F6E7-BE4B-493A-A930-9272A751E33F}" srcOrd="0" destOrd="0" presId="urn:microsoft.com/office/officeart/2005/8/layout/pList1"/>
    <dgm:cxn modelId="{43D55992-5394-45BE-9D62-5537FEAE8A2F}" type="presParOf" srcId="{FC79B9FD-CDAD-4E4F-900E-3D9034AFC0CF}" destId="{CD0E0561-7BE9-47BC-A854-4FFD642F2310}" srcOrd="1" destOrd="0" presId="urn:microsoft.com/office/officeart/2005/8/layout/pList1"/>
    <dgm:cxn modelId="{EF2908DF-BD3C-4943-8529-19821CC3BF5A}" type="presParOf" srcId="{6BD23A9B-1D1C-49BB-AC90-4EF34FFFF235}" destId="{4EAA0C5E-AF9B-4C79-B295-BA86D4256095}" srcOrd="3" destOrd="0" presId="urn:microsoft.com/office/officeart/2005/8/layout/pList1"/>
    <dgm:cxn modelId="{1968B9CA-6F1E-41D8-BF0C-1E87FA8194FC}" type="presParOf" srcId="{6BD23A9B-1D1C-49BB-AC90-4EF34FFFF235}" destId="{40F6A322-D006-4E0B-9F35-3273C2C74C78}" srcOrd="4" destOrd="0" presId="urn:microsoft.com/office/officeart/2005/8/layout/pList1"/>
    <dgm:cxn modelId="{FF0BF752-C253-4D4F-BCD5-8708EC4443CD}" type="presParOf" srcId="{40F6A322-D006-4E0B-9F35-3273C2C74C78}" destId="{7CB845E6-295A-4D26-99B5-3C39AE4FA19C}" srcOrd="0" destOrd="0" presId="urn:microsoft.com/office/officeart/2005/8/layout/pList1"/>
    <dgm:cxn modelId="{255F8FD0-61E6-4852-85F0-1B03637A563F}" type="presParOf" srcId="{40F6A322-D006-4E0B-9F35-3273C2C74C78}" destId="{6AF72413-FD82-4EA1-AE33-04F2E0119043}" srcOrd="1" destOrd="0" presId="urn:microsoft.com/office/officeart/2005/8/layout/pList1"/>
  </dgm:cxnLst>
  <dgm:bg/>
  <dgm:whole/>
  <dgm:extLst>
    <a:ext uri="http://schemas.microsoft.com/office/drawing/2008/diagram">
      <dsp:dataModelExt xmlns:dsp="http://schemas.microsoft.com/office/drawing/2008/diagram" relId="rId5"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19A39F93-EB93-4FAA-A086-7B10FFEAF7EB}" type="doc">
      <dgm:prSet loTypeId="urn:microsoft.com/office/officeart/2005/8/layout/radial4" loCatId="relationship" qsTypeId="urn:microsoft.com/office/officeart/2005/8/quickstyle/simple1" qsCatId="simple" csTypeId="urn:microsoft.com/office/officeart/2005/8/colors/accent2_1" csCatId="accent2" phldr="1"/>
      <dgm:spPr/>
      <dgm:t>
        <a:bodyPr/>
        <a:lstStyle/>
        <a:p>
          <a:endParaRPr lang="zh-CN" altLang="en-US"/>
        </a:p>
      </dgm:t>
    </dgm:pt>
    <dgm:pt modelId="{E587B693-37DA-4BFB-B2E1-89D1D654E375}">
      <dgm:prSet phldrT="[文本]"/>
      <dgm:spPr/>
      <dgm:t>
        <a:bodyPr/>
        <a:lstStyle/>
        <a:p>
          <a:pPr>
            <a:lnSpc>
              <a:spcPct val="100000"/>
            </a:lnSpc>
            <a:spcBef>
              <a:spcPts val="0"/>
            </a:spcBef>
            <a:spcAft>
              <a:spcPts val="0"/>
            </a:spcAft>
          </a:pPr>
          <a:r>
            <a:rPr lang="zh-CN" altLang="en-US" dirty="0" smtClean="0"/>
            <a:t>理论</a:t>
          </a:r>
          <a:endParaRPr lang="en-US" altLang="zh-CN" dirty="0" smtClean="0"/>
        </a:p>
        <a:p>
          <a:pPr>
            <a:lnSpc>
              <a:spcPct val="100000"/>
            </a:lnSpc>
            <a:spcBef>
              <a:spcPts val="0"/>
            </a:spcBef>
            <a:spcAft>
              <a:spcPts val="0"/>
            </a:spcAft>
          </a:pPr>
          <a:r>
            <a:rPr lang="zh-CN" altLang="en-US" dirty="0" smtClean="0"/>
            <a:t>假设</a:t>
          </a:r>
          <a:endParaRPr lang="zh-CN" altLang="en-US" dirty="0"/>
        </a:p>
      </dgm:t>
    </dgm:pt>
    <dgm:pt modelId="{B71F5164-31B1-4791-86C6-68A37C750B1B}" cxnId="{AF1FA3B3-DA8E-410F-8B03-5E11445AA9E1}" type="parTrans">
      <dgm:prSet/>
      <dgm:spPr/>
      <dgm:t>
        <a:bodyPr/>
        <a:lstStyle/>
        <a:p>
          <a:endParaRPr lang="zh-CN" altLang="en-US"/>
        </a:p>
      </dgm:t>
    </dgm:pt>
    <dgm:pt modelId="{57BFF0FF-65C8-48A9-BB8A-68C2E72148EE}" cxnId="{AF1FA3B3-DA8E-410F-8B03-5E11445AA9E1}" type="sibTrans">
      <dgm:prSet/>
      <dgm:spPr/>
      <dgm:t>
        <a:bodyPr/>
        <a:lstStyle/>
        <a:p>
          <a:endParaRPr lang="zh-CN" altLang="en-US"/>
        </a:p>
      </dgm:t>
    </dgm:pt>
    <dgm:pt modelId="{E83F1243-47BB-4A3B-BB5B-FCA307695663}">
      <dgm:prSet phldrT="[文本]"/>
      <dgm:spPr/>
      <dgm:t>
        <a:bodyPr/>
        <a:lstStyle/>
        <a:p>
          <a:pPr>
            <a:lnSpc>
              <a:spcPct val="100000"/>
            </a:lnSpc>
            <a:spcBef>
              <a:spcPts val="0"/>
            </a:spcBef>
            <a:spcAft>
              <a:spcPts val="0"/>
            </a:spcAft>
          </a:pPr>
          <a:r>
            <a:rPr lang="zh-CN" altLang="en-US" dirty="0" smtClean="0"/>
            <a:t>明确的组织目标</a:t>
          </a:r>
          <a:endParaRPr lang="zh-CN" altLang="en-US" dirty="0"/>
        </a:p>
      </dgm:t>
    </dgm:pt>
    <dgm:pt modelId="{00DA6B80-DAF1-4516-ABEA-EAA8BF8F60C6}" cxnId="{11849A1D-812A-4B6F-A7EC-FF049B101959}" type="parTrans">
      <dgm:prSet/>
      <dgm:spPr/>
      <dgm:t>
        <a:bodyPr/>
        <a:lstStyle/>
        <a:p>
          <a:endParaRPr lang="zh-CN" altLang="en-US"/>
        </a:p>
      </dgm:t>
    </dgm:pt>
    <dgm:pt modelId="{82B3A150-D0AF-40C6-870B-DF018DE4395E}" cxnId="{11849A1D-812A-4B6F-A7EC-FF049B101959}" type="sibTrans">
      <dgm:prSet/>
      <dgm:spPr/>
      <dgm:t>
        <a:bodyPr/>
        <a:lstStyle/>
        <a:p>
          <a:endParaRPr lang="zh-CN" altLang="en-US"/>
        </a:p>
      </dgm:t>
    </dgm:pt>
    <dgm:pt modelId="{F514A25B-5FBC-4F18-A590-D08CB9188EAA}">
      <dgm:prSet/>
      <dgm:spPr/>
      <dgm:t>
        <a:bodyPr/>
        <a:lstStyle/>
        <a:p>
          <a:pPr>
            <a:lnSpc>
              <a:spcPct val="100000"/>
            </a:lnSpc>
            <a:spcBef>
              <a:spcPts val="0"/>
            </a:spcBef>
            <a:spcAft>
              <a:spcPts val="0"/>
            </a:spcAft>
          </a:pPr>
          <a:r>
            <a:rPr lang="zh-CN" altLang="zh-CN" dirty="0" smtClean="0">
              <a:sym typeface="+mn-ea"/>
            </a:rPr>
            <a:t>信息</a:t>
          </a:r>
          <a:r>
            <a:rPr lang="zh-CN" altLang="en-US" dirty="0" smtClean="0">
              <a:sym typeface="+mn-ea"/>
            </a:rPr>
            <a:t>完全</a:t>
          </a:r>
          <a:endParaRPr lang="en-US" altLang="zh-CN" dirty="0" smtClean="0">
            <a:sym typeface="+mn-ea"/>
          </a:endParaRPr>
        </a:p>
        <a:p>
          <a:pPr>
            <a:lnSpc>
              <a:spcPct val="100000"/>
            </a:lnSpc>
            <a:spcBef>
              <a:spcPts val="0"/>
            </a:spcBef>
            <a:spcAft>
              <a:spcPts val="0"/>
            </a:spcAft>
          </a:pPr>
          <a:r>
            <a:rPr lang="zh-CN" altLang="zh-CN" dirty="0" smtClean="0">
              <a:sym typeface="+mn-ea"/>
            </a:rPr>
            <a:t>确定性</a:t>
          </a:r>
          <a:r>
            <a:rPr lang="zh-CN" altLang="en-US" dirty="0" smtClean="0">
              <a:sym typeface="+mn-ea"/>
            </a:rPr>
            <a:t>决策</a:t>
          </a:r>
          <a:endParaRPr lang="zh-CN" altLang="zh-CN" dirty="0"/>
        </a:p>
      </dgm:t>
    </dgm:pt>
    <dgm:pt modelId="{E71A802C-7B1D-4B4C-80F6-61BF8F8781DE}" cxnId="{354D992E-90FC-4388-A2F6-B271348A95D0}" type="parTrans">
      <dgm:prSet/>
      <dgm:spPr/>
      <dgm:t>
        <a:bodyPr/>
        <a:lstStyle/>
        <a:p>
          <a:endParaRPr lang="zh-CN" altLang="en-US"/>
        </a:p>
      </dgm:t>
    </dgm:pt>
    <dgm:pt modelId="{6DE8029A-DF46-4397-90A6-6B4F7B30C864}" cxnId="{354D992E-90FC-4388-A2F6-B271348A95D0}" type="sibTrans">
      <dgm:prSet/>
      <dgm:spPr/>
      <dgm:t>
        <a:bodyPr/>
        <a:lstStyle/>
        <a:p>
          <a:endParaRPr lang="zh-CN" altLang="en-US"/>
        </a:p>
      </dgm:t>
    </dgm:pt>
    <dgm:pt modelId="{58726E35-2293-44E6-AF3D-157996C51E96}">
      <dgm:prSet/>
      <dgm:spPr/>
      <dgm:t>
        <a:bodyPr/>
        <a:lstStyle/>
        <a:p>
          <a:pPr>
            <a:lnSpc>
              <a:spcPct val="100000"/>
            </a:lnSpc>
            <a:spcBef>
              <a:spcPts val="0"/>
            </a:spcBef>
            <a:spcAft>
              <a:spcPts val="0"/>
            </a:spcAft>
          </a:pPr>
          <a:r>
            <a:rPr lang="zh-CN" altLang="en-US" dirty="0" smtClean="0">
              <a:sym typeface="+mn-ea"/>
            </a:rPr>
            <a:t>明确的</a:t>
          </a:r>
          <a:r>
            <a:rPr lang="zh-CN" altLang="zh-CN" dirty="0" smtClean="0">
              <a:sym typeface="+mn-ea"/>
            </a:rPr>
            <a:t>方案评估标准</a:t>
          </a:r>
          <a:endParaRPr lang="zh-CN" altLang="zh-CN" dirty="0"/>
        </a:p>
      </dgm:t>
    </dgm:pt>
    <dgm:pt modelId="{E53AC68C-5936-4D8E-B120-CEA9E560FD53}" cxnId="{F2C2B398-017F-4EAD-863B-D43A7A572871}" type="parTrans">
      <dgm:prSet/>
      <dgm:spPr/>
      <dgm:t>
        <a:bodyPr/>
        <a:lstStyle/>
        <a:p>
          <a:endParaRPr lang="zh-CN" altLang="en-US"/>
        </a:p>
      </dgm:t>
    </dgm:pt>
    <dgm:pt modelId="{6CF99DBE-ABC8-4352-A670-D2B55295931D}" cxnId="{F2C2B398-017F-4EAD-863B-D43A7A572871}" type="sibTrans">
      <dgm:prSet/>
      <dgm:spPr/>
      <dgm:t>
        <a:bodyPr/>
        <a:lstStyle/>
        <a:p>
          <a:endParaRPr lang="zh-CN" altLang="en-US"/>
        </a:p>
      </dgm:t>
    </dgm:pt>
    <dgm:pt modelId="{1E89A368-CD7E-47D3-8E3B-AB2ED9E54CAF}">
      <dgm:prSet/>
      <dgm:spPr/>
      <dgm:t>
        <a:bodyPr/>
        <a:lstStyle/>
        <a:p>
          <a:pPr>
            <a:lnSpc>
              <a:spcPct val="100000"/>
            </a:lnSpc>
            <a:spcBef>
              <a:spcPts val="0"/>
            </a:spcBef>
            <a:spcAft>
              <a:spcPts val="0"/>
            </a:spcAft>
          </a:pPr>
          <a:r>
            <a:rPr lang="zh-CN" altLang="zh-CN" dirty="0" smtClean="0">
              <a:sym typeface="+mn-ea"/>
            </a:rPr>
            <a:t>理性的</a:t>
          </a:r>
          <a:r>
            <a:rPr lang="zh-CN" altLang="en-US" dirty="0" smtClean="0">
              <a:sym typeface="+mn-ea"/>
            </a:rPr>
            <a:t>决策者</a:t>
          </a:r>
          <a:r>
            <a:rPr lang="zh-CN" altLang="zh-CN" dirty="0" smtClean="0">
              <a:sym typeface="+mn-ea"/>
            </a:rPr>
            <a:t>。</a:t>
          </a:r>
          <a:endParaRPr lang="zh-CN" altLang="en-US" dirty="0"/>
        </a:p>
      </dgm:t>
    </dgm:pt>
    <dgm:pt modelId="{8EEBFD92-0FC7-4477-B0C6-BBD727D3A00D}" cxnId="{44C535D3-AF39-4D0F-BA04-7AD65A1F190A}" type="parTrans">
      <dgm:prSet/>
      <dgm:spPr/>
      <dgm:t>
        <a:bodyPr/>
        <a:lstStyle/>
        <a:p>
          <a:endParaRPr lang="zh-CN" altLang="en-US"/>
        </a:p>
      </dgm:t>
    </dgm:pt>
    <dgm:pt modelId="{8721D968-174C-48DA-821E-C55923750738}" cxnId="{44C535D3-AF39-4D0F-BA04-7AD65A1F190A}" type="sibTrans">
      <dgm:prSet/>
      <dgm:spPr/>
      <dgm:t>
        <a:bodyPr/>
        <a:lstStyle/>
        <a:p>
          <a:endParaRPr lang="zh-CN" altLang="en-US"/>
        </a:p>
      </dgm:t>
    </dgm:pt>
    <dgm:pt modelId="{B3B0F7A1-089C-49DA-949C-7076E5772377}">
      <dgm:prSet/>
      <dgm:spPr/>
      <dgm:t>
        <a:bodyPr/>
        <a:lstStyle/>
        <a:p>
          <a:pPr>
            <a:lnSpc>
              <a:spcPct val="100000"/>
            </a:lnSpc>
            <a:spcBef>
              <a:spcPts val="0"/>
            </a:spcBef>
            <a:spcAft>
              <a:spcPts val="0"/>
            </a:spcAft>
          </a:pPr>
          <a:r>
            <a:rPr lang="zh-CN" altLang="zh-CN" dirty="0" smtClean="0">
              <a:sym typeface="+mn-ea"/>
            </a:rPr>
            <a:t>方案</a:t>
          </a:r>
          <a:r>
            <a:rPr lang="zh-CN" altLang="en-US" dirty="0" smtClean="0">
              <a:sym typeface="+mn-ea"/>
            </a:rPr>
            <a:t>的结果可预估</a:t>
          </a:r>
          <a:endParaRPr lang="zh-CN" altLang="zh-CN" dirty="0"/>
        </a:p>
      </dgm:t>
    </dgm:pt>
    <dgm:pt modelId="{AD46090B-9DDB-467C-8971-2FDD96BEFB42}" cxnId="{843BF902-BAFF-471A-8C1B-22D9D739D676}" type="sibTrans">
      <dgm:prSet/>
      <dgm:spPr/>
      <dgm:t>
        <a:bodyPr/>
        <a:lstStyle/>
        <a:p>
          <a:endParaRPr lang="zh-CN" altLang="en-US"/>
        </a:p>
      </dgm:t>
    </dgm:pt>
    <dgm:pt modelId="{FD7FFDB7-8BBA-4673-B3DD-413E9513916E}" cxnId="{843BF902-BAFF-471A-8C1B-22D9D739D676}" type="parTrans">
      <dgm:prSet/>
      <dgm:spPr/>
      <dgm:t>
        <a:bodyPr/>
        <a:lstStyle/>
        <a:p>
          <a:endParaRPr lang="zh-CN" altLang="en-US"/>
        </a:p>
      </dgm:t>
    </dgm:pt>
    <dgm:pt modelId="{634BFC75-8916-4EA8-A4B7-2CCCD4C715C8}" type="pres">
      <dgm:prSet presAssocID="{19A39F93-EB93-4FAA-A086-7B10FFEAF7EB}" presName="cycle" presStyleCnt="0">
        <dgm:presLayoutVars>
          <dgm:chMax val="1"/>
          <dgm:dir/>
          <dgm:animLvl val="ctr"/>
          <dgm:resizeHandles val="exact"/>
        </dgm:presLayoutVars>
      </dgm:prSet>
      <dgm:spPr/>
      <dgm:t>
        <a:bodyPr/>
        <a:lstStyle/>
        <a:p>
          <a:endParaRPr lang="zh-CN" altLang="en-US"/>
        </a:p>
      </dgm:t>
    </dgm:pt>
    <dgm:pt modelId="{D8D040E7-EEB2-4E61-BBBC-E7F57FE2855A}" type="pres">
      <dgm:prSet presAssocID="{E587B693-37DA-4BFB-B2E1-89D1D654E375}" presName="centerShape" presStyleLbl="node0" presStyleIdx="0" presStyleCnt="1"/>
      <dgm:spPr/>
      <dgm:t>
        <a:bodyPr/>
        <a:lstStyle/>
        <a:p>
          <a:endParaRPr lang="zh-CN" altLang="en-US"/>
        </a:p>
      </dgm:t>
    </dgm:pt>
    <dgm:pt modelId="{8775E336-C9B4-47A0-864A-AAA54B092AF1}" type="pres">
      <dgm:prSet presAssocID="{00DA6B80-DAF1-4516-ABEA-EAA8BF8F60C6}" presName="parTrans" presStyleLbl="bgSibTrans2D1" presStyleIdx="0" presStyleCnt="5"/>
      <dgm:spPr/>
      <dgm:t>
        <a:bodyPr/>
        <a:lstStyle/>
        <a:p>
          <a:endParaRPr lang="zh-CN" altLang="en-US"/>
        </a:p>
      </dgm:t>
    </dgm:pt>
    <dgm:pt modelId="{943AABBF-1431-454C-9F55-6E2FF432B52C}" type="pres">
      <dgm:prSet presAssocID="{E83F1243-47BB-4A3B-BB5B-FCA307695663}" presName="node" presStyleLbl="node1" presStyleIdx="0" presStyleCnt="5">
        <dgm:presLayoutVars>
          <dgm:bulletEnabled val="1"/>
        </dgm:presLayoutVars>
      </dgm:prSet>
      <dgm:spPr/>
      <dgm:t>
        <a:bodyPr/>
        <a:lstStyle/>
        <a:p>
          <a:endParaRPr lang="zh-CN" altLang="en-US"/>
        </a:p>
      </dgm:t>
    </dgm:pt>
    <dgm:pt modelId="{9065E4D6-67C0-4B95-9B44-F286FFF20EF6}" type="pres">
      <dgm:prSet presAssocID="{E71A802C-7B1D-4B4C-80F6-61BF8F8781DE}" presName="parTrans" presStyleLbl="bgSibTrans2D1" presStyleIdx="1" presStyleCnt="5"/>
      <dgm:spPr/>
      <dgm:t>
        <a:bodyPr/>
        <a:lstStyle/>
        <a:p>
          <a:endParaRPr lang="zh-CN" altLang="en-US"/>
        </a:p>
      </dgm:t>
    </dgm:pt>
    <dgm:pt modelId="{184BACFA-73E4-42FE-9A34-767A39A03DB2}" type="pres">
      <dgm:prSet presAssocID="{F514A25B-5FBC-4F18-A590-D08CB9188EAA}" presName="node" presStyleLbl="node1" presStyleIdx="1" presStyleCnt="5">
        <dgm:presLayoutVars>
          <dgm:bulletEnabled val="1"/>
        </dgm:presLayoutVars>
      </dgm:prSet>
      <dgm:spPr/>
      <dgm:t>
        <a:bodyPr/>
        <a:lstStyle/>
        <a:p>
          <a:endParaRPr lang="zh-CN" altLang="en-US"/>
        </a:p>
      </dgm:t>
    </dgm:pt>
    <dgm:pt modelId="{322F89BD-CA36-450B-836C-969BA27CCB55}" type="pres">
      <dgm:prSet presAssocID="{FD7FFDB7-8BBA-4673-B3DD-413E9513916E}" presName="parTrans" presStyleLbl="bgSibTrans2D1" presStyleIdx="2" presStyleCnt="5"/>
      <dgm:spPr/>
      <dgm:t>
        <a:bodyPr/>
        <a:lstStyle/>
        <a:p>
          <a:endParaRPr lang="zh-CN" altLang="en-US"/>
        </a:p>
      </dgm:t>
    </dgm:pt>
    <dgm:pt modelId="{5A236F5C-5501-4B39-9936-A1E838ED7966}" type="pres">
      <dgm:prSet presAssocID="{B3B0F7A1-089C-49DA-949C-7076E5772377}" presName="node" presStyleLbl="node1" presStyleIdx="2" presStyleCnt="5">
        <dgm:presLayoutVars>
          <dgm:bulletEnabled val="1"/>
        </dgm:presLayoutVars>
      </dgm:prSet>
      <dgm:spPr/>
      <dgm:t>
        <a:bodyPr/>
        <a:lstStyle/>
        <a:p>
          <a:endParaRPr lang="zh-CN" altLang="en-US"/>
        </a:p>
      </dgm:t>
    </dgm:pt>
    <dgm:pt modelId="{40EC8045-EDEC-47FB-B02A-151C0718BB9A}" type="pres">
      <dgm:prSet presAssocID="{E53AC68C-5936-4D8E-B120-CEA9E560FD53}" presName="parTrans" presStyleLbl="bgSibTrans2D1" presStyleIdx="3" presStyleCnt="5"/>
      <dgm:spPr/>
      <dgm:t>
        <a:bodyPr/>
        <a:lstStyle/>
        <a:p>
          <a:endParaRPr lang="zh-CN" altLang="en-US"/>
        </a:p>
      </dgm:t>
    </dgm:pt>
    <dgm:pt modelId="{40050B64-EE19-40A9-A959-88934F2D5144}" type="pres">
      <dgm:prSet presAssocID="{58726E35-2293-44E6-AF3D-157996C51E96}" presName="node" presStyleLbl="node1" presStyleIdx="3" presStyleCnt="5">
        <dgm:presLayoutVars>
          <dgm:bulletEnabled val="1"/>
        </dgm:presLayoutVars>
      </dgm:prSet>
      <dgm:spPr/>
      <dgm:t>
        <a:bodyPr/>
        <a:lstStyle/>
        <a:p>
          <a:endParaRPr lang="zh-CN" altLang="en-US"/>
        </a:p>
      </dgm:t>
    </dgm:pt>
    <dgm:pt modelId="{CFB8B1DB-5F07-4453-AE3C-BFEB6C3E4072}" type="pres">
      <dgm:prSet presAssocID="{8EEBFD92-0FC7-4477-B0C6-BBD727D3A00D}" presName="parTrans" presStyleLbl="bgSibTrans2D1" presStyleIdx="4" presStyleCnt="5"/>
      <dgm:spPr/>
      <dgm:t>
        <a:bodyPr/>
        <a:lstStyle/>
        <a:p>
          <a:endParaRPr lang="zh-CN" altLang="en-US"/>
        </a:p>
      </dgm:t>
    </dgm:pt>
    <dgm:pt modelId="{96104282-E286-4B02-8059-2469313FE1A8}" type="pres">
      <dgm:prSet presAssocID="{1E89A368-CD7E-47D3-8E3B-AB2ED9E54CAF}" presName="node" presStyleLbl="node1" presStyleIdx="4" presStyleCnt="5">
        <dgm:presLayoutVars>
          <dgm:bulletEnabled val="1"/>
        </dgm:presLayoutVars>
      </dgm:prSet>
      <dgm:spPr/>
      <dgm:t>
        <a:bodyPr/>
        <a:lstStyle/>
        <a:p>
          <a:endParaRPr lang="zh-CN" altLang="en-US"/>
        </a:p>
      </dgm:t>
    </dgm:pt>
  </dgm:ptLst>
  <dgm:cxnLst>
    <dgm:cxn modelId="{A5F8401B-44D3-4A8A-AF5F-A3944B75FBD8}" type="presOf" srcId="{19A39F93-EB93-4FAA-A086-7B10FFEAF7EB}" destId="{634BFC75-8916-4EA8-A4B7-2CCCD4C715C8}" srcOrd="0" destOrd="0" presId="urn:microsoft.com/office/officeart/2005/8/layout/radial4"/>
    <dgm:cxn modelId="{C7F7DE94-105E-4760-A917-CF2AE565C7B5}" type="presOf" srcId="{E83F1243-47BB-4A3B-BB5B-FCA307695663}" destId="{943AABBF-1431-454C-9F55-6E2FF432B52C}" srcOrd="0" destOrd="0" presId="urn:microsoft.com/office/officeart/2005/8/layout/radial4"/>
    <dgm:cxn modelId="{641A4FAB-4936-4FBA-86E4-D58E856D0957}" type="presOf" srcId="{E71A802C-7B1D-4B4C-80F6-61BF8F8781DE}" destId="{9065E4D6-67C0-4B95-9B44-F286FFF20EF6}" srcOrd="0" destOrd="0" presId="urn:microsoft.com/office/officeart/2005/8/layout/radial4"/>
    <dgm:cxn modelId="{44C535D3-AF39-4D0F-BA04-7AD65A1F190A}" srcId="{E587B693-37DA-4BFB-B2E1-89D1D654E375}" destId="{1E89A368-CD7E-47D3-8E3B-AB2ED9E54CAF}" srcOrd="4" destOrd="0" parTransId="{8EEBFD92-0FC7-4477-B0C6-BBD727D3A00D}" sibTransId="{8721D968-174C-48DA-821E-C55923750738}"/>
    <dgm:cxn modelId="{708A9E6B-6BC0-47CA-91B4-91259E38CD0F}" type="presOf" srcId="{E53AC68C-5936-4D8E-B120-CEA9E560FD53}" destId="{40EC8045-EDEC-47FB-B02A-151C0718BB9A}" srcOrd="0" destOrd="0" presId="urn:microsoft.com/office/officeart/2005/8/layout/radial4"/>
    <dgm:cxn modelId="{F2C2B398-017F-4EAD-863B-D43A7A572871}" srcId="{E587B693-37DA-4BFB-B2E1-89D1D654E375}" destId="{58726E35-2293-44E6-AF3D-157996C51E96}" srcOrd="3" destOrd="0" parTransId="{E53AC68C-5936-4D8E-B120-CEA9E560FD53}" sibTransId="{6CF99DBE-ABC8-4352-A670-D2B55295931D}"/>
    <dgm:cxn modelId="{447B940E-93CB-4367-B1B0-5D5050DA4A1C}" type="presOf" srcId="{FD7FFDB7-8BBA-4673-B3DD-413E9513916E}" destId="{322F89BD-CA36-450B-836C-969BA27CCB55}" srcOrd="0" destOrd="0" presId="urn:microsoft.com/office/officeart/2005/8/layout/radial4"/>
    <dgm:cxn modelId="{D295E17D-BD6C-4CF5-B0DD-57FBE78B183D}" type="presOf" srcId="{8EEBFD92-0FC7-4477-B0C6-BBD727D3A00D}" destId="{CFB8B1DB-5F07-4453-AE3C-BFEB6C3E4072}" srcOrd="0" destOrd="0" presId="urn:microsoft.com/office/officeart/2005/8/layout/radial4"/>
    <dgm:cxn modelId="{354D992E-90FC-4388-A2F6-B271348A95D0}" srcId="{E587B693-37DA-4BFB-B2E1-89D1D654E375}" destId="{F514A25B-5FBC-4F18-A590-D08CB9188EAA}" srcOrd="1" destOrd="0" parTransId="{E71A802C-7B1D-4B4C-80F6-61BF8F8781DE}" sibTransId="{6DE8029A-DF46-4397-90A6-6B4F7B30C864}"/>
    <dgm:cxn modelId="{843BF902-BAFF-471A-8C1B-22D9D739D676}" srcId="{E587B693-37DA-4BFB-B2E1-89D1D654E375}" destId="{B3B0F7A1-089C-49DA-949C-7076E5772377}" srcOrd="2" destOrd="0" parTransId="{FD7FFDB7-8BBA-4673-B3DD-413E9513916E}" sibTransId="{AD46090B-9DDB-467C-8971-2FDD96BEFB42}"/>
    <dgm:cxn modelId="{3005D6A6-FA94-406D-BD63-E44B6CA495D1}" type="presOf" srcId="{E587B693-37DA-4BFB-B2E1-89D1D654E375}" destId="{D8D040E7-EEB2-4E61-BBBC-E7F57FE2855A}" srcOrd="0" destOrd="0" presId="urn:microsoft.com/office/officeart/2005/8/layout/radial4"/>
    <dgm:cxn modelId="{1FB8D480-3942-47E3-96DA-A1BE563EAF51}" type="presOf" srcId="{1E89A368-CD7E-47D3-8E3B-AB2ED9E54CAF}" destId="{96104282-E286-4B02-8059-2469313FE1A8}" srcOrd="0" destOrd="0" presId="urn:microsoft.com/office/officeart/2005/8/layout/radial4"/>
    <dgm:cxn modelId="{D7DD2FB7-A013-4A32-B293-E1290C893AED}" type="presOf" srcId="{F514A25B-5FBC-4F18-A590-D08CB9188EAA}" destId="{184BACFA-73E4-42FE-9A34-767A39A03DB2}" srcOrd="0" destOrd="0" presId="urn:microsoft.com/office/officeart/2005/8/layout/radial4"/>
    <dgm:cxn modelId="{11849A1D-812A-4B6F-A7EC-FF049B101959}" srcId="{E587B693-37DA-4BFB-B2E1-89D1D654E375}" destId="{E83F1243-47BB-4A3B-BB5B-FCA307695663}" srcOrd="0" destOrd="0" parTransId="{00DA6B80-DAF1-4516-ABEA-EAA8BF8F60C6}" sibTransId="{82B3A150-D0AF-40C6-870B-DF018DE4395E}"/>
    <dgm:cxn modelId="{F64D3040-D08A-493E-8A27-5F34CD4DBC32}" type="presOf" srcId="{00DA6B80-DAF1-4516-ABEA-EAA8BF8F60C6}" destId="{8775E336-C9B4-47A0-864A-AAA54B092AF1}" srcOrd="0" destOrd="0" presId="urn:microsoft.com/office/officeart/2005/8/layout/radial4"/>
    <dgm:cxn modelId="{F197D640-D29C-4E8D-BE8C-FD0CC4E3519F}" type="presOf" srcId="{B3B0F7A1-089C-49DA-949C-7076E5772377}" destId="{5A236F5C-5501-4B39-9936-A1E838ED7966}" srcOrd="0" destOrd="0" presId="urn:microsoft.com/office/officeart/2005/8/layout/radial4"/>
    <dgm:cxn modelId="{58E688DF-07B9-422F-8706-AB5306C38EE5}" type="presOf" srcId="{58726E35-2293-44E6-AF3D-157996C51E96}" destId="{40050B64-EE19-40A9-A959-88934F2D5144}" srcOrd="0" destOrd="0" presId="urn:microsoft.com/office/officeart/2005/8/layout/radial4"/>
    <dgm:cxn modelId="{AF1FA3B3-DA8E-410F-8B03-5E11445AA9E1}" srcId="{19A39F93-EB93-4FAA-A086-7B10FFEAF7EB}" destId="{E587B693-37DA-4BFB-B2E1-89D1D654E375}" srcOrd="0" destOrd="0" parTransId="{B71F5164-31B1-4791-86C6-68A37C750B1B}" sibTransId="{57BFF0FF-65C8-48A9-BB8A-68C2E72148EE}"/>
    <dgm:cxn modelId="{B4F9E11D-A54A-423C-AED4-19D2A3999827}" type="presParOf" srcId="{634BFC75-8916-4EA8-A4B7-2CCCD4C715C8}" destId="{D8D040E7-EEB2-4E61-BBBC-E7F57FE2855A}" srcOrd="0" destOrd="0" presId="urn:microsoft.com/office/officeart/2005/8/layout/radial4"/>
    <dgm:cxn modelId="{07CF0662-B5EB-4FF1-B3D2-1DDE629E6AEE}" type="presParOf" srcId="{634BFC75-8916-4EA8-A4B7-2CCCD4C715C8}" destId="{8775E336-C9B4-47A0-864A-AAA54B092AF1}" srcOrd="1" destOrd="0" presId="urn:microsoft.com/office/officeart/2005/8/layout/radial4"/>
    <dgm:cxn modelId="{EB980712-D368-485A-88A1-6FA1559D5F8A}" type="presParOf" srcId="{634BFC75-8916-4EA8-A4B7-2CCCD4C715C8}" destId="{943AABBF-1431-454C-9F55-6E2FF432B52C}" srcOrd="2" destOrd="0" presId="urn:microsoft.com/office/officeart/2005/8/layout/radial4"/>
    <dgm:cxn modelId="{1D09D06E-C355-437F-93A9-9ACE00B7A248}" type="presParOf" srcId="{634BFC75-8916-4EA8-A4B7-2CCCD4C715C8}" destId="{9065E4D6-67C0-4B95-9B44-F286FFF20EF6}" srcOrd="3" destOrd="0" presId="urn:microsoft.com/office/officeart/2005/8/layout/radial4"/>
    <dgm:cxn modelId="{15A28925-1109-422E-85CC-3635C143169D}" type="presParOf" srcId="{634BFC75-8916-4EA8-A4B7-2CCCD4C715C8}" destId="{184BACFA-73E4-42FE-9A34-767A39A03DB2}" srcOrd="4" destOrd="0" presId="urn:microsoft.com/office/officeart/2005/8/layout/radial4"/>
    <dgm:cxn modelId="{CB889DB9-F52E-4F6C-922B-0FD23C868FCC}" type="presParOf" srcId="{634BFC75-8916-4EA8-A4B7-2CCCD4C715C8}" destId="{322F89BD-CA36-450B-836C-969BA27CCB55}" srcOrd="5" destOrd="0" presId="urn:microsoft.com/office/officeart/2005/8/layout/radial4"/>
    <dgm:cxn modelId="{78988579-FCEB-4435-9F59-930A7AA14F71}" type="presParOf" srcId="{634BFC75-8916-4EA8-A4B7-2CCCD4C715C8}" destId="{5A236F5C-5501-4B39-9936-A1E838ED7966}" srcOrd="6" destOrd="0" presId="urn:microsoft.com/office/officeart/2005/8/layout/radial4"/>
    <dgm:cxn modelId="{CFFE5325-8FB4-41F3-9D29-7D796113C218}" type="presParOf" srcId="{634BFC75-8916-4EA8-A4B7-2CCCD4C715C8}" destId="{40EC8045-EDEC-47FB-B02A-151C0718BB9A}" srcOrd="7" destOrd="0" presId="urn:microsoft.com/office/officeart/2005/8/layout/radial4"/>
    <dgm:cxn modelId="{81132A46-E253-41CA-9AF5-E857E17FE8BF}" type="presParOf" srcId="{634BFC75-8916-4EA8-A4B7-2CCCD4C715C8}" destId="{40050B64-EE19-40A9-A959-88934F2D5144}" srcOrd="8" destOrd="0" presId="urn:microsoft.com/office/officeart/2005/8/layout/radial4"/>
    <dgm:cxn modelId="{2DFA7EC2-21F5-44BF-A4F7-AAC1437FB02D}" type="presParOf" srcId="{634BFC75-8916-4EA8-A4B7-2CCCD4C715C8}" destId="{CFB8B1DB-5F07-4453-AE3C-BFEB6C3E4072}" srcOrd="9" destOrd="0" presId="urn:microsoft.com/office/officeart/2005/8/layout/radial4"/>
    <dgm:cxn modelId="{B5CCCA76-756C-4CFC-9D11-D6C83BFFEBCC}" type="presParOf" srcId="{634BFC75-8916-4EA8-A4B7-2CCCD4C715C8}" destId="{96104282-E286-4B02-8059-2469313FE1A8}" srcOrd="10" destOrd="0" presId="urn:microsoft.com/office/officeart/2005/8/layout/radial4"/>
  </dgm:cxnLst>
  <dgm:bg/>
  <dgm:whole/>
  <dgm:extLst>
    <a:ext uri="http://schemas.microsoft.com/office/drawing/2008/diagram">
      <dsp:dataModelExt xmlns:dsp="http://schemas.microsoft.com/office/drawing/2008/diagram" relId="rId5"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3DE57540-DD3B-45CF-BB2E-FCD12EBB2416}" type="doc">
      <dgm:prSet loTypeId="urn:microsoft.com/office/officeart/2005/8/layout/bProcess3" loCatId="process" qsTypeId="urn:microsoft.com/office/officeart/2005/8/quickstyle/simple1" qsCatId="simple" csTypeId="urn:microsoft.com/office/officeart/2005/8/colors/accent2_1" csCatId="accent2" phldr="1"/>
      <dgm:spPr/>
    </dgm:pt>
    <dgm:pt modelId="{ACA58005-D6B5-4BC6-9B4F-67D2BACA8831}">
      <dgm:prSet phldrT="[文本]"/>
      <dgm:spPr/>
      <dgm:t>
        <a:bodyPr/>
        <a:lstStyle/>
        <a:p>
          <a:pPr>
            <a:lnSpc>
              <a:spcPct val="100000"/>
            </a:lnSpc>
            <a:spcBef>
              <a:spcPts val="0"/>
            </a:spcBef>
            <a:spcAft>
              <a:spcPts val="0"/>
            </a:spcAft>
          </a:pPr>
          <a:r>
            <a:rPr lang="zh-CN" altLang="en-US" dirty="0" smtClean="0">
              <a:solidFill>
                <a:schemeClr val="tx1"/>
              </a:solidFill>
            </a:rPr>
            <a:t>明确和界定问题</a:t>
          </a:r>
          <a:endParaRPr lang="zh-CN" altLang="en-US" dirty="0">
            <a:solidFill>
              <a:schemeClr val="tx1"/>
            </a:solidFill>
          </a:endParaRPr>
        </a:p>
      </dgm:t>
    </dgm:pt>
    <dgm:pt modelId="{E3615009-E50A-40B9-875B-FBFF19EEFE72}" cxnId="{A4C07F48-CC8D-47F4-89FE-982D9EE74D1F}" type="parTrans">
      <dgm:prSet/>
      <dgm:spPr/>
      <dgm:t>
        <a:bodyPr/>
        <a:lstStyle/>
        <a:p>
          <a:endParaRPr lang="zh-CN" altLang="en-US"/>
        </a:p>
      </dgm:t>
    </dgm:pt>
    <dgm:pt modelId="{1AAC467D-231E-409E-A179-447532490CE0}" cxnId="{A4C07F48-CC8D-47F4-89FE-982D9EE74D1F}" type="sibTrans">
      <dgm:prSet/>
      <dgm:spPr/>
      <dgm:t>
        <a:bodyPr/>
        <a:lstStyle/>
        <a:p>
          <a:endParaRPr lang="zh-CN" altLang="en-US"/>
        </a:p>
      </dgm:t>
    </dgm:pt>
    <dgm:pt modelId="{03A71384-2BEB-432E-8351-4D76B7B57883}">
      <dgm:prSet phldrT="[文本]"/>
      <dgm:spPr/>
      <dgm:t>
        <a:bodyPr/>
        <a:lstStyle/>
        <a:p>
          <a:pPr>
            <a:lnSpc>
              <a:spcPct val="100000"/>
            </a:lnSpc>
            <a:spcBef>
              <a:spcPts val="0"/>
            </a:spcBef>
            <a:spcAft>
              <a:spcPts val="0"/>
            </a:spcAft>
          </a:pPr>
          <a:r>
            <a:rPr lang="zh-CN" altLang="zh-CN" dirty="0" smtClean="0">
              <a:solidFill>
                <a:schemeClr val="tx1"/>
              </a:solidFill>
            </a:rPr>
            <a:t>分析目标及其轻重次序</a:t>
          </a:r>
          <a:endParaRPr lang="zh-CN" altLang="en-US" dirty="0">
            <a:solidFill>
              <a:schemeClr val="tx1"/>
            </a:solidFill>
          </a:endParaRPr>
        </a:p>
      </dgm:t>
    </dgm:pt>
    <dgm:pt modelId="{A8A8A32C-035D-48AB-8076-B6B76F38B9DA}" cxnId="{902AB064-7422-4610-87F2-2704C08081BB}" type="parTrans">
      <dgm:prSet/>
      <dgm:spPr/>
      <dgm:t>
        <a:bodyPr/>
        <a:lstStyle/>
        <a:p>
          <a:endParaRPr lang="zh-CN" altLang="en-US"/>
        </a:p>
      </dgm:t>
    </dgm:pt>
    <dgm:pt modelId="{58DB475A-D631-4CCE-B9C8-BA322AB65FE2}" cxnId="{902AB064-7422-4610-87F2-2704C08081BB}" type="sibTrans">
      <dgm:prSet/>
      <dgm:spPr/>
      <dgm:t>
        <a:bodyPr/>
        <a:lstStyle/>
        <a:p>
          <a:endParaRPr lang="zh-CN" altLang="en-US"/>
        </a:p>
      </dgm:t>
    </dgm:pt>
    <dgm:pt modelId="{F80B69ED-9FFF-4FC1-B6CF-6419DB42C3EE}">
      <dgm:prSet/>
      <dgm:spPr/>
      <dgm:t>
        <a:bodyPr/>
        <a:lstStyle/>
        <a:p>
          <a:pPr>
            <a:lnSpc>
              <a:spcPct val="100000"/>
            </a:lnSpc>
            <a:spcBef>
              <a:spcPts val="0"/>
            </a:spcBef>
            <a:spcAft>
              <a:spcPts val="0"/>
            </a:spcAft>
          </a:pPr>
          <a:r>
            <a:rPr lang="zh-CN" altLang="zh-CN" dirty="0" smtClean="0">
              <a:solidFill>
                <a:schemeClr val="tx1"/>
              </a:solidFill>
            </a:rPr>
            <a:t>寻找所有可能的行动方案</a:t>
          </a:r>
          <a:endParaRPr lang="en-US" altLang="zh-CN" dirty="0" smtClean="0">
            <a:solidFill>
              <a:schemeClr val="tx1"/>
            </a:solidFill>
          </a:endParaRPr>
        </a:p>
      </dgm:t>
    </dgm:pt>
    <dgm:pt modelId="{D49D0E29-3D8D-4E47-B660-3FE45BA095FF}" cxnId="{69BE26EF-A9CC-477A-9DD4-80D4D1190F0D}" type="parTrans">
      <dgm:prSet/>
      <dgm:spPr/>
      <dgm:t>
        <a:bodyPr/>
        <a:lstStyle/>
        <a:p>
          <a:endParaRPr lang="zh-CN" altLang="en-US"/>
        </a:p>
      </dgm:t>
    </dgm:pt>
    <dgm:pt modelId="{D597A09C-528A-4E0B-AE29-620CC39FBB2C}" cxnId="{69BE26EF-A9CC-477A-9DD4-80D4D1190F0D}" type="sibTrans">
      <dgm:prSet/>
      <dgm:spPr/>
      <dgm:t>
        <a:bodyPr/>
        <a:lstStyle/>
        <a:p>
          <a:endParaRPr lang="zh-CN" altLang="en-US"/>
        </a:p>
      </dgm:t>
    </dgm:pt>
    <dgm:pt modelId="{84F43CE3-1317-4160-930B-4C82947F3E28}">
      <dgm:prSet/>
      <dgm:spPr/>
      <dgm:t>
        <a:bodyPr/>
        <a:lstStyle/>
        <a:p>
          <a:pPr>
            <a:lnSpc>
              <a:spcPct val="100000"/>
            </a:lnSpc>
            <a:spcBef>
              <a:spcPts val="0"/>
            </a:spcBef>
            <a:spcAft>
              <a:spcPts val="0"/>
            </a:spcAft>
          </a:pPr>
          <a:r>
            <a:rPr lang="zh-CN" altLang="zh-CN" dirty="0" smtClean="0">
              <a:solidFill>
                <a:schemeClr val="tx1"/>
              </a:solidFill>
            </a:rPr>
            <a:t>预测每个方案的所有可能结果</a:t>
          </a:r>
          <a:endParaRPr lang="en-US" altLang="zh-CN" dirty="0" smtClean="0">
            <a:solidFill>
              <a:schemeClr val="tx1"/>
            </a:solidFill>
          </a:endParaRPr>
        </a:p>
      </dgm:t>
    </dgm:pt>
    <dgm:pt modelId="{A049CB61-B1B5-4921-9281-EB6B11715FEF}" cxnId="{AB67F287-A3BB-4CA9-AD44-F852BF75C988}" type="parTrans">
      <dgm:prSet/>
      <dgm:spPr/>
      <dgm:t>
        <a:bodyPr/>
        <a:lstStyle/>
        <a:p>
          <a:endParaRPr lang="zh-CN" altLang="en-US"/>
        </a:p>
      </dgm:t>
    </dgm:pt>
    <dgm:pt modelId="{D2A845A8-C83C-4F30-A6D1-F45D6B503968}" cxnId="{AB67F287-A3BB-4CA9-AD44-F852BF75C988}" type="sibTrans">
      <dgm:prSet/>
      <dgm:spPr/>
      <dgm:t>
        <a:bodyPr/>
        <a:lstStyle/>
        <a:p>
          <a:endParaRPr lang="zh-CN" altLang="en-US"/>
        </a:p>
      </dgm:t>
    </dgm:pt>
    <dgm:pt modelId="{1FE49383-3256-46C7-82A8-E91446807084}">
      <dgm:prSet/>
      <dgm:spPr/>
      <dgm:t>
        <a:bodyPr/>
        <a:lstStyle/>
        <a:p>
          <a:pPr>
            <a:lnSpc>
              <a:spcPct val="100000"/>
            </a:lnSpc>
            <a:spcBef>
              <a:spcPts val="0"/>
            </a:spcBef>
            <a:spcAft>
              <a:spcPts val="0"/>
            </a:spcAft>
          </a:pPr>
          <a:r>
            <a:rPr lang="zh-CN" altLang="zh-CN" dirty="0" smtClean="0">
              <a:solidFill>
                <a:schemeClr val="tx1"/>
              </a:solidFill>
            </a:rPr>
            <a:t>比较每个方案实现目标的程度</a:t>
          </a:r>
          <a:endParaRPr lang="en-US" altLang="zh-CN" dirty="0" smtClean="0">
            <a:solidFill>
              <a:schemeClr val="tx1"/>
            </a:solidFill>
          </a:endParaRPr>
        </a:p>
      </dgm:t>
    </dgm:pt>
    <dgm:pt modelId="{B65F64CE-8FAA-49A7-BA69-43EACBD5E604}" cxnId="{19C6FF8A-6860-440C-8030-DB04EEA3A726}" type="parTrans">
      <dgm:prSet/>
      <dgm:spPr/>
      <dgm:t>
        <a:bodyPr/>
        <a:lstStyle/>
        <a:p>
          <a:endParaRPr lang="zh-CN" altLang="en-US"/>
        </a:p>
      </dgm:t>
    </dgm:pt>
    <dgm:pt modelId="{C54BD8F3-BBBC-4980-B18A-A6C41F39C9D0}" cxnId="{19C6FF8A-6860-440C-8030-DB04EEA3A726}" type="sibTrans">
      <dgm:prSet/>
      <dgm:spPr/>
      <dgm:t>
        <a:bodyPr/>
        <a:lstStyle/>
        <a:p>
          <a:endParaRPr lang="zh-CN" altLang="en-US"/>
        </a:p>
      </dgm:t>
    </dgm:pt>
    <dgm:pt modelId="{57C5C98E-28D0-4D00-A27F-2E24FC914D46}">
      <dgm:prSet/>
      <dgm:spPr/>
      <dgm:t>
        <a:bodyPr/>
        <a:lstStyle/>
        <a:p>
          <a:pPr>
            <a:lnSpc>
              <a:spcPct val="100000"/>
            </a:lnSpc>
            <a:spcBef>
              <a:spcPts val="0"/>
            </a:spcBef>
            <a:spcAft>
              <a:spcPts val="0"/>
            </a:spcAft>
          </a:pPr>
          <a:r>
            <a:rPr lang="zh-CN" altLang="zh-CN" dirty="0" smtClean="0">
              <a:solidFill>
                <a:schemeClr val="tx1"/>
              </a:solidFill>
            </a:rPr>
            <a:t>选择能够最大限度地实现目标的方案</a:t>
          </a:r>
          <a:endParaRPr lang="zh-CN" altLang="en-US" dirty="0">
            <a:solidFill>
              <a:schemeClr val="tx1"/>
            </a:solidFill>
          </a:endParaRPr>
        </a:p>
      </dgm:t>
    </dgm:pt>
    <dgm:pt modelId="{6D6F3F7C-1A11-46AA-A98B-4656FA56C9D5}" cxnId="{2BF5BF39-0769-4F6C-A5BC-1BCD2C649987}" type="parTrans">
      <dgm:prSet/>
      <dgm:spPr/>
      <dgm:t>
        <a:bodyPr/>
        <a:lstStyle/>
        <a:p>
          <a:endParaRPr lang="zh-CN" altLang="en-US"/>
        </a:p>
      </dgm:t>
    </dgm:pt>
    <dgm:pt modelId="{E5134547-5F31-45C0-8DCB-D0735190DE3E}" cxnId="{2BF5BF39-0769-4F6C-A5BC-1BCD2C649987}" type="sibTrans">
      <dgm:prSet/>
      <dgm:spPr/>
      <dgm:t>
        <a:bodyPr/>
        <a:lstStyle/>
        <a:p>
          <a:endParaRPr lang="zh-CN" altLang="en-US"/>
        </a:p>
      </dgm:t>
    </dgm:pt>
    <dgm:pt modelId="{63B0AB47-6C17-4778-86FB-A5E0FFD0EE82}" type="pres">
      <dgm:prSet presAssocID="{3DE57540-DD3B-45CF-BB2E-FCD12EBB2416}" presName="Name0" presStyleCnt="0">
        <dgm:presLayoutVars>
          <dgm:dir/>
          <dgm:resizeHandles val="exact"/>
        </dgm:presLayoutVars>
      </dgm:prSet>
      <dgm:spPr/>
    </dgm:pt>
    <dgm:pt modelId="{8731018B-A3BD-45BB-A141-5926EE40B782}" type="pres">
      <dgm:prSet presAssocID="{ACA58005-D6B5-4BC6-9B4F-67D2BACA8831}" presName="node" presStyleLbl="node1" presStyleIdx="0" presStyleCnt="6">
        <dgm:presLayoutVars>
          <dgm:bulletEnabled val="1"/>
        </dgm:presLayoutVars>
      </dgm:prSet>
      <dgm:spPr/>
      <dgm:t>
        <a:bodyPr/>
        <a:lstStyle/>
        <a:p>
          <a:endParaRPr lang="zh-CN" altLang="en-US"/>
        </a:p>
      </dgm:t>
    </dgm:pt>
    <dgm:pt modelId="{33C6B994-83BA-4DF9-A626-F31A1D1C6193}" type="pres">
      <dgm:prSet presAssocID="{1AAC467D-231E-409E-A179-447532490CE0}" presName="sibTrans" presStyleLbl="sibTrans1D1" presStyleIdx="0" presStyleCnt="5"/>
      <dgm:spPr/>
      <dgm:t>
        <a:bodyPr/>
        <a:lstStyle/>
        <a:p>
          <a:endParaRPr lang="zh-CN" altLang="en-US"/>
        </a:p>
      </dgm:t>
    </dgm:pt>
    <dgm:pt modelId="{BB29EB90-13ED-4F49-92BC-5619A53A6BF6}" type="pres">
      <dgm:prSet presAssocID="{1AAC467D-231E-409E-A179-447532490CE0}" presName="connectorText" presStyleLbl="sibTrans1D1" presStyleIdx="0" presStyleCnt="5"/>
      <dgm:spPr/>
      <dgm:t>
        <a:bodyPr/>
        <a:lstStyle/>
        <a:p>
          <a:endParaRPr lang="zh-CN" altLang="en-US"/>
        </a:p>
      </dgm:t>
    </dgm:pt>
    <dgm:pt modelId="{2763AF08-7F4D-465D-A026-6E17C8CE36E8}" type="pres">
      <dgm:prSet presAssocID="{03A71384-2BEB-432E-8351-4D76B7B57883}" presName="node" presStyleLbl="node1" presStyleIdx="1" presStyleCnt="6">
        <dgm:presLayoutVars>
          <dgm:bulletEnabled val="1"/>
        </dgm:presLayoutVars>
      </dgm:prSet>
      <dgm:spPr/>
      <dgm:t>
        <a:bodyPr/>
        <a:lstStyle/>
        <a:p>
          <a:endParaRPr lang="zh-CN" altLang="en-US"/>
        </a:p>
      </dgm:t>
    </dgm:pt>
    <dgm:pt modelId="{BC7E76CE-1B06-4DF7-9E51-6C5BBF14931E}" type="pres">
      <dgm:prSet presAssocID="{58DB475A-D631-4CCE-B9C8-BA322AB65FE2}" presName="sibTrans" presStyleLbl="sibTrans1D1" presStyleIdx="1" presStyleCnt="5"/>
      <dgm:spPr/>
      <dgm:t>
        <a:bodyPr/>
        <a:lstStyle/>
        <a:p>
          <a:endParaRPr lang="zh-CN" altLang="en-US"/>
        </a:p>
      </dgm:t>
    </dgm:pt>
    <dgm:pt modelId="{57023F5B-BFBE-402A-950F-853619867A82}" type="pres">
      <dgm:prSet presAssocID="{58DB475A-D631-4CCE-B9C8-BA322AB65FE2}" presName="connectorText" presStyleLbl="sibTrans1D1" presStyleIdx="1" presStyleCnt="5"/>
      <dgm:spPr/>
      <dgm:t>
        <a:bodyPr/>
        <a:lstStyle/>
        <a:p>
          <a:endParaRPr lang="zh-CN" altLang="en-US"/>
        </a:p>
      </dgm:t>
    </dgm:pt>
    <dgm:pt modelId="{134735CE-477D-4D4A-B7AE-FC65B926751C}" type="pres">
      <dgm:prSet presAssocID="{F80B69ED-9FFF-4FC1-B6CF-6419DB42C3EE}" presName="node" presStyleLbl="node1" presStyleIdx="2" presStyleCnt="6">
        <dgm:presLayoutVars>
          <dgm:bulletEnabled val="1"/>
        </dgm:presLayoutVars>
      </dgm:prSet>
      <dgm:spPr/>
      <dgm:t>
        <a:bodyPr/>
        <a:lstStyle/>
        <a:p>
          <a:endParaRPr lang="zh-CN" altLang="en-US"/>
        </a:p>
      </dgm:t>
    </dgm:pt>
    <dgm:pt modelId="{5C2C6AE7-C153-4368-8766-6DC87542EC57}" type="pres">
      <dgm:prSet presAssocID="{D597A09C-528A-4E0B-AE29-620CC39FBB2C}" presName="sibTrans" presStyleLbl="sibTrans1D1" presStyleIdx="2" presStyleCnt="5"/>
      <dgm:spPr/>
      <dgm:t>
        <a:bodyPr/>
        <a:lstStyle/>
        <a:p>
          <a:endParaRPr lang="zh-CN" altLang="en-US"/>
        </a:p>
      </dgm:t>
    </dgm:pt>
    <dgm:pt modelId="{00E193DB-4FE2-4353-839B-05286A35B40A}" type="pres">
      <dgm:prSet presAssocID="{D597A09C-528A-4E0B-AE29-620CC39FBB2C}" presName="connectorText" presStyleLbl="sibTrans1D1" presStyleIdx="2" presStyleCnt="5"/>
      <dgm:spPr/>
      <dgm:t>
        <a:bodyPr/>
        <a:lstStyle/>
        <a:p>
          <a:endParaRPr lang="zh-CN" altLang="en-US"/>
        </a:p>
      </dgm:t>
    </dgm:pt>
    <dgm:pt modelId="{08375962-28EE-4EB3-9FA0-1D66C54A77AE}" type="pres">
      <dgm:prSet presAssocID="{84F43CE3-1317-4160-930B-4C82947F3E28}" presName="node" presStyleLbl="node1" presStyleIdx="3" presStyleCnt="6">
        <dgm:presLayoutVars>
          <dgm:bulletEnabled val="1"/>
        </dgm:presLayoutVars>
      </dgm:prSet>
      <dgm:spPr/>
      <dgm:t>
        <a:bodyPr/>
        <a:lstStyle/>
        <a:p>
          <a:endParaRPr lang="zh-CN" altLang="en-US"/>
        </a:p>
      </dgm:t>
    </dgm:pt>
    <dgm:pt modelId="{F1CFE842-1D99-488F-A2DD-559551D0FC2D}" type="pres">
      <dgm:prSet presAssocID="{D2A845A8-C83C-4F30-A6D1-F45D6B503968}" presName="sibTrans" presStyleLbl="sibTrans1D1" presStyleIdx="3" presStyleCnt="5"/>
      <dgm:spPr/>
      <dgm:t>
        <a:bodyPr/>
        <a:lstStyle/>
        <a:p>
          <a:endParaRPr lang="zh-CN" altLang="en-US"/>
        </a:p>
      </dgm:t>
    </dgm:pt>
    <dgm:pt modelId="{258F2C16-F0E5-4983-8FD0-F81EF572E568}" type="pres">
      <dgm:prSet presAssocID="{D2A845A8-C83C-4F30-A6D1-F45D6B503968}" presName="connectorText" presStyleLbl="sibTrans1D1" presStyleIdx="3" presStyleCnt="5"/>
      <dgm:spPr/>
      <dgm:t>
        <a:bodyPr/>
        <a:lstStyle/>
        <a:p>
          <a:endParaRPr lang="zh-CN" altLang="en-US"/>
        </a:p>
      </dgm:t>
    </dgm:pt>
    <dgm:pt modelId="{ECDFBAA9-6576-49B2-9EFE-A4AEA95CFBF9}" type="pres">
      <dgm:prSet presAssocID="{1FE49383-3256-46C7-82A8-E91446807084}" presName="node" presStyleLbl="node1" presStyleIdx="4" presStyleCnt="6">
        <dgm:presLayoutVars>
          <dgm:bulletEnabled val="1"/>
        </dgm:presLayoutVars>
      </dgm:prSet>
      <dgm:spPr/>
      <dgm:t>
        <a:bodyPr/>
        <a:lstStyle/>
        <a:p>
          <a:endParaRPr lang="zh-CN" altLang="en-US"/>
        </a:p>
      </dgm:t>
    </dgm:pt>
    <dgm:pt modelId="{5740C238-317B-4352-9E02-5E5C10157186}" type="pres">
      <dgm:prSet presAssocID="{C54BD8F3-BBBC-4980-B18A-A6C41F39C9D0}" presName="sibTrans" presStyleLbl="sibTrans1D1" presStyleIdx="4" presStyleCnt="5"/>
      <dgm:spPr/>
      <dgm:t>
        <a:bodyPr/>
        <a:lstStyle/>
        <a:p>
          <a:endParaRPr lang="zh-CN" altLang="en-US"/>
        </a:p>
      </dgm:t>
    </dgm:pt>
    <dgm:pt modelId="{3D4DF96D-6993-489E-BE7C-6BACD6D7DF72}" type="pres">
      <dgm:prSet presAssocID="{C54BD8F3-BBBC-4980-B18A-A6C41F39C9D0}" presName="connectorText" presStyleLbl="sibTrans1D1" presStyleIdx="4" presStyleCnt="5"/>
      <dgm:spPr/>
      <dgm:t>
        <a:bodyPr/>
        <a:lstStyle/>
        <a:p>
          <a:endParaRPr lang="zh-CN" altLang="en-US"/>
        </a:p>
      </dgm:t>
    </dgm:pt>
    <dgm:pt modelId="{983E80E4-BCBD-4FDF-8AA6-66C4FB74FF2E}" type="pres">
      <dgm:prSet presAssocID="{57C5C98E-28D0-4D00-A27F-2E24FC914D46}" presName="node" presStyleLbl="node1" presStyleIdx="5" presStyleCnt="6">
        <dgm:presLayoutVars>
          <dgm:bulletEnabled val="1"/>
        </dgm:presLayoutVars>
      </dgm:prSet>
      <dgm:spPr/>
      <dgm:t>
        <a:bodyPr/>
        <a:lstStyle/>
        <a:p>
          <a:endParaRPr lang="zh-CN" altLang="en-US"/>
        </a:p>
      </dgm:t>
    </dgm:pt>
  </dgm:ptLst>
  <dgm:cxnLst>
    <dgm:cxn modelId="{DA82953C-BDCD-4017-9050-57B4E146229A}" type="presOf" srcId="{F80B69ED-9FFF-4FC1-B6CF-6419DB42C3EE}" destId="{134735CE-477D-4D4A-B7AE-FC65B926751C}" srcOrd="0" destOrd="0" presId="urn:microsoft.com/office/officeart/2005/8/layout/bProcess3"/>
    <dgm:cxn modelId="{27D244D5-7A32-44F2-9F79-BD2106BD551E}" type="presOf" srcId="{C54BD8F3-BBBC-4980-B18A-A6C41F39C9D0}" destId="{5740C238-317B-4352-9E02-5E5C10157186}" srcOrd="0" destOrd="0" presId="urn:microsoft.com/office/officeart/2005/8/layout/bProcess3"/>
    <dgm:cxn modelId="{A4C07F48-CC8D-47F4-89FE-982D9EE74D1F}" srcId="{3DE57540-DD3B-45CF-BB2E-FCD12EBB2416}" destId="{ACA58005-D6B5-4BC6-9B4F-67D2BACA8831}" srcOrd="0" destOrd="0" parTransId="{E3615009-E50A-40B9-875B-FBFF19EEFE72}" sibTransId="{1AAC467D-231E-409E-A179-447532490CE0}"/>
    <dgm:cxn modelId="{19C6FF8A-6860-440C-8030-DB04EEA3A726}" srcId="{3DE57540-DD3B-45CF-BB2E-FCD12EBB2416}" destId="{1FE49383-3256-46C7-82A8-E91446807084}" srcOrd="4" destOrd="0" parTransId="{B65F64CE-8FAA-49A7-BA69-43EACBD5E604}" sibTransId="{C54BD8F3-BBBC-4980-B18A-A6C41F39C9D0}"/>
    <dgm:cxn modelId="{52EE53DE-3A3D-4076-863C-F8CF2E451560}" type="presOf" srcId="{1FE49383-3256-46C7-82A8-E91446807084}" destId="{ECDFBAA9-6576-49B2-9EFE-A4AEA95CFBF9}" srcOrd="0" destOrd="0" presId="urn:microsoft.com/office/officeart/2005/8/layout/bProcess3"/>
    <dgm:cxn modelId="{66C4CC6A-4312-4BA6-AAB3-D1118E6BB043}" type="presOf" srcId="{58DB475A-D631-4CCE-B9C8-BA322AB65FE2}" destId="{BC7E76CE-1B06-4DF7-9E51-6C5BBF14931E}" srcOrd="0" destOrd="0" presId="urn:microsoft.com/office/officeart/2005/8/layout/bProcess3"/>
    <dgm:cxn modelId="{2BF5BF39-0769-4F6C-A5BC-1BCD2C649987}" srcId="{3DE57540-DD3B-45CF-BB2E-FCD12EBB2416}" destId="{57C5C98E-28D0-4D00-A27F-2E24FC914D46}" srcOrd="5" destOrd="0" parTransId="{6D6F3F7C-1A11-46AA-A98B-4656FA56C9D5}" sibTransId="{E5134547-5F31-45C0-8DCB-D0735190DE3E}"/>
    <dgm:cxn modelId="{902AB064-7422-4610-87F2-2704C08081BB}" srcId="{3DE57540-DD3B-45CF-BB2E-FCD12EBB2416}" destId="{03A71384-2BEB-432E-8351-4D76B7B57883}" srcOrd="1" destOrd="0" parTransId="{A8A8A32C-035D-48AB-8076-B6B76F38B9DA}" sibTransId="{58DB475A-D631-4CCE-B9C8-BA322AB65FE2}"/>
    <dgm:cxn modelId="{2BB3584B-84A6-4642-B0AB-52CDCC3BC23F}" type="presOf" srcId="{D597A09C-528A-4E0B-AE29-620CC39FBB2C}" destId="{5C2C6AE7-C153-4368-8766-6DC87542EC57}" srcOrd="0" destOrd="0" presId="urn:microsoft.com/office/officeart/2005/8/layout/bProcess3"/>
    <dgm:cxn modelId="{F666612F-4555-4267-A5C2-6DD21C424056}" type="presOf" srcId="{57C5C98E-28D0-4D00-A27F-2E24FC914D46}" destId="{983E80E4-BCBD-4FDF-8AA6-66C4FB74FF2E}" srcOrd="0" destOrd="0" presId="urn:microsoft.com/office/officeart/2005/8/layout/bProcess3"/>
    <dgm:cxn modelId="{D17B3B97-CBC3-4C98-BA7F-AD194D283B6B}" type="presOf" srcId="{58DB475A-D631-4CCE-B9C8-BA322AB65FE2}" destId="{57023F5B-BFBE-402A-950F-853619867A82}" srcOrd="1" destOrd="0" presId="urn:microsoft.com/office/officeart/2005/8/layout/bProcess3"/>
    <dgm:cxn modelId="{73D459DE-D337-49AB-B4C1-3B7D7AE48242}" type="presOf" srcId="{ACA58005-D6B5-4BC6-9B4F-67D2BACA8831}" destId="{8731018B-A3BD-45BB-A141-5926EE40B782}" srcOrd="0" destOrd="0" presId="urn:microsoft.com/office/officeart/2005/8/layout/bProcess3"/>
    <dgm:cxn modelId="{B66F08E3-A37B-42E8-9C0A-58B056F41B9D}" type="presOf" srcId="{1AAC467D-231E-409E-A179-447532490CE0}" destId="{33C6B994-83BA-4DF9-A626-F31A1D1C6193}" srcOrd="0" destOrd="0" presId="urn:microsoft.com/office/officeart/2005/8/layout/bProcess3"/>
    <dgm:cxn modelId="{310FECDE-2E3F-4CD7-A967-92A838665A70}" type="presOf" srcId="{84F43CE3-1317-4160-930B-4C82947F3E28}" destId="{08375962-28EE-4EB3-9FA0-1D66C54A77AE}" srcOrd="0" destOrd="0" presId="urn:microsoft.com/office/officeart/2005/8/layout/bProcess3"/>
    <dgm:cxn modelId="{CED67DA1-771F-4800-844D-37038E41EC78}" type="presOf" srcId="{3DE57540-DD3B-45CF-BB2E-FCD12EBB2416}" destId="{63B0AB47-6C17-4778-86FB-A5E0FFD0EE82}" srcOrd="0" destOrd="0" presId="urn:microsoft.com/office/officeart/2005/8/layout/bProcess3"/>
    <dgm:cxn modelId="{C95D0BCE-AC81-4696-AA25-976A923457F1}" type="presOf" srcId="{03A71384-2BEB-432E-8351-4D76B7B57883}" destId="{2763AF08-7F4D-465D-A026-6E17C8CE36E8}" srcOrd="0" destOrd="0" presId="urn:microsoft.com/office/officeart/2005/8/layout/bProcess3"/>
    <dgm:cxn modelId="{B91C2789-7EC4-4290-820A-5CD4186F839F}" type="presOf" srcId="{D597A09C-528A-4E0B-AE29-620CC39FBB2C}" destId="{00E193DB-4FE2-4353-839B-05286A35B40A}" srcOrd="1" destOrd="0" presId="urn:microsoft.com/office/officeart/2005/8/layout/bProcess3"/>
    <dgm:cxn modelId="{AB67F287-A3BB-4CA9-AD44-F852BF75C988}" srcId="{3DE57540-DD3B-45CF-BB2E-FCD12EBB2416}" destId="{84F43CE3-1317-4160-930B-4C82947F3E28}" srcOrd="3" destOrd="0" parTransId="{A049CB61-B1B5-4921-9281-EB6B11715FEF}" sibTransId="{D2A845A8-C83C-4F30-A6D1-F45D6B503968}"/>
    <dgm:cxn modelId="{D787DF43-6631-4584-88C7-DEAA25ABB541}" type="presOf" srcId="{1AAC467D-231E-409E-A179-447532490CE0}" destId="{BB29EB90-13ED-4F49-92BC-5619A53A6BF6}" srcOrd="1" destOrd="0" presId="urn:microsoft.com/office/officeart/2005/8/layout/bProcess3"/>
    <dgm:cxn modelId="{ADFFA57C-9E4E-4EF9-A4D5-68A825410665}" type="presOf" srcId="{D2A845A8-C83C-4F30-A6D1-F45D6B503968}" destId="{258F2C16-F0E5-4983-8FD0-F81EF572E568}" srcOrd="1" destOrd="0" presId="urn:microsoft.com/office/officeart/2005/8/layout/bProcess3"/>
    <dgm:cxn modelId="{62592871-49DC-45E3-8B63-288A760F034B}" type="presOf" srcId="{C54BD8F3-BBBC-4980-B18A-A6C41F39C9D0}" destId="{3D4DF96D-6993-489E-BE7C-6BACD6D7DF72}" srcOrd="1" destOrd="0" presId="urn:microsoft.com/office/officeart/2005/8/layout/bProcess3"/>
    <dgm:cxn modelId="{D1C3D416-BB61-4FA6-996A-764EB3028671}" type="presOf" srcId="{D2A845A8-C83C-4F30-A6D1-F45D6B503968}" destId="{F1CFE842-1D99-488F-A2DD-559551D0FC2D}" srcOrd="0" destOrd="0" presId="urn:microsoft.com/office/officeart/2005/8/layout/bProcess3"/>
    <dgm:cxn modelId="{69BE26EF-A9CC-477A-9DD4-80D4D1190F0D}" srcId="{3DE57540-DD3B-45CF-BB2E-FCD12EBB2416}" destId="{F80B69ED-9FFF-4FC1-B6CF-6419DB42C3EE}" srcOrd="2" destOrd="0" parTransId="{D49D0E29-3D8D-4E47-B660-3FE45BA095FF}" sibTransId="{D597A09C-528A-4E0B-AE29-620CC39FBB2C}"/>
    <dgm:cxn modelId="{D0C0125C-03A3-4475-A192-7473821CCBAA}" type="presParOf" srcId="{63B0AB47-6C17-4778-86FB-A5E0FFD0EE82}" destId="{8731018B-A3BD-45BB-A141-5926EE40B782}" srcOrd="0" destOrd="0" presId="urn:microsoft.com/office/officeart/2005/8/layout/bProcess3"/>
    <dgm:cxn modelId="{9CD58F68-A59F-49C7-B278-D68EF71932B0}" type="presParOf" srcId="{63B0AB47-6C17-4778-86FB-A5E0FFD0EE82}" destId="{33C6B994-83BA-4DF9-A626-F31A1D1C6193}" srcOrd="1" destOrd="0" presId="urn:microsoft.com/office/officeart/2005/8/layout/bProcess3"/>
    <dgm:cxn modelId="{75ABE58F-E1D8-46DB-8283-FD5AB1CC1C76}" type="presParOf" srcId="{33C6B994-83BA-4DF9-A626-F31A1D1C6193}" destId="{BB29EB90-13ED-4F49-92BC-5619A53A6BF6}" srcOrd="0" destOrd="0" presId="urn:microsoft.com/office/officeart/2005/8/layout/bProcess3"/>
    <dgm:cxn modelId="{1229D19A-960B-4E4D-9E72-4ABD80B40CFF}" type="presParOf" srcId="{63B0AB47-6C17-4778-86FB-A5E0FFD0EE82}" destId="{2763AF08-7F4D-465D-A026-6E17C8CE36E8}" srcOrd="2" destOrd="0" presId="urn:microsoft.com/office/officeart/2005/8/layout/bProcess3"/>
    <dgm:cxn modelId="{FA25C978-96D5-4710-9C32-EB096A68FB81}" type="presParOf" srcId="{63B0AB47-6C17-4778-86FB-A5E0FFD0EE82}" destId="{BC7E76CE-1B06-4DF7-9E51-6C5BBF14931E}" srcOrd="3" destOrd="0" presId="urn:microsoft.com/office/officeart/2005/8/layout/bProcess3"/>
    <dgm:cxn modelId="{994FBBD9-8CAB-40A0-A17D-3E2E9D07D325}" type="presParOf" srcId="{BC7E76CE-1B06-4DF7-9E51-6C5BBF14931E}" destId="{57023F5B-BFBE-402A-950F-853619867A82}" srcOrd="0" destOrd="0" presId="urn:microsoft.com/office/officeart/2005/8/layout/bProcess3"/>
    <dgm:cxn modelId="{AD99E247-841F-4800-AC45-5A1F39A5D4A3}" type="presParOf" srcId="{63B0AB47-6C17-4778-86FB-A5E0FFD0EE82}" destId="{134735CE-477D-4D4A-B7AE-FC65B926751C}" srcOrd="4" destOrd="0" presId="urn:microsoft.com/office/officeart/2005/8/layout/bProcess3"/>
    <dgm:cxn modelId="{FC8B3F76-0AB1-4F7D-B890-559F3D2CA16D}" type="presParOf" srcId="{63B0AB47-6C17-4778-86FB-A5E0FFD0EE82}" destId="{5C2C6AE7-C153-4368-8766-6DC87542EC57}" srcOrd="5" destOrd="0" presId="urn:microsoft.com/office/officeart/2005/8/layout/bProcess3"/>
    <dgm:cxn modelId="{498CE5EE-9751-405D-80A9-9CFA5C097D82}" type="presParOf" srcId="{5C2C6AE7-C153-4368-8766-6DC87542EC57}" destId="{00E193DB-4FE2-4353-839B-05286A35B40A}" srcOrd="0" destOrd="0" presId="urn:microsoft.com/office/officeart/2005/8/layout/bProcess3"/>
    <dgm:cxn modelId="{493D5FFF-4FF0-4E96-8808-3E0A7A64DDFC}" type="presParOf" srcId="{63B0AB47-6C17-4778-86FB-A5E0FFD0EE82}" destId="{08375962-28EE-4EB3-9FA0-1D66C54A77AE}" srcOrd="6" destOrd="0" presId="urn:microsoft.com/office/officeart/2005/8/layout/bProcess3"/>
    <dgm:cxn modelId="{78A6FD8D-386E-49A0-B193-264C332057DD}" type="presParOf" srcId="{63B0AB47-6C17-4778-86FB-A5E0FFD0EE82}" destId="{F1CFE842-1D99-488F-A2DD-559551D0FC2D}" srcOrd="7" destOrd="0" presId="urn:microsoft.com/office/officeart/2005/8/layout/bProcess3"/>
    <dgm:cxn modelId="{EFCEF333-13B7-440B-AEBC-0EEED84C00F6}" type="presParOf" srcId="{F1CFE842-1D99-488F-A2DD-559551D0FC2D}" destId="{258F2C16-F0E5-4983-8FD0-F81EF572E568}" srcOrd="0" destOrd="0" presId="urn:microsoft.com/office/officeart/2005/8/layout/bProcess3"/>
    <dgm:cxn modelId="{5B384216-D733-448A-8052-D4FD988E092B}" type="presParOf" srcId="{63B0AB47-6C17-4778-86FB-A5E0FFD0EE82}" destId="{ECDFBAA9-6576-49B2-9EFE-A4AEA95CFBF9}" srcOrd="8" destOrd="0" presId="urn:microsoft.com/office/officeart/2005/8/layout/bProcess3"/>
    <dgm:cxn modelId="{FBFEE2B6-5108-4B91-B76C-A5F032CCD941}" type="presParOf" srcId="{63B0AB47-6C17-4778-86FB-A5E0FFD0EE82}" destId="{5740C238-317B-4352-9E02-5E5C10157186}" srcOrd="9" destOrd="0" presId="urn:microsoft.com/office/officeart/2005/8/layout/bProcess3"/>
    <dgm:cxn modelId="{86AFF8F3-F854-414B-B85E-BF3912D5857D}" type="presParOf" srcId="{5740C238-317B-4352-9E02-5E5C10157186}" destId="{3D4DF96D-6993-489E-BE7C-6BACD6D7DF72}" srcOrd="0" destOrd="0" presId="urn:microsoft.com/office/officeart/2005/8/layout/bProcess3"/>
    <dgm:cxn modelId="{54FF19F1-F87E-4DE5-8FFD-824BFA4DB80C}" type="presParOf" srcId="{63B0AB47-6C17-4778-86FB-A5E0FFD0EE82}" destId="{983E80E4-BCBD-4FDF-8AA6-66C4FB74FF2E}" srcOrd="10" destOrd="0" presId="urn:microsoft.com/office/officeart/2005/8/layout/bProcess3"/>
  </dgm:cxnLst>
  <dgm:bg/>
  <dgm:whole/>
  <dgm:extLst>
    <a:ext uri="http://schemas.microsoft.com/office/drawing/2008/diagram">
      <dsp:dataModelExt xmlns:dsp="http://schemas.microsoft.com/office/drawing/2008/diagram" relId="rId5"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5B9D491A-9D8E-4514-958C-BB29620FB82E}" type="doc">
      <dgm:prSet loTypeId="urn:microsoft.com/office/officeart/2005/8/layout/list1" loCatId="list" qsTypeId="urn:microsoft.com/office/officeart/2005/8/quickstyle/simple1" qsCatId="simple" csTypeId="urn:microsoft.com/office/officeart/2005/8/colors/accent2_2" csCatId="accent2" phldr="1"/>
      <dgm:spPr/>
      <dgm:t>
        <a:bodyPr/>
        <a:lstStyle/>
        <a:p>
          <a:endParaRPr lang="zh-CN" altLang="en-US"/>
        </a:p>
      </dgm:t>
    </dgm:pt>
    <dgm:pt modelId="{57334A57-CB7B-4741-B58D-BCA50EB9D3B2}">
      <dgm:prSet phldrT="[文本]"/>
      <dgm:spPr/>
      <dgm:t>
        <a:bodyPr/>
        <a:lstStyle/>
        <a:p>
          <a:pPr>
            <a:lnSpc>
              <a:spcPct val="100000"/>
            </a:lnSpc>
            <a:spcBef>
              <a:spcPts val="0"/>
            </a:spcBef>
            <a:spcAft>
              <a:spcPts val="0"/>
            </a:spcAft>
          </a:pPr>
          <a:r>
            <a:rPr lang="zh-CN" altLang="en-US" dirty="0" smtClean="0"/>
            <a:t>学习</a:t>
          </a:r>
          <a:endParaRPr lang="zh-CN" altLang="en-US" dirty="0"/>
        </a:p>
      </dgm:t>
    </dgm:pt>
    <dgm:pt modelId="{12981F76-AFFD-44D3-B031-61A6DA97D509}" cxnId="{D36E8FDA-EC92-489A-91CB-5633867CD7A1}" type="parTrans">
      <dgm:prSet/>
      <dgm:spPr/>
      <dgm:t>
        <a:bodyPr/>
        <a:lstStyle/>
        <a:p>
          <a:endParaRPr lang="zh-CN" altLang="en-US"/>
        </a:p>
      </dgm:t>
    </dgm:pt>
    <dgm:pt modelId="{84520F1B-E38F-4EA7-8B92-8E1D024A8811}" cxnId="{D36E8FDA-EC92-489A-91CB-5633867CD7A1}" type="sibTrans">
      <dgm:prSet/>
      <dgm:spPr/>
      <dgm:t>
        <a:bodyPr/>
        <a:lstStyle/>
        <a:p>
          <a:endParaRPr lang="zh-CN" altLang="en-US"/>
        </a:p>
      </dgm:t>
    </dgm:pt>
    <dgm:pt modelId="{497BBBAC-306A-4546-A1AF-3F43554BE683}">
      <dgm:prSet phldrT="[文本]"/>
      <dgm:spPr/>
      <dgm:t>
        <a:bodyPr/>
        <a:lstStyle/>
        <a:p>
          <a:pPr>
            <a:lnSpc>
              <a:spcPct val="100000"/>
            </a:lnSpc>
            <a:spcBef>
              <a:spcPts val="0"/>
            </a:spcBef>
            <a:spcAft>
              <a:spcPts val="0"/>
            </a:spcAft>
          </a:pPr>
          <a:r>
            <a:rPr lang="zh-CN" altLang="en-US" dirty="0" smtClean="0"/>
            <a:t>记忆</a:t>
          </a:r>
          <a:endParaRPr lang="zh-CN" altLang="en-US" dirty="0"/>
        </a:p>
      </dgm:t>
    </dgm:pt>
    <dgm:pt modelId="{BD71A838-4E80-4817-B36E-309F2287BBF9}" cxnId="{A33B0E64-441D-4F11-B5C8-B41E8F57D1C5}" type="parTrans">
      <dgm:prSet/>
      <dgm:spPr/>
      <dgm:t>
        <a:bodyPr/>
        <a:lstStyle/>
        <a:p>
          <a:endParaRPr lang="zh-CN" altLang="en-US"/>
        </a:p>
      </dgm:t>
    </dgm:pt>
    <dgm:pt modelId="{79BA07F1-47D8-456D-A79E-E8905548C0BE}" cxnId="{A33B0E64-441D-4F11-B5C8-B41E8F57D1C5}" type="sibTrans">
      <dgm:prSet/>
      <dgm:spPr/>
      <dgm:t>
        <a:bodyPr/>
        <a:lstStyle/>
        <a:p>
          <a:endParaRPr lang="zh-CN" altLang="en-US"/>
        </a:p>
      </dgm:t>
    </dgm:pt>
    <dgm:pt modelId="{939A5F6A-85B9-4523-8842-72C4BB17621B}">
      <dgm:prSet phldrT="[文本]"/>
      <dgm:spPr/>
      <dgm:t>
        <a:bodyPr/>
        <a:lstStyle/>
        <a:p>
          <a:pPr>
            <a:lnSpc>
              <a:spcPct val="100000"/>
            </a:lnSpc>
            <a:spcBef>
              <a:spcPts val="0"/>
            </a:spcBef>
            <a:spcAft>
              <a:spcPts val="0"/>
            </a:spcAft>
          </a:pPr>
          <a:r>
            <a:rPr lang="zh-CN" altLang="en-US" dirty="0" smtClean="0"/>
            <a:t>习惯</a:t>
          </a:r>
          <a:endParaRPr lang="zh-CN" altLang="en-US" dirty="0"/>
        </a:p>
      </dgm:t>
    </dgm:pt>
    <dgm:pt modelId="{1D48C329-2E4B-43B1-901C-87E4B5E0E270}" cxnId="{5AD816F9-BDB2-4A12-A049-50DDD730972E}" type="parTrans">
      <dgm:prSet/>
      <dgm:spPr/>
      <dgm:t>
        <a:bodyPr/>
        <a:lstStyle/>
        <a:p>
          <a:endParaRPr lang="zh-CN" altLang="en-US"/>
        </a:p>
      </dgm:t>
    </dgm:pt>
    <dgm:pt modelId="{C1B24ABB-5FE4-4A9A-A46C-AB46C3729B27}" cxnId="{5AD816F9-BDB2-4A12-A049-50DDD730972E}" type="sibTrans">
      <dgm:prSet/>
      <dgm:spPr/>
      <dgm:t>
        <a:bodyPr/>
        <a:lstStyle/>
        <a:p>
          <a:endParaRPr lang="zh-CN" altLang="en-US"/>
        </a:p>
      </dgm:t>
    </dgm:pt>
    <dgm:pt modelId="{D6587C21-5014-4D31-9151-C654BF77B297}">
      <dgm:prSet phldrT="[文本]"/>
      <dgm:spPr/>
      <dgm:t>
        <a:bodyPr/>
        <a:lstStyle/>
        <a:p>
          <a:pPr>
            <a:lnSpc>
              <a:spcPct val="100000"/>
            </a:lnSpc>
            <a:spcBef>
              <a:spcPts val="0"/>
            </a:spcBef>
            <a:spcAft>
              <a:spcPts val="0"/>
            </a:spcAft>
          </a:pPr>
          <a:r>
            <a:rPr lang="zh-CN" altLang="en-US" dirty="0" smtClean="0">
              <a:solidFill>
                <a:prstClr val="black"/>
              </a:solidFill>
              <a:latin typeface="微软雅黑" panose="020B0503020204020204" pitchFamily="34" charset="-122"/>
              <a:ea typeface="微软雅黑" panose="020B0503020204020204" pitchFamily="34" charset="-122"/>
            </a:rPr>
            <a:t>根据过去的经验，采取试验的方法，通过知识的传递和理论的推断，对特定的选择将产生的结果做出估计</a:t>
          </a:r>
          <a:endParaRPr lang="zh-CN" altLang="en-US" dirty="0"/>
        </a:p>
      </dgm:t>
    </dgm:pt>
    <dgm:pt modelId="{64F9B43B-9B2E-4C34-8CAF-0F633F96AD8C}" cxnId="{3576812D-1998-484F-863D-B05C7F8C6B09}" type="parTrans">
      <dgm:prSet/>
      <dgm:spPr/>
      <dgm:t>
        <a:bodyPr/>
        <a:lstStyle/>
        <a:p>
          <a:endParaRPr lang="zh-CN" altLang="en-US"/>
        </a:p>
      </dgm:t>
    </dgm:pt>
    <dgm:pt modelId="{9D2D9D39-5188-4B81-964E-675D323C22C1}" cxnId="{3576812D-1998-484F-863D-B05C7F8C6B09}" type="sibTrans">
      <dgm:prSet/>
      <dgm:spPr/>
      <dgm:t>
        <a:bodyPr/>
        <a:lstStyle/>
        <a:p>
          <a:endParaRPr lang="zh-CN" altLang="en-US"/>
        </a:p>
      </dgm:t>
    </dgm:pt>
    <dgm:pt modelId="{45EAD287-FC29-4538-9A28-F6FA8ADC8E50}">
      <dgm:prSet phldrT="[文本]"/>
      <dgm:spPr/>
      <dgm:t>
        <a:bodyPr/>
        <a:lstStyle/>
        <a:p>
          <a:pPr>
            <a:lnSpc>
              <a:spcPct val="100000"/>
            </a:lnSpc>
            <a:spcBef>
              <a:spcPts val="0"/>
            </a:spcBef>
            <a:spcAft>
              <a:spcPts val="0"/>
            </a:spcAft>
          </a:pPr>
          <a:r>
            <a:rPr lang="zh-CN" altLang="en-US" smtClean="0">
              <a:solidFill>
                <a:prstClr val="black"/>
              </a:solidFill>
              <a:latin typeface="微软雅黑" panose="020B0503020204020204" pitchFamily="34" charset="-122"/>
              <a:ea typeface="微软雅黑" panose="020B0503020204020204" pitchFamily="34" charset="-122"/>
            </a:rPr>
            <a:t>把为解决一个问题而收集的情报以及从这些情报得出的结论储存起来，以便在发生同类问题时用来做出新的决策</a:t>
          </a:r>
          <a:endParaRPr lang="zh-CN" altLang="en-US" dirty="0"/>
        </a:p>
      </dgm:t>
    </dgm:pt>
    <dgm:pt modelId="{11251849-C1C5-40AA-8EC9-621C26CA256D}" cxnId="{07D51D8D-62B1-45A9-B3FB-75FD707622EC}" type="parTrans">
      <dgm:prSet/>
      <dgm:spPr/>
      <dgm:t>
        <a:bodyPr/>
        <a:lstStyle/>
        <a:p>
          <a:endParaRPr lang="zh-CN" altLang="en-US"/>
        </a:p>
      </dgm:t>
    </dgm:pt>
    <dgm:pt modelId="{7F13DB8C-2FA1-4505-90C9-F176E8B20E52}" cxnId="{07D51D8D-62B1-45A9-B3FB-75FD707622EC}" type="sibTrans">
      <dgm:prSet/>
      <dgm:spPr/>
      <dgm:t>
        <a:bodyPr/>
        <a:lstStyle/>
        <a:p>
          <a:endParaRPr lang="zh-CN" altLang="en-US"/>
        </a:p>
      </dgm:t>
    </dgm:pt>
    <dgm:pt modelId="{0E27BEA2-A3BE-41DC-871A-EE62B8A9106B}">
      <dgm:prSet phldrT="[文本]"/>
      <dgm:spPr/>
      <dgm:t>
        <a:bodyPr/>
        <a:lstStyle/>
        <a:p>
          <a:pPr>
            <a:lnSpc>
              <a:spcPct val="100000"/>
            </a:lnSpc>
            <a:spcBef>
              <a:spcPts val="0"/>
            </a:spcBef>
            <a:spcAft>
              <a:spcPts val="0"/>
            </a:spcAft>
          </a:pPr>
          <a:r>
            <a:rPr lang="zh-CN" altLang="en-US" smtClean="0">
              <a:solidFill>
                <a:prstClr val="black"/>
              </a:solidFill>
              <a:latin typeface="微软雅黑" panose="020B0503020204020204" pitchFamily="34" charset="-122"/>
              <a:ea typeface="微软雅黑" panose="020B0503020204020204" pitchFamily="34" charset="-122"/>
            </a:rPr>
            <a:t>是帮助符合目的的行动方式持续下去的重要途径，具有“从有意识地进行选择的范围内排除情况反复”的作用。</a:t>
          </a:r>
          <a:endParaRPr lang="zh-CN" altLang="en-US" dirty="0"/>
        </a:p>
      </dgm:t>
    </dgm:pt>
    <dgm:pt modelId="{534663AA-310D-45D8-8225-01317FA455C0}" cxnId="{F4F3E067-2B02-40C2-9618-69B2DF6F570E}" type="parTrans">
      <dgm:prSet/>
      <dgm:spPr/>
      <dgm:t>
        <a:bodyPr/>
        <a:lstStyle/>
        <a:p>
          <a:endParaRPr lang="zh-CN" altLang="en-US"/>
        </a:p>
      </dgm:t>
    </dgm:pt>
    <dgm:pt modelId="{4387BC2C-BCAD-45B2-BD3F-D6793800DFBE}" cxnId="{F4F3E067-2B02-40C2-9618-69B2DF6F570E}" type="sibTrans">
      <dgm:prSet/>
      <dgm:spPr/>
      <dgm:t>
        <a:bodyPr/>
        <a:lstStyle/>
        <a:p>
          <a:endParaRPr lang="zh-CN" altLang="en-US"/>
        </a:p>
      </dgm:t>
    </dgm:pt>
    <dgm:pt modelId="{89896996-300D-4A9A-99D0-B619B2298DDC}" type="pres">
      <dgm:prSet presAssocID="{5B9D491A-9D8E-4514-958C-BB29620FB82E}" presName="linear" presStyleCnt="0">
        <dgm:presLayoutVars>
          <dgm:dir/>
          <dgm:animLvl val="lvl"/>
          <dgm:resizeHandles val="exact"/>
        </dgm:presLayoutVars>
      </dgm:prSet>
      <dgm:spPr/>
      <dgm:t>
        <a:bodyPr/>
        <a:lstStyle/>
        <a:p>
          <a:endParaRPr lang="zh-CN" altLang="en-US"/>
        </a:p>
      </dgm:t>
    </dgm:pt>
    <dgm:pt modelId="{292A80E1-2E09-4AF2-89F4-4B3EB4AC6FFA}" type="pres">
      <dgm:prSet presAssocID="{57334A57-CB7B-4741-B58D-BCA50EB9D3B2}" presName="parentLin" presStyleCnt="0"/>
      <dgm:spPr/>
    </dgm:pt>
    <dgm:pt modelId="{25088600-2B10-44C6-BE27-DE69B6D9E3E6}" type="pres">
      <dgm:prSet presAssocID="{57334A57-CB7B-4741-B58D-BCA50EB9D3B2}" presName="parentLeftMargin" presStyleLbl="node1" presStyleIdx="0" presStyleCnt="3"/>
      <dgm:spPr/>
      <dgm:t>
        <a:bodyPr/>
        <a:lstStyle/>
        <a:p>
          <a:endParaRPr lang="zh-CN" altLang="en-US"/>
        </a:p>
      </dgm:t>
    </dgm:pt>
    <dgm:pt modelId="{0899EB22-4763-46F2-B0D6-23461C1977AE}" type="pres">
      <dgm:prSet presAssocID="{57334A57-CB7B-4741-B58D-BCA50EB9D3B2}" presName="parentText" presStyleLbl="node1" presStyleIdx="0" presStyleCnt="3">
        <dgm:presLayoutVars>
          <dgm:chMax val="0"/>
          <dgm:bulletEnabled val="1"/>
        </dgm:presLayoutVars>
      </dgm:prSet>
      <dgm:spPr/>
      <dgm:t>
        <a:bodyPr/>
        <a:lstStyle/>
        <a:p>
          <a:endParaRPr lang="zh-CN" altLang="en-US"/>
        </a:p>
      </dgm:t>
    </dgm:pt>
    <dgm:pt modelId="{A8618ECD-6883-4E3B-B914-FA9497E8D488}" type="pres">
      <dgm:prSet presAssocID="{57334A57-CB7B-4741-B58D-BCA50EB9D3B2}" presName="negativeSpace" presStyleCnt="0"/>
      <dgm:spPr/>
    </dgm:pt>
    <dgm:pt modelId="{5A026067-1AB4-4357-A5E1-B1D7D84ADF96}" type="pres">
      <dgm:prSet presAssocID="{57334A57-CB7B-4741-B58D-BCA50EB9D3B2}" presName="childText" presStyleLbl="conFgAcc1" presStyleIdx="0" presStyleCnt="3">
        <dgm:presLayoutVars>
          <dgm:bulletEnabled val="1"/>
        </dgm:presLayoutVars>
      </dgm:prSet>
      <dgm:spPr/>
      <dgm:t>
        <a:bodyPr/>
        <a:lstStyle/>
        <a:p>
          <a:endParaRPr lang="zh-CN" altLang="en-US"/>
        </a:p>
      </dgm:t>
    </dgm:pt>
    <dgm:pt modelId="{FB269337-0418-43B1-80F0-86C663D57B5F}" type="pres">
      <dgm:prSet presAssocID="{84520F1B-E38F-4EA7-8B92-8E1D024A8811}" presName="spaceBetweenRectangles" presStyleCnt="0"/>
      <dgm:spPr/>
    </dgm:pt>
    <dgm:pt modelId="{4923787A-4C71-4F5A-86B2-563825B9F7C2}" type="pres">
      <dgm:prSet presAssocID="{497BBBAC-306A-4546-A1AF-3F43554BE683}" presName="parentLin" presStyleCnt="0"/>
      <dgm:spPr/>
    </dgm:pt>
    <dgm:pt modelId="{E17B938C-A17E-4F3E-AA56-9A5FAA9CDD72}" type="pres">
      <dgm:prSet presAssocID="{497BBBAC-306A-4546-A1AF-3F43554BE683}" presName="parentLeftMargin" presStyleLbl="node1" presStyleIdx="0" presStyleCnt="3"/>
      <dgm:spPr/>
      <dgm:t>
        <a:bodyPr/>
        <a:lstStyle/>
        <a:p>
          <a:endParaRPr lang="zh-CN" altLang="en-US"/>
        </a:p>
      </dgm:t>
    </dgm:pt>
    <dgm:pt modelId="{FDC6B47E-9939-4450-9D03-7B3200CB9FBA}" type="pres">
      <dgm:prSet presAssocID="{497BBBAC-306A-4546-A1AF-3F43554BE683}" presName="parentText" presStyleLbl="node1" presStyleIdx="1" presStyleCnt="3">
        <dgm:presLayoutVars>
          <dgm:chMax val="0"/>
          <dgm:bulletEnabled val="1"/>
        </dgm:presLayoutVars>
      </dgm:prSet>
      <dgm:spPr/>
      <dgm:t>
        <a:bodyPr/>
        <a:lstStyle/>
        <a:p>
          <a:endParaRPr lang="zh-CN" altLang="en-US"/>
        </a:p>
      </dgm:t>
    </dgm:pt>
    <dgm:pt modelId="{7AEB0CDC-D04F-4029-98B6-62714FF80F13}" type="pres">
      <dgm:prSet presAssocID="{497BBBAC-306A-4546-A1AF-3F43554BE683}" presName="negativeSpace" presStyleCnt="0"/>
      <dgm:spPr/>
    </dgm:pt>
    <dgm:pt modelId="{716F7CE1-C91E-4BED-9FD7-52DC46D7F151}" type="pres">
      <dgm:prSet presAssocID="{497BBBAC-306A-4546-A1AF-3F43554BE683}" presName="childText" presStyleLbl="conFgAcc1" presStyleIdx="1" presStyleCnt="3">
        <dgm:presLayoutVars>
          <dgm:bulletEnabled val="1"/>
        </dgm:presLayoutVars>
      </dgm:prSet>
      <dgm:spPr/>
      <dgm:t>
        <a:bodyPr/>
        <a:lstStyle/>
        <a:p>
          <a:endParaRPr lang="zh-CN" altLang="en-US"/>
        </a:p>
      </dgm:t>
    </dgm:pt>
    <dgm:pt modelId="{34BE75B4-1F62-4423-ACF3-872C4C89AAE5}" type="pres">
      <dgm:prSet presAssocID="{79BA07F1-47D8-456D-A79E-E8905548C0BE}" presName="spaceBetweenRectangles" presStyleCnt="0"/>
      <dgm:spPr/>
    </dgm:pt>
    <dgm:pt modelId="{E36A7931-F1E2-4704-BC60-CBA78E847E92}" type="pres">
      <dgm:prSet presAssocID="{939A5F6A-85B9-4523-8842-72C4BB17621B}" presName="parentLin" presStyleCnt="0"/>
      <dgm:spPr/>
    </dgm:pt>
    <dgm:pt modelId="{2C931EB7-3E33-4288-A78E-B19FDE5E3954}" type="pres">
      <dgm:prSet presAssocID="{939A5F6A-85B9-4523-8842-72C4BB17621B}" presName="parentLeftMargin" presStyleLbl="node1" presStyleIdx="1" presStyleCnt="3"/>
      <dgm:spPr/>
      <dgm:t>
        <a:bodyPr/>
        <a:lstStyle/>
        <a:p>
          <a:endParaRPr lang="zh-CN" altLang="en-US"/>
        </a:p>
      </dgm:t>
    </dgm:pt>
    <dgm:pt modelId="{8105369C-5597-4761-9014-582A8CDD0E39}" type="pres">
      <dgm:prSet presAssocID="{939A5F6A-85B9-4523-8842-72C4BB17621B}" presName="parentText" presStyleLbl="node1" presStyleIdx="2" presStyleCnt="3">
        <dgm:presLayoutVars>
          <dgm:chMax val="0"/>
          <dgm:bulletEnabled val="1"/>
        </dgm:presLayoutVars>
      </dgm:prSet>
      <dgm:spPr/>
      <dgm:t>
        <a:bodyPr/>
        <a:lstStyle/>
        <a:p>
          <a:endParaRPr lang="zh-CN" altLang="en-US"/>
        </a:p>
      </dgm:t>
    </dgm:pt>
    <dgm:pt modelId="{1A0B2266-673A-401F-BC4F-1BC10E27B12C}" type="pres">
      <dgm:prSet presAssocID="{939A5F6A-85B9-4523-8842-72C4BB17621B}" presName="negativeSpace" presStyleCnt="0"/>
      <dgm:spPr/>
    </dgm:pt>
    <dgm:pt modelId="{F773AC0E-DF7A-40A9-952F-01B2919F4EAE}" type="pres">
      <dgm:prSet presAssocID="{939A5F6A-85B9-4523-8842-72C4BB17621B}" presName="childText" presStyleLbl="conFgAcc1" presStyleIdx="2" presStyleCnt="3">
        <dgm:presLayoutVars>
          <dgm:bulletEnabled val="1"/>
        </dgm:presLayoutVars>
      </dgm:prSet>
      <dgm:spPr/>
      <dgm:t>
        <a:bodyPr/>
        <a:lstStyle/>
        <a:p>
          <a:endParaRPr lang="zh-CN" altLang="en-US"/>
        </a:p>
      </dgm:t>
    </dgm:pt>
  </dgm:ptLst>
  <dgm:cxnLst>
    <dgm:cxn modelId="{FA3570A3-C5C7-498A-9378-53C3502B1E09}" type="presOf" srcId="{939A5F6A-85B9-4523-8842-72C4BB17621B}" destId="{8105369C-5597-4761-9014-582A8CDD0E39}" srcOrd="1" destOrd="0" presId="urn:microsoft.com/office/officeart/2005/8/layout/list1"/>
    <dgm:cxn modelId="{5AD816F9-BDB2-4A12-A049-50DDD730972E}" srcId="{5B9D491A-9D8E-4514-958C-BB29620FB82E}" destId="{939A5F6A-85B9-4523-8842-72C4BB17621B}" srcOrd="2" destOrd="0" parTransId="{1D48C329-2E4B-43B1-901C-87E4B5E0E270}" sibTransId="{C1B24ABB-5FE4-4A9A-A46C-AB46C3729B27}"/>
    <dgm:cxn modelId="{164656A0-E9AA-477D-B928-AA67859EDE56}" type="presOf" srcId="{57334A57-CB7B-4741-B58D-BCA50EB9D3B2}" destId="{25088600-2B10-44C6-BE27-DE69B6D9E3E6}" srcOrd="0" destOrd="0" presId="urn:microsoft.com/office/officeart/2005/8/layout/list1"/>
    <dgm:cxn modelId="{3576812D-1998-484F-863D-B05C7F8C6B09}" srcId="{57334A57-CB7B-4741-B58D-BCA50EB9D3B2}" destId="{D6587C21-5014-4D31-9151-C654BF77B297}" srcOrd="0" destOrd="0" parTransId="{64F9B43B-9B2E-4C34-8CAF-0F633F96AD8C}" sibTransId="{9D2D9D39-5188-4B81-964E-675D323C22C1}"/>
    <dgm:cxn modelId="{F4F3E067-2B02-40C2-9618-69B2DF6F570E}" srcId="{939A5F6A-85B9-4523-8842-72C4BB17621B}" destId="{0E27BEA2-A3BE-41DC-871A-EE62B8A9106B}" srcOrd="0" destOrd="0" parTransId="{534663AA-310D-45D8-8225-01317FA455C0}" sibTransId="{4387BC2C-BCAD-45B2-BD3F-D6793800DFBE}"/>
    <dgm:cxn modelId="{DE5C5355-B940-405B-A774-EE0916129415}" type="presOf" srcId="{D6587C21-5014-4D31-9151-C654BF77B297}" destId="{5A026067-1AB4-4357-A5E1-B1D7D84ADF96}" srcOrd="0" destOrd="0" presId="urn:microsoft.com/office/officeart/2005/8/layout/list1"/>
    <dgm:cxn modelId="{D36E8FDA-EC92-489A-91CB-5633867CD7A1}" srcId="{5B9D491A-9D8E-4514-958C-BB29620FB82E}" destId="{57334A57-CB7B-4741-B58D-BCA50EB9D3B2}" srcOrd="0" destOrd="0" parTransId="{12981F76-AFFD-44D3-B031-61A6DA97D509}" sibTransId="{84520F1B-E38F-4EA7-8B92-8E1D024A8811}"/>
    <dgm:cxn modelId="{07D51D8D-62B1-45A9-B3FB-75FD707622EC}" srcId="{497BBBAC-306A-4546-A1AF-3F43554BE683}" destId="{45EAD287-FC29-4538-9A28-F6FA8ADC8E50}" srcOrd="0" destOrd="0" parTransId="{11251849-C1C5-40AA-8EC9-621C26CA256D}" sibTransId="{7F13DB8C-2FA1-4505-90C9-F176E8B20E52}"/>
    <dgm:cxn modelId="{6804F8D6-2627-47A5-8162-C788AE80579C}" type="presOf" srcId="{5B9D491A-9D8E-4514-958C-BB29620FB82E}" destId="{89896996-300D-4A9A-99D0-B619B2298DDC}" srcOrd="0" destOrd="0" presId="urn:microsoft.com/office/officeart/2005/8/layout/list1"/>
    <dgm:cxn modelId="{C1B5999F-2069-46AE-961F-AD29A0E066E6}" type="presOf" srcId="{939A5F6A-85B9-4523-8842-72C4BB17621B}" destId="{2C931EB7-3E33-4288-A78E-B19FDE5E3954}" srcOrd="0" destOrd="0" presId="urn:microsoft.com/office/officeart/2005/8/layout/list1"/>
    <dgm:cxn modelId="{1518E85A-F4DF-4B9F-B0FF-296021208701}" type="presOf" srcId="{0E27BEA2-A3BE-41DC-871A-EE62B8A9106B}" destId="{F773AC0E-DF7A-40A9-952F-01B2919F4EAE}" srcOrd="0" destOrd="0" presId="urn:microsoft.com/office/officeart/2005/8/layout/list1"/>
    <dgm:cxn modelId="{EA35FC2A-7E89-4C8D-861C-58B6F431C1E0}" type="presOf" srcId="{497BBBAC-306A-4546-A1AF-3F43554BE683}" destId="{FDC6B47E-9939-4450-9D03-7B3200CB9FBA}" srcOrd="1" destOrd="0" presId="urn:microsoft.com/office/officeart/2005/8/layout/list1"/>
    <dgm:cxn modelId="{A33B0E64-441D-4F11-B5C8-B41E8F57D1C5}" srcId="{5B9D491A-9D8E-4514-958C-BB29620FB82E}" destId="{497BBBAC-306A-4546-A1AF-3F43554BE683}" srcOrd="1" destOrd="0" parTransId="{BD71A838-4E80-4817-B36E-309F2287BBF9}" sibTransId="{79BA07F1-47D8-456D-A79E-E8905548C0BE}"/>
    <dgm:cxn modelId="{AA4E774D-1A01-4A80-A3B5-270FF29934FF}" type="presOf" srcId="{497BBBAC-306A-4546-A1AF-3F43554BE683}" destId="{E17B938C-A17E-4F3E-AA56-9A5FAA9CDD72}" srcOrd="0" destOrd="0" presId="urn:microsoft.com/office/officeart/2005/8/layout/list1"/>
    <dgm:cxn modelId="{48AFDC8F-DD00-4071-9056-B88D4FDA4A44}" type="presOf" srcId="{57334A57-CB7B-4741-B58D-BCA50EB9D3B2}" destId="{0899EB22-4763-46F2-B0D6-23461C1977AE}" srcOrd="1" destOrd="0" presId="urn:microsoft.com/office/officeart/2005/8/layout/list1"/>
    <dgm:cxn modelId="{6C7C87FA-64AB-48B0-BA13-0F63B0604A07}" type="presOf" srcId="{45EAD287-FC29-4538-9A28-F6FA8ADC8E50}" destId="{716F7CE1-C91E-4BED-9FD7-52DC46D7F151}" srcOrd="0" destOrd="0" presId="urn:microsoft.com/office/officeart/2005/8/layout/list1"/>
    <dgm:cxn modelId="{78056131-E94B-4798-BB30-A39BBD7D2705}" type="presParOf" srcId="{89896996-300D-4A9A-99D0-B619B2298DDC}" destId="{292A80E1-2E09-4AF2-89F4-4B3EB4AC6FFA}" srcOrd="0" destOrd="0" presId="urn:microsoft.com/office/officeart/2005/8/layout/list1"/>
    <dgm:cxn modelId="{D51A3F43-45D3-4470-A4A9-2F0C3533D79C}" type="presParOf" srcId="{292A80E1-2E09-4AF2-89F4-4B3EB4AC6FFA}" destId="{25088600-2B10-44C6-BE27-DE69B6D9E3E6}" srcOrd="0" destOrd="0" presId="urn:microsoft.com/office/officeart/2005/8/layout/list1"/>
    <dgm:cxn modelId="{3D42B596-35A9-4B4A-8584-9535E58D82F4}" type="presParOf" srcId="{292A80E1-2E09-4AF2-89F4-4B3EB4AC6FFA}" destId="{0899EB22-4763-46F2-B0D6-23461C1977AE}" srcOrd="1" destOrd="0" presId="urn:microsoft.com/office/officeart/2005/8/layout/list1"/>
    <dgm:cxn modelId="{BB98F614-1FD4-4008-9C40-A7A2CA35B4AF}" type="presParOf" srcId="{89896996-300D-4A9A-99D0-B619B2298DDC}" destId="{A8618ECD-6883-4E3B-B914-FA9497E8D488}" srcOrd="1" destOrd="0" presId="urn:microsoft.com/office/officeart/2005/8/layout/list1"/>
    <dgm:cxn modelId="{E2CF159E-7F6D-4CE5-8FD6-1ACBB8629DA8}" type="presParOf" srcId="{89896996-300D-4A9A-99D0-B619B2298DDC}" destId="{5A026067-1AB4-4357-A5E1-B1D7D84ADF96}" srcOrd="2" destOrd="0" presId="urn:microsoft.com/office/officeart/2005/8/layout/list1"/>
    <dgm:cxn modelId="{69642D61-EF01-4090-9BC1-5E89F2256163}" type="presParOf" srcId="{89896996-300D-4A9A-99D0-B619B2298DDC}" destId="{FB269337-0418-43B1-80F0-86C663D57B5F}" srcOrd="3" destOrd="0" presId="urn:microsoft.com/office/officeart/2005/8/layout/list1"/>
    <dgm:cxn modelId="{C8F51A24-6025-4D43-BE1B-906D242E1C76}" type="presParOf" srcId="{89896996-300D-4A9A-99D0-B619B2298DDC}" destId="{4923787A-4C71-4F5A-86B2-563825B9F7C2}" srcOrd="4" destOrd="0" presId="urn:microsoft.com/office/officeart/2005/8/layout/list1"/>
    <dgm:cxn modelId="{59C88F9C-4F60-48F1-B996-B97B49EED2C8}" type="presParOf" srcId="{4923787A-4C71-4F5A-86B2-563825B9F7C2}" destId="{E17B938C-A17E-4F3E-AA56-9A5FAA9CDD72}" srcOrd="0" destOrd="0" presId="urn:microsoft.com/office/officeart/2005/8/layout/list1"/>
    <dgm:cxn modelId="{32F263C7-AC34-4E7E-88CE-FB97D280805F}" type="presParOf" srcId="{4923787A-4C71-4F5A-86B2-563825B9F7C2}" destId="{FDC6B47E-9939-4450-9D03-7B3200CB9FBA}" srcOrd="1" destOrd="0" presId="urn:microsoft.com/office/officeart/2005/8/layout/list1"/>
    <dgm:cxn modelId="{5310745C-7068-4B7D-8B5B-010467EFD65A}" type="presParOf" srcId="{89896996-300D-4A9A-99D0-B619B2298DDC}" destId="{7AEB0CDC-D04F-4029-98B6-62714FF80F13}" srcOrd="5" destOrd="0" presId="urn:microsoft.com/office/officeart/2005/8/layout/list1"/>
    <dgm:cxn modelId="{B981C7E2-B573-4365-A072-32410EAD1AA0}" type="presParOf" srcId="{89896996-300D-4A9A-99D0-B619B2298DDC}" destId="{716F7CE1-C91E-4BED-9FD7-52DC46D7F151}" srcOrd="6" destOrd="0" presId="urn:microsoft.com/office/officeart/2005/8/layout/list1"/>
    <dgm:cxn modelId="{C56B2497-88A7-4E61-9693-A5ACBC54BB32}" type="presParOf" srcId="{89896996-300D-4A9A-99D0-B619B2298DDC}" destId="{34BE75B4-1F62-4423-ACF3-872C4C89AAE5}" srcOrd="7" destOrd="0" presId="urn:microsoft.com/office/officeart/2005/8/layout/list1"/>
    <dgm:cxn modelId="{186BEE2A-1C21-4034-8421-943D73FD7682}" type="presParOf" srcId="{89896996-300D-4A9A-99D0-B619B2298DDC}" destId="{E36A7931-F1E2-4704-BC60-CBA78E847E92}" srcOrd="8" destOrd="0" presId="urn:microsoft.com/office/officeart/2005/8/layout/list1"/>
    <dgm:cxn modelId="{41C101A1-2010-452F-929F-287FE3564369}" type="presParOf" srcId="{E36A7931-F1E2-4704-BC60-CBA78E847E92}" destId="{2C931EB7-3E33-4288-A78E-B19FDE5E3954}" srcOrd="0" destOrd="0" presId="urn:microsoft.com/office/officeart/2005/8/layout/list1"/>
    <dgm:cxn modelId="{5D43573D-62C9-4732-90DA-97365E968859}" type="presParOf" srcId="{E36A7931-F1E2-4704-BC60-CBA78E847E92}" destId="{8105369C-5597-4761-9014-582A8CDD0E39}" srcOrd="1" destOrd="0" presId="urn:microsoft.com/office/officeart/2005/8/layout/list1"/>
    <dgm:cxn modelId="{5C3FDD01-D6E9-4D22-9849-DF45F71F965F}" type="presParOf" srcId="{89896996-300D-4A9A-99D0-B619B2298DDC}" destId="{1A0B2266-673A-401F-BC4F-1BC10E27B12C}" srcOrd="9" destOrd="0" presId="urn:microsoft.com/office/officeart/2005/8/layout/list1"/>
    <dgm:cxn modelId="{7FA654E0-75E0-4776-9621-AB229F3DAACA}" type="presParOf" srcId="{89896996-300D-4A9A-99D0-B619B2298DDC}" destId="{F773AC0E-DF7A-40A9-952F-01B2919F4EAE}" srcOrd="10" destOrd="0" presId="urn:microsoft.com/office/officeart/2005/8/layout/list1"/>
  </dgm:cxnLst>
  <dgm:bg/>
  <dgm:whole/>
  <dgm:extLst>
    <a:ext uri="http://schemas.microsoft.com/office/drawing/2008/diagram">
      <dsp:dataModelExt xmlns:dsp="http://schemas.microsoft.com/office/drawing/2008/diagram" relId="rId5" minVer="http://schemas.openxmlformats.org/drawingml/2006/diagram"/>
    </a:ext>
  </dgm:extLst>
</dgm:dataModel>
</file>

<file path=ppt/diagrams/data11.xml><?xml version="1.0" encoding="utf-8"?>
<dgm:dataModel xmlns:dgm="http://schemas.openxmlformats.org/drawingml/2006/diagram" xmlns:a="http://schemas.openxmlformats.org/drawingml/2006/main">
  <dgm:ptLst>
    <dgm:pt modelId="{39CD892C-4948-498B-921B-50378E205167}" type="doc">
      <dgm:prSet loTypeId="urn:microsoft.com/office/officeart/2005/8/layout/radial4" loCatId="relationship" qsTypeId="urn:microsoft.com/office/officeart/2005/8/quickstyle/simple1" qsCatId="simple" csTypeId="urn:microsoft.com/office/officeart/2005/8/colors/accent2_1" csCatId="accent2" phldr="1"/>
      <dgm:spPr/>
      <dgm:t>
        <a:bodyPr/>
        <a:lstStyle/>
        <a:p>
          <a:endParaRPr lang="zh-CN" altLang="en-US"/>
        </a:p>
      </dgm:t>
    </dgm:pt>
    <dgm:pt modelId="{2B7FD09D-252D-430F-BBE1-C3D8A9AD43EC}">
      <dgm:prSet phldrT="[文本]" custT="1"/>
      <dgm:spPr/>
      <dgm:t>
        <a:bodyPr/>
        <a:lstStyle/>
        <a:p>
          <a:pPr>
            <a:lnSpc>
              <a:spcPct val="100000"/>
            </a:lnSpc>
            <a:spcBef>
              <a:spcPts val="0"/>
            </a:spcBef>
            <a:spcAft>
              <a:spcPts val="0"/>
            </a:spcAft>
          </a:pPr>
          <a:r>
            <a:rPr lang="zh-CN" altLang="en-US" sz="2000" dirty="0" smtClean="0"/>
            <a:t>决策</a:t>
          </a:r>
          <a:endParaRPr lang="en-US" altLang="zh-CN" sz="2000" dirty="0" smtClean="0"/>
        </a:p>
        <a:p>
          <a:pPr>
            <a:lnSpc>
              <a:spcPct val="100000"/>
            </a:lnSpc>
            <a:spcBef>
              <a:spcPts val="0"/>
            </a:spcBef>
            <a:spcAft>
              <a:spcPts val="0"/>
            </a:spcAft>
          </a:pPr>
          <a:r>
            <a:rPr lang="zh-CN" altLang="en-US" sz="2000" dirty="0" smtClean="0"/>
            <a:t>反应</a:t>
          </a:r>
          <a:endParaRPr lang="zh-CN" altLang="en-US" sz="2000" dirty="0"/>
        </a:p>
      </dgm:t>
    </dgm:pt>
    <dgm:pt modelId="{84550F08-D904-4E8F-8828-211F0C84DFDC}" cxnId="{EF6357A9-ED38-4B1E-9844-8F78279DD6EF}" type="parTrans">
      <dgm:prSet/>
      <dgm:spPr/>
      <dgm:t>
        <a:bodyPr/>
        <a:lstStyle/>
        <a:p>
          <a:endParaRPr lang="zh-CN" altLang="en-US"/>
        </a:p>
      </dgm:t>
    </dgm:pt>
    <dgm:pt modelId="{ACA60F27-6DC2-4FCF-9EA2-A94EB63307EB}" cxnId="{EF6357A9-ED38-4B1E-9844-8F78279DD6EF}" type="sibTrans">
      <dgm:prSet/>
      <dgm:spPr/>
      <dgm:t>
        <a:bodyPr/>
        <a:lstStyle/>
        <a:p>
          <a:endParaRPr lang="zh-CN" altLang="en-US"/>
        </a:p>
      </dgm:t>
    </dgm:pt>
    <dgm:pt modelId="{51F3C41E-AD16-4411-90E5-A939BB2F62D9}">
      <dgm:prSet phldrT="[文本]"/>
      <dgm:spPr/>
      <dgm:t>
        <a:bodyPr/>
        <a:lstStyle/>
        <a:p>
          <a:pPr>
            <a:lnSpc>
              <a:spcPct val="100000"/>
            </a:lnSpc>
            <a:spcBef>
              <a:spcPts val="0"/>
            </a:spcBef>
            <a:spcAft>
              <a:spcPts val="0"/>
            </a:spcAft>
          </a:pPr>
          <a:r>
            <a:rPr lang="zh-CN" altLang="en-US" dirty="0" smtClean="0"/>
            <a:t>归因偏差</a:t>
          </a:r>
          <a:endParaRPr lang="zh-CN" altLang="en-US" dirty="0"/>
        </a:p>
      </dgm:t>
    </dgm:pt>
    <dgm:pt modelId="{CE189585-9A52-4E17-AD06-6D5B3DC003EB}" cxnId="{6461A318-A742-4074-9096-780EB22B5FD0}" type="parTrans">
      <dgm:prSet/>
      <dgm:spPr/>
      <dgm:t>
        <a:bodyPr/>
        <a:lstStyle/>
        <a:p>
          <a:endParaRPr lang="zh-CN" altLang="en-US"/>
        </a:p>
      </dgm:t>
    </dgm:pt>
    <dgm:pt modelId="{AE775774-C9CC-4B37-8AE6-3AEB0F9D9971}" cxnId="{6461A318-A742-4074-9096-780EB22B5FD0}" type="sibTrans">
      <dgm:prSet/>
      <dgm:spPr/>
      <dgm:t>
        <a:bodyPr/>
        <a:lstStyle/>
        <a:p>
          <a:endParaRPr lang="zh-CN" altLang="en-US"/>
        </a:p>
      </dgm:t>
    </dgm:pt>
    <dgm:pt modelId="{8EE696E5-3426-4D20-ADF4-BDBFC730B322}">
      <dgm:prSet phldrT="[文本]"/>
      <dgm:spPr/>
      <dgm:t>
        <a:bodyPr/>
        <a:lstStyle/>
        <a:p>
          <a:pPr>
            <a:lnSpc>
              <a:spcPct val="100000"/>
            </a:lnSpc>
            <a:spcBef>
              <a:spcPts val="0"/>
            </a:spcBef>
            <a:spcAft>
              <a:spcPts val="0"/>
            </a:spcAft>
          </a:pPr>
          <a:r>
            <a:rPr lang="zh-CN" altLang="en-US" dirty="0" smtClean="0"/>
            <a:t>过度自信</a:t>
          </a:r>
          <a:endParaRPr lang="zh-CN" altLang="en-US" dirty="0"/>
        </a:p>
      </dgm:t>
    </dgm:pt>
    <dgm:pt modelId="{80186D0A-B964-40F5-AC91-6F240F371345}" cxnId="{1F5D6C23-3CBE-4918-8491-C4ABFD27EDBD}" type="parTrans">
      <dgm:prSet/>
      <dgm:spPr/>
      <dgm:t>
        <a:bodyPr/>
        <a:lstStyle/>
        <a:p>
          <a:endParaRPr lang="zh-CN" altLang="en-US"/>
        </a:p>
      </dgm:t>
    </dgm:pt>
    <dgm:pt modelId="{B5ED0907-FC2B-40BD-9113-1BD098BB4F72}" cxnId="{1F5D6C23-3CBE-4918-8491-C4ABFD27EDBD}" type="sibTrans">
      <dgm:prSet/>
      <dgm:spPr/>
      <dgm:t>
        <a:bodyPr/>
        <a:lstStyle/>
        <a:p>
          <a:endParaRPr lang="zh-CN" altLang="en-US"/>
        </a:p>
      </dgm:t>
    </dgm:pt>
    <dgm:pt modelId="{12885FD2-A072-41D4-9BFE-1A4910345FD2}" type="pres">
      <dgm:prSet presAssocID="{39CD892C-4948-498B-921B-50378E205167}" presName="cycle" presStyleCnt="0">
        <dgm:presLayoutVars>
          <dgm:chMax val="1"/>
          <dgm:dir/>
          <dgm:animLvl val="ctr"/>
          <dgm:resizeHandles val="exact"/>
        </dgm:presLayoutVars>
      </dgm:prSet>
      <dgm:spPr/>
      <dgm:t>
        <a:bodyPr/>
        <a:lstStyle/>
        <a:p>
          <a:endParaRPr lang="zh-CN" altLang="en-US"/>
        </a:p>
      </dgm:t>
    </dgm:pt>
    <dgm:pt modelId="{FD1F7790-09BA-49BB-A05F-D2DFB5A45373}" type="pres">
      <dgm:prSet presAssocID="{2B7FD09D-252D-430F-BBE1-C3D8A9AD43EC}" presName="centerShape" presStyleLbl="node0" presStyleIdx="0" presStyleCnt="1"/>
      <dgm:spPr/>
      <dgm:t>
        <a:bodyPr/>
        <a:lstStyle/>
        <a:p>
          <a:endParaRPr lang="zh-CN" altLang="en-US"/>
        </a:p>
      </dgm:t>
    </dgm:pt>
    <dgm:pt modelId="{3E206512-4EC7-4ABB-9324-B7E239F87129}" type="pres">
      <dgm:prSet presAssocID="{CE189585-9A52-4E17-AD06-6D5B3DC003EB}" presName="parTrans" presStyleLbl="bgSibTrans2D1" presStyleIdx="0" presStyleCnt="2"/>
      <dgm:spPr/>
      <dgm:t>
        <a:bodyPr/>
        <a:lstStyle/>
        <a:p>
          <a:endParaRPr lang="zh-CN" altLang="en-US"/>
        </a:p>
      </dgm:t>
    </dgm:pt>
    <dgm:pt modelId="{06E2080D-5FCB-4FFE-BFAA-452FCCAD2C75}" type="pres">
      <dgm:prSet presAssocID="{51F3C41E-AD16-4411-90E5-A939BB2F62D9}" presName="node" presStyleLbl="node1" presStyleIdx="0" presStyleCnt="2">
        <dgm:presLayoutVars>
          <dgm:bulletEnabled val="1"/>
        </dgm:presLayoutVars>
      </dgm:prSet>
      <dgm:spPr/>
      <dgm:t>
        <a:bodyPr/>
        <a:lstStyle/>
        <a:p>
          <a:endParaRPr lang="zh-CN" altLang="en-US"/>
        </a:p>
      </dgm:t>
    </dgm:pt>
    <dgm:pt modelId="{0C539289-B389-4A74-B344-E912AE9750B0}" type="pres">
      <dgm:prSet presAssocID="{80186D0A-B964-40F5-AC91-6F240F371345}" presName="parTrans" presStyleLbl="bgSibTrans2D1" presStyleIdx="1" presStyleCnt="2"/>
      <dgm:spPr/>
      <dgm:t>
        <a:bodyPr/>
        <a:lstStyle/>
        <a:p>
          <a:endParaRPr lang="zh-CN" altLang="en-US"/>
        </a:p>
      </dgm:t>
    </dgm:pt>
    <dgm:pt modelId="{18BC8425-2DFD-4536-90B4-B52D85614836}" type="pres">
      <dgm:prSet presAssocID="{8EE696E5-3426-4D20-ADF4-BDBFC730B322}" presName="node" presStyleLbl="node1" presStyleIdx="1" presStyleCnt="2">
        <dgm:presLayoutVars>
          <dgm:bulletEnabled val="1"/>
        </dgm:presLayoutVars>
      </dgm:prSet>
      <dgm:spPr/>
      <dgm:t>
        <a:bodyPr/>
        <a:lstStyle/>
        <a:p>
          <a:endParaRPr lang="zh-CN" altLang="en-US"/>
        </a:p>
      </dgm:t>
    </dgm:pt>
  </dgm:ptLst>
  <dgm:cxnLst>
    <dgm:cxn modelId="{EF6357A9-ED38-4B1E-9844-8F78279DD6EF}" srcId="{39CD892C-4948-498B-921B-50378E205167}" destId="{2B7FD09D-252D-430F-BBE1-C3D8A9AD43EC}" srcOrd="0" destOrd="0" parTransId="{84550F08-D904-4E8F-8828-211F0C84DFDC}" sibTransId="{ACA60F27-6DC2-4FCF-9EA2-A94EB63307EB}"/>
    <dgm:cxn modelId="{1F5D6C23-3CBE-4918-8491-C4ABFD27EDBD}" srcId="{2B7FD09D-252D-430F-BBE1-C3D8A9AD43EC}" destId="{8EE696E5-3426-4D20-ADF4-BDBFC730B322}" srcOrd="1" destOrd="0" parTransId="{80186D0A-B964-40F5-AC91-6F240F371345}" sibTransId="{B5ED0907-FC2B-40BD-9113-1BD098BB4F72}"/>
    <dgm:cxn modelId="{6461A318-A742-4074-9096-780EB22B5FD0}" srcId="{2B7FD09D-252D-430F-BBE1-C3D8A9AD43EC}" destId="{51F3C41E-AD16-4411-90E5-A939BB2F62D9}" srcOrd="0" destOrd="0" parTransId="{CE189585-9A52-4E17-AD06-6D5B3DC003EB}" sibTransId="{AE775774-C9CC-4B37-8AE6-3AEB0F9D9971}"/>
    <dgm:cxn modelId="{B9875C06-5A15-4218-BA0B-229E76BC99DB}" type="presOf" srcId="{CE189585-9A52-4E17-AD06-6D5B3DC003EB}" destId="{3E206512-4EC7-4ABB-9324-B7E239F87129}" srcOrd="0" destOrd="0" presId="urn:microsoft.com/office/officeart/2005/8/layout/radial4"/>
    <dgm:cxn modelId="{46944FB1-5EF7-4A1A-BBCE-BF30D578B6D7}" type="presOf" srcId="{8EE696E5-3426-4D20-ADF4-BDBFC730B322}" destId="{18BC8425-2DFD-4536-90B4-B52D85614836}" srcOrd="0" destOrd="0" presId="urn:microsoft.com/office/officeart/2005/8/layout/radial4"/>
    <dgm:cxn modelId="{A54CFBF3-91A4-46CB-9A26-E5633DE4118A}" type="presOf" srcId="{51F3C41E-AD16-4411-90E5-A939BB2F62D9}" destId="{06E2080D-5FCB-4FFE-BFAA-452FCCAD2C75}" srcOrd="0" destOrd="0" presId="urn:microsoft.com/office/officeart/2005/8/layout/radial4"/>
    <dgm:cxn modelId="{6410011B-EB1F-4310-881A-0CC67D1A087A}" type="presOf" srcId="{2B7FD09D-252D-430F-BBE1-C3D8A9AD43EC}" destId="{FD1F7790-09BA-49BB-A05F-D2DFB5A45373}" srcOrd="0" destOrd="0" presId="urn:microsoft.com/office/officeart/2005/8/layout/radial4"/>
    <dgm:cxn modelId="{CF9DB348-17D4-45DD-9799-F1B702B9BA72}" type="presOf" srcId="{39CD892C-4948-498B-921B-50378E205167}" destId="{12885FD2-A072-41D4-9BFE-1A4910345FD2}" srcOrd="0" destOrd="0" presId="urn:microsoft.com/office/officeart/2005/8/layout/radial4"/>
    <dgm:cxn modelId="{ED9D5982-EF75-42EE-A570-0A6606FFE88F}" type="presOf" srcId="{80186D0A-B964-40F5-AC91-6F240F371345}" destId="{0C539289-B389-4A74-B344-E912AE9750B0}" srcOrd="0" destOrd="0" presId="urn:microsoft.com/office/officeart/2005/8/layout/radial4"/>
    <dgm:cxn modelId="{6A5C9EB2-6B9A-4F41-96AE-D88079690FD4}" type="presParOf" srcId="{12885FD2-A072-41D4-9BFE-1A4910345FD2}" destId="{FD1F7790-09BA-49BB-A05F-D2DFB5A45373}" srcOrd="0" destOrd="0" presId="urn:microsoft.com/office/officeart/2005/8/layout/radial4"/>
    <dgm:cxn modelId="{F3D9317A-DD4A-46DA-976A-EAC193DFAF60}" type="presParOf" srcId="{12885FD2-A072-41D4-9BFE-1A4910345FD2}" destId="{3E206512-4EC7-4ABB-9324-B7E239F87129}" srcOrd="1" destOrd="0" presId="urn:microsoft.com/office/officeart/2005/8/layout/radial4"/>
    <dgm:cxn modelId="{BAEA8039-8ED1-4AB3-910D-240CB97FC47A}" type="presParOf" srcId="{12885FD2-A072-41D4-9BFE-1A4910345FD2}" destId="{06E2080D-5FCB-4FFE-BFAA-452FCCAD2C75}" srcOrd="2" destOrd="0" presId="urn:microsoft.com/office/officeart/2005/8/layout/radial4"/>
    <dgm:cxn modelId="{82131950-4D3D-4BA3-9B9C-77B612E7754C}" type="presParOf" srcId="{12885FD2-A072-41D4-9BFE-1A4910345FD2}" destId="{0C539289-B389-4A74-B344-E912AE9750B0}" srcOrd="3" destOrd="0" presId="urn:microsoft.com/office/officeart/2005/8/layout/radial4"/>
    <dgm:cxn modelId="{A9CF3058-F5C0-4D53-8628-14523C58E46C}" type="presParOf" srcId="{12885FD2-A072-41D4-9BFE-1A4910345FD2}" destId="{18BC8425-2DFD-4536-90B4-B52D85614836}" srcOrd="4" destOrd="0" presId="urn:microsoft.com/office/officeart/2005/8/layout/radial4"/>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2.xml><?xml version="1.0" encoding="utf-8"?>
<dgm:dataModel xmlns:dgm="http://schemas.openxmlformats.org/drawingml/2006/diagram" xmlns:a="http://schemas.openxmlformats.org/drawingml/2006/main">
  <dgm:ptLst>
    <dgm:pt modelId="{5B9D491A-9D8E-4514-958C-BB29620FB82E}" type="doc">
      <dgm:prSet loTypeId="urn:microsoft.com/office/officeart/2005/8/layout/list1" loCatId="list" qsTypeId="urn:microsoft.com/office/officeart/2005/8/quickstyle/simple1" qsCatId="simple" csTypeId="urn:microsoft.com/office/officeart/2005/8/colors/accent2_2" csCatId="accent2" phldr="1"/>
      <dgm:spPr/>
      <dgm:t>
        <a:bodyPr/>
        <a:lstStyle/>
        <a:p>
          <a:endParaRPr lang="zh-CN" altLang="en-US"/>
        </a:p>
      </dgm:t>
    </dgm:pt>
    <dgm:pt modelId="{497BBBAC-306A-4546-A1AF-3F43554BE683}">
      <dgm:prSet phldrT="[文本]"/>
      <dgm:spPr/>
      <dgm:t>
        <a:bodyPr/>
        <a:lstStyle/>
        <a:p>
          <a:pPr>
            <a:lnSpc>
              <a:spcPct val="100000"/>
            </a:lnSpc>
            <a:spcBef>
              <a:spcPts val="0"/>
            </a:spcBef>
            <a:spcAft>
              <a:spcPts val="0"/>
            </a:spcAft>
          </a:pPr>
          <a:r>
            <a:rPr lang="zh-CN" altLang="en-US" dirty="0" smtClean="0"/>
            <a:t>观察消息者</a:t>
          </a:r>
          <a:endParaRPr lang="zh-CN" altLang="en-US" dirty="0"/>
        </a:p>
      </dgm:t>
    </dgm:pt>
    <dgm:pt modelId="{BD71A838-4E80-4817-B36E-309F2287BBF9}" cxnId="{A33B0E64-441D-4F11-B5C8-B41E8F57D1C5}" type="parTrans">
      <dgm:prSet/>
      <dgm:spPr/>
      <dgm:t>
        <a:bodyPr/>
        <a:lstStyle/>
        <a:p>
          <a:endParaRPr lang="zh-CN" altLang="en-US"/>
        </a:p>
      </dgm:t>
    </dgm:pt>
    <dgm:pt modelId="{79BA07F1-47D8-456D-A79E-E8905548C0BE}" cxnId="{A33B0E64-441D-4F11-B5C8-B41E8F57D1C5}" type="sibTrans">
      <dgm:prSet/>
      <dgm:spPr/>
      <dgm:t>
        <a:bodyPr/>
        <a:lstStyle/>
        <a:p>
          <a:endParaRPr lang="zh-CN" altLang="en-US"/>
        </a:p>
      </dgm:t>
    </dgm:pt>
    <dgm:pt modelId="{939A5F6A-85B9-4523-8842-72C4BB17621B}">
      <dgm:prSet phldrT="[文本]"/>
      <dgm:spPr/>
      <dgm:t>
        <a:bodyPr/>
        <a:lstStyle/>
        <a:p>
          <a:pPr>
            <a:lnSpc>
              <a:spcPct val="100000"/>
            </a:lnSpc>
            <a:spcBef>
              <a:spcPts val="0"/>
            </a:spcBef>
            <a:spcAft>
              <a:spcPts val="0"/>
            </a:spcAft>
          </a:pPr>
          <a:r>
            <a:rPr lang="zh-CN" altLang="en-US" dirty="0" smtClean="0"/>
            <a:t>动量交易者</a:t>
          </a:r>
          <a:endParaRPr lang="zh-CN" altLang="en-US" dirty="0"/>
        </a:p>
      </dgm:t>
    </dgm:pt>
    <dgm:pt modelId="{1D48C329-2E4B-43B1-901C-87E4B5E0E270}" cxnId="{5AD816F9-BDB2-4A12-A049-50DDD730972E}" type="parTrans">
      <dgm:prSet/>
      <dgm:spPr/>
      <dgm:t>
        <a:bodyPr/>
        <a:lstStyle/>
        <a:p>
          <a:endParaRPr lang="zh-CN" altLang="en-US"/>
        </a:p>
      </dgm:t>
    </dgm:pt>
    <dgm:pt modelId="{C1B24ABB-5FE4-4A9A-A46C-AB46C3729B27}" cxnId="{5AD816F9-BDB2-4A12-A049-50DDD730972E}" type="sibTrans">
      <dgm:prSet/>
      <dgm:spPr/>
      <dgm:t>
        <a:bodyPr/>
        <a:lstStyle/>
        <a:p>
          <a:endParaRPr lang="zh-CN" altLang="en-US"/>
        </a:p>
      </dgm:t>
    </dgm:pt>
    <dgm:pt modelId="{45EAD287-FC29-4538-9A28-F6FA8ADC8E50}">
      <dgm:prSet phldrT="[文本]"/>
      <dgm:spPr/>
      <dgm:t>
        <a:bodyPr/>
        <a:lstStyle/>
        <a:p>
          <a:pPr>
            <a:lnSpc>
              <a:spcPct val="100000"/>
            </a:lnSpc>
            <a:spcBef>
              <a:spcPts val="0"/>
            </a:spcBef>
            <a:spcAft>
              <a:spcPts val="0"/>
            </a:spcAft>
          </a:pPr>
          <a:r>
            <a:rPr lang="zh-CN" altLang="zh-CN" dirty="0" smtClean="0"/>
            <a:t>根据获得的关于未来价值的信息进行预测，其局限是完全不依赖于当前或过去的价格</a:t>
          </a:r>
          <a:endParaRPr lang="zh-CN" altLang="en-US" dirty="0"/>
        </a:p>
      </dgm:t>
    </dgm:pt>
    <dgm:pt modelId="{11251849-C1C5-40AA-8EC9-621C26CA256D}" cxnId="{07D51D8D-62B1-45A9-B3FB-75FD707622EC}" type="parTrans">
      <dgm:prSet/>
      <dgm:spPr/>
      <dgm:t>
        <a:bodyPr/>
        <a:lstStyle/>
        <a:p>
          <a:endParaRPr lang="zh-CN" altLang="en-US"/>
        </a:p>
      </dgm:t>
    </dgm:pt>
    <dgm:pt modelId="{7F13DB8C-2FA1-4505-90C9-F176E8B20E52}" cxnId="{07D51D8D-62B1-45A9-B3FB-75FD707622EC}" type="sibTrans">
      <dgm:prSet/>
      <dgm:spPr/>
      <dgm:t>
        <a:bodyPr/>
        <a:lstStyle/>
        <a:p>
          <a:endParaRPr lang="zh-CN" altLang="en-US"/>
        </a:p>
      </dgm:t>
    </dgm:pt>
    <dgm:pt modelId="{0E27BEA2-A3BE-41DC-871A-EE62B8A9106B}">
      <dgm:prSet phldrT="[文本]"/>
      <dgm:spPr/>
      <dgm:t>
        <a:bodyPr/>
        <a:lstStyle/>
        <a:p>
          <a:pPr>
            <a:lnSpc>
              <a:spcPct val="100000"/>
            </a:lnSpc>
            <a:spcBef>
              <a:spcPts val="0"/>
            </a:spcBef>
            <a:spcAft>
              <a:spcPts val="0"/>
            </a:spcAft>
          </a:pPr>
          <a:r>
            <a:rPr lang="zh-CN" altLang="zh-CN" dirty="0" smtClean="0"/>
            <a:t>完全依赖于过去的价格变化，其局限是他们的预测必须是过去价格历史的简单函数</a:t>
          </a:r>
          <a:endParaRPr lang="zh-CN" altLang="en-US" dirty="0"/>
        </a:p>
      </dgm:t>
    </dgm:pt>
    <dgm:pt modelId="{534663AA-310D-45D8-8225-01317FA455C0}" cxnId="{F4F3E067-2B02-40C2-9618-69B2DF6F570E}" type="parTrans">
      <dgm:prSet/>
      <dgm:spPr/>
      <dgm:t>
        <a:bodyPr/>
        <a:lstStyle/>
        <a:p>
          <a:endParaRPr lang="zh-CN" altLang="en-US"/>
        </a:p>
      </dgm:t>
    </dgm:pt>
    <dgm:pt modelId="{4387BC2C-BCAD-45B2-BD3F-D6793800DFBE}" cxnId="{F4F3E067-2B02-40C2-9618-69B2DF6F570E}" type="sibTrans">
      <dgm:prSet/>
      <dgm:spPr/>
      <dgm:t>
        <a:bodyPr/>
        <a:lstStyle/>
        <a:p>
          <a:endParaRPr lang="zh-CN" altLang="en-US"/>
        </a:p>
      </dgm:t>
    </dgm:pt>
    <dgm:pt modelId="{89896996-300D-4A9A-99D0-B619B2298DDC}" type="pres">
      <dgm:prSet presAssocID="{5B9D491A-9D8E-4514-958C-BB29620FB82E}" presName="linear" presStyleCnt="0">
        <dgm:presLayoutVars>
          <dgm:dir/>
          <dgm:animLvl val="lvl"/>
          <dgm:resizeHandles val="exact"/>
        </dgm:presLayoutVars>
      </dgm:prSet>
      <dgm:spPr/>
      <dgm:t>
        <a:bodyPr/>
        <a:lstStyle/>
        <a:p>
          <a:endParaRPr lang="zh-CN" altLang="en-US"/>
        </a:p>
      </dgm:t>
    </dgm:pt>
    <dgm:pt modelId="{4923787A-4C71-4F5A-86B2-563825B9F7C2}" type="pres">
      <dgm:prSet presAssocID="{497BBBAC-306A-4546-A1AF-3F43554BE683}" presName="parentLin" presStyleCnt="0"/>
      <dgm:spPr/>
    </dgm:pt>
    <dgm:pt modelId="{E17B938C-A17E-4F3E-AA56-9A5FAA9CDD72}" type="pres">
      <dgm:prSet presAssocID="{497BBBAC-306A-4546-A1AF-3F43554BE683}" presName="parentLeftMargin" presStyleLbl="node1" presStyleIdx="0" presStyleCnt="2"/>
      <dgm:spPr/>
      <dgm:t>
        <a:bodyPr/>
        <a:lstStyle/>
        <a:p>
          <a:endParaRPr lang="zh-CN" altLang="en-US"/>
        </a:p>
      </dgm:t>
    </dgm:pt>
    <dgm:pt modelId="{FDC6B47E-9939-4450-9D03-7B3200CB9FBA}" type="pres">
      <dgm:prSet presAssocID="{497BBBAC-306A-4546-A1AF-3F43554BE683}" presName="parentText" presStyleLbl="node1" presStyleIdx="0" presStyleCnt="2">
        <dgm:presLayoutVars>
          <dgm:chMax val="0"/>
          <dgm:bulletEnabled val="1"/>
        </dgm:presLayoutVars>
      </dgm:prSet>
      <dgm:spPr/>
      <dgm:t>
        <a:bodyPr/>
        <a:lstStyle/>
        <a:p>
          <a:endParaRPr lang="zh-CN" altLang="en-US"/>
        </a:p>
      </dgm:t>
    </dgm:pt>
    <dgm:pt modelId="{7AEB0CDC-D04F-4029-98B6-62714FF80F13}" type="pres">
      <dgm:prSet presAssocID="{497BBBAC-306A-4546-A1AF-3F43554BE683}" presName="negativeSpace" presStyleCnt="0"/>
      <dgm:spPr/>
    </dgm:pt>
    <dgm:pt modelId="{716F7CE1-C91E-4BED-9FD7-52DC46D7F151}" type="pres">
      <dgm:prSet presAssocID="{497BBBAC-306A-4546-A1AF-3F43554BE683}" presName="childText" presStyleLbl="conFgAcc1" presStyleIdx="0" presStyleCnt="2">
        <dgm:presLayoutVars>
          <dgm:bulletEnabled val="1"/>
        </dgm:presLayoutVars>
      </dgm:prSet>
      <dgm:spPr/>
      <dgm:t>
        <a:bodyPr/>
        <a:lstStyle/>
        <a:p>
          <a:endParaRPr lang="zh-CN" altLang="en-US"/>
        </a:p>
      </dgm:t>
    </dgm:pt>
    <dgm:pt modelId="{34BE75B4-1F62-4423-ACF3-872C4C89AAE5}" type="pres">
      <dgm:prSet presAssocID="{79BA07F1-47D8-456D-A79E-E8905548C0BE}" presName="spaceBetweenRectangles" presStyleCnt="0"/>
      <dgm:spPr/>
    </dgm:pt>
    <dgm:pt modelId="{E36A7931-F1E2-4704-BC60-CBA78E847E92}" type="pres">
      <dgm:prSet presAssocID="{939A5F6A-85B9-4523-8842-72C4BB17621B}" presName="parentLin" presStyleCnt="0"/>
      <dgm:spPr/>
    </dgm:pt>
    <dgm:pt modelId="{2C931EB7-3E33-4288-A78E-B19FDE5E3954}" type="pres">
      <dgm:prSet presAssocID="{939A5F6A-85B9-4523-8842-72C4BB17621B}" presName="parentLeftMargin" presStyleLbl="node1" presStyleIdx="0" presStyleCnt="2"/>
      <dgm:spPr/>
      <dgm:t>
        <a:bodyPr/>
        <a:lstStyle/>
        <a:p>
          <a:endParaRPr lang="zh-CN" altLang="en-US"/>
        </a:p>
      </dgm:t>
    </dgm:pt>
    <dgm:pt modelId="{8105369C-5597-4761-9014-582A8CDD0E39}" type="pres">
      <dgm:prSet presAssocID="{939A5F6A-85B9-4523-8842-72C4BB17621B}" presName="parentText" presStyleLbl="node1" presStyleIdx="1" presStyleCnt="2">
        <dgm:presLayoutVars>
          <dgm:chMax val="0"/>
          <dgm:bulletEnabled val="1"/>
        </dgm:presLayoutVars>
      </dgm:prSet>
      <dgm:spPr/>
      <dgm:t>
        <a:bodyPr/>
        <a:lstStyle/>
        <a:p>
          <a:endParaRPr lang="zh-CN" altLang="en-US"/>
        </a:p>
      </dgm:t>
    </dgm:pt>
    <dgm:pt modelId="{1A0B2266-673A-401F-BC4F-1BC10E27B12C}" type="pres">
      <dgm:prSet presAssocID="{939A5F6A-85B9-4523-8842-72C4BB17621B}" presName="negativeSpace" presStyleCnt="0"/>
      <dgm:spPr/>
    </dgm:pt>
    <dgm:pt modelId="{F773AC0E-DF7A-40A9-952F-01B2919F4EAE}" type="pres">
      <dgm:prSet presAssocID="{939A5F6A-85B9-4523-8842-72C4BB17621B}" presName="childText" presStyleLbl="conFgAcc1" presStyleIdx="1" presStyleCnt="2">
        <dgm:presLayoutVars>
          <dgm:bulletEnabled val="1"/>
        </dgm:presLayoutVars>
      </dgm:prSet>
      <dgm:spPr/>
      <dgm:t>
        <a:bodyPr/>
        <a:lstStyle/>
        <a:p>
          <a:endParaRPr lang="zh-CN" altLang="en-US"/>
        </a:p>
      </dgm:t>
    </dgm:pt>
  </dgm:ptLst>
  <dgm:cxnLst>
    <dgm:cxn modelId="{FA3570A3-C5C7-498A-9378-53C3502B1E09}" type="presOf" srcId="{939A5F6A-85B9-4523-8842-72C4BB17621B}" destId="{8105369C-5597-4761-9014-582A8CDD0E39}" srcOrd="1" destOrd="0" presId="urn:microsoft.com/office/officeart/2005/8/layout/list1"/>
    <dgm:cxn modelId="{5AD816F9-BDB2-4A12-A049-50DDD730972E}" srcId="{5B9D491A-9D8E-4514-958C-BB29620FB82E}" destId="{939A5F6A-85B9-4523-8842-72C4BB17621B}" srcOrd="1" destOrd="0" parTransId="{1D48C329-2E4B-43B1-901C-87E4B5E0E270}" sibTransId="{C1B24ABB-5FE4-4A9A-A46C-AB46C3729B27}"/>
    <dgm:cxn modelId="{F4F3E067-2B02-40C2-9618-69B2DF6F570E}" srcId="{939A5F6A-85B9-4523-8842-72C4BB17621B}" destId="{0E27BEA2-A3BE-41DC-871A-EE62B8A9106B}" srcOrd="0" destOrd="0" parTransId="{534663AA-310D-45D8-8225-01317FA455C0}" sibTransId="{4387BC2C-BCAD-45B2-BD3F-D6793800DFBE}"/>
    <dgm:cxn modelId="{07D51D8D-62B1-45A9-B3FB-75FD707622EC}" srcId="{497BBBAC-306A-4546-A1AF-3F43554BE683}" destId="{45EAD287-FC29-4538-9A28-F6FA8ADC8E50}" srcOrd="0" destOrd="0" parTransId="{11251849-C1C5-40AA-8EC9-621C26CA256D}" sibTransId="{7F13DB8C-2FA1-4505-90C9-F176E8B20E52}"/>
    <dgm:cxn modelId="{6804F8D6-2627-47A5-8162-C788AE80579C}" type="presOf" srcId="{5B9D491A-9D8E-4514-958C-BB29620FB82E}" destId="{89896996-300D-4A9A-99D0-B619B2298DDC}" srcOrd="0" destOrd="0" presId="urn:microsoft.com/office/officeart/2005/8/layout/list1"/>
    <dgm:cxn modelId="{C1B5999F-2069-46AE-961F-AD29A0E066E6}" type="presOf" srcId="{939A5F6A-85B9-4523-8842-72C4BB17621B}" destId="{2C931EB7-3E33-4288-A78E-B19FDE5E3954}" srcOrd="0" destOrd="0" presId="urn:microsoft.com/office/officeart/2005/8/layout/list1"/>
    <dgm:cxn modelId="{1518E85A-F4DF-4B9F-B0FF-296021208701}" type="presOf" srcId="{0E27BEA2-A3BE-41DC-871A-EE62B8A9106B}" destId="{F773AC0E-DF7A-40A9-952F-01B2919F4EAE}" srcOrd="0" destOrd="0" presId="urn:microsoft.com/office/officeart/2005/8/layout/list1"/>
    <dgm:cxn modelId="{EA35FC2A-7E89-4C8D-861C-58B6F431C1E0}" type="presOf" srcId="{497BBBAC-306A-4546-A1AF-3F43554BE683}" destId="{FDC6B47E-9939-4450-9D03-7B3200CB9FBA}" srcOrd="1" destOrd="0" presId="urn:microsoft.com/office/officeart/2005/8/layout/list1"/>
    <dgm:cxn modelId="{A33B0E64-441D-4F11-B5C8-B41E8F57D1C5}" srcId="{5B9D491A-9D8E-4514-958C-BB29620FB82E}" destId="{497BBBAC-306A-4546-A1AF-3F43554BE683}" srcOrd="0" destOrd="0" parTransId="{BD71A838-4E80-4817-B36E-309F2287BBF9}" sibTransId="{79BA07F1-47D8-456D-A79E-E8905548C0BE}"/>
    <dgm:cxn modelId="{AA4E774D-1A01-4A80-A3B5-270FF29934FF}" type="presOf" srcId="{497BBBAC-306A-4546-A1AF-3F43554BE683}" destId="{E17B938C-A17E-4F3E-AA56-9A5FAA9CDD72}" srcOrd="0" destOrd="0" presId="urn:microsoft.com/office/officeart/2005/8/layout/list1"/>
    <dgm:cxn modelId="{6C7C87FA-64AB-48B0-BA13-0F63B0604A07}" type="presOf" srcId="{45EAD287-FC29-4538-9A28-F6FA8ADC8E50}" destId="{716F7CE1-C91E-4BED-9FD7-52DC46D7F151}" srcOrd="0" destOrd="0" presId="urn:microsoft.com/office/officeart/2005/8/layout/list1"/>
    <dgm:cxn modelId="{C8F51A24-6025-4D43-BE1B-906D242E1C76}" type="presParOf" srcId="{89896996-300D-4A9A-99D0-B619B2298DDC}" destId="{4923787A-4C71-4F5A-86B2-563825B9F7C2}" srcOrd="0" destOrd="0" presId="urn:microsoft.com/office/officeart/2005/8/layout/list1"/>
    <dgm:cxn modelId="{59C88F9C-4F60-48F1-B996-B97B49EED2C8}" type="presParOf" srcId="{4923787A-4C71-4F5A-86B2-563825B9F7C2}" destId="{E17B938C-A17E-4F3E-AA56-9A5FAA9CDD72}" srcOrd="0" destOrd="0" presId="urn:microsoft.com/office/officeart/2005/8/layout/list1"/>
    <dgm:cxn modelId="{32F263C7-AC34-4E7E-88CE-FB97D280805F}" type="presParOf" srcId="{4923787A-4C71-4F5A-86B2-563825B9F7C2}" destId="{FDC6B47E-9939-4450-9D03-7B3200CB9FBA}" srcOrd="1" destOrd="0" presId="urn:microsoft.com/office/officeart/2005/8/layout/list1"/>
    <dgm:cxn modelId="{5310745C-7068-4B7D-8B5B-010467EFD65A}" type="presParOf" srcId="{89896996-300D-4A9A-99D0-B619B2298DDC}" destId="{7AEB0CDC-D04F-4029-98B6-62714FF80F13}" srcOrd="1" destOrd="0" presId="urn:microsoft.com/office/officeart/2005/8/layout/list1"/>
    <dgm:cxn modelId="{B981C7E2-B573-4365-A072-32410EAD1AA0}" type="presParOf" srcId="{89896996-300D-4A9A-99D0-B619B2298DDC}" destId="{716F7CE1-C91E-4BED-9FD7-52DC46D7F151}" srcOrd="2" destOrd="0" presId="urn:microsoft.com/office/officeart/2005/8/layout/list1"/>
    <dgm:cxn modelId="{C56B2497-88A7-4E61-9693-A5ACBC54BB32}" type="presParOf" srcId="{89896996-300D-4A9A-99D0-B619B2298DDC}" destId="{34BE75B4-1F62-4423-ACF3-872C4C89AAE5}" srcOrd="3" destOrd="0" presId="urn:microsoft.com/office/officeart/2005/8/layout/list1"/>
    <dgm:cxn modelId="{186BEE2A-1C21-4034-8421-943D73FD7682}" type="presParOf" srcId="{89896996-300D-4A9A-99D0-B619B2298DDC}" destId="{E36A7931-F1E2-4704-BC60-CBA78E847E92}" srcOrd="4" destOrd="0" presId="urn:microsoft.com/office/officeart/2005/8/layout/list1"/>
    <dgm:cxn modelId="{41C101A1-2010-452F-929F-287FE3564369}" type="presParOf" srcId="{E36A7931-F1E2-4704-BC60-CBA78E847E92}" destId="{2C931EB7-3E33-4288-A78E-B19FDE5E3954}" srcOrd="0" destOrd="0" presId="urn:microsoft.com/office/officeart/2005/8/layout/list1"/>
    <dgm:cxn modelId="{5D43573D-62C9-4732-90DA-97365E968859}" type="presParOf" srcId="{E36A7931-F1E2-4704-BC60-CBA78E847E92}" destId="{8105369C-5597-4761-9014-582A8CDD0E39}" srcOrd="1" destOrd="0" presId="urn:microsoft.com/office/officeart/2005/8/layout/list1"/>
    <dgm:cxn modelId="{5C3FDD01-D6E9-4D22-9849-DF45F71F965F}" type="presParOf" srcId="{89896996-300D-4A9A-99D0-B619B2298DDC}" destId="{1A0B2266-673A-401F-BC4F-1BC10E27B12C}" srcOrd="5" destOrd="0" presId="urn:microsoft.com/office/officeart/2005/8/layout/list1"/>
    <dgm:cxn modelId="{7FA654E0-75E0-4776-9621-AB229F3DAACA}" type="presParOf" srcId="{89896996-300D-4A9A-99D0-B619B2298DDC}" destId="{F773AC0E-DF7A-40A9-952F-01B2919F4EAE}" srcOrd="6" destOrd="0" presId="urn:microsoft.com/office/officeart/2005/8/layout/list1"/>
  </dgm:cxnLst>
  <dgm:bg/>
  <dgm:whole/>
  <dgm:extLst>
    <a:ext uri="http://schemas.microsoft.com/office/drawing/2008/diagram">
      <dsp:dataModelExt xmlns:dsp="http://schemas.microsoft.com/office/drawing/2008/diagram" relId="rId5" minVer="http://schemas.openxmlformats.org/drawingml/2006/diagram"/>
    </a:ext>
  </dgm:extLst>
</dgm:dataModel>
</file>

<file path=ppt/diagrams/data13.xml><?xml version="1.0" encoding="utf-8"?>
<dgm:dataModel xmlns:dgm="http://schemas.openxmlformats.org/drawingml/2006/diagram" xmlns:a="http://schemas.openxmlformats.org/drawingml/2006/main">
  <dgm:ptLst>
    <dgm:pt modelId="{39CD892C-4948-498B-921B-50378E205167}" type="doc">
      <dgm:prSet loTypeId="urn:microsoft.com/office/officeart/2005/8/layout/radial4" loCatId="relationship" qsTypeId="urn:microsoft.com/office/officeart/2005/8/quickstyle/simple1" qsCatId="simple" csTypeId="urn:microsoft.com/office/officeart/2005/8/colors/accent2_1" csCatId="accent2" phldr="1"/>
      <dgm:spPr/>
      <dgm:t>
        <a:bodyPr/>
        <a:lstStyle/>
        <a:p>
          <a:endParaRPr lang="zh-CN" altLang="en-US"/>
        </a:p>
      </dgm:t>
    </dgm:pt>
    <dgm:pt modelId="{2B7FD09D-252D-430F-BBE1-C3D8A9AD43EC}">
      <dgm:prSet phldrT="[文本]" custT="1"/>
      <dgm:spPr/>
      <dgm:t>
        <a:bodyPr/>
        <a:lstStyle/>
        <a:p>
          <a:pPr>
            <a:lnSpc>
              <a:spcPct val="100000"/>
            </a:lnSpc>
            <a:spcBef>
              <a:spcPts val="0"/>
            </a:spcBef>
            <a:spcAft>
              <a:spcPts val="0"/>
            </a:spcAft>
          </a:pPr>
          <a:r>
            <a:rPr lang="zh-CN" altLang="en-US" sz="2000" dirty="0" smtClean="0"/>
            <a:t>稳妥可靠</a:t>
          </a:r>
          <a:endParaRPr lang="en-US" altLang="zh-CN" sz="2000" dirty="0" smtClean="0"/>
        </a:p>
        <a:p>
          <a:pPr>
            <a:lnSpc>
              <a:spcPct val="100000"/>
            </a:lnSpc>
            <a:spcBef>
              <a:spcPts val="0"/>
            </a:spcBef>
            <a:spcAft>
              <a:spcPts val="0"/>
            </a:spcAft>
          </a:pPr>
          <a:r>
            <a:rPr lang="zh-CN" altLang="en-US" sz="2000" dirty="0" smtClean="0"/>
            <a:t>渐进发展</a:t>
          </a:r>
          <a:endParaRPr lang="zh-CN" altLang="en-US" sz="2000" dirty="0"/>
        </a:p>
      </dgm:t>
    </dgm:pt>
    <dgm:pt modelId="{84550F08-D904-4E8F-8828-211F0C84DFDC}" cxnId="{EF6357A9-ED38-4B1E-9844-8F78279DD6EF}" type="parTrans">
      <dgm:prSet/>
      <dgm:spPr/>
      <dgm:t>
        <a:bodyPr/>
        <a:lstStyle/>
        <a:p>
          <a:endParaRPr lang="zh-CN" altLang="en-US"/>
        </a:p>
      </dgm:t>
    </dgm:pt>
    <dgm:pt modelId="{ACA60F27-6DC2-4FCF-9EA2-A94EB63307EB}" cxnId="{EF6357A9-ED38-4B1E-9844-8F78279DD6EF}" type="sibTrans">
      <dgm:prSet/>
      <dgm:spPr/>
      <dgm:t>
        <a:bodyPr/>
        <a:lstStyle/>
        <a:p>
          <a:endParaRPr lang="zh-CN" altLang="en-US"/>
        </a:p>
      </dgm:t>
    </dgm:pt>
    <dgm:pt modelId="{51F3C41E-AD16-4411-90E5-A939BB2F62D9}">
      <dgm:prSet phldrT="[文本]"/>
      <dgm:spPr/>
      <dgm:t>
        <a:bodyPr/>
        <a:lstStyle/>
        <a:p>
          <a:pPr>
            <a:lnSpc>
              <a:spcPct val="100000"/>
            </a:lnSpc>
            <a:spcBef>
              <a:spcPts val="0"/>
            </a:spcBef>
            <a:spcAft>
              <a:spcPts val="0"/>
            </a:spcAft>
          </a:pPr>
          <a:r>
            <a:rPr lang="zh-CN" altLang="en-US" dirty="0" smtClean="0">
              <a:latin typeface="微软雅黑" panose="020B0503020204020204" pitchFamily="34" charset="-122"/>
              <a:ea typeface="微软雅黑" panose="020B0503020204020204" pitchFamily="34" charset="-122"/>
            </a:rPr>
            <a:t>决策者必须保留对以往政策的承诺</a:t>
          </a:r>
          <a:endParaRPr lang="zh-CN" altLang="en-US" dirty="0"/>
        </a:p>
      </dgm:t>
    </dgm:pt>
    <dgm:pt modelId="{CE189585-9A52-4E17-AD06-6D5B3DC003EB}" cxnId="{6461A318-A742-4074-9096-780EB22B5FD0}" type="parTrans">
      <dgm:prSet/>
      <dgm:spPr/>
      <dgm:t>
        <a:bodyPr/>
        <a:lstStyle/>
        <a:p>
          <a:endParaRPr lang="zh-CN" altLang="en-US"/>
        </a:p>
      </dgm:t>
    </dgm:pt>
    <dgm:pt modelId="{AE775774-C9CC-4B37-8AE6-3AEB0F9D9971}" cxnId="{6461A318-A742-4074-9096-780EB22B5FD0}" type="sibTrans">
      <dgm:prSet/>
      <dgm:spPr/>
      <dgm:t>
        <a:bodyPr/>
        <a:lstStyle/>
        <a:p>
          <a:endParaRPr lang="zh-CN" altLang="en-US"/>
        </a:p>
      </dgm:t>
    </dgm:pt>
    <dgm:pt modelId="{AA41F25D-03C3-4D6C-8056-C7409E193BDC}">
      <dgm:prSet phldrT="[文本]"/>
      <dgm:spPr/>
      <dgm:t>
        <a:bodyPr/>
        <a:lstStyle/>
        <a:p>
          <a:pPr>
            <a:lnSpc>
              <a:spcPct val="100000"/>
            </a:lnSpc>
            <a:spcBef>
              <a:spcPts val="0"/>
            </a:spcBef>
            <a:spcAft>
              <a:spcPts val="0"/>
            </a:spcAft>
          </a:pPr>
          <a:r>
            <a:rPr lang="zh-CN" altLang="en-US" dirty="0" smtClean="0">
              <a:latin typeface="微软雅黑" panose="020B0503020204020204" pitchFamily="34" charset="-122"/>
              <a:ea typeface="微软雅黑" panose="020B0503020204020204" pitchFamily="34" charset="-122"/>
            </a:rPr>
            <a:t>不必过多地分析与评估新的备选方案</a:t>
          </a:r>
          <a:endParaRPr lang="zh-CN" altLang="en-US" dirty="0"/>
        </a:p>
      </dgm:t>
    </dgm:pt>
    <dgm:pt modelId="{5CE809C8-9E7D-424C-A014-5D77C589CE81}" cxnId="{E5516419-538A-4B77-BFD0-B6AC713EAA93}" type="parTrans">
      <dgm:prSet/>
      <dgm:spPr/>
      <dgm:t>
        <a:bodyPr/>
        <a:lstStyle/>
        <a:p>
          <a:endParaRPr lang="zh-CN" altLang="en-US"/>
        </a:p>
      </dgm:t>
    </dgm:pt>
    <dgm:pt modelId="{6131CAE5-4B99-4A91-9DD3-AC4FFFCAFA0D}" cxnId="{E5516419-538A-4B77-BFD0-B6AC713EAA93}" type="sibTrans">
      <dgm:prSet/>
      <dgm:spPr/>
      <dgm:t>
        <a:bodyPr/>
        <a:lstStyle/>
        <a:p>
          <a:endParaRPr lang="zh-CN" altLang="en-US"/>
        </a:p>
      </dgm:t>
    </dgm:pt>
    <dgm:pt modelId="{6D16A895-6651-414E-BF9C-211F7C8227A0}">
      <dgm:prSet phldrT="[文本]"/>
      <dgm:spPr/>
      <dgm:t>
        <a:bodyPr/>
        <a:lstStyle/>
        <a:p>
          <a:pPr>
            <a:lnSpc>
              <a:spcPct val="100000"/>
            </a:lnSpc>
            <a:spcBef>
              <a:spcPts val="0"/>
            </a:spcBef>
            <a:spcAft>
              <a:spcPts val="0"/>
            </a:spcAft>
          </a:pPr>
          <a:r>
            <a:rPr lang="zh-CN" altLang="en-US" dirty="0" smtClean="0">
              <a:latin typeface="微软雅黑" panose="020B0503020204020204" pitchFamily="34" charset="-122"/>
              <a:ea typeface="微软雅黑" panose="020B0503020204020204" pitchFamily="34" charset="-122"/>
            </a:rPr>
            <a:t>着意于政策目标和备选方案之间的相互调适</a:t>
          </a:r>
          <a:endParaRPr lang="zh-CN" altLang="en-US" dirty="0"/>
        </a:p>
      </dgm:t>
    </dgm:pt>
    <dgm:pt modelId="{83EC954F-249D-4324-AF82-C4C804F329A5}" cxnId="{B30A0145-E630-4E33-A23D-B227D39E1256}" type="parTrans">
      <dgm:prSet/>
      <dgm:spPr/>
      <dgm:t>
        <a:bodyPr/>
        <a:lstStyle/>
        <a:p>
          <a:endParaRPr lang="zh-CN" altLang="en-US"/>
        </a:p>
      </dgm:t>
    </dgm:pt>
    <dgm:pt modelId="{774466AA-F86C-4602-A658-8E3CF2D58B61}" cxnId="{B30A0145-E630-4E33-A23D-B227D39E1256}" type="sibTrans">
      <dgm:prSet/>
      <dgm:spPr/>
      <dgm:t>
        <a:bodyPr/>
        <a:lstStyle/>
        <a:p>
          <a:endParaRPr lang="zh-CN" altLang="en-US"/>
        </a:p>
      </dgm:t>
    </dgm:pt>
    <dgm:pt modelId="{C7BC46B2-150D-416A-8F17-00E46B8D31F4}">
      <dgm:prSet phldrT="[文本]"/>
      <dgm:spPr/>
      <dgm:t>
        <a:bodyPr/>
        <a:lstStyle/>
        <a:p>
          <a:pPr>
            <a:lnSpc>
              <a:spcPct val="100000"/>
            </a:lnSpc>
            <a:spcBef>
              <a:spcPts val="0"/>
            </a:spcBef>
            <a:spcAft>
              <a:spcPts val="0"/>
            </a:spcAft>
          </a:pPr>
          <a:r>
            <a:rPr lang="zh-CN" altLang="en-US" dirty="0" smtClean="0">
              <a:latin typeface="微软雅黑" panose="020B0503020204020204" pitchFamily="34" charset="-122"/>
              <a:ea typeface="微软雅黑" panose="020B0503020204020204" pitchFamily="34" charset="-122"/>
            </a:rPr>
            <a:t>是一种保守的补救措施</a:t>
          </a:r>
          <a:endParaRPr lang="zh-CN" altLang="en-US" dirty="0"/>
        </a:p>
      </dgm:t>
    </dgm:pt>
    <dgm:pt modelId="{B7A8C66F-5BE4-419A-969B-AAC518817E7A}" cxnId="{06812D24-B067-42FD-A560-D21E58BCA35B}" type="parTrans">
      <dgm:prSet/>
      <dgm:spPr/>
      <dgm:t>
        <a:bodyPr/>
        <a:lstStyle/>
        <a:p>
          <a:endParaRPr lang="zh-CN" altLang="en-US"/>
        </a:p>
      </dgm:t>
    </dgm:pt>
    <dgm:pt modelId="{F93B0F3F-C87A-48C1-B326-DEB6E06D44CC}" cxnId="{06812D24-B067-42FD-A560-D21E58BCA35B}" type="sibTrans">
      <dgm:prSet/>
      <dgm:spPr/>
      <dgm:t>
        <a:bodyPr/>
        <a:lstStyle/>
        <a:p>
          <a:endParaRPr lang="zh-CN" altLang="en-US"/>
        </a:p>
      </dgm:t>
    </dgm:pt>
    <dgm:pt modelId="{03EFA1C7-5235-4D05-8BBF-14CC81AEEEBC}">
      <dgm:prSet phldrT="[文本]"/>
      <dgm:spPr/>
      <dgm:t>
        <a:bodyPr/>
        <a:lstStyle/>
        <a:p>
          <a:pPr>
            <a:lnSpc>
              <a:spcPct val="100000"/>
            </a:lnSpc>
            <a:spcBef>
              <a:spcPts val="0"/>
            </a:spcBef>
            <a:spcAft>
              <a:spcPts val="0"/>
            </a:spcAft>
          </a:pPr>
          <a:r>
            <a:rPr lang="zh-CN" altLang="en-US" smtClean="0">
              <a:latin typeface="微软雅黑" panose="020B0503020204020204" pitchFamily="34" charset="-122"/>
              <a:ea typeface="微软雅黑" panose="020B0503020204020204" pitchFamily="34" charset="-122"/>
            </a:rPr>
            <a:t>不关心</a:t>
          </a:r>
          <a:r>
            <a:rPr lang="zh-CN" altLang="en-US" dirty="0" smtClean="0">
              <a:latin typeface="微软雅黑" panose="020B0503020204020204" pitchFamily="34" charset="-122"/>
              <a:ea typeface="微软雅黑" panose="020B0503020204020204" pitchFamily="34" charset="-122"/>
            </a:rPr>
            <a:t>政策制定基础的变化</a:t>
          </a:r>
          <a:endParaRPr lang="zh-CN" altLang="en-US" dirty="0"/>
        </a:p>
      </dgm:t>
    </dgm:pt>
    <dgm:pt modelId="{6D9A2631-2F7C-427A-8319-F06AADCF0F38}" cxnId="{A710C69F-1B2F-482D-BD9C-CEE34A284BC0}" type="parTrans">
      <dgm:prSet/>
      <dgm:spPr/>
      <dgm:t>
        <a:bodyPr/>
        <a:lstStyle/>
        <a:p>
          <a:endParaRPr lang="zh-CN" altLang="en-US"/>
        </a:p>
      </dgm:t>
    </dgm:pt>
    <dgm:pt modelId="{E630366C-DA6B-4E95-9A5A-FAEDA205D60C}" cxnId="{A710C69F-1B2F-482D-BD9C-CEE34A284BC0}" type="sibTrans">
      <dgm:prSet/>
      <dgm:spPr/>
      <dgm:t>
        <a:bodyPr/>
        <a:lstStyle/>
        <a:p>
          <a:endParaRPr lang="zh-CN" altLang="en-US"/>
        </a:p>
      </dgm:t>
    </dgm:pt>
    <dgm:pt modelId="{12885FD2-A072-41D4-9BFE-1A4910345FD2}" type="pres">
      <dgm:prSet presAssocID="{39CD892C-4948-498B-921B-50378E205167}" presName="cycle" presStyleCnt="0">
        <dgm:presLayoutVars>
          <dgm:chMax val="1"/>
          <dgm:dir/>
          <dgm:animLvl val="ctr"/>
          <dgm:resizeHandles val="exact"/>
        </dgm:presLayoutVars>
      </dgm:prSet>
      <dgm:spPr/>
      <dgm:t>
        <a:bodyPr/>
        <a:lstStyle/>
        <a:p>
          <a:endParaRPr lang="zh-CN" altLang="en-US"/>
        </a:p>
      </dgm:t>
    </dgm:pt>
    <dgm:pt modelId="{FD1F7790-09BA-49BB-A05F-D2DFB5A45373}" type="pres">
      <dgm:prSet presAssocID="{2B7FD09D-252D-430F-BBE1-C3D8A9AD43EC}" presName="centerShape" presStyleLbl="node0" presStyleIdx="0" presStyleCnt="1"/>
      <dgm:spPr/>
      <dgm:t>
        <a:bodyPr/>
        <a:lstStyle/>
        <a:p>
          <a:endParaRPr lang="zh-CN" altLang="en-US"/>
        </a:p>
      </dgm:t>
    </dgm:pt>
    <dgm:pt modelId="{3E206512-4EC7-4ABB-9324-B7E239F87129}" type="pres">
      <dgm:prSet presAssocID="{CE189585-9A52-4E17-AD06-6D5B3DC003EB}" presName="parTrans" presStyleLbl="bgSibTrans2D1" presStyleIdx="0" presStyleCnt="5"/>
      <dgm:spPr/>
      <dgm:t>
        <a:bodyPr/>
        <a:lstStyle/>
        <a:p>
          <a:endParaRPr lang="zh-CN" altLang="en-US"/>
        </a:p>
      </dgm:t>
    </dgm:pt>
    <dgm:pt modelId="{06E2080D-5FCB-4FFE-BFAA-452FCCAD2C75}" type="pres">
      <dgm:prSet presAssocID="{51F3C41E-AD16-4411-90E5-A939BB2F62D9}" presName="node" presStyleLbl="node1" presStyleIdx="0" presStyleCnt="5">
        <dgm:presLayoutVars>
          <dgm:bulletEnabled val="1"/>
        </dgm:presLayoutVars>
      </dgm:prSet>
      <dgm:spPr/>
      <dgm:t>
        <a:bodyPr/>
        <a:lstStyle/>
        <a:p>
          <a:endParaRPr lang="zh-CN" altLang="en-US"/>
        </a:p>
      </dgm:t>
    </dgm:pt>
    <dgm:pt modelId="{FBAAA467-D6D3-4CFB-8FBC-27094BEC127F}" type="pres">
      <dgm:prSet presAssocID="{5CE809C8-9E7D-424C-A014-5D77C589CE81}" presName="parTrans" presStyleLbl="bgSibTrans2D1" presStyleIdx="1" presStyleCnt="5"/>
      <dgm:spPr/>
      <dgm:t>
        <a:bodyPr/>
        <a:lstStyle/>
        <a:p>
          <a:endParaRPr lang="zh-CN" altLang="en-US"/>
        </a:p>
      </dgm:t>
    </dgm:pt>
    <dgm:pt modelId="{DE10D2CB-2C8C-4C9A-BBD7-ED1B5D41E371}" type="pres">
      <dgm:prSet presAssocID="{AA41F25D-03C3-4D6C-8056-C7409E193BDC}" presName="node" presStyleLbl="node1" presStyleIdx="1" presStyleCnt="5">
        <dgm:presLayoutVars>
          <dgm:bulletEnabled val="1"/>
        </dgm:presLayoutVars>
      </dgm:prSet>
      <dgm:spPr/>
      <dgm:t>
        <a:bodyPr/>
        <a:lstStyle/>
        <a:p>
          <a:endParaRPr lang="zh-CN" altLang="en-US"/>
        </a:p>
      </dgm:t>
    </dgm:pt>
    <dgm:pt modelId="{6EF39F42-BC41-4C0D-B0D5-83F2083D82AE}" type="pres">
      <dgm:prSet presAssocID="{83EC954F-249D-4324-AF82-C4C804F329A5}" presName="parTrans" presStyleLbl="bgSibTrans2D1" presStyleIdx="2" presStyleCnt="5"/>
      <dgm:spPr/>
      <dgm:t>
        <a:bodyPr/>
        <a:lstStyle/>
        <a:p>
          <a:endParaRPr lang="zh-CN" altLang="en-US"/>
        </a:p>
      </dgm:t>
    </dgm:pt>
    <dgm:pt modelId="{17EDAF84-BD8B-4F47-B5C8-A82AC80B37D3}" type="pres">
      <dgm:prSet presAssocID="{6D16A895-6651-414E-BF9C-211F7C8227A0}" presName="node" presStyleLbl="node1" presStyleIdx="2" presStyleCnt="5">
        <dgm:presLayoutVars>
          <dgm:bulletEnabled val="1"/>
        </dgm:presLayoutVars>
      </dgm:prSet>
      <dgm:spPr/>
      <dgm:t>
        <a:bodyPr/>
        <a:lstStyle/>
        <a:p>
          <a:endParaRPr lang="zh-CN" altLang="en-US"/>
        </a:p>
      </dgm:t>
    </dgm:pt>
    <dgm:pt modelId="{5F37CD69-4CF1-4DAA-9598-3BD6FA49F921}" type="pres">
      <dgm:prSet presAssocID="{6D9A2631-2F7C-427A-8319-F06AADCF0F38}" presName="parTrans" presStyleLbl="bgSibTrans2D1" presStyleIdx="3" presStyleCnt="5"/>
      <dgm:spPr/>
      <dgm:t>
        <a:bodyPr/>
        <a:lstStyle/>
        <a:p>
          <a:endParaRPr lang="zh-CN" altLang="en-US"/>
        </a:p>
      </dgm:t>
    </dgm:pt>
    <dgm:pt modelId="{B01AA79F-74DD-48A4-AE4D-079E5F0FC062}" type="pres">
      <dgm:prSet presAssocID="{03EFA1C7-5235-4D05-8BBF-14CC81AEEEBC}" presName="node" presStyleLbl="node1" presStyleIdx="3" presStyleCnt="5">
        <dgm:presLayoutVars>
          <dgm:bulletEnabled val="1"/>
        </dgm:presLayoutVars>
      </dgm:prSet>
      <dgm:spPr/>
      <dgm:t>
        <a:bodyPr/>
        <a:lstStyle/>
        <a:p>
          <a:endParaRPr lang="zh-CN" altLang="en-US"/>
        </a:p>
      </dgm:t>
    </dgm:pt>
    <dgm:pt modelId="{9DCCF035-B319-4432-A74A-5E802BB03D38}" type="pres">
      <dgm:prSet presAssocID="{B7A8C66F-5BE4-419A-969B-AAC518817E7A}" presName="parTrans" presStyleLbl="bgSibTrans2D1" presStyleIdx="4" presStyleCnt="5"/>
      <dgm:spPr/>
      <dgm:t>
        <a:bodyPr/>
        <a:lstStyle/>
        <a:p>
          <a:endParaRPr lang="zh-CN" altLang="en-US"/>
        </a:p>
      </dgm:t>
    </dgm:pt>
    <dgm:pt modelId="{E5A68B00-CAFB-4BFD-8E39-8F142B72B640}" type="pres">
      <dgm:prSet presAssocID="{C7BC46B2-150D-416A-8F17-00E46B8D31F4}" presName="node" presStyleLbl="node1" presStyleIdx="4" presStyleCnt="5">
        <dgm:presLayoutVars>
          <dgm:bulletEnabled val="1"/>
        </dgm:presLayoutVars>
      </dgm:prSet>
      <dgm:spPr/>
      <dgm:t>
        <a:bodyPr/>
        <a:lstStyle/>
        <a:p>
          <a:endParaRPr lang="zh-CN" altLang="en-US"/>
        </a:p>
      </dgm:t>
    </dgm:pt>
  </dgm:ptLst>
  <dgm:cxnLst>
    <dgm:cxn modelId="{E2F544BF-9F37-4780-A09A-2351C2EB1020}" type="presOf" srcId="{6D16A895-6651-414E-BF9C-211F7C8227A0}" destId="{17EDAF84-BD8B-4F47-B5C8-A82AC80B37D3}" srcOrd="0" destOrd="0" presId="urn:microsoft.com/office/officeart/2005/8/layout/radial4"/>
    <dgm:cxn modelId="{09349551-3E1D-49F4-B1D9-C2A387FCB868}" type="presOf" srcId="{C7BC46B2-150D-416A-8F17-00E46B8D31F4}" destId="{E5A68B00-CAFB-4BFD-8E39-8F142B72B640}" srcOrd="0" destOrd="0" presId="urn:microsoft.com/office/officeart/2005/8/layout/radial4"/>
    <dgm:cxn modelId="{B30A0145-E630-4E33-A23D-B227D39E1256}" srcId="{2B7FD09D-252D-430F-BBE1-C3D8A9AD43EC}" destId="{6D16A895-6651-414E-BF9C-211F7C8227A0}" srcOrd="2" destOrd="0" parTransId="{83EC954F-249D-4324-AF82-C4C804F329A5}" sibTransId="{774466AA-F86C-4602-A658-8E3CF2D58B61}"/>
    <dgm:cxn modelId="{7B024127-7E5B-40A0-ADB8-3A0F15E66DA5}" type="presOf" srcId="{6D9A2631-2F7C-427A-8319-F06AADCF0F38}" destId="{5F37CD69-4CF1-4DAA-9598-3BD6FA49F921}" srcOrd="0" destOrd="0" presId="urn:microsoft.com/office/officeart/2005/8/layout/radial4"/>
    <dgm:cxn modelId="{8E07B716-CA6F-44E9-B5A8-EC7066AF0018}" type="presOf" srcId="{CE189585-9A52-4E17-AD06-6D5B3DC003EB}" destId="{3E206512-4EC7-4ABB-9324-B7E239F87129}" srcOrd="0" destOrd="0" presId="urn:microsoft.com/office/officeart/2005/8/layout/radial4"/>
    <dgm:cxn modelId="{B45F3493-1321-4500-843A-FAA34E7837A3}" type="presOf" srcId="{51F3C41E-AD16-4411-90E5-A939BB2F62D9}" destId="{06E2080D-5FCB-4FFE-BFAA-452FCCAD2C75}" srcOrd="0" destOrd="0" presId="urn:microsoft.com/office/officeart/2005/8/layout/radial4"/>
    <dgm:cxn modelId="{6461A318-A742-4074-9096-780EB22B5FD0}" srcId="{2B7FD09D-252D-430F-BBE1-C3D8A9AD43EC}" destId="{51F3C41E-AD16-4411-90E5-A939BB2F62D9}" srcOrd="0" destOrd="0" parTransId="{CE189585-9A52-4E17-AD06-6D5B3DC003EB}" sibTransId="{AE775774-C9CC-4B37-8AE6-3AEB0F9D9971}"/>
    <dgm:cxn modelId="{C531327A-3B35-4BD8-AED6-C6155FF8AF92}" type="presOf" srcId="{03EFA1C7-5235-4D05-8BBF-14CC81AEEEBC}" destId="{B01AA79F-74DD-48A4-AE4D-079E5F0FC062}" srcOrd="0" destOrd="0" presId="urn:microsoft.com/office/officeart/2005/8/layout/radial4"/>
    <dgm:cxn modelId="{FBBDCB81-3C0C-4908-B460-5B9315F72D8D}" type="presOf" srcId="{83EC954F-249D-4324-AF82-C4C804F329A5}" destId="{6EF39F42-BC41-4C0D-B0D5-83F2083D82AE}" srcOrd="0" destOrd="0" presId="urn:microsoft.com/office/officeart/2005/8/layout/radial4"/>
    <dgm:cxn modelId="{CF9DB348-17D4-45DD-9799-F1B702B9BA72}" type="presOf" srcId="{39CD892C-4948-498B-921B-50378E205167}" destId="{12885FD2-A072-41D4-9BFE-1A4910345FD2}" srcOrd="0" destOrd="0" presId="urn:microsoft.com/office/officeart/2005/8/layout/radial4"/>
    <dgm:cxn modelId="{6410011B-EB1F-4310-881A-0CC67D1A087A}" type="presOf" srcId="{2B7FD09D-252D-430F-BBE1-C3D8A9AD43EC}" destId="{FD1F7790-09BA-49BB-A05F-D2DFB5A45373}" srcOrd="0" destOrd="0" presId="urn:microsoft.com/office/officeart/2005/8/layout/radial4"/>
    <dgm:cxn modelId="{AA7003A5-2AD5-4A96-B39D-B23866544E87}" type="presOf" srcId="{5CE809C8-9E7D-424C-A014-5D77C589CE81}" destId="{FBAAA467-D6D3-4CFB-8FBC-27094BEC127F}" srcOrd="0" destOrd="0" presId="urn:microsoft.com/office/officeart/2005/8/layout/radial4"/>
    <dgm:cxn modelId="{EF6357A9-ED38-4B1E-9844-8F78279DD6EF}" srcId="{39CD892C-4948-498B-921B-50378E205167}" destId="{2B7FD09D-252D-430F-BBE1-C3D8A9AD43EC}" srcOrd="0" destOrd="0" parTransId="{84550F08-D904-4E8F-8828-211F0C84DFDC}" sibTransId="{ACA60F27-6DC2-4FCF-9EA2-A94EB63307EB}"/>
    <dgm:cxn modelId="{06812D24-B067-42FD-A560-D21E58BCA35B}" srcId="{2B7FD09D-252D-430F-BBE1-C3D8A9AD43EC}" destId="{C7BC46B2-150D-416A-8F17-00E46B8D31F4}" srcOrd="4" destOrd="0" parTransId="{B7A8C66F-5BE4-419A-969B-AAC518817E7A}" sibTransId="{F93B0F3F-C87A-48C1-B326-DEB6E06D44CC}"/>
    <dgm:cxn modelId="{89F74BF7-4B64-4A6C-8A99-D880B96A3B84}" type="presOf" srcId="{B7A8C66F-5BE4-419A-969B-AAC518817E7A}" destId="{9DCCF035-B319-4432-A74A-5E802BB03D38}" srcOrd="0" destOrd="0" presId="urn:microsoft.com/office/officeart/2005/8/layout/radial4"/>
    <dgm:cxn modelId="{E5516419-538A-4B77-BFD0-B6AC713EAA93}" srcId="{2B7FD09D-252D-430F-BBE1-C3D8A9AD43EC}" destId="{AA41F25D-03C3-4D6C-8056-C7409E193BDC}" srcOrd="1" destOrd="0" parTransId="{5CE809C8-9E7D-424C-A014-5D77C589CE81}" sibTransId="{6131CAE5-4B99-4A91-9DD3-AC4FFFCAFA0D}"/>
    <dgm:cxn modelId="{27E3CE45-DE6D-4739-BE36-860151082846}" type="presOf" srcId="{AA41F25D-03C3-4D6C-8056-C7409E193BDC}" destId="{DE10D2CB-2C8C-4C9A-BBD7-ED1B5D41E371}" srcOrd="0" destOrd="0" presId="urn:microsoft.com/office/officeart/2005/8/layout/radial4"/>
    <dgm:cxn modelId="{A710C69F-1B2F-482D-BD9C-CEE34A284BC0}" srcId="{2B7FD09D-252D-430F-BBE1-C3D8A9AD43EC}" destId="{03EFA1C7-5235-4D05-8BBF-14CC81AEEEBC}" srcOrd="3" destOrd="0" parTransId="{6D9A2631-2F7C-427A-8319-F06AADCF0F38}" sibTransId="{E630366C-DA6B-4E95-9A5A-FAEDA205D60C}"/>
    <dgm:cxn modelId="{6A5C9EB2-6B9A-4F41-96AE-D88079690FD4}" type="presParOf" srcId="{12885FD2-A072-41D4-9BFE-1A4910345FD2}" destId="{FD1F7790-09BA-49BB-A05F-D2DFB5A45373}" srcOrd="0" destOrd="0" presId="urn:microsoft.com/office/officeart/2005/8/layout/radial4"/>
    <dgm:cxn modelId="{4738D047-8B88-4591-9556-881019DDC4BA}" type="presParOf" srcId="{12885FD2-A072-41D4-9BFE-1A4910345FD2}" destId="{3E206512-4EC7-4ABB-9324-B7E239F87129}" srcOrd="1" destOrd="0" presId="urn:microsoft.com/office/officeart/2005/8/layout/radial4"/>
    <dgm:cxn modelId="{259DC7B2-7DFB-43BA-8951-035AFF194839}" type="presParOf" srcId="{12885FD2-A072-41D4-9BFE-1A4910345FD2}" destId="{06E2080D-5FCB-4FFE-BFAA-452FCCAD2C75}" srcOrd="2" destOrd="0" presId="urn:microsoft.com/office/officeart/2005/8/layout/radial4"/>
    <dgm:cxn modelId="{096ED161-3BE1-4605-BAB8-A7E4D8CE1966}" type="presParOf" srcId="{12885FD2-A072-41D4-9BFE-1A4910345FD2}" destId="{FBAAA467-D6D3-4CFB-8FBC-27094BEC127F}" srcOrd="3" destOrd="0" presId="urn:microsoft.com/office/officeart/2005/8/layout/radial4"/>
    <dgm:cxn modelId="{669B73B4-DE2B-46AF-8B57-044CBB199819}" type="presParOf" srcId="{12885FD2-A072-41D4-9BFE-1A4910345FD2}" destId="{DE10D2CB-2C8C-4C9A-BBD7-ED1B5D41E371}" srcOrd="4" destOrd="0" presId="urn:microsoft.com/office/officeart/2005/8/layout/radial4"/>
    <dgm:cxn modelId="{FFE2E298-F97A-4679-960F-7B93E42E1381}" type="presParOf" srcId="{12885FD2-A072-41D4-9BFE-1A4910345FD2}" destId="{6EF39F42-BC41-4C0D-B0D5-83F2083D82AE}" srcOrd="5" destOrd="0" presId="urn:microsoft.com/office/officeart/2005/8/layout/radial4"/>
    <dgm:cxn modelId="{39C9DA48-7DC0-47B0-B9BE-4BEAD7B2B77E}" type="presParOf" srcId="{12885FD2-A072-41D4-9BFE-1A4910345FD2}" destId="{17EDAF84-BD8B-4F47-B5C8-A82AC80B37D3}" srcOrd="6" destOrd="0" presId="urn:microsoft.com/office/officeart/2005/8/layout/radial4"/>
    <dgm:cxn modelId="{64D6A203-F43F-4838-9A1D-9D43B8A4C88A}" type="presParOf" srcId="{12885FD2-A072-41D4-9BFE-1A4910345FD2}" destId="{5F37CD69-4CF1-4DAA-9598-3BD6FA49F921}" srcOrd="7" destOrd="0" presId="urn:microsoft.com/office/officeart/2005/8/layout/radial4"/>
    <dgm:cxn modelId="{47676F5F-233F-475E-98F3-CF5158DEC1DC}" type="presParOf" srcId="{12885FD2-A072-41D4-9BFE-1A4910345FD2}" destId="{B01AA79F-74DD-48A4-AE4D-079E5F0FC062}" srcOrd="8" destOrd="0" presId="urn:microsoft.com/office/officeart/2005/8/layout/radial4"/>
    <dgm:cxn modelId="{BED37453-371C-4F86-9FAF-51CF45F3B71F}" type="presParOf" srcId="{12885FD2-A072-41D4-9BFE-1A4910345FD2}" destId="{9DCCF035-B319-4432-A74A-5E802BB03D38}" srcOrd="9" destOrd="0" presId="urn:microsoft.com/office/officeart/2005/8/layout/radial4"/>
    <dgm:cxn modelId="{34FD7D98-90DA-41F0-8BC9-602E14BABC77}" type="presParOf" srcId="{12885FD2-A072-41D4-9BFE-1A4910345FD2}" destId="{E5A68B00-CAFB-4BFD-8E39-8F142B72B640}" srcOrd="10" destOrd="0" presId="urn:microsoft.com/office/officeart/2005/8/layout/radial4"/>
  </dgm:cxnLst>
  <dgm:bg/>
  <dgm:whole/>
  <dgm:extLst>
    <a:ext uri="http://schemas.microsoft.com/office/drawing/2008/diagram">
      <dsp:dataModelExt xmlns:dsp="http://schemas.microsoft.com/office/drawing/2008/diagram" relId="rId5" minVer="http://schemas.openxmlformats.org/drawingml/2006/diagram"/>
    </a:ext>
  </dgm:extLst>
</dgm:dataModel>
</file>

<file path=ppt/diagrams/data14.xml><?xml version="1.0" encoding="utf-8"?>
<dgm:dataModel xmlns:dgm="http://schemas.openxmlformats.org/drawingml/2006/diagram" xmlns:a="http://schemas.openxmlformats.org/drawingml/2006/main">
  <dgm:ptLst>
    <dgm:pt modelId="{F4A6AB1C-09CF-4A31-8949-3DC3075C4F56}" type="doc">
      <dgm:prSet loTypeId="urn:microsoft.com/office/officeart/2005/8/layout/equation2" loCatId="relationship" qsTypeId="urn:microsoft.com/office/officeart/2005/8/quickstyle/simple1" qsCatId="simple" csTypeId="urn:microsoft.com/office/officeart/2005/8/colors/accent2_1" csCatId="accent2" phldr="1"/>
      <dgm:spPr/>
    </dgm:pt>
    <dgm:pt modelId="{E8A1A839-2A37-4ACB-A8DA-959996269510}">
      <dgm:prSet phldrT="[文本]" custT="1"/>
      <dgm:spPr/>
      <dgm:t>
        <a:bodyPr/>
        <a:lstStyle/>
        <a:p>
          <a:pPr>
            <a:lnSpc>
              <a:spcPct val="100000"/>
            </a:lnSpc>
            <a:spcBef>
              <a:spcPts val="0"/>
            </a:spcBef>
            <a:spcAft>
              <a:spcPts val="0"/>
            </a:spcAft>
          </a:pPr>
          <a:r>
            <a:rPr lang="zh-CN" altLang="en-US" sz="1400" dirty="0" smtClean="0"/>
            <a:t>目的</a:t>
          </a:r>
          <a:endParaRPr lang="en-US" altLang="zh-CN" sz="1400" dirty="0" smtClean="0"/>
        </a:p>
        <a:p>
          <a:pPr>
            <a:lnSpc>
              <a:spcPct val="100000"/>
            </a:lnSpc>
            <a:spcBef>
              <a:spcPts val="0"/>
            </a:spcBef>
            <a:spcAft>
              <a:spcPts val="0"/>
            </a:spcAft>
          </a:pPr>
          <a:r>
            <a:rPr lang="zh-CN" altLang="en-US" sz="1400" dirty="0" smtClean="0"/>
            <a:t>理性</a:t>
          </a:r>
          <a:endParaRPr lang="zh-CN" altLang="en-US" sz="1400" dirty="0"/>
        </a:p>
      </dgm:t>
    </dgm:pt>
    <dgm:pt modelId="{B30D21BC-FCC6-4B78-9E1B-000DDA7CD3D6}" cxnId="{4C012EA5-C27F-4DA9-825A-BA295FD383C0}" type="parTrans">
      <dgm:prSet/>
      <dgm:spPr/>
      <dgm:t>
        <a:bodyPr/>
        <a:lstStyle/>
        <a:p>
          <a:endParaRPr lang="zh-CN" altLang="en-US"/>
        </a:p>
      </dgm:t>
    </dgm:pt>
    <dgm:pt modelId="{7AE7C782-4558-4DC1-AA5F-7BD8F57C64B4}" cxnId="{4C012EA5-C27F-4DA9-825A-BA295FD383C0}" type="sibTrans">
      <dgm:prSet/>
      <dgm:spPr/>
      <dgm:t>
        <a:bodyPr/>
        <a:lstStyle/>
        <a:p>
          <a:endParaRPr lang="zh-CN" altLang="en-US"/>
        </a:p>
      </dgm:t>
    </dgm:pt>
    <dgm:pt modelId="{108C0A5A-CBC8-46AF-9277-509FDD020AF5}">
      <dgm:prSet phldrT="[文本]" custT="1"/>
      <dgm:spPr/>
      <dgm:t>
        <a:bodyPr/>
        <a:lstStyle/>
        <a:p>
          <a:pPr>
            <a:lnSpc>
              <a:spcPct val="100000"/>
            </a:lnSpc>
            <a:spcBef>
              <a:spcPts val="0"/>
            </a:spcBef>
            <a:spcAft>
              <a:spcPts val="0"/>
            </a:spcAft>
          </a:pPr>
          <a:r>
            <a:rPr lang="zh-CN" altLang="en-US" sz="1400" dirty="0" smtClean="0"/>
            <a:t>价值</a:t>
          </a:r>
          <a:endParaRPr lang="en-US" altLang="zh-CN" sz="1400" dirty="0" smtClean="0"/>
        </a:p>
        <a:p>
          <a:pPr>
            <a:lnSpc>
              <a:spcPct val="100000"/>
            </a:lnSpc>
            <a:spcBef>
              <a:spcPts val="0"/>
            </a:spcBef>
            <a:spcAft>
              <a:spcPts val="0"/>
            </a:spcAft>
          </a:pPr>
          <a:r>
            <a:rPr lang="zh-CN" altLang="en-US" sz="1400" dirty="0" smtClean="0"/>
            <a:t>理性</a:t>
          </a:r>
          <a:endParaRPr lang="zh-CN" altLang="en-US" sz="1400" dirty="0"/>
        </a:p>
      </dgm:t>
    </dgm:pt>
    <dgm:pt modelId="{3A97222F-3C83-41BA-A23C-F7528F4310E7}" cxnId="{F2949C20-7D08-4C40-AFEA-57317D988331}" type="parTrans">
      <dgm:prSet/>
      <dgm:spPr/>
      <dgm:t>
        <a:bodyPr/>
        <a:lstStyle/>
        <a:p>
          <a:endParaRPr lang="zh-CN" altLang="en-US"/>
        </a:p>
      </dgm:t>
    </dgm:pt>
    <dgm:pt modelId="{24DCD4D2-F2E7-40FD-B5DA-EBE769A9C3BB}" cxnId="{F2949C20-7D08-4C40-AFEA-57317D988331}" type="sibTrans">
      <dgm:prSet/>
      <dgm:spPr/>
      <dgm:t>
        <a:bodyPr/>
        <a:lstStyle/>
        <a:p>
          <a:endParaRPr lang="zh-CN" altLang="en-US"/>
        </a:p>
      </dgm:t>
    </dgm:pt>
    <dgm:pt modelId="{D35E954B-C873-416A-87DB-7FFBCBF86AA9}">
      <dgm:prSet phldrT="[文本]"/>
      <dgm:spPr/>
      <dgm:t>
        <a:bodyPr/>
        <a:lstStyle/>
        <a:p>
          <a:pPr algn="ctr" rtl="0" eaLnBrk="0" fontAlgn="base" hangingPunct="0">
            <a:lnSpc>
              <a:spcPct val="100000"/>
            </a:lnSpc>
            <a:spcBef>
              <a:spcPct val="0"/>
            </a:spcBef>
            <a:spcAft>
              <a:spcPct val="0"/>
            </a:spcAft>
          </a:pPr>
          <a:r>
            <a:rPr lang="zh-CN" altLang="en-US" kern="1200" dirty="0" smtClean="0">
              <a:solidFill>
                <a:schemeClr val="dk1"/>
              </a:solidFill>
              <a:latin typeface="+mn-lt"/>
              <a:ea typeface="+mn-ea"/>
              <a:cs typeface="+mn-cs"/>
            </a:rPr>
            <a:t>工具</a:t>
          </a:r>
          <a:endParaRPr lang="en-US" altLang="zh-CN" kern="1200" dirty="0" smtClean="0">
            <a:solidFill>
              <a:schemeClr val="dk1"/>
            </a:solidFill>
            <a:latin typeface="+mn-lt"/>
            <a:ea typeface="+mn-ea"/>
            <a:cs typeface="+mn-cs"/>
          </a:endParaRPr>
        </a:p>
        <a:p>
          <a:pPr algn="ctr" rtl="0" eaLnBrk="0" fontAlgn="base" hangingPunct="0">
            <a:lnSpc>
              <a:spcPct val="100000"/>
            </a:lnSpc>
            <a:spcBef>
              <a:spcPct val="0"/>
            </a:spcBef>
            <a:spcAft>
              <a:spcPct val="0"/>
            </a:spcAft>
          </a:pPr>
          <a:r>
            <a:rPr lang="zh-CN" altLang="en-US" kern="1200" dirty="0" smtClean="0">
              <a:solidFill>
                <a:schemeClr val="dk1"/>
              </a:solidFill>
              <a:latin typeface="+mn-lt"/>
              <a:ea typeface="+mn-ea"/>
              <a:cs typeface="+mn-cs"/>
            </a:rPr>
            <a:t>理性</a:t>
          </a:r>
          <a:endParaRPr lang="zh-CN" altLang="en-US" kern="1200" dirty="0">
            <a:solidFill>
              <a:schemeClr val="dk1"/>
            </a:solidFill>
            <a:latin typeface="+mn-lt"/>
            <a:ea typeface="+mn-ea"/>
            <a:cs typeface="+mn-cs"/>
          </a:endParaRPr>
        </a:p>
      </dgm:t>
    </dgm:pt>
    <dgm:pt modelId="{1E38D47E-6969-4A88-AFE5-2375F043716F}" cxnId="{EB24AAE3-5207-448A-97C6-B49CDA95F011}" type="parTrans">
      <dgm:prSet/>
      <dgm:spPr/>
      <dgm:t>
        <a:bodyPr/>
        <a:lstStyle/>
        <a:p>
          <a:endParaRPr lang="zh-CN" altLang="en-US"/>
        </a:p>
      </dgm:t>
    </dgm:pt>
    <dgm:pt modelId="{3A63F0F5-7FD9-411F-AA45-265D15153BDE}" cxnId="{EB24AAE3-5207-448A-97C6-B49CDA95F011}" type="sibTrans">
      <dgm:prSet/>
      <dgm:spPr/>
      <dgm:t>
        <a:bodyPr/>
        <a:lstStyle/>
        <a:p>
          <a:endParaRPr lang="zh-CN" altLang="en-US"/>
        </a:p>
      </dgm:t>
    </dgm:pt>
    <dgm:pt modelId="{22323901-4961-4E49-87FB-4D5178361E0D}">
      <dgm:prSet phldrT="[文本]" custT="1"/>
      <dgm:spPr/>
      <dgm:t>
        <a:bodyPr/>
        <a:lstStyle/>
        <a:p>
          <a:pPr>
            <a:lnSpc>
              <a:spcPct val="100000"/>
            </a:lnSpc>
            <a:spcBef>
              <a:spcPts val="0"/>
            </a:spcBef>
            <a:spcAft>
              <a:spcPts val="0"/>
            </a:spcAft>
          </a:pPr>
          <a:r>
            <a:rPr lang="zh-CN" altLang="en-US" sz="1400" dirty="0" smtClean="0"/>
            <a:t>情感</a:t>
          </a:r>
          <a:endParaRPr lang="en-US" altLang="zh-CN" sz="1400" dirty="0" smtClean="0"/>
        </a:p>
        <a:p>
          <a:pPr>
            <a:lnSpc>
              <a:spcPct val="100000"/>
            </a:lnSpc>
            <a:spcBef>
              <a:spcPts val="0"/>
            </a:spcBef>
            <a:spcAft>
              <a:spcPts val="0"/>
            </a:spcAft>
          </a:pPr>
          <a:r>
            <a:rPr lang="zh-CN" altLang="en-US" sz="1400" dirty="0" smtClean="0"/>
            <a:t>理性</a:t>
          </a:r>
          <a:endParaRPr lang="zh-CN" altLang="en-US" sz="1400" dirty="0"/>
        </a:p>
      </dgm:t>
    </dgm:pt>
    <dgm:pt modelId="{D88AD2F8-7611-45EC-8D38-6CAA61BDADEC}" cxnId="{B1096528-1157-424D-9276-03B506CD6C71}" type="parTrans">
      <dgm:prSet/>
      <dgm:spPr/>
      <dgm:t>
        <a:bodyPr/>
        <a:lstStyle/>
        <a:p>
          <a:endParaRPr lang="zh-CN" altLang="en-US"/>
        </a:p>
      </dgm:t>
    </dgm:pt>
    <dgm:pt modelId="{9AED2F5D-079B-4CB5-BAD2-DAFCCCA4249C}" cxnId="{B1096528-1157-424D-9276-03B506CD6C71}" type="sibTrans">
      <dgm:prSet/>
      <dgm:spPr/>
      <dgm:t>
        <a:bodyPr/>
        <a:lstStyle/>
        <a:p>
          <a:endParaRPr lang="zh-CN" altLang="en-US"/>
        </a:p>
      </dgm:t>
    </dgm:pt>
    <dgm:pt modelId="{24186D40-E334-4BAB-B9F0-CD46BA886788}" type="pres">
      <dgm:prSet presAssocID="{F4A6AB1C-09CF-4A31-8949-3DC3075C4F56}" presName="Name0" presStyleCnt="0">
        <dgm:presLayoutVars>
          <dgm:dir/>
          <dgm:resizeHandles val="exact"/>
        </dgm:presLayoutVars>
      </dgm:prSet>
      <dgm:spPr/>
    </dgm:pt>
    <dgm:pt modelId="{46D88305-6604-4BF9-B653-79D1465ED76B}" type="pres">
      <dgm:prSet presAssocID="{F4A6AB1C-09CF-4A31-8949-3DC3075C4F56}" presName="vNodes" presStyleCnt="0"/>
      <dgm:spPr/>
    </dgm:pt>
    <dgm:pt modelId="{9B0AEAA8-319E-40E9-8F71-34D408C7634D}" type="pres">
      <dgm:prSet presAssocID="{E8A1A839-2A37-4ACB-A8DA-959996269510}" presName="node" presStyleLbl="node1" presStyleIdx="0" presStyleCnt="4">
        <dgm:presLayoutVars>
          <dgm:bulletEnabled val="1"/>
        </dgm:presLayoutVars>
      </dgm:prSet>
      <dgm:spPr/>
      <dgm:t>
        <a:bodyPr/>
        <a:lstStyle/>
        <a:p>
          <a:endParaRPr lang="zh-CN" altLang="en-US"/>
        </a:p>
      </dgm:t>
    </dgm:pt>
    <dgm:pt modelId="{F832C78F-8670-405A-A31D-F6ED81957223}" type="pres">
      <dgm:prSet presAssocID="{7AE7C782-4558-4DC1-AA5F-7BD8F57C64B4}" presName="spacerT" presStyleCnt="0"/>
      <dgm:spPr/>
    </dgm:pt>
    <dgm:pt modelId="{6D67A4C0-A576-45F0-85C5-4CD252612C75}" type="pres">
      <dgm:prSet presAssocID="{7AE7C782-4558-4DC1-AA5F-7BD8F57C64B4}" presName="sibTrans" presStyleLbl="sibTrans2D1" presStyleIdx="0" presStyleCnt="3"/>
      <dgm:spPr/>
      <dgm:t>
        <a:bodyPr/>
        <a:lstStyle/>
        <a:p>
          <a:endParaRPr lang="zh-CN" altLang="en-US"/>
        </a:p>
      </dgm:t>
    </dgm:pt>
    <dgm:pt modelId="{20567571-7909-4C4B-BD4D-949A5F1D0BCB}" type="pres">
      <dgm:prSet presAssocID="{7AE7C782-4558-4DC1-AA5F-7BD8F57C64B4}" presName="spacerB" presStyleCnt="0"/>
      <dgm:spPr/>
    </dgm:pt>
    <dgm:pt modelId="{445A22B6-0DB4-43FC-A301-89502DA45F16}" type="pres">
      <dgm:prSet presAssocID="{108C0A5A-CBC8-46AF-9277-509FDD020AF5}" presName="node" presStyleLbl="node1" presStyleIdx="1" presStyleCnt="4">
        <dgm:presLayoutVars>
          <dgm:bulletEnabled val="1"/>
        </dgm:presLayoutVars>
      </dgm:prSet>
      <dgm:spPr/>
      <dgm:t>
        <a:bodyPr/>
        <a:lstStyle/>
        <a:p>
          <a:endParaRPr lang="zh-CN" altLang="en-US"/>
        </a:p>
      </dgm:t>
    </dgm:pt>
    <dgm:pt modelId="{CFC25EC6-48D7-4AA2-A884-887EB520E629}" type="pres">
      <dgm:prSet presAssocID="{24DCD4D2-F2E7-40FD-B5DA-EBE769A9C3BB}" presName="spacerT" presStyleCnt="0"/>
      <dgm:spPr/>
    </dgm:pt>
    <dgm:pt modelId="{0ACCCEC2-1F89-4E3E-B3DA-345E3F28B5A9}" type="pres">
      <dgm:prSet presAssocID="{24DCD4D2-F2E7-40FD-B5DA-EBE769A9C3BB}" presName="sibTrans" presStyleLbl="sibTrans2D1" presStyleIdx="1" presStyleCnt="3"/>
      <dgm:spPr/>
      <dgm:t>
        <a:bodyPr/>
        <a:lstStyle/>
        <a:p>
          <a:endParaRPr lang="zh-CN" altLang="en-US"/>
        </a:p>
      </dgm:t>
    </dgm:pt>
    <dgm:pt modelId="{33892299-ED19-4FEA-B54F-1CE041D79267}" type="pres">
      <dgm:prSet presAssocID="{24DCD4D2-F2E7-40FD-B5DA-EBE769A9C3BB}" presName="spacerB" presStyleCnt="0"/>
      <dgm:spPr/>
    </dgm:pt>
    <dgm:pt modelId="{2466EDF5-4104-4781-8E3A-BB1331557FEB}" type="pres">
      <dgm:prSet presAssocID="{22323901-4961-4E49-87FB-4D5178361E0D}" presName="node" presStyleLbl="node1" presStyleIdx="2" presStyleCnt="4">
        <dgm:presLayoutVars>
          <dgm:bulletEnabled val="1"/>
        </dgm:presLayoutVars>
      </dgm:prSet>
      <dgm:spPr/>
      <dgm:t>
        <a:bodyPr/>
        <a:lstStyle/>
        <a:p>
          <a:endParaRPr lang="zh-CN" altLang="en-US"/>
        </a:p>
      </dgm:t>
    </dgm:pt>
    <dgm:pt modelId="{14B8E584-1C00-434A-95C8-B6DFB24A4F7E}" type="pres">
      <dgm:prSet presAssocID="{F4A6AB1C-09CF-4A31-8949-3DC3075C4F56}" presName="sibTransLast" presStyleLbl="sibTrans2D1" presStyleIdx="2" presStyleCnt="3"/>
      <dgm:spPr/>
      <dgm:t>
        <a:bodyPr/>
        <a:lstStyle/>
        <a:p>
          <a:endParaRPr lang="zh-CN" altLang="en-US"/>
        </a:p>
      </dgm:t>
    </dgm:pt>
    <dgm:pt modelId="{F4C53CA0-E62C-4416-BB09-CAF70BD346C7}" type="pres">
      <dgm:prSet presAssocID="{F4A6AB1C-09CF-4A31-8949-3DC3075C4F56}" presName="connectorText" presStyleLbl="sibTrans2D1" presStyleIdx="2" presStyleCnt="3"/>
      <dgm:spPr/>
      <dgm:t>
        <a:bodyPr/>
        <a:lstStyle/>
        <a:p>
          <a:endParaRPr lang="zh-CN" altLang="en-US"/>
        </a:p>
      </dgm:t>
    </dgm:pt>
    <dgm:pt modelId="{C1E61D25-1143-49A5-A681-33607C430418}" type="pres">
      <dgm:prSet presAssocID="{F4A6AB1C-09CF-4A31-8949-3DC3075C4F56}" presName="lastNode" presStyleLbl="node1" presStyleIdx="3" presStyleCnt="4" custScaleX="80392" custScaleY="80392">
        <dgm:presLayoutVars>
          <dgm:bulletEnabled val="1"/>
        </dgm:presLayoutVars>
      </dgm:prSet>
      <dgm:spPr/>
      <dgm:t>
        <a:bodyPr/>
        <a:lstStyle/>
        <a:p>
          <a:endParaRPr lang="zh-CN" altLang="en-US"/>
        </a:p>
      </dgm:t>
    </dgm:pt>
  </dgm:ptLst>
  <dgm:cxnLst>
    <dgm:cxn modelId="{EB24AAE3-5207-448A-97C6-B49CDA95F011}" srcId="{F4A6AB1C-09CF-4A31-8949-3DC3075C4F56}" destId="{D35E954B-C873-416A-87DB-7FFBCBF86AA9}" srcOrd="3" destOrd="0" parTransId="{1E38D47E-6969-4A88-AFE5-2375F043716F}" sibTransId="{3A63F0F5-7FD9-411F-AA45-265D15153BDE}"/>
    <dgm:cxn modelId="{9B4E5682-5321-40C2-89F0-FD7F8B9380C0}" type="presOf" srcId="{9AED2F5D-079B-4CB5-BAD2-DAFCCCA4249C}" destId="{F4C53CA0-E62C-4416-BB09-CAF70BD346C7}" srcOrd="1" destOrd="0" presId="urn:microsoft.com/office/officeart/2005/8/layout/equation2"/>
    <dgm:cxn modelId="{4F100823-5FD0-4C6C-9E83-6A8FC2449F65}" type="presOf" srcId="{24DCD4D2-F2E7-40FD-B5DA-EBE769A9C3BB}" destId="{0ACCCEC2-1F89-4E3E-B3DA-345E3F28B5A9}" srcOrd="0" destOrd="0" presId="urn:microsoft.com/office/officeart/2005/8/layout/equation2"/>
    <dgm:cxn modelId="{24D0817E-FC52-4560-9FE7-1AD2A20FDB18}" type="presOf" srcId="{F4A6AB1C-09CF-4A31-8949-3DC3075C4F56}" destId="{24186D40-E334-4BAB-B9F0-CD46BA886788}" srcOrd="0" destOrd="0" presId="urn:microsoft.com/office/officeart/2005/8/layout/equation2"/>
    <dgm:cxn modelId="{6C1EB772-6F9A-49F3-8669-199A407EEB90}" type="presOf" srcId="{E8A1A839-2A37-4ACB-A8DA-959996269510}" destId="{9B0AEAA8-319E-40E9-8F71-34D408C7634D}" srcOrd="0" destOrd="0" presId="urn:microsoft.com/office/officeart/2005/8/layout/equation2"/>
    <dgm:cxn modelId="{4C012EA5-C27F-4DA9-825A-BA295FD383C0}" srcId="{F4A6AB1C-09CF-4A31-8949-3DC3075C4F56}" destId="{E8A1A839-2A37-4ACB-A8DA-959996269510}" srcOrd="0" destOrd="0" parTransId="{B30D21BC-FCC6-4B78-9E1B-000DDA7CD3D6}" sibTransId="{7AE7C782-4558-4DC1-AA5F-7BD8F57C64B4}"/>
    <dgm:cxn modelId="{5045A89D-5996-427C-9E54-BE4F70C26C79}" type="presOf" srcId="{22323901-4961-4E49-87FB-4D5178361E0D}" destId="{2466EDF5-4104-4781-8E3A-BB1331557FEB}" srcOrd="0" destOrd="0" presId="urn:microsoft.com/office/officeart/2005/8/layout/equation2"/>
    <dgm:cxn modelId="{7356A281-5057-4A62-AB94-1B12103A2F27}" type="presOf" srcId="{9AED2F5D-079B-4CB5-BAD2-DAFCCCA4249C}" destId="{14B8E584-1C00-434A-95C8-B6DFB24A4F7E}" srcOrd="0" destOrd="0" presId="urn:microsoft.com/office/officeart/2005/8/layout/equation2"/>
    <dgm:cxn modelId="{F2949C20-7D08-4C40-AFEA-57317D988331}" srcId="{F4A6AB1C-09CF-4A31-8949-3DC3075C4F56}" destId="{108C0A5A-CBC8-46AF-9277-509FDD020AF5}" srcOrd="1" destOrd="0" parTransId="{3A97222F-3C83-41BA-A23C-F7528F4310E7}" sibTransId="{24DCD4D2-F2E7-40FD-B5DA-EBE769A9C3BB}"/>
    <dgm:cxn modelId="{B1096528-1157-424D-9276-03B506CD6C71}" srcId="{F4A6AB1C-09CF-4A31-8949-3DC3075C4F56}" destId="{22323901-4961-4E49-87FB-4D5178361E0D}" srcOrd="2" destOrd="0" parTransId="{D88AD2F8-7611-45EC-8D38-6CAA61BDADEC}" sibTransId="{9AED2F5D-079B-4CB5-BAD2-DAFCCCA4249C}"/>
    <dgm:cxn modelId="{7BE68665-812C-442A-A795-F5495E6C3F03}" type="presOf" srcId="{7AE7C782-4558-4DC1-AA5F-7BD8F57C64B4}" destId="{6D67A4C0-A576-45F0-85C5-4CD252612C75}" srcOrd="0" destOrd="0" presId="urn:microsoft.com/office/officeart/2005/8/layout/equation2"/>
    <dgm:cxn modelId="{65C64396-ECB9-4C98-8680-BC34C54B35F6}" type="presOf" srcId="{108C0A5A-CBC8-46AF-9277-509FDD020AF5}" destId="{445A22B6-0DB4-43FC-A301-89502DA45F16}" srcOrd="0" destOrd="0" presId="urn:microsoft.com/office/officeart/2005/8/layout/equation2"/>
    <dgm:cxn modelId="{0890E9B9-0E97-4EBF-AECD-3C42CE19C0F9}" type="presOf" srcId="{D35E954B-C873-416A-87DB-7FFBCBF86AA9}" destId="{C1E61D25-1143-49A5-A681-33607C430418}" srcOrd="0" destOrd="0" presId="urn:microsoft.com/office/officeart/2005/8/layout/equation2"/>
    <dgm:cxn modelId="{31F5D568-23C5-47AC-8EA2-254230EC13A1}" type="presParOf" srcId="{24186D40-E334-4BAB-B9F0-CD46BA886788}" destId="{46D88305-6604-4BF9-B653-79D1465ED76B}" srcOrd="0" destOrd="0" presId="urn:microsoft.com/office/officeart/2005/8/layout/equation2"/>
    <dgm:cxn modelId="{FCD0F666-A1A9-4F57-951C-B58313E964FA}" type="presParOf" srcId="{46D88305-6604-4BF9-B653-79D1465ED76B}" destId="{9B0AEAA8-319E-40E9-8F71-34D408C7634D}" srcOrd="0" destOrd="0" presId="urn:microsoft.com/office/officeart/2005/8/layout/equation2"/>
    <dgm:cxn modelId="{238CEBF0-D52E-466F-AC01-1324732F9AAD}" type="presParOf" srcId="{46D88305-6604-4BF9-B653-79D1465ED76B}" destId="{F832C78F-8670-405A-A31D-F6ED81957223}" srcOrd="1" destOrd="0" presId="urn:microsoft.com/office/officeart/2005/8/layout/equation2"/>
    <dgm:cxn modelId="{B5993416-5703-4CB1-BF26-51F7E8C37C2E}" type="presParOf" srcId="{46D88305-6604-4BF9-B653-79D1465ED76B}" destId="{6D67A4C0-A576-45F0-85C5-4CD252612C75}" srcOrd="2" destOrd="0" presId="urn:microsoft.com/office/officeart/2005/8/layout/equation2"/>
    <dgm:cxn modelId="{1F621AD4-FCC1-4CF4-97C2-EFB303BACE94}" type="presParOf" srcId="{46D88305-6604-4BF9-B653-79D1465ED76B}" destId="{20567571-7909-4C4B-BD4D-949A5F1D0BCB}" srcOrd="3" destOrd="0" presId="urn:microsoft.com/office/officeart/2005/8/layout/equation2"/>
    <dgm:cxn modelId="{4D8E92A0-3980-4140-AC69-80B1C3E0D65C}" type="presParOf" srcId="{46D88305-6604-4BF9-B653-79D1465ED76B}" destId="{445A22B6-0DB4-43FC-A301-89502DA45F16}" srcOrd="4" destOrd="0" presId="urn:microsoft.com/office/officeart/2005/8/layout/equation2"/>
    <dgm:cxn modelId="{69249232-EE66-47FB-AAA9-04896D182280}" type="presParOf" srcId="{46D88305-6604-4BF9-B653-79D1465ED76B}" destId="{CFC25EC6-48D7-4AA2-A884-887EB520E629}" srcOrd="5" destOrd="0" presId="urn:microsoft.com/office/officeart/2005/8/layout/equation2"/>
    <dgm:cxn modelId="{E42A4E24-ECFE-4F34-9958-16540DD26108}" type="presParOf" srcId="{46D88305-6604-4BF9-B653-79D1465ED76B}" destId="{0ACCCEC2-1F89-4E3E-B3DA-345E3F28B5A9}" srcOrd="6" destOrd="0" presId="urn:microsoft.com/office/officeart/2005/8/layout/equation2"/>
    <dgm:cxn modelId="{D826D84A-CB61-4896-92CE-D7C72EAA2A1C}" type="presParOf" srcId="{46D88305-6604-4BF9-B653-79D1465ED76B}" destId="{33892299-ED19-4FEA-B54F-1CE041D79267}" srcOrd="7" destOrd="0" presId="urn:microsoft.com/office/officeart/2005/8/layout/equation2"/>
    <dgm:cxn modelId="{FA68D896-1BB8-4475-BF79-B2502228CC52}" type="presParOf" srcId="{46D88305-6604-4BF9-B653-79D1465ED76B}" destId="{2466EDF5-4104-4781-8E3A-BB1331557FEB}" srcOrd="8" destOrd="0" presId="urn:microsoft.com/office/officeart/2005/8/layout/equation2"/>
    <dgm:cxn modelId="{AF2A48F6-E360-4B2A-B133-B56CD5886154}" type="presParOf" srcId="{24186D40-E334-4BAB-B9F0-CD46BA886788}" destId="{14B8E584-1C00-434A-95C8-B6DFB24A4F7E}" srcOrd="1" destOrd="0" presId="urn:microsoft.com/office/officeart/2005/8/layout/equation2"/>
    <dgm:cxn modelId="{E96E48B6-A015-4A56-BCE7-3AA90662D265}" type="presParOf" srcId="{14B8E584-1C00-434A-95C8-B6DFB24A4F7E}" destId="{F4C53CA0-E62C-4416-BB09-CAF70BD346C7}" srcOrd="0" destOrd="0" presId="urn:microsoft.com/office/officeart/2005/8/layout/equation2"/>
    <dgm:cxn modelId="{2286D8A8-CC41-4943-B89B-BC487D73BD46}" type="presParOf" srcId="{24186D40-E334-4BAB-B9F0-CD46BA886788}" destId="{C1E61D25-1143-49A5-A681-33607C430418}" srcOrd="2" destOrd="0" presId="urn:microsoft.com/office/officeart/2005/8/layout/equation2"/>
  </dgm:cxnLst>
  <dgm:bg/>
  <dgm:whole/>
  <dgm:extLst>
    <a:ext uri="http://schemas.microsoft.com/office/drawing/2008/diagram">
      <dsp:dataModelExt xmlns:dsp="http://schemas.microsoft.com/office/drawing/2008/diagram" relId="rId5" minVer="http://schemas.openxmlformats.org/drawingml/2006/diagram"/>
    </a:ext>
  </dgm:extLst>
</dgm:dataModel>
</file>

<file path=ppt/diagrams/data15.xml><?xml version="1.0" encoding="utf-8"?>
<dgm:dataModel xmlns:dgm="http://schemas.openxmlformats.org/drawingml/2006/diagram" xmlns:a="http://schemas.openxmlformats.org/drawingml/2006/main">
  <dgm:ptLst>
    <dgm:pt modelId="{39CD892C-4948-498B-921B-50378E205167}" type="doc">
      <dgm:prSet loTypeId="urn:microsoft.com/office/officeart/2005/8/layout/radial4" loCatId="relationship" qsTypeId="urn:microsoft.com/office/officeart/2005/8/quickstyle/simple1" qsCatId="simple" csTypeId="urn:microsoft.com/office/officeart/2005/8/colors/accent2_1" csCatId="accent2" phldr="1"/>
      <dgm:spPr/>
      <dgm:t>
        <a:bodyPr/>
        <a:lstStyle/>
        <a:p>
          <a:endParaRPr lang="zh-CN" altLang="en-US"/>
        </a:p>
      </dgm:t>
    </dgm:pt>
    <dgm:pt modelId="{2B7FD09D-252D-430F-BBE1-C3D8A9AD43EC}">
      <dgm:prSet phldrT="[文本]" custT="1"/>
      <dgm:spPr/>
      <dgm:t>
        <a:bodyPr/>
        <a:lstStyle/>
        <a:p>
          <a:pPr>
            <a:lnSpc>
              <a:spcPct val="100000"/>
            </a:lnSpc>
            <a:spcBef>
              <a:spcPts val="0"/>
            </a:spcBef>
            <a:spcAft>
              <a:spcPts val="0"/>
            </a:spcAft>
          </a:pPr>
          <a:r>
            <a:rPr lang="zh-CN" altLang="en-US" sz="2000" dirty="0" smtClean="0"/>
            <a:t>决策背景不稳定性</a:t>
          </a:r>
          <a:endParaRPr lang="zh-CN" altLang="en-US" sz="2000" dirty="0"/>
        </a:p>
      </dgm:t>
    </dgm:pt>
    <dgm:pt modelId="{84550F08-D904-4E8F-8828-211F0C84DFDC}" cxnId="{EF6357A9-ED38-4B1E-9844-8F78279DD6EF}" type="parTrans">
      <dgm:prSet/>
      <dgm:spPr/>
      <dgm:t>
        <a:bodyPr/>
        <a:lstStyle/>
        <a:p>
          <a:endParaRPr lang="zh-CN" altLang="en-US"/>
        </a:p>
      </dgm:t>
    </dgm:pt>
    <dgm:pt modelId="{ACA60F27-6DC2-4FCF-9EA2-A94EB63307EB}" cxnId="{EF6357A9-ED38-4B1E-9844-8F78279DD6EF}" type="sibTrans">
      <dgm:prSet/>
      <dgm:spPr/>
      <dgm:t>
        <a:bodyPr/>
        <a:lstStyle/>
        <a:p>
          <a:endParaRPr lang="zh-CN" altLang="en-US"/>
        </a:p>
      </dgm:t>
    </dgm:pt>
    <dgm:pt modelId="{51F3C41E-AD16-4411-90E5-A939BB2F62D9}">
      <dgm:prSet phldrT="[文本]" custT="1"/>
      <dgm:spPr/>
      <dgm:t>
        <a:bodyPr/>
        <a:lstStyle/>
        <a:p>
          <a:pPr>
            <a:lnSpc>
              <a:spcPct val="100000"/>
            </a:lnSpc>
            <a:spcBef>
              <a:spcPts val="0"/>
            </a:spcBef>
            <a:spcAft>
              <a:spcPts val="0"/>
            </a:spcAft>
          </a:pPr>
          <a:r>
            <a:rPr lang="zh-CN" altLang="en-US" sz="1600" dirty="0" smtClean="0">
              <a:latin typeface="微软雅黑" panose="020B0503020204020204" pitchFamily="34" charset="-122"/>
              <a:ea typeface="微软雅黑" panose="020B0503020204020204" pitchFamily="34" charset="-122"/>
            </a:rPr>
            <a:t>决策背景具有整体性和综合性</a:t>
          </a:r>
          <a:endParaRPr lang="zh-CN" altLang="en-US" sz="1600" dirty="0"/>
        </a:p>
      </dgm:t>
    </dgm:pt>
    <dgm:pt modelId="{CE189585-9A52-4E17-AD06-6D5B3DC003EB}" cxnId="{6461A318-A742-4074-9096-780EB22B5FD0}" type="parTrans">
      <dgm:prSet/>
      <dgm:spPr/>
      <dgm:t>
        <a:bodyPr/>
        <a:lstStyle/>
        <a:p>
          <a:endParaRPr lang="zh-CN" altLang="en-US"/>
        </a:p>
      </dgm:t>
    </dgm:pt>
    <dgm:pt modelId="{AE775774-C9CC-4B37-8AE6-3AEB0F9D9971}" cxnId="{6461A318-A742-4074-9096-780EB22B5FD0}" type="sibTrans">
      <dgm:prSet/>
      <dgm:spPr/>
      <dgm:t>
        <a:bodyPr/>
        <a:lstStyle/>
        <a:p>
          <a:endParaRPr lang="zh-CN" altLang="en-US"/>
        </a:p>
      </dgm:t>
    </dgm:pt>
    <dgm:pt modelId="{536686CF-2D90-4B19-A614-6529D78AFF2D}">
      <dgm:prSet phldrT="[文本]" custT="1"/>
      <dgm:spPr/>
      <dgm:t>
        <a:bodyPr/>
        <a:lstStyle/>
        <a:p>
          <a:pPr>
            <a:lnSpc>
              <a:spcPct val="100000"/>
            </a:lnSpc>
            <a:spcBef>
              <a:spcPts val="0"/>
            </a:spcBef>
            <a:spcAft>
              <a:spcPts val="0"/>
            </a:spcAft>
          </a:pPr>
          <a:r>
            <a:rPr lang="zh-CN" altLang="en-US" sz="1600" dirty="0" smtClean="0"/>
            <a:t>决策背景具有复杂性</a:t>
          </a:r>
          <a:endParaRPr lang="zh-CN" altLang="en-US" sz="1600" dirty="0"/>
        </a:p>
      </dgm:t>
    </dgm:pt>
    <dgm:pt modelId="{B4B734EF-5282-4A5C-B648-3423148F5CCF}" cxnId="{EFF1BEDC-ED99-4ABD-831B-7F4D886B3BDF}" type="parTrans">
      <dgm:prSet/>
      <dgm:spPr/>
      <dgm:t>
        <a:bodyPr/>
        <a:lstStyle/>
        <a:p>
          <a:endParaRPr lang="zh-CN" altLang="en-US"/>
        </a:p>
      </dgm:t>
    </dgm:pt>
    <dgm:pt modelId="{2E270983-E216-48AA-BFCF-2DEB2BF80802}" cxnId="{EFF1BEDC-ED99-4ABD-831B-7F4D886B3BDF}" type="sibTrans">
      <dgm:prSet/>
      <dgm:spPr/>
      <dgm:t>
        <a:bodyPr/>
        <a:lstStyle/>
        <a:p>
          <a:endParaRPr lang="zh-CN" altLang="en-US"/>
        </a:p>
      </dgm:t>
    </dgm:pt>
    <dgm:pt modelId="{3BDC359B-FE8D-4945-94D4-9A5D1DB3EAEB}">
      <dgm:prSet phldrT="[文本]" custT="1"/>
      <dgm:spPr/>
      <dgm:t>
        <a:bodyPr/>
        <a:lstStyle/>
        <a:p>
          <a:pPr>
            <a:lnSpc>
              <a:spcPct val="100000"/>
            </a:lnSpc>
            <a:spcBef>
              <a:spcPts val="0"/>
            </a:spcBef>
            <a:spcAft>
              <a:spcPts val="0"/>
            </a:spcAft>
          </a:pPr>
          <a:r>
            <a:rPr lang="zh-CN" altLang="en-US" sz="1600" dirty="0" smtClean="0"/>
            <a:t>决策背景具有动荡性</a:t>
          </a:r>
          <a:endParaRPr lang="zh-CN" altLang="en-US" sz="1600" dirty="0"/>
        </a:p>
      </dgm:t>
    </dgm:pt>
    <dgm:pt modelId="{B9209DDF-BAB7-4D71-905D-A5EB4E14B3EC}" cxnId="{DC87CF42-B184-49F2-8FD1-AA424D7A0DD7}" type="parTrans">
      <dgm:prSet/>
      <dgm:spPr/>
      <dgm:t>
        <a:bodyPr/>
        <a:lstStyle/>
        <a:p>
          <a:endParaRPr lang="zh-CN" altLang="en-US"/>
        </a:p>
      </dgm:t>
    </dgm:pt>
    <dgm:pt modelId="{AE7164AD-2038-448F-9EEE-F40DE3B6E176}" cxnId="{DC87CF42-B184-49F2-8FD1-AA424D7A0DD7}" type="sibTrans">
      <dgm:prSet/>
      <dgm:spPr/>
      <dgm:t>
        <a:bodyPr/>
        <a:lstStyle/>
        <a:p>
          <a:endParaRPr lang="zh-CN" altLang="en-US"/>
        </a:p>
      </dgm:t>
    </dgm:pt>
    <dgm:pt modelId="{12885FD2-A072-41D4-9BFE-1A4910345FD2}" type="pres">
      <dgm:prSet presAssocID="{39CD892C-4948-498B-921B-50378E205167}" presName="cycle" presStyleCnt="0">
        <dgm:presLayoutVars>
          <dgm:chMax val="1"/>
          <dgm:dir/>
          <dgm:animLvl val="ctr"/>
          <dgm:resizeHandles val="exact"/>
        </dgm:presLayoutVars>
      </dgm:prSet>
      <dgm:spPr/>
      <dgm:t>
        <a:bodyPr/>
        <a:lstStyle/>
        <a:p>
          <a:endParaRPr lang="zh-CN" altLang="en-US"/>
        </a:p>
      </dgm:t>
    </dgm:pt>
    <dgm:pt modelId="{FD1F7790-09BA-49BB-A05F-D2DFB5A45373}" type="pres">
      <dgm:prSet presAssocID="{2B7FD09D-252D-430F-BBE1-C3D8A9AD43EC}" presName="centerShape" presStyleLbl="node0" presStyleIdx="0" presStyleCnt="1"/>
      <dgm:spPr/>
      <dgm:t>
        <a:bodyPr/>
        <a:lstStyle/>
        <a:p>
          <a:endParaRPr lang="zh-CN" altLang="en-US"/>
        </a:p>
      </dgm:t>
    </dgm:pt>
    <dgm:pt modelId="{3E206512-4EC7-4ABB-9324-B7E239F87129}" type="pres">
      <dgm:prSet presAssocID="{CE189585-9A52-4E17-AD06-6D5B3DC003EB}" presName="parTrans" presStyleLbl="bgSibTrans2D1" presStyleIdx="0" presStyleCnt="3"/>
      <dgm:spPr/>
      <dgm:t>
        <a:bodyPr/>
        <a:lstStyle/>
        <a:p>
          <a:endParaRPr lang="zh-CN" altLang="en-US"/>
        </a:p>
      </dgm:t>
    </dgm:pt>
    <dgm:pt modelId="{06E2080D-5FCB-4FFE-BFAA-452FCCAD2C75}" type="pres">
      <dgm:prSet presAssocID="{51F3C41E-AD16-4411-90E5-A939BB2F62D9}" presName="node" presStyleLbl="node1" presStyleIdx="0" presStyleCnt="3">
        <dgm:presLayoutVars>
          <dgm:bulletEnabled val="1"/>
        </dgm:presLayoutVars>
      </dgm:prSet>
      <dgm:spPr/>
      <dgm:t>
        <a:bodyPr/>
        <a:lstStyle/>
        <a:p>
          <a:endParaRPr lang="zh-CN" altLang="en-US"/>
        </a:p>
      </dgm:t>
    </dgm:pt>
    <dgm:pt modelId="{6C686716-0414-478A-B699-0A9019288023}" type="pres">
      <dgm:prSet presAssocID="{B4B734EF-5282-4A5C-B648-3423148F5CCF}" presName="parTrans" presStyleLbl="bgSibTrans2D1" presStyleIdx="1" presStyleCnt="3"/>
      <dgm:spPr/>
      <dgm:t>
        <a:bodyPr/>
        <a:lstStyle/>
        <a:p>
          <a:endParaRPr lang="zh-CN" altLang="en-US"/>
        </a:p>
      </dgm:t>
    </dgm:pt>
    <dgm:pt modelId="{49DE134B-8431-4306-808A-87AC00E9999B}" type="pres">
      <dgm:prSet presAssocID="{536686CF-2D90-4B19-A614-6529D78AFF2D}" presName="node" presStyleLbl="node1" presStyleIdx="1" presStyleCnt="3">
        <dgm:presLayoutVars>
          <dgm:bulletEnabled val="1"/>
        </dgm:presLayoutVars>
      </dgm:prSet>
      <dgm:spPr/>
      <dgm:t>
        <a:bodyPr/>
        <a:lstStyle/>
        <a:p>
          <a:endParaRPr lang="zh-CN" altLang="en-US"/>
        </a:p>
      </dgm:t>
    </dgm:pt>
    <dgm:pt modelId="{B89948EB-2B85-4750-B3A6-B0730189754A}" type="pres">
      <dgm:prSet presAssocID="{B9209DDF-BAB7-4D71-905D-A5EB4E14B3EC}" presName="parTrans" presStyleLbl="bgSibTrans2D1" presStyleIdx="2" presStyleCnt="3"/>
      <dgm:spPr/>
      <dgm:t>
        <a:bodyPr/>
        <a:lstStyle/>
        <a:p>
          <a:endParaRPr lang="zh-CN" altLang="en-US"/>
        </a:p>
      </dgm:t>
    </dgm:pt>
    <dgm:pt modelId="{02E72743-C322-42C0-8A40-4DD09A493767}" type="pres">
      <dgm:prSet presAssocID="{3BDC359B-FE8D-4945-94D4-9A5D1DB3EAEB}" presName="node" presStyleLbl="node1" presStyleIdx="2" presStyleCnt="3">
        <dgm:presLayoutVars>
          <dgm:bulletEnabled val="1"/>
        </dgm:presLayoutVars>
      </dgm:prSet>
      <dgm:spPr/>
      <dgm:t>
        <a:bodyPr/>
        <a:lstStyle/>
        <a:p>
          <a:endParaRPr lang="zh-CN" altLang="en-US"/>
        </a:p>
      </dgm:t>
    </dgm:pt>
  </dgm:ptLst>
  <dgm:cxnLst>
    <dgm:cxn modelId="{8E07B716-CA6F-44E9-B5A8-EC7066AF0018}" type="presOf" srcId="{CE189585-9A52-4E17-AD06-6D5B3DC003EB}" destId="{3E206512-4EC7-4ABB-9324-B7E239F87129}" srcOrd="0" destOrd="0" presId="urn:microsoft.com/office/officeart/2005/8/layout/radial4"/>
    <dgm:cxn modelId="{EFF1BEDC-ED99-4ABD-831B-7F4D886B3BDF}" srcId="{2B7FD09D-252D-430F-BBE1-C3D8A9AD43EC}" destId="{536686CF-2D90-4B19-A614-6529D78AFF2D}" srcOrd="1" destOrd="0" parTransId="{B4B734EF-5282-4A5C-B648-3423148F5CCF}" sibTransId="{2E270983-E216-48AA-BFCF-2DEB2BF80802}"/>
    <dgm:cxn modelId="{B45F3493-1321-4500-843A-FAA34E7837A3}" type="presOf" srcId="{51F3C41E-AD16-4411-90E5-A939BB2F62D9}" destId="{06E2080D-5FCB-4FFE-BFAA-452FCCAD2C75}" srcOrd="0" destOrd="0" presId="urn:microsoft.com/office/officeart/2005/8/layout/radial4"/>
    <dgm:cxn modelId="{6461A318-A742-4074-9096-780EB22B5FD0}" srcId="{2B7FD09D-252D-430F-BBE1-C3D8A9AD43EC}" destId="{51F3C41E-AD16-4411-90E5-A939BB2F62D9}" srcOrd="0" destOrd="0" parTransId="{CE189585-9A52-4E17-AD06-6D5B3DC003EB}" sibTransId="{AE775774-C9CC-4B37-8AE6-3AEB0F9D9971}"/>
    <dgm:cxn modelId="{CF9DB348-17D4-45DD-9799-F1B702B9BA72}" type="presOf" srcId="{39CD892C-4948-498B-921B-50378E205167}" destId="{12885FD2-A072-41D4-9BFE-1A4910345FD2}" srcOrd="0" destOrd="0" presId="urn:microsoft.com/office/officeart/2005/8/layout/radial4"/>
    <dgm:cxn modelId="{E6277DE9-E36E-464E-A768-72E85E6CB1FC}" type="presOf" srcId="{B9209DDF-BAB7-4D71-905D-A5EB4E14B3EC}" destId="{B89948EB-2B85-4750-B3A6-B0730189754A}" srcOrd="0" destOrd="0" presId="urn:microsoft.com/office/officeart/2005/8/layout/radial4"/>
    <dgm:cxn modelId="{4D6F7DE3-55FE-46B7-BC41-621E534E2A12}" type="presOf" srcId="{536686CF-2D90-4B19-A614-6529D78AFF2D}" destId="{49DE134B-8431-4306-808A-87AC00E9999B}" srcOrd="0" destOrd="0" presId="urn:microsoft.com/office/officeart/2005/8/layout/radial4"/>
    <dgm:cxn modelId="{6410011B-EB1F-4310-881A-0CC67D1A087A}" type="presOf" srcId="{2B7FD09D-252D-430F-BBE1-C3D8A9AD43EC}" destId="{FD1F7790-09BA-49BB-A05F-D2DFB5A45373}" srcOrd="0" destOrd="0" presId="urn:microsoft.com/office/officeart/2005/8/layout/radial4"/>
    <dgm:cxn modelId="{DC87CF42-B184-49F2-8FD1-AA424D7A0DD7}" srcId="{2B7FD09D-252D-430F-BBE1-C3D8A9AD43EC}" destId="{3BDC359B-FE8D-4945-94D4-9A5D1DB3EAEB}" srcOrd="2" destOrd="0" parTransId="{B9209DDF-BAB7-4D71-905D-A5EB4E14B3EC}" sibTransId="{AE7164AD-2038-448F-9EEE-F40DE3B6E176}"/>
    <dgm:cxn modelId="{EF6357A9-ED38-4B1E-9844-8F78279DD6EF}" srcId="{39CD892C-4948-498B-921B-50378E205167}" destId="{2B7FD09D-252D-430F-BBE1-C3D8A9AD43EC}" srcOrd="0" destOrd="0" parTransId="{84550F08-D904-4E8F-8828-211F0C84DFDC}" sibTransId="{ACA60F27-6DC2-4FCF-9EA2-A94EB63307EB}"/>
    <dgm:cxn modelId="{AEC4EDFC-1503-4DCE-AC54-0978BBB378E5}" type="presOf" srcId="{3BDC359B-FE8D-4945-94D4-9A5D1DB3EAEB}" destId="{02E72743-C322-42C0-8A40-4DD09A493767}" srcOrd="0" destOrd="0" presId="urn:microsoft.com/office/officeart/2005/8/layout/radial4"/>
    <dgm:cxn modelId="{A183A638-3950-45B8-B6D6-BB12038BDBF2}" type="presOf" srcId="{B4B734EF-5282-4A5C-B648-3423148F5CCF}" destId="{6C686716-0414-478A-B699-0A9019288023}" srcOrd="0" destOrd="0" presId="urn:microsoft.com/office/officeart/2005/8/layout/radial4"/>
    <dgm:cxn modelId="{6A5C9EB2-6B9A-4F41-96AE-D88079690FD4}" type="presParOf" srcId="{12885FD2-A072-41D4-9BFE-1A4910345FD2}" destId="{FD1F7790-09BA-49BB-A05F-D2DFB5A45373}" srcOrd="0" destOrd="0" presId="urn:microsoft.com/office/officeart/2005/8/layout/radial4"/>
    <dgm:cxn modelId="{4738D047-8B88-4591-9556-881019DDC4BA}" type="presParOf" srcId="{12885FD2-A072-41D4-9BFE-1A4910345FD2}" destId="{3E206512-4EC7-4ABB-9324-B7E239F87129}" srcOrd="1" destOrd="0" presId="urn:microsoft.com/office/officeart/2005/8/layout/radial4"/>
    <dgm:cxn modelId="{259DC7B2-7DFB-43BA-8951-035AFF194839}" type="presParOf" srcId="{12885FD2-A072-41D4-9BFE-1A4910345FD2}" destId="{06E2080D-5FCB-4FFE-BFAA-452FCCAD2C75}" srcOrd="2" destOrd="0" presId="urn:microsoft.com/office/officeart/2005/8/layout/radial4"/>
    <dgm:cxn modelId="{0AA8FA7C-4DA1-4A60-9E04-1679A8865358}" type="presParOf" srcId="{12885FD2-A072-41D4-9BFE-1A4910345FD2}" destId="{6C686716-0414-478A-B699-0A9019288023}" srcOrd="3" destOrd="0" presId="urn:microsoft.com/office/officeart/2005/8/layout/radial4"/>
    <dgm:cxn modelId="{401034CC-3278-465F-89D6-E12E407CC204}" type="presParOf" srcId="{12885FD2-A072-41D4-9BFE-1A4910345FD2}" destId="{49DE134B-8431-4306-808A-87AC00E9999B}" srcOrd="4" destOrd="0" presId="urn:microsoft.com/office/officeart/2005/8/layout/radial4"/>
    <dgm:cxn modelId="{53C76242-E1A7-446C-AC8A-B344478C23F9}" type="presParOf" srcId="{12885FD2-A072-41D4-9BFE-1A4910345FD2}" destId="{B89948EB-2B85-4750-B3A6-B0730189754A}" srcOrd="5" destOrd="0" presId="urn:microsoft.com/office/officeart/2005/8/layout/radial4"/>
    <dgm:cxn modelId="{0E6E795A-976E-4DE1-A017-FD3CCE132714}" type="presParOf" srcId="{12885FD2-A072-41D4-9BFE-1A4910345FD2}" destId="{02E72743-C322-42C0-8A40-4DD09A493767}" srcOrd="6" destOrd="0" presId="urn:microsoft.com/office/officeart/2005/8/layout/radial4"/>
  </dgm:cxnLst>
  <dgm:bg/>
  <dgm:whole/>
  <dgm:extLst>
    <a:ext uri="http://schemas.microsoft.com/office/drawing/2008/diagram">
      <dsp:dataModelExt xmlns:dsp="http://schemas.microsoft.com/office/drawing/2008/diagram" relId="rId5" minVer="http://schemas.openxmlformats.org/drawingml/2006/diagram"/>
    </a:ext>
  </dgm:extLst>
</dgm:dataModel>
</file>

<file path=ppt/diagrams/data16.xml><?xml version="1.0" encoding="utf-8"?>
<dgm:dataModel xmlns:dgm="http://schemas.openxmlformats.org/drawingml/2006/diagram" xmlns:a="http://schemas.openxmlformats.org/drawingml/2006/main">
  <dgm:ptLst>
    <dgm:pt modelId="{BD7F943E-110A-466A-A9B4-43D4A439D166}" type="doc">
      <dgm:prSet loTypeId="urn:microsoft.com/office/officeart/2005/8/layout/arrow2" loCatId="process" qsTypeId="urn:microsoft.com/office/officeart/2005/8/quickstyle/3d7" qsCatId="3D" csTypeId="urn:microsoft.com/office/officeart/2005/8/colors/accent2_1" csCatId="accent2" phldr="1"/>
      <dgm:spPr/>
      <dgm:t>
        <a:bodyPr/>
        <a:lstStyle/>
        <a:p>
          <a:endParaRPr lang="zh-CN" altLang="en-US"/>
        </a:p>
      </dgm:t>
    </dgm:pt>
    <dgm:pt modelId="{BD3E929A-9422-413C-8657-56CBB63AAFA5}">
      <dgm:prSet phldrT="[文本]"/>
      <dgm:spPr/>
      <dgm:t>
        <a:bodyPr/>
        <a:lstStyle/>
        <a:p>
          <a:pPr>
            <a:lnSpc>
              <a:spcPct val="100000"/>
            </a:lnSpc>
            <a:spcBef>
              <a:spcPts val="0"/>
            </a:spcBef>
            <a:spcAft>
              <a:spcPts val="0"/>
            </a:spcAft>
          </a:pPr>
          <a:r>
            <a:rPr lang="en-US" altLang="zh-CN" b="0" smtClean="0"/>
            <a:t>1. </a:t>
          </a:r>
          <a:r>
            <a:rPr lang="zh-CN" altLang="zh-CN" b="0" smtClean="0"/>
            <a:t>明确决策主题</a:t>
          </a:r>
          <a:endParaRPr lang="zh-CN" altLang="en-US" b="0" dirty="0"/>
        </a:p>
      </dgm:t>
    </dgm:pt>
    <dgm:pt modelId="{01C454ED-AC02-4593-A731-0420DD72DEB5}" cxnId="{A2AA21F2-5F72-4505-82A5-E86EDB6F6DF8}" type="parTrans">
      <dgm:prSet/>
      <dgm:spPr/>
      <dgm:t>
        <a:bodyPr/>
        <a:lstStyle/>
        <a:p>
          <a:endParaRPr lang="zh-CN" altLang="en-US"/>
        </a:p>
      </dgm:t>
    </dgm:pt>
    <dgm:pt modelId="{F8B8859F-BEAD-4A92-8D4D-AD4CB5E4353C}" cxnId="{A2AA21F2-5F72-4505-82A5-E86EDB6F6DF8}" type="sibTrans">
      <dgm:prSet/>
      <dgm:spPr/>
      <dgm:t>
        <a:bodyPr/>
        <a:lstStyle/>
        <a:p>
          <a:endParaRPr lang="zh-CN" altLang="en-US"/>
        </a:p>
      </dgm:t>
    </dgm:pt>
    <dgm:pt modelId="{42033514-6A6E-4EBA-B5DB-6F578E3C683A}">
      <dgm:prSet/>
      <dgm:spPr/>
      <dgm:t>
        <a:bodyPr/>
        <a:lstStyle/>
        <a:p>
          <a:pPr>
            <a:lnSpc>
              <a:spcPct val="100000"/>
            </a:lnSpc>
            <a:spcBef>
              <a:spcPts val="0"/>
            </a:spcBef>
            <a:spcAft>
              <a:spcPts val="0"/>
            </a:spcAft>
          </a:pPr>
          <a:r>
            <a:rPr lang="en-US" altLang="zh-CN" b="0" smtClean="0"/>
            <a:t>2. </a:t>
          </a:r>
          <a:r>
            <a:rPr lang="zh-CN" altLang="zh-CN" b="0" smtClean="0"/>
            <a:t>提出假设</a:t>
          </a:r>
          <a:endParaRPr lang="en-US" altLang="zh-CN" b="0" dirty="0" smtClean="0"/>
        </a:p>
      </dgm:t>
    </dgm:pt>
    <dgm:pt modelId="{ABD73144-8802-43A5-A72E-505E503822BB}" cxnId="{FC0DE2CF-B61A-41CB-B2C1-E613EE2ACB50}" type="parTrans">
      <dgm:prSet/>
      <dgm:spPr/>
      <dgm:t>
        <a:bodyPr/>
        <a:lstStyle/>
        <a:p>
          <a:endParaRPr lang="zh-CN" altLang="en-US"/>
        </a:p>
      </dgm:t>
    </dgm:pt>
    <dgm:pt modelId="{1C361D0B-D125-4B4D-9DD7-77C4892E8844}" cxnId="{FC0DE2CF-B61A-41CB-B2C1-E613EE2ACB50}" type="sibTrans">
      <dgm:prSet/>
      <dgm:spPr/>
      <dgm:t>
        <a:bodyPr/>
        <a:lstStyle/>
        <a:p>
          <a:endParaRPr lang="zh-CN" altLang="en-US"/>
        </a:p>
      </dgm:t>
    </dgm:pt>
    <dgm:pt modelId="{EF140E00-B08B-424C-BAF1-7790756208C6}">
      <dgm:prSet/>
      <dgm:spPr/>
      <dgm:t>
        <a:bodyPr/>
        <a:lstStyle/>
        <a:p>
          <a:pPr>
            <a:lnSpc>
              <a:spcPct val="100000"/>
            </a:lnSpc>
            <a:spcBef>
              <a:spcPts val="0"/>
            </a:spcBef>
            <a:spcAft>
              <a:spcPts val="0"/>
            </a:spcAft>
          </a:pPr>
          <a:r>
            <a:rPr lang="en-US" altLang="zh-CN" b="0" smtClean="0"/>
            <a:t>3. </a:t>
          </a:r>
          <a:r>
            <a:rPr lang="zh-CN" altLang="zh-CN" b="0" smtClean="0"/>
            <a:t>收集资料</a:t>
          </a:r>
          <a:endParaRPr lang="en-US" altLang="zh-CN" b="0" dirty="0" smtClean="0"/>
        </a:p>
      </dgm:t>
    </dgm:pt>
    <dgm:pt modelId="{935A8448-54EE-4FA9-856B-B3B2B0F809AA}" cxnId="{CEF3F267-F2C7-45E5-AD9E-C0B4EFA17D60}" type="parTrans">
      <dgm:prSet/>
      <dgm:spPr/>
      <dgm:t>
        <a:bodyPr/>
        <a:lstStyle/>
        <a:p>
          <a:endParaRPr lang="zh-CN" altLang="en-US"/>
        </a:p>
      </dgm:t>
    </dgm:pt>
    <dgm:pt modelId="{89A8B998-B229-4A05-B51D-11F7E24842ED}" cxnId="{CEF3F267-F2C7-45E5-AD9E-C0B4EFA17D60}" type="sibTrans">
      <dgm:prSet/>
      <dgm:spPr/>
      <dgm:t>
        <a:bodyPr/>
        <a:lstStyle/>
        <a:p>
          <a:endParaRPr lang="zh-CN" altLang="en-US"/>
        </a:p>
      </dgm:t>
    </dgm:pt>
    <dgm:pt modelId="{59976C7C-A114-4856-A257-F2F0095860DA}">
      <dgm:prSet/>
      <dgm:spPr/>
      <dgm:t>
        <a:bodyPr/>
        <a:lstStyle/>
        <a:p>
          <a:pPr>
            <a:lnSpc>
              <a:spcPct val="100000"/>
            </a:lnSpc>
            <a:spcBef>
              <a:spcPts val="0"/>
            </a:spcBef>
            <a:spcAft>
              <a:spcPts val="0"/>
            </a:spcAft>
          </a:pPr>
          <a:r>
            <a:rPr lang="en-US" altLang="zh-CN" b="0" smtClean="0">
              <a:sym typeface="+mn-ea"/>
            </a:rPr>
            <a:t>4. </a:t>
          </a:r>
          <a:r>
            <a:rPr lang="zh-CN" altLang="zh-CN" b="0" smtClean="0">
              <a:sym typeface="+mn-ea"/>
            </a:rPr>
            <a:t>整理资料</a:t>
          </a:r>
          <a:endParaRPr lang="zh-CN" altLang="zh-CN" b="0" dirty="0">
            <a:sym typeface="+mn-ea"/>
          </a:endParaRPr>
        </a:p>
      </dgm:t>
    </dgm:pt>
    <dgm:pt modelId="{D2654542-506A-47DF-B53E-7DF39523CCDF}" cxnId="{3B4F2D62-A554-4F35-B6D0-6B8E4131F4E1}" type="parTrans">
      <dgm:prSet/>
      <dgm:spPr/>
      <dgm:t>
        <a:bodyPr/>
        <a:lstStyle/>
        <a:p>
          <a:endParaRPr lang="zh-CN" altLang="en-US"/>
        </a:p>
      </dgm:t>
    </dgm:pt>
    <dgm:pt modelId="{A59DF363-0126-4F02-93D0-2597B0DD207D}" cxnId="{3B4F2D62-A554-4F35-B6D0-6B8E4131F4E1}" type="sibTrans">
      <dgm:prSet/>
      <dgm:spPr/>
      <dgm:t>
        <a:bodyPr/>
        <a:lstStyle/>
        <a:p>
          <a:endParaRPr lang="zh-CN" altLang="en-US"/>
        </a:p>
      </dgm:t>
    </dgm:pt>
    <dgm:pt modelId="{8EABBAAC-72C7-4B8A-B631-2A7D9642F536}">
      <dgm:prSet/>
      <dgm:spPr/>
      <dgm:t>
        <a:bodyPr/>
        <a:lstStyle/>
        <a:p>
          <a:pPr>
            <a:lnSpc>
              <a:spcPct val="100000"/>
            </a:lnSpc>
            <a:spcBef>
              <a:spcPts val="0"/>
            </a:spcBef>
            <a:spcAft>
              <a:spcPts val="0"/>
            </a:spcAft>
          </a:pPr>
          <a:r>
            <a:rPr lang="en-US" altLang="zh-CN" b="0" dirty="0" smtClean="0">
              <a:sym typeface="+mn-ea"/>
            </a:rPr>
            <a:t>5. </a:t>
          </a:r>
          <a:r>
            <a:rPr lang="zh-CN" altLang="zh-CN" b="0" dirty="0" smtClean="0">
              <a:sym typeface="+mn-ea"/>
            </a:rPr>
            <a:t>趋势预测和评估</a:t>
          </a:r>
          <a:endParaRPr lang="zh-CN" altLang="zh-CN" b="0" dirty="0">
            <a:sym typeface="+mn-ea"/>
          </a:endParaRPr>
        </a:p>
      </dgm:t>
    </dgm:pt>
    <dgm:pt modelId="{80DD8937-3143-49F2-8E84-943F591DDD9A}" cxnId="{EB5A2CAC-2EDA-4C6D-AAEE-983901ED455A}" type="parTrans">
      <dgm:prSet/>
      <dgm:spPr/>
      <dgm:t>
        <a:bodyPr/>
        <a:lstStyle/>
        <a:p>
          <a:endParaRPr lang="zh-CN" altLang="en-US"/>
        </a:p>
      </dgm:t>
    </dgm:pt>
    <dgm:pt modelId="{1AC7BCFA-7419-40C2-9CF8-6ED65CDCFE69}" cxnId="{EB5A2CAC-2EDA-4C6D-AAEE-983901ED455A}" type="sibTrans">
      <dgm:prSet/>
      <dgm:spPr/>
      <dgm:t>
        <a:bodyPr/>
        <a:lstStyle/>
        <a:p>
          <a:endParaRPr lang="zh-CN" altLang="en-US"/>
        </a:p>
      </dgm:t>
    </dgm:pt>
    <dgm:pt modelId="{6E50C823-3ADF-48F7-8F93-9692D4663B38}" type="pres">
      <dgm:prSet presAssocID="{BD7F943E-110A-466A-A9B4-43D4A439D166}" presName="arrowDiagram" presStyleCnt="0">
        <dgm:presLayoutVars>
          <dgm:chMax val="5"/>
          <dgm:dir/>
          <dgm:resizeHandles val="exact"/>
        </dgm:presLayoutVars>
      </dgm:prSet>
      <dgm:spPr/>
      <dgm:t>
        <a:bodyPr/>
        <a:lstStyle/>
        <a:p>
          <a:endParaRPr lang="zh-CN" altLang="en-US"/>
        </a:p>
      </dgm:t>
    </dgm:pt>
    <dgm:pt modelId="{276CF07E-D708-4BE3-8269-83E8675EC173}" type="pres">
      <dgm:prSet presAssocID="{BD7F943E-110A-466A-A9B4-43D4A439D166}" presName="arrow" presStyleLbl="bgShp" presStyleIdx="0" presStyleCnt="1" custLinFactNeighborY="-7316"/>
      <dgm:spPr/>
    </dgm:pt>
    <dgm:pt modelId="{7EBDCEE8-1F52-4D2E-A300-4808E5074C4A}" type="pres">
      <dgm:prSet presAssocID="{BD7F943E-110A-466A-A9B4-43D4A439D166}" presName="arrowDiagram5" presStyleCnt="0"/>
      <dgm:spPr/>
    </dgm:pt>
    <dgm:pt modelId="{2B75569C-094F-441A-A8E7-F13A41B19D0A}" type="pres">
      <dgm:prSet presAssocID="{BD3E929A-9422-413C-8657-56CBB63AAFA5}" presName="bullet5a" presStyleLbl="node1" presStyleIdx="0" presStyleCnt="5"/>
      <dgm:spPr/>
    </dgm:pt>
    <dgm:pt modelId="{49024A3A-991E-4EFB-A769-6E43BA00BD12}" type="pres">
      <dgm:prSet presAssocID="{BD3E929A-9422-413C-8657-56CBB63AAFA5}" presName="textBox5a" presStyleLbl="revTx" presStyleIdx="0" presStyleCnt="5">
        <dgm:presLayoutVars>
          <dgm:bulletEnabled val="1"/>
        </dgm:presLayoutVars>
      </dgm:prSet>
      <dgm:spPr/>
      <dgm:t>
        <a:bodyPr/>
        <a:lstStyle/>
        <a:p>
          <a:endParaRPr lang="zh-CN" altLang="en-US"/>
        </a:p>
      </dgm:t>
    </dgm:pt>
    <dgm:pt modelId="{08A78384-683D-4B92-A317-A0A79F62C4D0}" type="pres">
      <dgm:prSet presAssocID="{42033514-6A6E-4EBA-B5DB-6F578E3C683A}" presName="bullet5b" presStyleLbl="node1" presStyleIdx="1" presStyleCnt="5"/>
      <dgm:spPr/>
    </dgm:pt>
    <dgm:pt modelId="{6F2FD74E-3943-4290-AAE9-9E88672C6437}" type="pres">
      <dgm:prSet presAssocID="{42033514-6A6E-4EBA-B5DB-6F578E3C683A}" presName="textBox5b" presStyleLbl="revTx" presStyleIdx="1" presStyleCnt="5">
        <dgm:presLayoutVars>
          <dgm:bulletEnabled val="1"/>
        </dgm:presLayoutVars>
      </dgm:prSet>
      <dgm:spPr/>
      <dgm:t>
        <a:bodyPr/>
        <a:lstStyle/>
        <a:p>
          <a:endParaRPr lang="zh-CN" altLang="en-US"/>
        </a:p>
      </dgm:t>
    </dgm:pt>
    <dgm:pt modelId="{0A0B366C-902C-4B40-ABF6-FA10CCD80C5C}" type="pres">
      <dgm:prSet presAssocID="{EF140E00-B08B-424C-BAF1-7790756208C6}" presName="bullet5c" presStyleLbl="node1" presStyleIdx="2" presStyleCnt="5"/>
      <dgm:spPr/>
    </dgm:pt>
    <dgm:pt modelId="{7B1315A2-60F4-4A89-BDC2-BD9AE7FEC88A}" type="pres">
      <dgm:prSet presAssocID="{EF140E00-B08B-424C-BAF1-7790756208C6}" presName="textBox5c" presStyleLbl="revTx" presStyleIdx="2" presStyleCnt="5">
        <dgm:presLayoutVars>
          <dgm:bulletEnabled val="1"/>
        </dgm:presLayoutVars>
      </dgm:prSet>
      <dgm:spPr/>
      <dgm:t>
        <a:bodyPr/>
        <a:lstStyle/>
        <a:p>
          <a:endParaRPr lang="zh-CN" altLang="en-US"/>
        </a:p>
      </dgm:t>
    </dgm:pt>
    <dgm:pt modelId="{DC090C7E-743D-4D28-9793-52DA8656CDDF}" type="pres">
      <dgm:prSet presAssocID="{59976C7C-A114-4856-A257-F2F0095860DA}" presName="bullet5d" presStyleLbl="node1" presStyleIdx="3" presStyleCnt="5"/>
      <dgm:spPr/>
    </dgm:pt>
    <dgm:pt modelId="{4B89EAD1-B47B-41A5-9C1A-98996A03E8C4}" type="pres">
      <dgm:prSet presAssocID="{59976C7C-A114-4856-A257-F2F0095860DA}" presName="textBox5d" presStyleLbl="revTx" presStyleIdx="3" presStyleCnt="5">
        <dgm:presLayoutVars>
          <dgm:bulletEnabled val="1"/>
        </dgm:presLayoutVars>
      </dgm:prSet>
      <dgm:spPr/>
      <dgm:t>
        <a:bodyPr/>
        <a:lstStyle/>
        <a:p>
          <a:endParaRPr lang="zh-CN" altLang="en-US"/>
        </a:p>
      </dgm:t>
    </dgm:pt>
    <dgm:pt modelId="{4A8D70DE-8E02-4491-8127-8BF657DEAE14}" type="pres">
      <dgm:prSet presAssocID="{8EABBAAC-72C7-4B8A-B631-2A7D9642F536}" presName="bullet5e" presStyleLbl="node1" presStyleIdx="4" presStyleCnt="5"/>
      <dgm:spPr/>
    </dgm:pt>
    <dgm:pt modelId="{4137FA07-0F66-4558-81F3-762010482E5D}" type="pres">
      <dgm:prSet presAssocID="{8EABBAAC-72C7-4B8A-B631-2A7D9642F536}" presName="textBox5e" presStyleLbl="revTx" presStyleIdx="4" presStyleCnt="5">
        <dgm:presLayoutVars>
          <dgm:bulletEnabled val="1"/>
        </dgm:presLayoutVars>
      </dgm:prSet>
      <dgm:spPr/>
      <dgm:t>
        <a:bodyPr/>
        <a:lstStyle/>
        <a:p>
          <a:endParaRPr lang="zh-CN" altLang="en-US"/>
        </a:p>
      </dgm:t>
    </dgm:pt>
  </dgm:ptLst>
  <dgm:cxnLst>
    <dgm:cxn modelId="{43F700FA-199B-4F98-8E1A-BDF1643E9663}" type="presOf" srcId="{59976C7C-A114-4856-A257-F2F0095860DA}" destId="{4B89EAD1-B47B-41A5-9C1A-98996A03E8C4}" srcOrd="0" destOrd="0" presId="urn:microsoft.com/office/officeart/2005/8/layout/arrow2"/>
    <dgm:cxn modelId="{CEF3F267-F2C7-45E5-AD9E-C0B4EFA17D60}" srcId="{BD7F943E-110A-466A-A9B4-43D4A439D166}" destId="{EF140E00-B08B-424C-BAF1-7790756208C6}" srcOrd="2" destOrd="0" parTransId="{935A8448-54EE-4FA9-856B-B3B2B0F809AA}" sibTransId="{89A8B998-B229-4A05-B51D-11F7E24842ED}"/>
    <dgm:cxn modelId="{3B4F2D62-A554-4F35-B6D0-6B8E4131F4E1}" srcId="{BD7F943E-110A-466A-A9B4-43D4A439D166}" destId="{59976C7C-A114-4856-A257-F2F0095860DA}" srcOrd="3" destOrd="0" parTransId="{D2654542-506A-47DF-B53E-7DF39523CCDF}" sibTransId="{A59DF363-0126-4F02-93D0-2597B0DD207D}"/>
    <dgm:cxn modelId="{82661D45-59A7-4338-AA54-8F64AC12054D}" type="presOf" srcId="{8EABBAAC-72C7-4B8A-B631-2A7D9642F536}" destId="{4137FA07-0F66-4558-81F3-762010482E5D}" srcOrd="0" destOrd="0" presId="urn:microsoft.com/office/officeart/2005/8/layout/arrow2"/>
    <dgm:cxn modelId="{E525243D-DAB3-4E7D-87A9-1D81D7DBA28D}" type="presOf" srcId="{BD7F943E-110A-466A-A9B4-43D4A439D166}" destId="{6E50C823-3ADF-48F7-8F93-9692D4663B38}" srcOrd="0" destOrd="0" presId="urn:microsoft.com/office/officeart/2005/8/layout/arrow2"/>
    <dgm:cxn modelId="{EB5A2CAC-2EDA-4C6D-AAEE-983901ED455A}" srcId="{BD7F943E-110A-466A-A9B4-43D4A439D166}" destId="{8EABBAAC-72C7-4B8A-B631-2A7D9642F536}" srcOrd="4" destOrd="0" parTransId="{80DD8937-3143-49F2-8E84-943F591DDD9A}" sibTransId="{1AC7BCFA-7419-40C2-9CF8-6ED65CDCFE69}"/>
    <dgm:cxn modelId="{FC0DE2CF-B61A-41CB-B2C1-E613EE2ACB50}" srcId="{BD7F943E-110A-466A-A9B4-43D4A439D166}" destId="{42033514-6A6E-4EBA-B5DB-6F578E3C683A}" srcOrd="1" destOrd="0" parTransId="{ABD73144-8802-43A5-A72E-505E503822BB}" sibTransId="{1C361D0B-D125-4B4D-9DD7-77C4892E8844}"/>
    <dgm:cxn modelId="{A2AA21F2-5F72-4505-82A5-E86EDB6F6DF8}" srcId="{BD7F943E-110A-466A-A9B4-43D4A439D166}" destId="{BD3E929A-9422-413C-8657-56CBB63AAFA5}" srcOrd="0" destOrd="0" parTransId="{01C454ED-AC02-4593-A731-0420DD72DEB5}" sibTransId="{F8B8859F-BEAD-4A92-8D4D-AD4CB5E4353C}"/>
    <dgm:cxn modelId="{A8AF34B4-A8D5-4E10-BFED-7C37F5F44BED}" type="presOf" srcId="{42033514-6A6E-4EBA-B5DB-6F578E3C683A}" destId="{6F2FD74E-3943-4290-AAE9-9E88672C6437}" srcOrd="0" destOrd="0" presId="urn:microsoft.com/office/officeart/2005/8/layout/arrow2"/>
    <dgm:cxn modelId="{8E0A38FF-69E8-47C7-ACFA-06A123E85F6D}" type="presOf" srcId="{BD3E929A-9422-413C-8657-56CBB63AAFA5}" destId="{49024A3A-991E-4EFB-A769-6E43BA00BD12}" srcOrd="0" destOrd="0" presId="urn:microsoft.com/office/officeart/2005/8/layout/arrow2"/>
    <dgm:cxn modelId="{7CF0E108-559E-4F33-ABC2-E99023C15380}" type="presOf" srcId="{EF140E00-B08B-424C-BAF1-7790756208C6}" destId="{7B1315A2-60F4-4A89-BDC2-BD9AE7FEC88A}" srcOrd="0" destOrd="0" presId="urn:microsoft.com/office/officeart/2005/8/layout/arrow2"/>
    <dgm:cxn modelId="{D0C82DFA-40C3-4194-9C8D-87F0AAE68F00}" type="presParOf" srcId="{6E50C823-3ADF-48F7-8F93-9692D4663B38}" destId="{276CF07E-D708-4BE3-8269-83E8675EC173}" srcOrd="0" destOrd="0" presId="urn:microsoft.com/office/officeart/2005/8/layout/arrow2"/>
    <dgm:cxn modelId="{C93DB0E9-6F57-4F7C-A935-D6EC9E968987}" type="presParOf" srcId="{6E50C823-3ADF-48F7-8F93-9692D4663B38}" destId="{7EBDCEE8-1F52-4D2E-A300-4808E5074C4A}" srcOrd="1" destOrd="0" presId="urn:microsoft.com/office/officeart/2005/8/layout/arrow2"/>
    <dgm:cxn modelId="{88E82C14-C672-4F3D-B119-41B7B3FC921A}" type="presParOf" srcId="{7EBDCEE8-1F52-4D2E-A300-4808E5074C4A}" destId="{2B75569C-094F-441A-A8E7-F13A41B19D0A}" srcOrd="0" destOrd="0" presId="urn:microsoft.com/office/officeart/2005/8/layout/arrow2"/>
    <dgm:cxn modelId="{08D8D219-1D4E-4E56-997E-5C5A539BB143}" type="presParOf" srcId="{7EBDCEE8-1F52-4D2E-A300-4808E5074C4A}" destId="{49024A3A-991E-4EFB-A769-6E43BA00BD12}" srcOrd="1" destOrd="0" presId="urn:microsoft.com/office/officeart/2005/8/layout/arrow2"/>
    <dgm:cxn modelId="{E9A41393-02FA-4B83-B2AB-930B647DA0FE}" type="presParOf" srcId="{7EBDCEE8-1F52-4D2E-A300-4808E5074C4A}" destId="{08A78384-683D-4B92-A317-A0A79F62C4D0}" srcOrd="2" destOrd="0" presId="urn:microsoft.com/office/officeart/2005/8/layout/arrow2"/>
    <dgm:cxn modelId="{6FBAC492-FE11-4A7B-967D-1F7952601F3D}" type="presParOf" srcId="{7EBDCEE8-1F52-4D2E-A300-4808E5074C4A}" destId="{6F2FD74E-3943-4290-AAE9-9E88672C6437}" srcOrd="3" destOrd="0" presId="urn:microsoft.com/office/officeart/2005/8/layout/arrow2"/>
    <dgm:cxn modelId="{78F2E9AB-F0F6-48E0-93B9-094EA2DCF95F}" type="presParOf" srcId="{7EBDCEE8-1F52-4D2E-A300-4808E5074C4A}" destId="{0A0B366C-902C-4B40-ABF6-FA10CCD80C5C}" srcOrd="4" destOrd="0" presId="urn:microsoft.com/office/officeart/2005/8/layout/arrow2"/>
    <dgm:cxn modelId="{73401834-5A37-4FEA-B6DF-DFE58BF46372}" type="presParOf" srcId="{7EBDCEE8-1F52-4D2E-A300-4808E5074C4A}" destId="{7B1315A2-60F4-4A89-BDC2-BD9AE7FEC88A}" srcOrd="5" destOrd="0" presId="urn:microsoft.com/office/officeart/2005/8/layout/arrow2"/>
    <dgm:cxn modelId="{AD9B00C0-C167-4F75-A62D-23FD6B497398}" type="presParOf" srcId="{7EBDCEE8-1F52-4D2E-A300-4808E5074C4A}" destId="{DC090C7E-743D-4D28-9793-52DA8656CDDF}" srcOrd="6" destOrd="0" presId="urn:microsoft.com/office/officeart/2005/8/layout/arrow2"/>
    <dgm:cxn modelId="{A7412029-B585-49CB-94BF-BDF261F67472}" type="presParOf" srcId="{7EBDCEE8-1F52-4D2E-A300-4808E5074C4A}" destId="{4B89EAD1-B47B-41A5-9C1A-98996A03E8C4}" srcOrd="7" destOrd="0" presId="urn:microsoft.com/office/officeart/2005/8/layout/arrow2"/>
    <dgm:cxn modelId="{AB24C97C-0380-4689-B3CC-91C5696DE96C}" type="presParOf" srcId="{7EBDCEE8-1F52-4D2E-A300-4808E5074C4A}" destId="{4A8D70DE-8E02-4491-8127-8BF657DEAE14}" srcOrd="8" destOrd="0" presId="urn:microsoft.com/office/officeart/2005/8/layout/arrow2"/>
    <dgm:cxn modelId="{C7224DB8-3CB3-4773-82F0-C9267B5363CB}" type="presParOf" srcId="{7EBDCEE8-1F52-4D2E-A300-4808E5074C4A}" destId="{4137FA07-0F66-4558-81F3-762010482E5D}" srcOrd="9" destOrd="0" presId="urn:microsoft.com/office/officeart/2005/8/layout/arrow2"/>
  </dgm:cxnLst>
  <dgm:bg/>
  <dgm:whole/>
  <dgm:extLst>
    <a:ext uri="http://schemas.microsoft.com/office/drawing/2008/diagram">
      <dsp:dataModelExt xmlns:dsp="http://schemas.microsoft.com/office/drawing/2008/diagram" relId="rId5" minVer="http://schemas.openxmlformats.org/drawingml/2006/diagram"/>
    </a:ext>
  </dgm:extLst>
</dgm:dataModel>
</file>

<file path=ppt/diagrams/data17.xml><?xml version="1.0" encoding="utf-8"?>
<dgm:dataModel xmlns:dgm="http://schemas.openxmlformats.org/drawingml/2006/diagram" xmlns:a="http://schemas.openxmlformats.org/drawingml/2006/main">
  <dgm:ptLst>
    <dgm:pt modelId="{58441E67-2A01-405F-84A7-B51931D118BA}" type="doc">
      <dgm:prSet loTypeId="urn:microsoft.com/office/officeart/2008/layout/HexagonCluster" loCatId="relationship" qsTypeId="urn:microsoft.com/office/officeart/2005/8/quickstyle/simple3" qsCatId="simple" csTypeId="urn:microsoft.com/office/officeart/2005/8/colors/accent2_4" csCatId="accent2" phldr="1"/>
      <dgm:spPr/>
      <dgm:t>
        <a:bodyPr/>
        <a:lstStyle/>
        <a:p>
          <a:endParaRPr lang="zh-CN" altLang="en-US"/>
        </a:p>
      </dgm:t>
    </dgm:pt>
    <dgm:pt modelId="{6691EE90-FBB0-498C-8DAB-363E78E214B8}">
      <dgm:prSet phldrT="[文本]"/>
      <dgm:spPr/>
      <dgm:t>
        <a:bodyPr/>
        <a:lstStyle/>
        <a:p>
          <a:pPr>
            <a:lnSpc>
              <a:spcPct val="100000"/>
            </a:lnSpc>
            <a:spcBef>
              <a:spcPts val="0"/>
            </a:spcBef>
            <a:spcAft>
              <a:spcPts val="0"/>
            </a:spcAft>
          </a:pPr>
          <a:r>
            <a:rPr lang="zh-CN" altLang="en-US" dirty="0" smtClean="0"/>
            <a:t>行业和市场</a:t>
          </a:r>
          <a:endParaRPr lang="zh-CN" altLang="en-US" dirty="0"/>
        </a:p>
      </dgm:t>
    </dgm:pt>
    <dgm:pt modelId="{FD11995E-2E3D-4A59-BC42-72FC8F5ED2BF}" cxnId="{AF23DC86-32C7-4446-AAA0-1F77FB7F1650}" type="parTrans">
      <dgm:prSet/>
      <dgm:spPr/>
      <dgm:t>
        <a:bodyPr/>
        <a:lstStyle/>
        <a:p>
          <a:endParaRPr lang="zh-CN" altLang="en-US"/>
        </a:p>
      </dgm:t>
    </dgm:pt>
    <dgm:pt modelId="{BD76E1B7-569A-4A6D-85F2-F4738C639CE9}" cxnId="{AF23DC86-32C7-4446-AAA0-1F77FB7F1650}" type="sibTrans">
      <dgm:prSet/>
      <dgm:spPr>
        <a:blipFill>
          <a:blip xmlns:r="http://schemas.openxmlformats.org/officeDocument/2006/relationships" r:embed="rId1" cstate="print">
            <a:extLst>
              <a:ext uri="{28A0092B-C50C-407E-A947-70E740481C1C}">
                <a14:useLocalDpi xmlns:a14="http://schemas.microsoft.com/office/drawing/2010/main" val="0"/>
              </a:ext>
            </a:extLst>
          </a:blip>
          <a:srcRect/>
          <a:stretch>
            <a:fillRect t="-9000" b="-9000"/>
          </a:stretch>
        </a:blipFill>
      </dgm:spPr>
      <dgm:t>
        <a:bodyPr/>
        <a:lstStyle/>
        <a:p>
          <a:endParaRPr lang="zh-CN" altLang="en-US"/>
        </a:p>
      </dgm:t>
    </dgm:pt>
    <dgm:pt modelId="{0F3D08CC-7746-4BA6-B4E4-B1788661542A}">
      <dgm:prSet phldrT="[文本]"/>
      <dgm:spPr/>
      <dgm:t>
        <a:bodyPr/>
        <a:lstStyle/>
        <a:p>
          <a:pPr>
            <a:lnSpc>
              <a:spcPct val="100000"/>
            </a:lnSpc>
            <a:spcBef>
              <a:spcPts val="0"/>
            </a:spcBef>
            <a:spcAft>
              <a:spcPts val="0"/>
            </a:spcAft>
          </a:pPr>
          <a:r>
            <a:rPr lang="zh-CN" altLang="en-US" dirty="0" smtClean="0"/>
            <a:t>经济因素</a:t>
          </a:r>
          <a:endParaRPr lang="zh-CN" altLang="en-US" dirty="0"/>
        </a:p>
      </dgm:t>
    </dgm:pt>
    <dgm:pt modelId="{B0AF0C9D-7750-4CD1-8C64-F4CAEC9058AB}" cxnId="{88F9AA43-8971-40F2-8D2A-AC80E94C1538}" type="parTrans">
      <dgm:prSet/>
      <dgm:spPr/>
      <dgm:t>
        <a:bodyPr/>
        <a:lstStyle/>
        <a:p>
          <a:endParaRPr lang="zh-CN" altLang="en-US"/>
        </a:p>
      </dgm:t>
    </dgm:pt>
    <dgm:pt modelId="{94497145-2936-41B7-8C32-EEBC34D3442A}" cxnId="{88F9AA43-8971-40F2-8D2A-AC80E94C1538}" type="sibTrans">
      <dgm:prSet/>
      <dgm:spPr>
        <a:blipFill>
          <a:blip xmlns:r="http://schemas.openxmlformats.org/officeDocument/2006/relationships" r:embed="rId2">
            <a:extLst>
              <a:ext uri="{28A0092B-C50C-407E-A947-70E740481C1C}">
                <a14:useLocalDpi xmlns:a14="http://schemas.microsoft.com/office/drawing/2010/main" val="0"/>
              </a:ext>
            </a:extLst>
          </a:blip>
          <a:srcRect/>
          <a:stretch>
            <a:fillRect l="-17000" r="-17000"/>
          </a:stretch>
        </a:blipFill>
      </dgm:spPr>
      <dgm:t>
        <a:bodyPr/>
        <a:lstStyle/>
        <a:p>
          <a:endParaRPr lang="zh-CN" altLang="en-US"/>
        </a:p>
      </dgm:t>
    </dgm:pt>
    <dgm:pt modelId="{1663220A-A7D2-407F-A43F-4C9B90542710}">
      <dgm:prSet phldrT="[文本]"/>
      <dgm:spPr/>
      <dgm:t>
        <a:bodyPr/>
        <a:lstStyle/>
        <a:p>
          <a:pPr>
            <a:lnSpc>
              <a:spcPct val="100000"/>
            </a:lnSpc>
            <a:spcBef>
              <a:spcPts val="0"/>
            </a:spcBef>
            <a:spcAft>
              <a:spcPts val="0"/>
            </a:spcAft>
          </a:pPr>
          <a:r>
            <a:rPr lang="zh-CN" altLang="en-US" dirty="0" smtClean="0"/>
            <a:t>收获条件</a:t>
          </a:r>
          <a:endParaRPr lang="zh-CN" altLang="en-US" dirty="0"/>
        </a:p>
      </dgm:t>
    </dgm:pt>
    <dgm:pt modelId="{2BF1AC31-C5B1-466A-A52E-31A7317E7968}" cxnId="{1D410D95-3F01-4D7B-9EDC-477C20A4F9A8}" type="parTrans">
      <dgm:prSet/>
      <dgm:spPr/>
      <dgm:t>
        <a:bodyPr/>
        <a:lstStyle/>
        <a:p>
          <a:endParaRPr lang="zh-CN" altLang="en-US"/>
        </a:p>
      </dgm:t>
    </dgm:pt>
    <dgm:pt modelId="{21739020-0E52-4D40-985B-264DDA87D4B5}" cxnId="{1D410D95-3F01-4D7B-9EDC-477C20A4F9A8}" type="sibTrans">
      <dgm:prSet/>
      <dgm:spPr>
        <a:blipFill>
          <a:blip xmlns:r="http://schemas.openxmlformats.org/officeDocument/2006/relationships" r:embed="rId3" cstate="print">
            <a:extLst>
              <a:ext uri="{28A0092B-C50C-407E-A947-70E740481C1C}">
                <a14:useLocalDpi xmlns:a14="http://schemas.microsoft.com/office/drawing/2010/main" val="0"/>
              </a:ext>
            </a:extLst>
          </a:blip>
          <a:srcRect/>
          <a:stretch>
            <a:fillRect t="-8000" b="-8000"/>
          </a:stretch>
        </a:blipFill>
      </dgm:spPr>
      <dgm:t>
        <a:bodyPr/>
        <a:lstStyle/>
        <a:p>
          <a:endParaRPr lang="zh-CN" altLang="en-US"/>
        </a:p>
      </dgm:t>
    </dgm:pt>
    <dgm:pt modelId="{CDA7E649-C50D-4788-9668-04F6340B9DB6}">
      <dgm:prSet phldrT="[文本]"/>
      <dgm:spPr/>
      <dgm:t>
        <a:bodyPr/>
        <a:lstStyle/>
        <a:p>
          <a:pPr>
            <a:lnSpc>
              <a:spcPct val="100000"/>
            </a:lnSpc>
            <a:spcBef>
              <a:spcPts val="0"/>
            </a:spcBef>
            <a:spcAft>
              <a:spcPts val="0"/>
            </a:spcAft>
          </a:pPr>
          <a:r>
            <a:rPr lang="zh-CN" altLang="en-US" dirty="0" smtClean="0"/>
            <a:t>竞争优势</a:t>
          </a:r>
          <a:endParaRPr lang="zh-CN" altLang="en-US" dirty="0"/>
        </a:p>
      </dgm:t>
    </dgm:pt>
    <dgm:pt modelId="{F5D6C287-229C-4129-AB9F-8142A19480C7}" cxnId="{6111C397-1904-4A8D-8A69-F70D3A878C7F}" type="parTrans">
      <dgm:prSet/>
      <dgm:spPr/>
      <dgm:t>
        <a:bodyPr/>
        <a:lstStyle/>
        <a:p>
          <a:endParaRPr lang="zh-CN" altLang="en-US"/>
        </a:p>
      </dgm:t>
    </dgm:pt>
    <dgm:pt modelId="{81C8869D-953C-42CC-8A42-099EDDD7C74A}" cxnId="{6111C397-1904-4A8D-8A69-F70D3A878C7F}" type="sibTrans">
      <dgm:prSet/>
      <dgm:spPr>
        <a:blipFill>
          <a:blip xmlns:r="http://schemas.openxmlformats.org/officeDocument/2006/relationships" r:embed="rId4">
            <a:extLst>
              <a:ext uri="{28A0092B-C50C-407E-A947-70E740481C1C}">
                <a14:useLocalDpi xmlns:a14="http://schemas.microsoft.com/office/drawing/2010/main" val="0"/>
              </a:ext>
            </a:extLst>
          </a:blip>
          <a:srcRect/>
          <a:stretch>
            <a:fillRect l="-12000" r="-12000"/>
          </a:stretch>
        </a:blipFill>
      </dgm:spPr>
      <dgm:t>
        <a:bodyPr/>
        <a:lstStyle/>
        <a:p>
          <a:endParaRPr lang="zh-CN" altLang="en-US"/>
        </a:p>
      </dgm:t>
    </dgm:pt>
    <dgm:pt modelId="{7BA69A55-6793-4447-B611-B3DFDACEFCC3}">
      <dgm:prSet phldrT="[文本]"/>
      <dgm:spPr/>
      <dgm:t>
        <a:bodyPr/>
        <a:lstStyle/>
        <a:p>
          <a:pPr>
            <a:lnSpc>
              <a:spcPct val="100000"/>
            </a:lnSpc>
            <a:spcBef>
              <a:spcPts val="0"/>
            </a:spcBef>
            <a:spcAft>
              <a:spcPts val="0"/>
            </a:spcAft>
          </a:pPr>
          <a:r>
            <a:rPr lang="zh-CN" altLang="en-US" dirty="0" smtClean="0"/>
            <a:t>管理团队</a:t>
          </a:r>
          <a:endParaRPr lang="zh-CN" altLang="en-US" dirty="0"/>
        </a:p>
      </dgm:t>
    </dgm:pt>
    <dgm:pt modelId="{55F5CB2E-CF61-4B4F-8323-2C243A93518A}" cxnId="{5ACC51B8-DEEC-4E37-AFE0-7E4BF0002E79}" type="parTrans">
      <dgm:prSet/>
      <dgm:spPr/>
      <dgm:t>
        <a:bodyPr/>
        <a:lstStyle/>
        <a:p>
          <a:endParaRPr lang="zh-CN" altLang="en-US"/>
        </a:p>
      </dgm:t>
    </dgm:pt>
    <dgm:pt modelId="{76B8F239-746B-44ED-BE63-6C9A1F7EA6EF}" cxnId="{5ACC51B8-DEEC-4E37-AFE0-7E4BF0002E79}" type="sibTrans">
      <dgm:prSet/>
      <dgm:spPr>
        <a:blipFill>
          <a:blip xmlns:r="http://schemas.openxmlformats.org/officeDocument/2006/relationships" r:embed="rId5">
            <a:extLst>
              <a:ext uri="{28A0092B-C50C-407E-A947-70E740481C1C}">
                <a14:useLocalDpi xmlns:a14="http://schemas.microsoft.com/office/drawing/2010/main" val="0"/>
              </a:ext>
            </a:extLst>
          </a:blip>
          <a:srcRect/>
          <a:stretch>
            <a:fillRect l="-36000" r="-36000"/>
          </a:stretch>
        </a:blipFill>
      </dgm:spPr>
      <dgm:t>
        <a:bodyPr/>
        <a:lstStyle/>
        <a:p>
          <a:endParaRPr lang="zh-CN" altLang="en-US"/>
        </a:p>
      </dgm:t>
    </dgm:pt>
    <dgm:pt modelId="{EC2F30B8-9CA0-4501-8BDD-ABDEA1D15164}">
      <dgm:prSet phldrT="[文本]"/>
      <dgm:spPr/>
      <dgm:t>
        <a:bodyPr/>
        <a:lstStyle/>
        <a:p>
          <a:pPr>
            <a:lnSpc>
              <a:spcPct val="100000"/>
            </a:lnSpc>
            <a:spcBef>
              <a:spcPts val="0"/>
            </a:spcBef>
            <a:spcAft>
              <a:spcPts val="0"/>
            </a:spcAft>
          </a:pPr>
          <a:r>
            <a:rPr lang="zh-CN" altLang="en-US" dirty="0" smtClean="0"/>
            <a:t>致命缺陷问题</a:t>
          </a:r>
          <a:endParaRPr lang="zh-CN" altLang="en-US" dirty="0"/>
        </a:p>
      </dgm:t>
    </dgm:pt>
    <dgm:pt modelId="{15B19409-AED3-4C07-B5D1-AC5460769098}" cxnId="{CBAB86CD-A46C-4DD9-8F26-AB3DE9D07452}" type="parTrans">
      <dgm:prSet/>
      <dgm:spPr/>
      <dgm:t>
        <a:bodyPr/>
        <a:lstStyle/>
        <a:p>
          <a:endParaRPr lang="zh-CN" altLang="en-US"/>
        </a:p>
      </dgm:t>
    </dgm:pt>
    <dgm:pt modelId="{1E646335-FA54-4F96-B4C5-9AB882D5B018}" cxnId="{CBAB86CD-A46C-4DD9-8F26-AB3DE9D07452}" type="sibTrans">
      <dgm:prSet/>
      <dgm:spPr>
        <a:blipFill>
          <a:blip xmlns:r="http://schemas.openxmlformats.org/officeDocument/2006/relationships" r:embed="rId6">
            <a:extLst>
              <a:ext uri="{28A0092B-C50C-407E-A947-70E740481C1C}">
                <a14:useLocalDpi xmlns:a14="http://schemas.microsoft.com/office/drawing/2010/main" val="0"/>
              </a:ext>
            </a:extLst>
          </a:blip>
          <a:srcRect/>
          <a:stretch>
            <a:fillRect t="-14000" b="-14000"/>
          </a:stretch>
        </a:blipFill>
      </dgm:spPr>
      <dgm:t>
        <a:bodyPr/>
        <a:lstStyle/>
        <a:p>
          <a:endParaRPr lang="zh-CN" altLang="en-US"/>
        </a:p>
      </dgm:t>
    </dgm:pt>
    <dgm:pt modelId="{74F6BF11-7D1E-4B0C-9D07-F0F8698072A8}">
      <dgm:prSet phldrT="[文本]"/>
      <dgm:spPr/>
      <dgm:t>
        <a:bodyPr/>
        <a:lstStyle/>
        <a:p>
          <a:pPr>
            <a:lnSpc>
              <a:spcPct val="100000"/>
            </a:lnSpc>
            <a:spcBef>
              <a:spcPts val="0"/>
            </a:spcBef>
            <a:spcAft>
              <a:spcPts val="0"/>
            </a:spcAft>
          </a:pPr>
          <a:r>
            <a:rPr lang="zh-CN" altLang="en-US" dirty="0" smtClean="0"/>
            <a:t>个人标准</a:t>
          </a:r>
          <a:endParaRPr lang="zh-CN" altLang="en-US" dirty="0"/>
        </a:p>
      </dgm:t>
    </dgm:pt>
    <dgm:pt modelId="{F07DA1BE-F615-419F-A845-DCD460937F30}" cxnId="{EA9EEBC8-EA9A-4145-81BC-8EC52BA9A4F4}" type="parTrans">
      <dgm:prSet/>
      <dgm:spPr/>
      <dgm:t>
        <a:bodyPr/>
        <a:lstStyle/>
        <a:p>
          <a:endParaRPr lang="zh-CN" altLang="en-US"/>
        </a:p>
      </dgm:t>
    </dgm:pt>
    <dgm:pt modelId="{D1E7DF68-6781-4080-B8FF-1C4174402E9E}" cxnId="{EA9EEBC8-EA9A-4145-81BC-8EC52BA9A4F4}" type="sibTrans">
      <dgm:prSet/>
      <dgm:spPr>
        <a:blipFill>
          <a:blip xmlns:r="http://schemas.openxmlformats.org/officeDocument/2006/relationships" r:embed="rId7">
            <a:extLst>
              <a:ext uri="{28A0092B-C50C-407E-A947-70E740481C1C}">
                <a14:useLocalDpi xmlns:a14="http://schemas.microsoft.com/office/drawing/2010/main" val="0"/>
              </a:ext>
            </a:extLst>
          </a:blip>
          <a:srcRect/>
          <a:stretch>
            <a:fillRect t="-28000" b="-28000"/>
          </a:stretch>
        </a:blipFill>
      </dgm:spPr>
      <dgm:t>
        <a:bodyPr/>
        <a:lstStyle/>
        <a:p>
          <a:endParaRPr lang="zh-CN" altLang="en-US"/>
        </a:p>
      </dgm:t>
    </dgm:pt>
    <dgm:pt modelId="{9ADE5EB1-0CCD-4CC0-BF07-A2CD5050EE2C}">
      <dgm:prSet phldrT="[文本]"/>
      <dgm:spPr/>
      <dgm:t>
        <a:bodyPr/>
        <a:lstStyle/>
        <a:p>
          <a:pPr>
            <a:lnSpc>
              <a:spcPct val="100000"/>
            </a:lnSpc>
            <a:spcBef>
              <a:spcPts val="0"/>
            </a:spcBef>
            <a:spcAft>
              <a:spcPts val="0"/>
            </a:spcAft>
          </a:pPr>
          <a:r>
            <a:rPr lang="zh-CN" altLang="en-US" smtClean="0"/>
            <a:t>理想</a:t>
          </a:r>
          <a:r>
            <a:rPr lang="zh-CN" altLang="en-US" dirty="0" smtClean="0"/>
            <a:t>与现实的战略差异</a:t>
          </a:r>
          <a:endParaRPr lang="zh-CN" altLang="en-US" dirty="0"/>
        </a:p>
      </dgm:t>
    </dgm:pt>
    <dgm:pt modelId="{16C86941-F233-45F9-8366-4C13A91EEA5F}" cxnId="{4DE85C29-AE4D-4C1F-B038-B746A8A41DCD}" type="parTrans">
      <dgm:prSet/>
      <dgm:spPr/>
      <dgm:t>
        <a:bodyPr/>
        <a:lstStyle/>
        <a:p>
          <a:endParaRPr lang="zh-CN" altLang="en-US"/>
        </a:p>
      </dgm:t>
    </dgm:pt>
    <dgm:pt modelId="{47FD0A0A-C578-460A-A193-8B5B7DFC0AE3}" cxnId="{4DE85C29-AE4D-4C1F-B038-B746A8A41DCD}" type="sibTrans">
      <dgm:prSet/>
      <dgm:spPr>
        <a:blipFill>
          <a:blip xmlns:r="http://schemas.openxmlformats.org/officeDocument/2006/relationships" r:embed="rId8">
            <a:extLst>
              <a:ext uri="{28A0092B-C50C-407E-A947-70E740481C1C}">
                <a14:useLocalDpi xmlns:a14="http://schemas.microsoft.com/office/drawing/2010/main" val="0"/>
              </a:ext>
            </a:extLst>
          </a:blip>
          <a:srcRect/>
          <a:stretch>
            <a:fillRect l="-9000" r="-9000"/>
          </a:stretch>
        </a:blipFill>
      </dgm:spPr>
      <dgm:t>
        <a:bodyPr/>
        <a:lstStyle/>
        <a:p>
          <a:endParaRPr lang="zh-CN" altLang="en-US"/>
        </a:p>
      </dgm:t>
    </dgm:pt>
    <dgm:pt modelId="{9901FDB6-84D3-4D63-96A4-DA3300261502}" type="pres">
      <dgm:prSet presAssocID="{58441E67-2A01-405F-84A7-B51931D118BA}" presName="Name0" presStyleCnt="0">
        <dgm:presLayoutVars>
          <dgm:chMax val="21"/>
          <dgm:chPref val="21"/>
        </dgm:presLayoutVars>
      </dgm:prSet>
      <dgm:spPr/>
      <dgm:t>
        <a:bodyPr/>
        <a:lstStyle/>
        <a:p>
          <a:endParaRPr lang="zh-CN" altLang="en-US"/>
        </a:p>
      </dgm:t>
    </dgm:pt>
    <dgm:pt modelId="{0E6A11B8-FB15-467A-922D-396C54CBF8D9}" type="pres">
      <dgm:prSet presAssocID="{6691EE90-FBB0-498C-8DAB-363E78E214B8}" presName="text1" presStyleCnt="0"/>
      <dgm:spPr/>
    </dgm:pt>
    <dgm:pt modelId="{1FA9F32C-C112-4E42-A819-B2B92F12316A}" type="pres">
      <dgm:prSet presAssocID="{6691EE90-FBB0-498C-8DAB-363E78E214B8}" presName="textRepeatNode" presStyleLbl="alignNode1" presStyleIdx="0" presStyleCnt="8">
        <dgm:presLayoutVars>
          <dgm:chMax val="0"/>
          <dgm:chPref val="0"/>
          <dgm:bulletEnabled val="1"/>
        </dgm:presLayoutVars>
      </dgm:prSet>
      <dgm:spPr/>
      <dgm:t>
        <a:bodyPr/>
        <a:lstStyle/>
        <a:p>
          <a:endParaRPr lang="zh-CN" altLang="en-US"/>
        </a:p>
      </dgm:t>
    </dgm:pt>
    <dgm:pt modelId="{8071A916-4EC8-4C34-8756-D0F4B5D67652}" type="pres">
      <dgm:prSet presAssocID="{6691EE90-FBB0-498C-8DAB-363E78E214B8}" presName="textaccent1" presStyleCnt="0"/>
      <dgm:spPr/>
    </dgm:pt>
    <dgm:pt modelId="{E2D9AD25-7417-4B27-867B-7C5E6E5F29DB}" type="pres">
      <dgm:prSet presAssocID="{6691EE90-FBB0-498C-8DAB-363E78E214B8}" presName="accentRepeatNode" presStyleLbl="solidAlignAcc1" presStyleIdx="0" presStyleCnt="16"/>
      <dgm:spPr/>
    </dgm:pt>
    <dgm:pt modelId="{DAF0B06F-7D81-4E48-BA74-9490DE87CF91}" type="pres">
      <dgm:prSet presAssocID="{BD76E1B7-569A-4A6D-85F2-F4738C639CE9}" presName="image1" presStyleCnt="0"/>
      <dgm:spPr/>
    </dgm:pt>
    <dgm:pt modelId="{C4DD06CF-52AE-4F11-A262-AD3606670AAC}" type="pres">
      <dgm:prSet presAssocID="{BD76E1B7-569A-4A6D-85F2-F4738C639CE9}" presName="imageRepeatNode" presStyleLbl="alignAcc1" presStyleIdx="0" presStyleCnt="8"/>
      <dgm:spPr/>
      <dgm:t>
        <a:bodyPr/>
        <a:lstStyle/>
        <a:p>
          <a:endParaRPr lang="zh-CN" altLang="en-US"/>
        </a:p>
      </dgm:t>
    </dgm:pt>
    <dgm:pt modelId="{D952A2D1-EB1C-4AC2-9E35-0AC57A092479}" type="pres">
      <dgm:prSet presAssocID="{BD76E1B7-569A-4A6D-85F2-F4738C639CE9}" presName="imageaccent1" presStyleCnt="0"/>
      <dgm:spPr/>
    </dgm:pt>
    <dgm:pt modelId="{2BC3E6F1-705B-4457-BBDA-CB5339D3248D}" type="pres">
      <dgm:prSet presAssocID="{BD76E1B7-569A-4A6D-85F2-F4738C639CE9}" presName="accentRepeatNode" presStyleLbl="solidAlignAcc1" presStyleIdx="1" presStyleCnt="16"/>
      <dgm:spPr/>
    </dgm:pt>
    <dgm:pt modelId="{2E272FD0-F002-4C7B-84D9-23370ABE2F63}" type="pres">
      <dgm:prSet presAssocID="{0F3D08CC-7746-4BA6-B4E4-B1788661542A}" presName="text2" presStyleCnt="0"/>
      <dgm:spPr/>
    </dgm:pt>
    <dgm:pt modelId="{60D976D9-FD63-43F2-9412-0EBB08129F8C}" type="pres">
      <dgm:prSet presAssocID="{0F3D08CC-7746-4BA6-B4E4-B1788661542A}" presName="textRepeatNode" presStyleLbl="alignNode1" presStyleIdx="1" presStyleCnt="8">
        <dgm:presLayoutVars>
          <dgm:chMax val="0"/>
          <dgm:chPref val="0"/>
          <dgm:bulletEnabled val="1"/>
        </dgm:presLayoutVars>
      </dgm:prSet>
      <dgm:spPr/>
      <dgm:t>
        <a:bodyPr/>
        <a:lstStyle/>
        <a:p>
          <a:endParaRPr lang="zh-CN" altLang="en-US"/>
        </a:p>
      </dgm:t>
    </dgm:pt>
    <dgm:pt modelId="{E4BD5841-57CD-497F-A4BE-2638BE4B550A}" type="pres">
      <dgm:prSet presAssocID="{0F3D08CC-7746-4BA6-B4E4-B1788661542A}" presName="textaccent2" presStyleCnt="0"/>
      <dgm:spPr/>
    </dgm:pt>
    <dgm:pt modelId="{41628875-198E-4B89-8AC2-3F85DF12FAC1}" type="pres">
      <dgm:prSet presAssocID="{0F3D08CC-7746-4BA6-B4E4-B1788661542A}" presName="accentRepeatNode" presStyleLbl="solidAlignAcc1" presStyleIdx="2" presStyleCnt="16"/>
      <dgm:spPr/>
    </dgm:pt>
    <dgm:pt modelId="{EFD946ED-7799-4EFF-9317-4F7B86AA1070}" type="pres">
      <dgm:prSet presAssocID="{94497145-2936-41B7-8C32-EEBC34D3442A}" presName="image2" presStyleCnt="0"/>
      <dgm:spPr/>
    </dgm:pt>
    <dgm:pt modelId="{64A37286-120A-43E3-89AE-0DC77FFA8A33}" type="pres">
      <dgm:prSet presAssocID="{94497145-2936-41B7-8C32-EEBC34D3442A}" presName="imageRepeatNode" presStyleLbl="alignAcc1" presStyleIdx="1" presStyleCnt="8"/>
      <dgm:spPr/>
      <dgm:t>
        <a:bodyPr/>
        <a:lstStyle/>
        <a:p>
          <a:endParaRPr lang="zh-CN" altLang="en-US"/>
        </a:p>
      </dgm:t>
    </dgm:pt>
    <dgm:pt modelId="{A25A2E70-ECF8-405B-A902-FF6D5DADBDB1}" type="pres">
      <dgm:prSet presAssocID="{94497145-2936-41B7-8C32-EEBC34D3442A}" presName="imageaccent2" presStyleCnt="0"/>
      <dgm:spPr/>
    </dgm:pt>
    <dgm:pt modelId="{5B561BB5-3C9B-49EA-B955-0FDB14255BFA}" type="pres">
      <dgm:prSet presAssocID="{94497145-2936-41B7-8C32-EEBC34D3442A}" presName="accentRepeatNode" presStyleLbl="solidAlignAcc1" presStyleIdx="3" presStyleCnt="16"/>
      <dgm:spPr/>
    </dgm:pt>
    <dgm:pt modelId="{1E359A00-D5B2-4968-BB7E-754117FB5119}" type="pres">
      <dgm:prSet presAssocID="{1663220A-A7D2-407F-A43F-4C9B90542710}" presName="text3" presStyleCnt="0"/>
      <dgm:spPr/>
    </dgm:pt>
    <dgm:pt modelId="{2D6960EE-949E-46D8-8981-084D4CA3C7F1}" type="pres">
      <dgm:prSet presAssocID="{1663220A-A7D2-407F-A43F-4C9B90542710}" presName="textRepeatNode" presStyleLbl="alignNode1" presStyleIdx="2" presStyleCnt="8">
        <dgm:presLayoutVars>
          <dgm:chMax val="0"/>
          <dgm:chPref val="0"/>
          <dgm:bulletEnabled val="1"/>
        </dgm:presLayoutVars>
      </dgm:prSet>
      <dgm:spPr/>
      <dgm:t>
        <a:bodyPr/>
        <a:lstStyle/>
        <a:p>
          <a:endParaRPr lang="zh-CN" altLang="en-US"/>
        </a:p>
      </dgm:t>
    </dgm:pt>
    <dgm:pt modelId="{3AA88A50-4F28-48A8-8D27-D11C255789A3}" type="pres">
      <dgm:prSet presAssocID="{1663220A-A7D2-407F-A43F-4C9B90542710}" presName="textaccent3" presStyleCnt="0"/>
      <dgm:spPr/>
    </dgm:pt>
    <dgm:pt modelId="{AE68F8A1-0710-464E-B19A-1DBE240A1C35}" type="pres">
      <dgm:prSet presAssocID="{1663220A-A7D2-407F-A43F-4C9B90542710}" presName="accentRepeatNode" presStyleLbl="solidAlignAcc1" presStyleIdx="4" presStyleCnt="16"/>
      <dgm:spPr/>
    </dgm:pt>
    <dgm:pt modelId="{7DE72FC6-988E-4E2A-84CF-510AE0F55997}" type="pres">
      <dgm:prSet presAssocID="{21739020-0E52-4D40-985B-264DDA87D4B5}" presName="image3" presStyleCnt="0"/>
      <dgm:spPr/>
    </dgm:pt>
    <dgm:pt modelId="{5DD9DD80-967B-4B70-8C03-9C828FC4C082}" type="pres">
      <dgm:prSet presAssocID="{21739020-0E52-4D40-985B-264DDA87D4B5}" presName="imageRepeatNode" presStyleLbl="alignAcc1" presStyleIdx="2" presStyleCnt="8"/>
      <dgm:spPr/>
      <dgm:t>
        <a:bodyPr/>
        <a:lstStyle/>
        <a:p>
          <a:endParaRPr lang="zh-CN" altLang="en-US"/>
        </a:p>
      </dgm:t>
    </dgm:pt>
    <dgm:pt modelId="{192AE98A-28AD-4C83-A67A-5A135E4F39BF}" type="pres">
      <dgm:prSet presAssocID="{21739020-0E52-4D40-985B-264DDA87D4B5}" presName="imageaccent3" presStyleCnt="0"/>
      <dgm:spPr/>
    </dgm:pt>
    <dgm:pt modelId="{E075ED17-4682-4B14-BE5E-0CDDEC67448C}" type="pres">
      <dgm:prSet presAssocID="{21739020-0E52-4D40-985B-264DDA87D4B5}" presName="accentRepeatNode" presStyleLbl="solidAlignAcc1" presStyleIdx="5" presStyleCnt="16"/>
      <dgm:spPr/>
    </dgm:pt>
    <dgm:pt modelId="{9D976666-5B12-4377-A7F7-189D4D9B25A9}" type="pres">
      <dgm:prSet presAssocID="{CDA7E649-C50D-4788-9668-04F6340B9DB6}" presName="text4" presStyleCnt="0"/>
      <dgm:spPr/>
    </dgm:pt>
    <dgm:pt modelId="{BAF46150-016E-419C-A8F3-EBE878B62BC2}" type="pres">
      <dgm:prSet presAssocID="{CDA7E649-C50D-4788-9668-04F6340B9DB6}" presName="textRepeatNode" presStyleLbl="alignNode1" presStyleIdx="3" presStyleCnt="8">
        <dgm:presLayoutVars>
          <dgm:chMax val="0"/>
          <dgm:chPref val="0"/>
          <dgm:bulletEnabled val="1"/>
        </dgm:presLayoutVars>
      </dgm:prSet>
      <dgm:spPr/>
      <dgm:t>
        <a:bodyPr/>
        <a:lstStyle/>
        <a:p>
          <a:endParaRPr lang="zh-CN" altLang="en-US"/>
        </a:p>
      </dgm:t>
    </dgm:pt>
    <dgm:pt modelId="{04CC8E9E-4B61-46B6-A2EB-8D95E7FC4112}" type="pres">
      <dgm:prSet presAssocID="{CDA7E649-C50D-4788-9668-04F6340B9DB6}" presName="textaccent4" presStyleCnt="0"/>
      <dgm:spPr/>
    </dgm:pt>
    <dgm:pt modelId="{4D18C765-BD26-4D2F-94D4-A54FD347E661}" type="pres">
      <dgm:prSet presAssocID="{CDA7E649-C50D-4788-9668-04F6340B9DB6}" presName="accentRepeatNode" presStyleLbl="solidAlignAcc1" presStyleIdx="6" presStyleCnt="16"/>
      <dgm:spPr/>
    </dgm:pt>
    <dgm:pt modelId="{629BD6E0-F5CC-42A6-8F29-BE59AEF75D4E}" type="pres">
      <dgm:prSet presAssocID="{81C8869D-953C-42CC-8A42-099EDDD7C74A}" presName="image4" presStyleCnt="0"/>
      <dgm:spPr/>
    </dgm:pt>
    <dgm:pt modelId="{C9BC6C80-062B-49BD-8B6B-315385255F97}" type="pres">
      <dgm:prSet presAssocID="{81C8869D-953C-42CC-8A42-099EDDD7C74A}" presName="imageRepeatNode" presStyleLbl="alignAcc1" presStyleIdx="3" presStyleCnt="8"/>
      <dgm:spPr/>
      <dgm:t>
        <a:bodyPr/>
        <a:lstStyle/>
        <a:p>
          <a:endParaRPr lang="zh-CN" altLang="en-US"/>
        </a:p>
      </dgm:t>
    </dgm:pt>
    <dgm:pt modelId="{14F16075-D384-4C81-AD21-BDCB66906576}" type="pres">
      <dgm:prSet presAssocID="{81C8869D-953C-42CC-8A42-099EDDD7C74A}" presName="imageaccent4" presStyleCnt="0"/>
      <dgm:spPr/>
    </dgm:pt>
    <dgm:pt modelId="{3781A0B9-E9FD-481F-8A7D-22F113B741E9}" type="pres">
      <dgm:prSet presAssocID="{81C8869D-953C-42CC-8A42-099EDDD7C74A}" presName="accentRepeatNode" presStyleLbl="solidAlignAcc1" presStyleIdx="7" presStyleCnt="16"/>
      <dgm:spPr/>
    </dgm:pt>
    <dgm:pt modelId="{BF5E3DDB-9961-4454-BDDF-CFAD65B310DC}" type="pres">
      <dgm:prSet presAssocID="{7BA69A55-6793-4447-B611-B3DFDACEFCC3}" presName="text5" presStyleCnt="0"/>
      <dgm:spPr/>
    </dgm:pt>
    <dgm:pt modelId="{4828649F-888E-4F65-AC13-12C870DB4E94}" type="pres">
      <dgm:prSet presAssocID="{7BA69A55-6793-4447-B611-B3DFDACEFCC3}" presName="textRepeatNode" presStyleLbl="alignNode1" presStyleIdx="4" presStyleCnt="8">
        <dgm:presLayoutVars>
          <dgm:chMax val="0"/>
          <dgm:chPref val="0"/>
          <dgm:bulletEnabled val="1"/>
        </dgm:presLayoutVars>
      </dgm:prSet>
      <dgm:spPr/>
      <dgm:t>
        <a:bodyPr/>
        <a:lstStyle/>
        <a:p>
          <a:endParaRPr lang="zh-CN" altLang="en-US"/>
        </a:p>
      </dgm:t>
    </dgm:pt>
    <dgm:pt modelId="{4FD2C5BC-D248-43B3-9E08-938A3A718AC6}" type="pres">
      <dgm:prSet presAssocID="{7BA69A55-6793-4447-B611-B3DFDACEFCC3}" presName="textaccent5" presStyleCnt="0"/>
      <dgm:spPr/>
    </dgm:pt>
    <dgm:pt modelId="{9D3B8355-5070-4BA7-A32A-515024ABB8EB}" type="pres">
      <dgm:prSet presAssocID="{7BA69A55-6793-4447-B611-B3DFDACEFCC3}" presName="accentRepeatNode" presStyleLbl="solidAlignAcc1" presStyleIdx="8" presStyleCnt="16"/>
      <dgm:spPr/>
    </dgm:pt>
    <dgm:pt modelId="{F4E31DD9-54F6-48F7-891D-20C6A63F8EDB}" type="pres">
      <dgm:prSet presAssocID="{76B8F239-746B-44ED-BE63-6C9A1F7EA6EF}" presName="image5" presStyleCnt="0"/>
      <dgm:spPr/>
    </dgm:pt>
    <dgm:pt modelId="{5A0929B1-3F8A-4755-9D92-9DA5430ADBAC}" type="pres">
      <dgm:prSet presAssocID="{76B8F239-746B-44ED-BE63-6C9A1F7EA6EF}" presName="imageRepeatNode" presStyleLbl="alignAcc1" presStyleIdx="4" presStyleCnt="8"/>
      <dgm:spPr/>
      <dgm:t>
        <a:bodyPr/>
        <a:lstStyle/>
        <a:p>
          <a:endParaRPr lang="zh-CN" altLang="en-US"/>
        </a:p>
      </dgm:t>
    </dgm:pt>
    <dgm:pt modelId="{71E66865-002E-4B46-9738-DA6ABFF1DD6A}" type="pres">
      <dgm:prSet presAssocID="{76B8F239-746B-44ED-BE63-6C9A1F7EA6EF}" presName="imageaccent5" presStyleCnt="0"/>
      <dgm:spPr/>
    </dgm:pt>
    <dgm:pt modelId="{094C0076-9D6F-408E-819B-3DFFA13E8D83}" type="pres">
      <dgm:prSet presAssocID="{76B8F239-746B-44ED-BE63-6C9A1F7EA6EF}" presName="accentRepeatNode" presStyleLbl="solidAlignAcc1" presStyleIdx="9" presStyleCnt="16"/>
      <dgm:spPr/>
    </dgm:pt>
    <dgm:pt modelId="{CC021901-861E-4AE0-BB1B-2902DB1A64C8}" type="pres">
      <dgm:prSet presAssocID="{EC2F30B8-9CA0-4501-8BDD-ABDEA1D15164}" presName="text6" presStyleCnt="0"/>
      <dgm:spPr/>
    </dgm:pt>
    <dgm:pt modelId="{DC8C91C7-857A-4404-A8E8-FE308475A819}" type="pres">
      <dgm:prSet presAssocID="{EC2F30B8-9CA0-4501-8BDD-ABDEA1D15164}" presName="textRepeatNode" presStyleLbl="alignNode1" presStyleIdx="5" presStyleCnt="8">
        <dgm:presLayoutVars>
          <dgm:chMax val="0"/>
          <dgm:chPref val="0"/>
          <dgm:bulletEnabled val="1"/>
        </dgm:presLayoutVars>
      </dgm:prSet>
      <dgm:spPr/>
      <dgm:t>
        <a:bodyPr/>
        <a:lstStyle/>
        <a:p>
          <a:endParaRPr lang="zh-CN" altLang="en-US"/>
        </a:p>
      </dgm:t>
    </dgm:pt>
    <dgm:pt modelId="{696B700C-26FB-4E30-9B5E-7EF183D2086B}" type="pres">
      <dgm:prSet presAssocID="{EC2F30B8-9CA0-4501-8BDD-ABDEA1D15164}" presName="textaccent6" presStyleCnt="0"/>
      <dgm:spPr/>
    </dgm:pt>
    <dgm:pt modelId="{FC5EDFA6-62E2-48A8-92F4-7C15E33E844B}" type="pres">
      <dgm:prSet presAssocID="{EC2F30B8-9CA0-4501-8BDD-ABDEA1D15164}" presName="accentRepeatNode" presStyleLbl="solidAlignAcc1" presStyleIdx="10" presStyleCnt="16"/>
      <dgm:spPr/>
    </dgm:pt>
    <dgm:pt modelId="{AB661586-D47C-4F3C-8BF8-9EC84887798F}" type="pres">
      <dgm:prSet presAssocID="{1E646335-FA54-4F96-B4C5-9AB882D5B018}" presName="image6" presStyleCnt="0"/>
      <dgm:spPr/>
    </dgm:pt>
    <dgm:pt modelId="{D7C8D73B-F50E-40D1-958E-3F42B3568724}" type="pres">
      <dgm:prSet presAssocID="{1E646335-FA54-4F96-B4C5-9AB882D5B018}" presName="imageRepeatNode" presStyleLbl="alignAcc1" presStyleIdx="5" presStyleCnt="8"/>
      <dgm:spPr/>
      <dgm:t>
        <a:bodyPr/>
        <a:lstStyle/>
        <a:p>
          <a:endParaRPr lang="zh-CN" altLang="en-US"/>
        </a:p>
      </dgm:t>
    </dgm:pt>
    <dgm:pt modelId="{4D45EEBA-0A0E-4C86-92A6-C25EFC896311}" type="pres">
      <dgm:prSet presAssocID="{1E646335-FA54-4F96-B4C5-9AB882D5B018}" presName="imageaccent6" presStyleCnt="0"/>
      <dgm:spPr/>
    </dgm:pt>
    <dgm:pt modelId="{A63A6C9A-95DF-4948-92D2-7E98ED9108AE}" type="pres">
      <dgm:prSet presAssocID="{1E646335-FA54-4F96-B4C5-9AB882D5B018}" presName="accentRepeatNode" presStyleLbl="solidAlignAcc1" presStyleIdx="11" presStyleCnt="16"/>
      <dgm:spPr/>
    </dgm:pt>
    <dgm:pt modelId="{CBE6D831-9AFC-4263-9B27-C40B962D5AAF}" type="pres">
      <dgm:prSet presAssocID="{74F6BF11-7D1E-4B0C-9D07-F0F8698072A8}" presName="text7" presStyleCnt="0"/>
      <dgm:spPr/>
    </dgm:pt>
    <dgm:pt modelId="{E72503D0-B9C0-46B0-B3BC-EFCFA8292E40}" type="pres">
      <dgm:prSet presAssocID="{74F6BF11-7D1E-4B0C-9D07-F0F8698072A8}" presName="textRepeatNode" presStyleLbl="alignNode1" presStyleIdx="6" presStyleCnt="8">
        <dgm:presLayoutVars>
          <dgm:chMax val="0"/>
          <dgm:chPref val="0"/>
          <dgm:bulletEnabled val="1"/>
        </dgm:presLayoutVars>
      </dgm:prSet>
      <dgm:spPr/>
      <dgm:t>
        <a:bodyPr/>
        <a:lstStyle/>
        <a:p>
          <a:endParaRPr lang="zh-CN" altLang="en-US"/>
        </a:p>
      </dgm:t>
    </dgm:pt>
    <dgm:pt modelId="{C14EDE8D-42E6-427D-BF54-E6EA525C4301}" type="pres">
      <dgm:prSet presAssocID="{74F6BF11-7D1E-4B0C-9D07-F0F8698072A8}" presName="textaccent7" presStyleCnt="0"/>
      <dgm:spPr/>
    </dgm:pt>
    <dgm:pt modelId="{A1B966CE-5BB1-4B9F-AF8E-5161065CEFD5}" type="pres">
      <dgm:prSet presAssocID="{74F6BF11-7D1E-4B0C-9D07-F0F8698072A8}" presName="accentRepeatNode" presStyleLbl="solidAlignAcc1" presStyleIdx="12" presStyleCnt="16"/>
      <dgm:spPr/>
    </dgm:pt>
    <dgm:pt modelId="{C8DA07D8-8314-497C-9508-7B59568CB207}" type="pres">
      <dgm:prSet presAssocID="{D1E7DF68-6781-4080-B8FF-1C4174402E9E}" presName="image7" presStyleCnt="0"/>
      <dgm:spPr/>
    </dgm:pt>
    <dgm:pt modelId="{03AA7BAB-E5F6-4FAA-8973-141F98B33770}" type="pres">
      <dgm:prSet presAssocID="{D1E7DF68-6781-4080-B8FF-1C4174402E9E}" presName="imageRepeatNode" presStyleLbl="alignAcc1" presStyleIdx="6" presStyleCnt="8"/>
      <dgm:spPr/>
      <dgm:t>
        <a:bodyPr/>
        <a:lstStyle/>
        <a:p>
          <a:endParaRPr lang="zh-CN" altLang="en-US"/>
        </a:p>
      </dgm:t>
    </dgm:pt>
    <dgm:pt modelId="{D592C3A5-A50B-4852-BC3D-6E9E92398E28}" type="pres">
      <dgm:prSet presAssocID="{D1E7DF68-6781-4080-B8FF-1C4174402E9E}" presName="imageaccent7" presStyleCnt="0"/>
      <dgm:spPr/>
    </dgm:pt>
    <dgm:pt modelId="{067335C3-988F-4DD2-93AC-7D90819901E9}" type="pres">
      <dgm:prSet presAssocID="{D1E7DF68-6781-4080-B8FF-1C4174402E9E}" presName="accentRepeatNode" presStyleLbl="solidAlignAcc1" presStyleIdx="13" presStyleCnt="16"/>
      <dgm:spPr/>
    </dgm:pt>
    <dgm:pt modelId="{5B57A91D-C995-4F61-997F-CA642A7DF889}" type="pres">
      <dgm:prSet presAssocID="{9ADE5EB1-0CCD-4CC0-BF07-A2CD5050EE2C}" presName="text8" presStyleCnt="0"/>
      <dgm:spPr/>
    </dgm:pt>
    <dgm:pt modelId="{9B27F8B8-FB6A-4F66-A243-11F7E2F6C096}" type="pres">
      <dgm:prSet presAssocID="{9ADE5EB1-0CCD-4CC0-BF07-A2CD5050EE2C}" presName="textRepeatNode" presStyleLbl="alignNode1" presStyleIdx="7" presStyleCnt="8">
        <dgm:presLayoutVars>
          <dgm:chMax val="0"/>
          <dgm:chPref val="0"/>
          <dgm:bulletEnabled val="1"/>
        </dgm:presLayoutVars>
      </dgm:prSet>
      <dgm:spPr/>
      <dgm:t>
        <a:bodyPr/>
        <a:lstStyle/>
        <a:p>
          <a:endParaRPr lang="zh-CN" altLang="en-US"/>
        </a:p>
      </dgm:t>
    </dgm:pt>
    <dgm:pt modelId="{B8F58726-1D32-4611-9DCF-A00B070E4E3A}" type="pres">
      <dgm:prSet presAssocID="{9ADE5EB1-0CCD-4CC0-BF07-A2CD5050EE2C}" presName="textaccent8" presStyleCnt="0"/>
      <dgm:spPr/>
    </dgm:pt>
    <dgm:pt modelId="{6FE510A2-C37F-4067-A981-E7AD2A22CC15}" type="pres">
      <dgm:prSet presAssocID="{9ADE5EB1-0CCD-4CC0-BF07-A2CD5050EE2C}" presName="accentRepeatNode" presStyleLbl="solidAlignAcc1" presStyleIdx="14" presStyleCnt="16"/>
      <dgm:spPr/>
    </dgm:pt>
    <dgm:pt modelId="{AEF79061-4B06-43B3-8640-610E5649CDEB}" type="pres">
      <dgm:prSet presAssocID="{47FD0A0A-C578-460A-A193-8B5B7DFC0AE3}" presName="image8" presStyleCnt="0"/>
      <dgm:spPr/>
    </dgm:pt>
    <dgm:pt modelId="{7BA09B01-D833-4B79-8F36-3A3AB32167A7}" type="pres">
      <dgm:prSet presAssocID="{47FD0A0A-C578-460A-A193-8B5B7DFC0AE3}" presName="imageRepeatNode" presStyleLbl="alignAcc1" presStyleIdx="7" presStyleCnt="8"/>
      <dgm:spPr/>
      <dgm:t>
        <a:bodyPr/>
        <a:lstStyle/>
        <a:p>
          <a:endParaRPr lang="zh-CN" altLang="en-US"/>
        </a:p>
      </dgm:t>
    </dgm:pt>
    <dgm:pt modelId="{C926EA8D-95A9-4DA2-B16C-1A002E484C72}" type="pres">
      <dgm:prSet presAssocID="{47FD0A0A-C578-460A-A193-8B5B7DFC0AE3}" presName="imageaccent8" presStyleCnt="0"/>
      <dgm:spPr/>
    </dgm:pt>
    <dgm:pt modelId="{D5CA0596-4826-4FBC-ADB8-D02B88EE6981}" type="pres">
      <dgm:prSet presAssocID="{47FD0A0A-C578-460A-A193-8B5B7DFC0AE3}" presName="accentRepeatNode" presStyleLbl="solidAlignAcc1" presStyleIdx="15" presStyleCnt="16"/>
      <dgm:spPr/>
    </dgm:pt>
  </dgm:ptLst>
  <dgm:cxnLst>
    <dgm:cxn modelId="{3433DE0E-31BE-4434-8035-89318FE8AD61}" type="presOf" srcId="{1663220A-A7D2-407F-A43F-4C9B90542710}" destId="{2D6960EE-949E-46D8-8981-084D4CA3C7F1}" srcOrd="0" destOrd="0" presId="urn:microsoft.com/office/officeart/2008/layout/HexagonCluster"/>
    <dgm:cxn modelId="{EA9EEBC8-EA9A-4145-81BC-8EC52BA9A4F4}" srcId="{58441E67-2A01-405F-84A7-B51931D118BA}" destId="{74F6BF11-7D1E-4B0C-9D07-F0F8698072A8}" srcOrd="6" destOrd="0" parTransId="{F07DA1BE-F615-419F-A845-DCD460937F30}" sibTransId="{D1E7DF68-6781-4080-B8FF-1C4174402E9E}"/>
    <dgm:cxn modelId="{97D297C8-EE9D-4860-BFF8-DAC5CE879364}" type="presOf" srcId="{47FD0A0A-C578-460A-A193-8B5B7DFC0AE3}" destId="{7BA09B01-D833-4B79-8F36-3A3AB32167A7}" srcOrd="0" destOrd="0" presId="urn:microsoft.com/office/officeart/2008/layout/HexagonCluster"/>
    <dgm:cxn modelId="{02A9F833-5897-4F6F-BF27-9291218E8AB2}" type="presOf" srcId="{7BA69A55-6793-4447-B611-B3DFDACEFCC3}" destId="{4828649F-888E-4F65-AC13-12C870DB4E94}" srcOrd="0" destOrd="0" presId="urn:microsoft.com/office/officeart/2008/layout/HexagonCluster"/>
    <dgm:cxn modelId="{F8EB920E-20C3-4F97-A346-486B1289176F}" type="presOf" srcId="{0F3D08CC-7746-4BA6-B4E4-B1788661542A}" destId="{60D976D9-FD63-43F2-9412-0EBB08129F8C}" srcOrd="0" destOrd="0" presId="urn:microsoft.com/office/officeart/2008/layout/HexagonCluster"/>
    <dgm:cxn modelId="{356502B2-5A0A-4B67-AF03-1689AF6317E7}" type="presOf" srcId="{81C8869D-953C-42CC-8A42-099EDDD7C74A}" destId="{C9BC6C80-062B-49BD-8B6B-315385255F97}" srcOrd="0" destOrd="0" presId="urn:microsoft.com/office/officeart/2008/layout/HexagonCluster"/>
    <dgm:cxn modelId="{CCF6F299-46F2-4884-AE36-3406887077A2}" type="presOf" srcId="{94497145-2936-41B7-8C32-EEBC34D3442A}" destId="{64A37286-120A-43E3-89AE-0DC77FFA8A33}" srcOrd="0" destOrd="0" presId="urn:microsoft.com/office/officeart/2008/layout/HexagonCluster"/>
    <dgm:cxn modelId="{5ACC51B8-DEEC-4E37-AFE0-7E4BF0002E79}" srcId="{58441E67-2A01-405F-84A7-B51931D118BA}" destId="{7BA69A55-6793-4447-B611-B3DFDACEFCC3}" srcOrd="4" destOrd="0" parTransId="{55F5CB2E-CF61-4B4F-8323-2C243A93518A}" sibTransId="{76B8F239-746B-44ED-BE63-6C9A1F7EA6EF}"/>
    <dgm:cxn modelId="{A942106D-504F-4004-904F-CB2DB7321F68}" type="presOf" srcId="{21739020-0E52-4D40-985B-264DDA87D4B5}" destId="{5DD9DD80-967B-4B70-8C03-9C828FC4C082}" srcOrd="0" destOrd="0" presId="urn:microsoft.com/office/officeart/2008/layout/HexagonCluster"/>
    <dgm:cxn modelId="{C985F226-9872-4BE0-8666-C6A82614BC6E}" type="presOf" srcId="{EC2F30B8-9CA0-4501-8BDD-ABDEA1D15164}" destId="{DC8C91C7-857A-4404-A8E8-FE308475A819}" srcOrd="0" destOrd="0" presId="urn:microsoft.com/office/officeart/2008/layout/HexagonCluster"/>
    <dgm:cxn modelId="{24FD12CF-40EB-4B46-8C71-8FEB6B8D1967}" type="presOf" srcId="{6691EE90-FBB0-498C-8DAB-363E78E214B8}" destId="{1FA9F32C-C112-4E42-A819-B2B92F12316A}" srcOrd="0" destOrd="0" presId="urn:microsoft.com/office/officeart/2008/layout/HexagonCluster"/>
    <dgm:cxn modelId="{88F9AA43-8971-40F2-8D2A-AC80E94C1538}" srcId="{58441E67-2A01-405F-84A7-B51931D118BA}" destId="{0F3D08CC-7746-4BA6-B4E4-B1788661542A}" srcOrd="1" destOrd="0" parTransId="{B0AF0C9D-7750-4CD1-8C64-F4CAEC9058AB}" sibTransId="{94497145-2936-41B7-8C32-EEBC34D3442A}"/>
    <dgm:cxn modelId="{6111C397-1904-4A8D-8A69-F70D3A878C7F}" srcId="{58441E67-2A01-405F-84A7-B51931D118BA}" destId="{CDA7E649-C50D-4788-9668-04F6340B9DB6}" srcOrd="3" destOrd="0" parTransId="{F5D6C287-229C-4129-AB9F-8142A19480C7}" sibTransId="{81C8869D-953C-42CC-8A42-099EDDD7C74A}"/>
    <dgm:cxn modelId="{AF23DC86-32C7-4446-AAA0-1F77FB7F1650}" srcId="{58441E67-2A01-405F-84A7-B51931D118BA}" destId="{6691EE90-FBB0-498C-8DAB-363E78E214B8}" srcOrd="0" destOrd="0" parTransId="{FD11995E-2E3D-4A59-BC42-72FC8F5ED2BF}" sibTransId="{BD76E1B7-569A-4A6D-85F2-F4738C639CE9}"/>
    <dgm:cxn modelId="{49058A42-0EBE-4D5F-88B8-455231A308B4}" type="presOf" srcId="{CDA7E649-C50D-4788-9668-04F6340B9DB6}" destId="{BAF46150-016E-419C-A8F3-EBE878B62BC2}" srcOrd="0" destOrd="0" presId="urn:microsoft.com/office/officeart/2008/layout/HexagonCluster"/>
    <dgm:cxn modelId="{0B43DFA1-DF42-4736-8280-D1A17B7B627F}" type="presOf" srcId="{9ADE5EB1-0CCD-4CC0-BF07-A2CD5050EE2C}" destId="{9B27F8B8-FB6A-4F66-A243-11F7E2F6C096}" srcOrd="0" destOrd="0" presId="urn:microsoft.com/office/officeart/2008/layout/HexagonCluster"/>
    <dgm:cxn modelId="{2773839B-8599-493A-965A-04F9701ED552}" type="presOf" srcId="{58441E67-2A01-405F-84A7-B51931D118BA}" destId="{9901FDB6-84D3-4D63-96A4-DA3300261502}" srcOrd="0" destOrd="0" presId="urn:microsoft.com/office/officeart/2008/layout/HexagonCluster"/>
    <dgm:cxn modelId="{1D410D95-3F01-4D7B-9EDC-477C20A4F9A8}" srcId="{58441E67-2A01-405F-84A7-B51931D118BA}" destId="{1663220A-A7D2-407F-A43F-4C9B90542710}" srcOrd="2" destOrd="0" parTransId="{2BF1AC31-C5B1-466A-A52E-31A7317E7968}" sibTransId="{21739020-0E52-4D40-985B-264DDA87D4B5}"/>
    <dgm:cxn modelId="{91A18EC3-DA14-412D-9D8A-360B37DC80E5}" type="presOf" srcId="{76B8F239-746B-44ED-BE63-6C9A1F7EA6EF}" destId="{5A0929B1-3F8A-4755-9D92-9DA5430ADBAC}" srcOrd="0" destOrd="0" presId="urn:microsoft.com/office/officeart/2008/layout/HexagonCluster"/>
    <dgm:cxn modelId="{CBAB86CD-A46C-4DD9-8F26-AB3DE9D07452}" srcId="{58441E67-2A01-405F-84A7-B51931D118BA}" destId="{EC2F30B8-9CA0-4501-8BDD-ABDEA1D15164}" srcOrd="5" destOrd="0" parTransId="{15B19409-AED3-4C07-B5D1-AC5460769098}" sibTransId="{1E646335-FA54-4F96-B4C5-9AB882D5B018}"/>
    <dgm:cxn modelId="{1B81FCEE-3E2A-4606-9361-8FDCE14AA08E}" type="presOf" srcId="{BD76E1B7-569A-4A6D-85F2-F4738C639CE9}" destId="{C4DD06CF-52AE-4F11-A262-AD3606670AAC}" srcOrd="0" destOrd="0" presId="urn:microsoft.com/office/officeart/2008/layout/HexagonCluster"/>
    <dgm:cxn modelId="{4DE85C29-AE4D-4C1F-B038-B746A8A41DCD}" srcId="{58441E67-2A01-405F-84A7-B51931D118BA}" destId="{9ADE5EB1-0CCD-4CC0-BF07-A2CD5050EE2C}" srcOrd="7" destOrd="0" parTransId="{16C86941-F233-45F9-8366-4C13A91EEA5F}" sibTransId="{47FD0A0A-C578-460A-A193-8B5B7DFC0AE3}"/>
    <dgm:cxn modelId="{7F4EE9B9-09B5-479F-8776-626E286EE7CE}" type="presOf" srcId="{1E646335-FA54-4F96-B4C5-9AB882D5B018}" destId="{D7C8D73B-F50E-40D1-958E-3F42B3568724}" srcOrd="0" destOrd="0" presId="urn:microsoft.com/office/officeart/2008/layout/HexagonCluster"/>
    <dgm:cxn modelId="{50B549DA-C216-49C1-8DDC-BBBE89AF60AB}" type="presOf" srcId="{D1E7DF68-6781-4080-B8FF-1C4174402E9E}" destId="{03AA7BAB-E5F6-4FAA-8973-141F98B33770}" srcOrd="0" destOrd="0" presId="urn:microsoft.com/office/officeart/2008/layout/HexagonCluster"/>
    <dgm:cxn modelId="{271201C9-CE9C-4462-BF33-2F41B7AD9B3B}" type="presOf" srcId="{74F6BF11-7D1E-4B0C-9D07-F0F8698072A8}" destId="{E72503D0-B9C0-46B0-B3BC-EFCFA8292E40}" srcOrd="0" destOrd="0" presId="urn:microsoft.com/office/officeart/2008/layout/HexagonCluster"/>
    <dgm:cxn modelId="{8CC233EB-8442-417E-AE41-8C14CB62567F}" type="presParOf" srcId="{9901FDB6-84D3-4D63-96A4-DA3300261502}" destId="{0E6A11B8-FB15-467A-922D-396C54CBF8D9}" srcOrd="0" destOrd="0" presId="urn:microsoft.com/office/officeart/2008/layout/HexagonCluster"/>
    <dgm:cxn modelId="{EF9E091F-8ED7-448E-96E4-761989706948}" type="presParOf" srcId="{0E6A11B8-FB15-467A-922D-396C54CBF8D9}" destId="{1FA9F32C-C112-4E42-A819-B2B92F12316A}" srcOrd="0" destOrd="0" presId="urn:microsoft.com/office/officeart/2008/layout/HexagonCluster"/>
    <dgm:cxn modelId="{F1CA3E16-2EC0-4E88-AB3D-7FC223E922A8}" type="presParOf" srcId="{9901FDB6-84D3-4D63-96A4-DA3300261502}" destId="{8071A916-4EC8-4C34-8756-D0F4B5D67652}" srcOrd="1" destOrd="0" presId="urn:microsoft.com/office/officeart/2008/layout/HexagonCluster"/>
    <dgm:cxn modelId="{D493C33E-AE7A-48A6-86E1-397BE3AB24B1}" type="presParOf" srcId="{8071A916-4EC8-4C34-8756-D0F4B5D67652}" destId="{E2D9AD25-7417-4B27-867B-7C5E6E5F29DB}" srcOrd="0" destOrd="0" presId="urn:microsoft.com/office/officeart/2008/layout/HexagonCluster"/>
    <dgm:cxn modelId="{510DC5B0-F1AB-4AFE-A433-B719DEC52627}" type="presParOf" srcId="{9901FDB6-84D3-4D63-96A4-DA3300261502}" destId="{DAF0B06F-7D81-4E48-BA74-9490DE87CF91}" srcOrd="2" destOrd="0" presId="urn:microsoft.com/office/officeart/2008/layout/HexagonCluster"/>
    <dgm:cxn modelId="{EDFF3ACC-DE8A-4DA5-BDB7-2B8ADF9F67E4}" type="presParOf" srcId="{DAF0B06F-7D81-4E48-BA74-9490DE87CF91}" destId="{C4DD06CF-52AE-4F11-A262-AD3606670AAC}" srcOrd="0" destOrd="0" presId="urn:microsoft.com/office/officeart/2008/layout/HexagonCluster"/>
    <dgm:cxn modelId="{020D463D-7B71-49B5-AC55-1D466CB5E4B1}" type="presParOf" srcId="{9901FDB6-84D3-4D63-96A4-DA3300261502}" destId="{D952A2D1-EB1C-4AC2-9E35-0AC57A092479}" srcOrd="3" destOrd="0" presId="urn:microsoft.com/office/officeart/2008/layout/HexagonCluster"/>
    <dgm:cxn modelId="{7A85C90C-3B23-4D5D-A8E3-C51FD333C16C}" type="presParOf" srcId="{D952A2D1-EB1C-4AC2-9E35-0AC57A092479}" destId="{2BC3E6F1-705B-4457-BBDA-CB5339D3248D}" srcOrd="0" destOrd="0" presId="urn:microsoft.com/office/officeart/2008/layout/HexagonCluster"/>
    <dgm:cxn modelId="{7F3D4C2C-8ADE-4E1D-B339-BA69B25B43C1}" type="presParOf" srcId="{9901FDB6-84D3-4D63-96A4-DA3300261502}" destId="{2E272FD0-F002-4C7B-84D9-23370ABE2F63}" srcOrd="4" destOrd="0" presId="urn:microsoft.com/office/officeart/2008/layout/HexagonCluster"/>
    <dgm:cxn modelId="{0371FE5A-EE5F-46F8-8391-B27F02AD5EB7}" type="presParOf" srcId="{2E272FD0-F002-4C7B-84D9-23370ABE2F63}" destId="{60D976D9-FD63-43F2-9412-0EBB08129F8C}" srcOrd="0" destOrd="0" presId="urn:microsoft.com/office/officeart/2008/layout/HexagonCluster"/>
    <dgm:cxn modelId="{B10B552F-0F0E-41C5-886A-7967F6514270}" type="presParOf" srcId="{9901FDB6-84D3-4D63-96A4-DA3300261502}" destId="{E4BD5841-57CD-497F-A4BE-2638BE4B550A}" srcOrd="5" destOrd="0" presId="urn:microsoft.com/office/officeart/2008/layout/HexagonCluster"/>
    <dgm:cxn modelId="{3E545378-4359-45D6-BEEE-3581A63AAF3C}" type="presParOf" srcId="{E4BD5841-57CD-497F-A4BE-2638BE4B550A}" destId="{41628875-198E-4B89-8AC2-3F85DF12FAC1}" srcOrd="0" destOrd="0" presId="urn:microsoft.com/office/officeart/2008/layout/HexagonCluster"/>
    <dgm:cxn modelId="{BBA411ED-8108-4F51-9DED-C3B6D543BAD6}" type="presParOf" srcId="{9901FDB6-84D3-4D63-96A4-DA3300261502}" destId="{EFD946ED-7799-4EFF-9317-4F7B86AA1070}" srcOrd="6" destOrd="0" presId="urn:microsoft.com/office/officeart/2008/layout/HexagonCluster"/>
    <dgm:cxn modelId="{62A9942C-E6F0-4E3D-A156-B8D7E82D7894}" type="presParOf" srcId="{EFD946ED-7799-4EFF-9317-4F7B86AA1070}" destId="{64A37286-120A-43E3-89AE-0DC77FFA8A33}" srcOrd="0" destOrd="0" presId="urn:microsoft.com/office/officeart/2008/layout/HexagonCluster"/>
    <dgm:cxn modelId="{5D95E19C-2126-41F5-B1A1-5E8E2DD90241}" type="presParOf" srcId="{9901FDB6-84D3-4D63-96A4-DA3300261502}" destId="{A25A2E70-ECF8-405B-A902-FF6D5DADBDB1}" srcOrd="7" destOrd="0" presId="urn:microsoft.com/office/officeart/2008/layout/HexagonCluster"/>
    <dgm:cxn modelId="{B32F7742-09B3-499B-A9D8-B62A200297FC}" type="presParOf" srcId="{A25A2E70-ECF8-405B-A902-FF6D5DADBDB1}" destId="{5B561BB5-3C9B-49EA-B955-0FDB14255BFA}" srcOrd="0" destOrd="0" presId="urn:microsoft.com/office/officeart/2008/layout/HexagonCluster"/>
    <dgm:cxn modelId="{C5DC05D8-2F22-4035-8C3D-102712081A7D}" type="presParOf" srcId="{9901FDB6-84D3-4D63-96A4-DA3300261502}" destId="{1E359A00-D5B2-4968-BB7E-754117FB5119}" srcOrd="8" destOrd="0" presId="urn:microsoft.com/office/officeart/2008/layout/HexagonCluster"/>
    <dgm:cxn modelId="{89FB1D69-41C1-4F88-A98E-57D72ED406C1}" type="presParOf" srcId="{1E359A00-D5B2-4968-BB7E-754117FB5119}" destId="{2D6960EE-949E-46D8-8981-084D4CA3C7F1}" srcOrd="0" destOrd="0" presId="urn:microsoft.com/office/officeart/2008/layout/HexagonCluster"/>
    <dgm:cxn modelId="{09FF86AF-9D92-4627-A058-B001FC8A57CC}" type="presParOf" srcId="{9901FDB6-84D3-4D63-96A4-DA3300261502}" destId="{3AA88A50-4F28-48A8-8D27-D11C255789A3}" srcOrd="9" destOrd="0" presId="urn:microsoft.com/office/officeart/2008/layout/HexagonCluster"/>
    <dgm:cxn modelId="{473EAE69-1B7D-489F-A92B-8FE2DDAB3CC7}" type="presParOf" srcId="{3AA88A50-4F28-48A8-8D27-D11C255789A3}" destId="{AE68F8A1-0710-464E-B19A-1DBE240A1C35}" srcOrd="0" destOrd="0" presId="urn:microsoft.com/office/officeart/2008/layout/HexagonCluster"/>
    <dgm:cxn modelId="{413B77FE-BCE5-41E4-BDB0-25C65F0CCC67}" type="presParOf" srcId="{9901FDB6-84D3-4D63-96A4-DA3300261502}" destId="{7DE72FC6-988E-4E2A-84CF-510AE0F55997}" srcOrd="10" destOrd="0" presId="urn:microsoft.com/office/officeart/2008/layout/HexagonCluster"/>
    <dgm:cxn modelId="{2125CC1B-179F-4DD8-A952-0448598847B5}" type="presParOf" srcId="{7DE72FC6-988E-4E2A-84CF-510AE0F55997}" destId="{5DD9DD80-967B-4B70-8C03-9C828FC4C082}" srcOrd="0" destOrd="0" presId="urn:microsoft.com/office/officeart/2008/layout/HexagonCluster"/>
    <dgm:cxn modelId="{A82B9066-3F9A-474A-B3CC-5F9817969088}" type="presParOf" srcId="{9901FDB6-84D3-4D63-96A4-DA3300261502}" destId="{192AE98A-28AD-4C83-A67A-5A135E4F39BF}" srcOrd="11" destOrd="0" presId="urn:microsoft.com/office/officeart/2008/layout/HexagonCluster"/>
    <dgm:cxn modelId="{D2692185-CAC8-4630-9863-BA1F69E63983}" type="presParOf" srcId="{192AE98A-28AD-4C83-A67A-5A135E4F39BF}" destId="{E075ED17-4682-4B14-BE5E-0CDDEC67448C}" srcOrd="0" destOrd="0" presId="urn:microsoft.com/office/officeart/2008/layout/HexagonCluster"/>
    <dgm:cxn modelId="{7B6FB036-A665-4136-BE81-436AF4FC1577}" type="presParOf" srcId="{9901FDB6-84D3-4D63-96A4-DA3300261502}" destId="{9D976666-5B12-4377-A7F7-189D4D9B25A9}" srcOrd="12" destOrd="0" presId="urn:microsoft.com/office/officeart/2008/layout/HexagonCluster"/>
    <dgm:cxn modelId="{637F5DA7-0A48-43FB-9C83-68CC66DDF51A}" type="presParOf" srcId="{9D976666-5B12-4377-A7F7-189D4D9B25A9}" destId="{BAF46150-016E-419C-A8F3-EBE878B62BC2}" srcOrd="0" destOrd="0" presId="urn:microsoft.com/office/officeart/2008/layout/HexagonCluster"/>
    <dgm:cxn modelId="{A333993A-5B85-443E-942E-6C8CA855422E}" type="presParOf" srcId="{9901FDB6-84D3-4D63-96A4-DA3300261502}" destId="{04CC8E9E-4B61-46B6-A2EB-8D95E7FC4112}" srcOrd="13" destOrd="0" presId="urn:microsoft.com/office/officeart/2008/layout/HexagonCluster"/>
    <dgm:cxn modelId="{3FBEC083-67DB-4624-AE8E-EE7E3E35CE34}" type="presParOf" srcId="{04CC8E9E-4B61-46B6-A2EB-8D95E7FC4112}" destId="{4D18C765-BD26-4D2F-94D4-A54FD347E661}" srcOrd="0" destOrd="0" presId="urn:microsoft.com/office/officeart/2008/layout/HexagonCluster"/>
    <dgm:cxn modelId="{526B0AF2-6CEB-45F6-AB0C-AD4798493E54}" type="presParOf" srcId="{9901FDB6-84D3-4D63-96A4-DA3300261502}" destId="{629BD6E0-F5CC-42A6-8F29-BE59AEF75D4E}" srcOrd="14" destOrd="0" presId="urn:microsoft.com/office/officeart/2008/layout/HexagonCluster"/>
    <dgm:cxn modelId="{7954A8B3-71C8-446B-9F1C-F6097AC558B6}" type="presParOf" srcId="{629BD6E0-F5CC-42A6-8F29-BE59AEF75D4E}" destId="{C9BC6C80-062B-49BD-8B6B-315385255F97}" srcOrd="0" destOrd="0" presId="urn:microsoft.com/office/officeart/2008/layout/HexagonCluster"/>
    <dgm:cxn modelId="{B44263E4-9E65-49FF-92A8-AEE4F8CD27AC}" type="presParOf" srcId="{9901FDB6-84D3-4D63-96A4-DA3300261502}" destId="{14F16075-D384-4C81-AD21-BDCB66906576}" srcOrd="15" destOrd="0" presId="urn:microsoft.com/office/officeart/2008/layout/HexagonCluster"/>
    <dgm:cxn modelId="{A0C01938-751C-4E9E-86EE-0D638648C790}" type="presParOf" srcId="{14F16075-D384-4C81-AD21-BDCB66906576}" destId="{3781A0B9-E9FD-481F-8A7D-22F113B741E9}" srcOrd="0" destOrd="0" presId="urn:microsoft.com/office/officeart/2008/layout/HexagonCluster"/>
    <dgm:cxn modelId="{997307CE-6384-4169-BCCA-A2635220C367}" type="presParOf" srcId="{9901FDB6-84D3-4D63-96A4-DA3300261502}" destId="{BF5E3DDB-9961-4454-BDDF-CFAD65B310DC}" srcOrd="16" destOrd="0" presId="urn:microsoft.com/office/officeart/2008/layout/HexagonCluster"/>
    <dgm:cxn modelId="{2E56841C-D84B-42F2-89B8-CD3361510062}" type="presParOf" srcId="{BF5E3DDB-9961-4454-BDDF-CFAD65B310DC}" destId="{4828649F-888E-4F65-AC13-12C870DB4E94}" srcOrd="0" destOrd="0" presId="urn:microsoft.com/office/officeart/2008/layout/HexagonCluster"/>
    <dgm:cxn modelId="{02CC9031-BB91-4EE2-89CD-9A841AAFDAFD}" type="presParOf" srcId="{9901FDB6-84D3-4D63-96A4-DA3300261502}" destId="{4FD2C5BC-D248-43B3-9E08-938A3A718AC6}" srcOrd="17" destOrd="0" presId="urn:microsoft.com/office/officeart/2008/layout/HexagonCluster"/>
    <dgm:cxn modelId="{DF833741-A031-4262-AA06-CA3BD498D93F}" type="presParOf" srcId="{4FD2C5BC-D248-43B3-9E08-938A3A718AC6}" destId="{9D3B8355-5070-4BA7-A32A-515024ABB8EB}" srcOrd="0" destOrd="0" presId="urn:microsoft.com/office/officeart/2008/layout/HexagonCluster"/>
    <dgm:cxn modelId="{CC007473-0EB9-453F-AF3B-862BAA29BE60}" type="presParOf" srcId="{9901FDB6-84D3-4D63-96A4-DA3300261502}" destId="{F4E31DD9-54F6-48F7-891D-20C6A63F8EDB}" srcOrd="18" destOrd="0" presId="urn:microsoft.com/office/officeart/2008/layout/HexagonCluster"/>
    <dgm:cxn modelId="{A84B1C71-A8A9-4B04-9EC8-EC7543ADB52B}" type="presParOf" srcId="{F4E31DD9-54F6-48F7-891D-20C6A63F8EDB}" destId="{5A0929B1-3F8A-4755-9D92-9DA5430ADBAC}" srcOrd="0" destOrd="0" presId="urn:microsoft.com/office/officeart/2008/layout/HexagonCluster"/>
    <dgm:cxn modelId="{0FDE4011-E66D-42BF-BEDC-C19A1978240D}" type="presParOf" srcId="{9901FDB6-84D3-4D63-96A4-DA3300261502}" destId="{71E66865-002E-4B46-9738-DA6ABFF1DD6A}" srcOrd="19" destOrd="0" presId="urn:microsoft.com/office/officeart/2008/layout/HexagonCluster"/>
    <dgm:cxn modelId="{9A315F9D-B84F-405C-85EB-807A6A7AC3FD}" type="presParOf" srcId="{71E66865-002E-4B46-9738-DA6ABFF1DD6A}" destId="{094C0076-9D6F-408E-819B-3DFFA13E8D83}" srcOrd="0" destOrd="0" presId="urn:microsoft.com/office/officeart/2008/layout/HexagonCluster"/>
    <dgm:cxn modelId="{40BE216D-DA54-41C7-B040-733471EA997F}" type="presParOf" srcId="{9901FDB6-84D3-4D63-96A4-DA3300261502}" destId="{CC021901-861E-4AE0-BB1B-2902DB1A64C8}" srcOrd="20" destOrd="0" presId="urn:microsoft.com/office/officeart/2008/layout/HexagonCluster"/>
    <dgm:cxn modelId="{FBE0C910-DD86-4B3E-ACA9-3E2FCF95445B}" type="presParOf" srcId="{CC021901-861E-4AE0-BB1B-2902DB1A64C8}" destId="{DC8C91C7-857A-4404-A8E8-FE308475A819}" srcOrd="0" destOrd="0" presId="urn:microsoft.com/office/officeart/2008/layout/HexagonCluster"/>
    <dgm:cxn modelId="{E7BD2C94-0DB1-4543-9A34-6DB71CF1C2A2}" type="presParOf" srcId="{9901FDB6-84D3-4D63-96A4-DA3300261502}" destId="{696B700C-26FB-4E30-9B5E-7EF183D2086B}" srcOrd="21" destOrd="0" presId="urn:microsoft.com/office/officeart/2008/layout/HexagonCluster"/>
    <dgm:cxn modelId="{2D6121B4-D882-4493-B290-0715FD4391CC}" type="presParOf" srcId="{696B700C-26FB-4E30-9B5E-7EF183D2086B}" destId="{FC5EDFA6-62E2-48A8-92F4-7C15E33E844B}" srcOrd="0" destOrd="0" presId="urn:microsoft.com/office/officeart/2008/layout/HexagonCluster"/>
    <dgm:cxn modelId="{D1A43C3A-46D0-4508-BD67-5CFAE0F89921}" type="presParOf" srcId="{9901FDB6-84D3-4D63-96A4-DA3300261502}" destId="{AB661586-D47C-4F3C-8BF8-9EC84887798F}" srcOrd="22" destOrd="0" presId="urn:microsoft.com/office/officeart/2008/layout/HexagonCluster"/>
    <dgm:cxn modelId="{D9D3E951-6C12-49DC-ABD9-4D6AAD014F37}" type="presParOf" srcId="{AB661586-D47C-4F3C-8BF8-9EC84887798F}" destId="{D7C8D73B-F50E-40D1-958E-3F42B3568724}" srcOrd="0" destOrd="0" presId="urn:microsoft.com/office/officeart/2008/layout/HexagonCluster"/>
    <dgm:cxn modelId="{74EA8EB7-69A6-4544-8514-B3C288D8C3C4}" type="presParOf" srcId="{9901FDB6-84D3-4D63-96A4-DA3300261502}" destId="{4D45EEBA-0A0E-4C86-92A6-C25EFC896311}" srcOrd="23" destOrd="0" presId="urn:microsoft.com/office/officeart/2008/layout/HexagonCluster"/>
    <dgm:cxn modelId="{2E847DDB-C28B-4EB6-916C-102C1FC948B9}" type="presParOf" srcId="{4D45EEBA-0A0E-4C86-92A6-C25EFC896311}" destId="{A63A6C9A-95DF-4948-92D2-7E98ED9108AE}" srcOrd="0" destOrd="0" presId="urn:microsoft.com/office/officeart/2008/layout/HexagonCluster"/>
    <dgm:cxn modelId="{C062EB84-29F0-481E-B7F9-378C501E6A96}" type="presParOf" srcId="{9901FDB6-84D3-4D63-96A4-DA3300261502}" destId="{CBE6D831-9AFC-4263-9B27-C40B962D5AAF}" srcOrd="24" destOrd="0" presId="urn:microsoft.com/office/officeart/2008/layout/HexagonCluster"/>
    <dgm:cxn modelId="{D6ED54E3-A67B-4B28-B132-576D049D3858}" type="presParOf" srcId="{CBE6D831-9AFC-4263-9B27-C40B962D5AAF}" destId="{E72503D0-B9C0-46B0-B3BC-EFCFA8292E40}" srcOrd="0" destOrd="0" presId="urn:microsoft.com/office/officeart/2008/layout/HexagonCluster"/>
    <dgm:cxn modelId="{CA8CFEE6-8C02-495E-8055-04EF0A4A73FF}" type="presParOf" srcId="{9901FDB6-84D3-4D63-96A4-DA3300261502}" destId="{C14EDE8D-42E6-427D-BF54-E6EA525C4301}" srcOrd="25" destOrd="0" presId="urn:microsoft.com/office/officeart/2008/layout/HexagonCluster"/>
    <dgm:cxn modelId="{E3570D0C-DD84-4220-9000-74D7F3F191AC}" type="presParOf" srcId="{C14EDE8D-42E6-427D-BF54-E6EA525C4301}" destId="{A1B966CE-5BB1-4B9F-AF8E-5161065CEFD5}" srcOrd="0" destOrd="0" presId="urn:microsoft.com/office/officeart/2008/layout/HexagonCluster"/>
    <dgm:cxn modelId="{EA024B67-108A-47B0-A8D4-8CC1F8FB673F}" type="presParOf" srcId="{9901FDB6-84D3-4D63-96A4-DA3300261502}" destId="{C8DA07D8-8314-497C-9508-7B59568CB207}" srcOrd="26" destOrd="0" presId="urn:microsoft.com/office/officeart/2008/layout/HexagonCluster"/>
    <dgm:cxn modelId="{1B7ECC65-78C9-4E97-BF2E-21E79E97ADBD}" type="presParOf" srcId="{C8DA07D8-8314-497C-9508-7B59568CB207}" destId="{03AA7BAB-E5F6-4FAA-8973-141F98B33770}" srcOrd="0" destOrd="0" presId="urn:microsoft.com/office/officeart/2008/layout/HexagonCluster"/>
    <dgm:cxn modelId="{785EA5F9-983C-4EA0-AC27-D3ADD8855DF4}" type="presParOf" srcId="{9901FDB6-84D3-4D63-96A4-DA3300261502}" destId="{D592C3A5-A50B-4852-BC3D-6E9E92398E28}" srcOrd="27" destOrd="0" presId="urn:microsoft.com/office/officeart/2008/layout/HexagonCluster"/>
    <dgm:cxn modelId="{D5DDFEB9-70B8-48F7-ACBC-1A25A47984AB}" type="presParOf" srcId="{D592C3A5-A50B-4852-BC3D-6E9E92398E28}" destId="{067335C3-988F-4DD2-93AC-7D90819901E9}" srcOrd="0" destOrd="0" presId="urn:microsoft.com/office/officeart/2008/layout/HexagonCluster"/>
    <dgm:cxn modelId="{5A12EB16-77FC-4265-B753-AE399A356E18}" type="presParOf" srcId="{9901FDB6-84D3-4D63-96A4-DA3300261502}" destId="{5B57A91D-C995-4F61-997F-CA642A7DF889}" srcOrd="28" destOrd="0" presId="urn:microsoft.com/office/officeart/2008/layout/HexagonCluster"/>
    <dgm:cxn modelId="{34A23116-D2C4-4978-B0E4-A3CD320429B6}" type="presParOf" srcId="{5B57A91D-C995-4F61-997F-CA642A7DF889}" destId="{9B27F8B8-FB6A-4F66-A243-11F7E2F6C096}" srcOrd="0" destOrd="0" presId="urn:microsoft.com/office/officeart/2008/layout/HexagonCluster"/>
    <dgm:cxn modelId="{27DA7807-2D3C-4972-8A0C-DF4813F034AF}" type="presParOf" srcId="{9901FDB6-84D3-4D63-96A4-DA3300261502}" destId="{B8F58726-1D32-4611-9DCF-A00B070E4E3A}" srcOrd="29" destOrd="0" presId="urn:microsoft.com/office/officeart/2008/layout/HexagonCluster"/>
    <dgm:cxn modelId="{CEA69804-0CCD-41B7-B441-0594D6090E06}" type="presParOf" srcId="{B8F58726-1D32-4611-9DCF-A00B070E4E3A}" destId="{6FE510A2-C37F-4067-A981-E7AD2A22CC15}" srcOrd="0" destOrd="0" presId="urn:microsoft.com/office/officeart/2008/layout/HexagonCluster"/>
    <dgm:cxn modelId="{7D46AD9A-7724-49FD-8761-F058C7F1B161}" type="presParOf" srcId="{9901FDB6-84D3-4D63-96A4-DA3300261502}" destId="{AEF79061-4B06-43B3-8640-610E5649CDEB}" srcOrd="30" destOrd="0" presId="urn:microsoft.com/office/officeart/2008/layout/HexagonCluster"/>
    <dgm:cxn modelId="{E59252CA-8762-4DA1-86C2-6C632E73EA6D}" type="presParOf" srcId="{AEF79061-4B06-43B3-8640-610E5649CDEB}" destId="{7BA09B01-D833-4B79-8F36-3A3AB32167A7}" srcOrd="0" destOrd="0" presId="urn:microsoft.com/office/officeart/2008/layout/HexagonCluster"/>
    <dgm:cxn modelId="{84556494-B80E-434B-B886-EB9E833C61D3}" type="presParOf" srcId="{9901FDB6-84D3-4D63-96A4-DA3300261502}" destId="{C926EA8D-95A9-4DA2-B16C-1A002E484C72}" srcOrd="31" destOrd="0" presId="urn:microsoft.com/office/officeart/2008/layout/HexagonCluster"/>
    <dgm:cxn modelId="{B8B47EF2-EC7B-4130-BDCC-03CBE6B5C2C6}" type="presParOf" srcId="{C926EA8D-95A9-4DA2-B16C-1A002E484C72}" destId="{D5CA0596-4826-4FBC-ADB8-D02B88EE6981}" srcOrd="0" destOrd="0" presId="urn:microsoft.com/office/officeart/2008/layout/HexagonCluster"/>
  </dgm:cxnLst>
  <dgm:bg/>
  <dgm:whole/>
  <dgm:extLst>
    <a:ext uri="http://schemas.microsoft.com/office/drawing/2008/diagram">
      <dsp:dataModelExt xmlns:dsp="http://schemas.microsoft.com/office/drawing/2008/diagram" relId="rId5"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512A1DA-D335-4DE9-B002-D230D493B3B3}">
      <dsp:nvSpPr>
        <dsp:cNvPr id="0" name=""/>
        <dsp:cNvSpPr/>
      </dsp:nvSpPr>
      <dsp:spPr>
        <a:xfrm>
          <a:off x="1706" y="805530"/>
          <a:ext cx="1527076" cy="1018042"/>
        </a:xfrm>
        <a:prstGeom prst="rect">
          <a:avLst/>
        </a:prstGeom>
        <a:blipFill>
          <a:blip xmlns:r="http://schemas.openxmlformats.org/officeDocument/2006/relationships" r:embed="rId1">
            <a:extLst>
              <a:ext uri="{28A0092B-C50C-407E-A947-70E740481C1C}">
                <a14:useLocalDpi xmlns:a14="http://schemas.microsoft.com/office/drawing/2010/main" val="0"/>
              </a:ext>
            </a:extLst>
          </a:blip>
          <a:srcRect/>
          <a:stretch>
            <a:fillRect l="-63000" r="-63000"/>
          </a:stretch>
        </a:blip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D8C0BD2C-4AE3-4013-9EF7-32278F958F21}">
      <dsp:nvSpPr>
        <dsp:cNvPr id="0" name=""/>
        <dsp:cNvSpPr/>
      </dsp:nvSpPr>
      <dsp:spPr>
        <a:xfrm>
          <a:off x="1203530" y="1617947"/>
          <a:ext cx="1146171" cy="70797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2390" tIns="72390" rIns="72390" bIns="72390" numCol="1" spcCol="1270" anchor="ctr" anchorCtr="0">
          <a:noAutofit/>
        </a:bodyPr>
        <a:lstStyle/>
        <a:p>
          <a:pPr lvl="0" algn="ctr" defTabSz="844550">
            <a:lnSpc>
              <a:spcPct val="100000"/>
            </a:lnSpc>
            <a:spcBef>
              <a:spcPct val="0"/>
            </a:spcBef>
            <a:spcAft>
              <a:spcPts val="0"/>
            </a:spcAft>
          </a:pPr>
          <a:r>
            <a:rPr lang="zh-CN" altLang="en-US" sz="1900" kern="1200" dirty="0" smtClean="0"/>
            <a:t>经济环境</a:t>
          </a:r>
          <a:endParaRPr lang="zh-CN" altLang="en-US" sz="1900" kern="1200" dirty="0"/>
        </a:p>
      </dsp:txBody>
      <dsp:txXfrm>
        <a:off x="1203530" y="1617947"/>
        <a:ext cx="1146171" cy="707970"/>
      </dsp:txXfrm>
    </dsp:sp>
    <dsp:sp modelId="{256240B5-33DB-4324-8C5E-C95A1D3959E1}">
      <dsp:nvSpPr>
        <dsp:cNvPr id="0" name=""/>
        <dsp:cNvSpPr/>
      </dsp:nvSpPr>
      <dsp:spPr>
        <a:xfrm>
          <a:off x="1102403" y="1516907"/>
          <a:ext cx="275265" cy="275337"/>
        </a:xfrm>
        <a:prstGeom prst="halfFrame">
          <a:avLst>
            <a:gd name="adj1" fmla="val 25770"/>
            <a:gd name="adj2" fmla="val 25770"/>
          </a:avLst>
        </a:prstGeom>
        <a:solidFill>
          <a:schemeClr val="lt1">
            <a:hueOff val="0"/>
            <a:satOff val="0"/>
            <a:lumOff val="0"/>
            <a:alphaOff val="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697C00C-38BF-4ADF-8D49-F28E8ADE9BB7}">
      <dsp:nvSpPr>
        <dsp:cNvPr id="0" name=""/>
        <dsp:cNvSpPr/>
      </dsp:nvSpPr>
      <dsp:spPr>
        <a:xfrm rot="5400000">
          <a:off x="2183500" y="1516943"/>
          <a:ext cx="275337" cy="275265"/>
        </a:xfrm>
        <a:prstGeom prst="halfFrame">
          <a:avLst>
            <a:gd name="adj1" fmla="val 25770"/>
            <a:gd name="adj2" fmla="val 25770"/>
          </a:avLst>
        </a:prstGeom>
        <a:solidFill>
          <a:schemeClr val="lt1">
            <a:hueOff val="0"/>
            <a:satOff val="0"/>
            <a:lumOff val="0"/>
            <a:alphaOff val="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CABF773-24BD-48F0-B14B-DE0AAAF51A23}">
      <dsp:nvSpPr>
        <dsp:cNvPr id="0" name=""/>
        <dsp:cNvSpPr/>
      </dsp:nvSpPr>
      <dsp:spPr>
        <a:xfrm rot="16200000">
          <a:off x="1102368" y="2151794"/>
          <a:ext cx="275337" cy="275265"/>
        </a:xfrm>
        <a:prstGeom prst="halfFrame">
          <a:avLst>
            <a:gd name="adj1" fmla="val 25770"/>
            <a:gd name="adj2" fmla="val 25770"/>
          </a:avLst>
        </a:prstGeom>
        <a:solidFill>
          <a:schemeClr val="lt1">
            <a:hueOff val="0"/>
            <a:satOff val="0"/>
            <a:lumOff val="0"/>
            <a:alphaOff val="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5C2DDA2-D45E-4678-A8C4-1746F5D27F14}">
      <dsp:nvSpPr>
        <dsp:cNvPr id="0" name=""/>
        <dsp:cNvSpPr/>
      </dsp:nvSpPr>
      <dsp:spPr>
        <a:xfrm rot="10800000">
          <a:off x="2183535" y="2151758"/>
          <a:ext cx="275265" cy="275337"/>
        </a:xfrm>
        <a:prstGeom prst="halfFrame">
          <a:avLst>
            <a:gd name="adj1" fmla="val 25770"/>
            <a:gd name="adj2" fmla="val 25770"/>
          </a:avLst>
        </a:prstGeom>
        <a:solidFill>
          <a:schemeClr val="lt1">
            <a:hueOff val="0"/>
            <a:satOff val="0"/>
            <a:lumOff val="0"/>
            <a:alphaOff val="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A8E2894-DE02-4007-A3DD-AE8E06DD1DD2}">
      <dsp:nvSpPr>
        <dsp:cNvPr id="0" name=""/>
        <dsp:cNvSpPr/>
      </dsp:nvSpPr>
      <dsp:spPr>
        <a:xfrm>
          <a:off x="2671716" y="805530"/>
          <a:ext cx="1527076" cy="1018042"/>
        </a:xfrm>
        <a:prstGeom prst="rect">
          <a:avLst/>
        </a:prstGeom>
        <a:blipFill>
          <a:blip xmlns:r="http://schemas.openxmlformats.org/officeDocument/2006/relationships" r:embed="rId2">
            <a:extLst>
              <a:ext uri="{28A0092B-C50C-407E-A947-70E740481C1C}">
                <a14:useLocalDpi xmlns:a14="http://schemas.microsoft.com/office/drawing/2010/main" val="0"/>
              </a:ext>
            </a:extLst>
          </a:blip>
          <a:srcRect/>
          <a:stretch>
            <a:fillRect/>
          </a:stretch>
        </a:blip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18373EF2-2F74-4786-BCD0-AB292C941E24}">
      <dsp:nvSpPr>
        <dsp:cNvPr id="0" name=""/>
        <dsp:cNvSpPr/>
      </dsp:nvSpPr>
      <dsp:spPr>
        <a:xfrm>
          <a:off x="3873540" y="1617947"/>
          <a:ext cx="1146171" cy="70797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2390" tIns="72390" rIns="72390" bIns="72390" numCol="1" spcCol="1270" anchor="ctr" anchorCtr="0">
          <a:noAutofit/>
        </a:bodyPr>
        <a:lstStyle/>
        <a:p>
          <a:pPr lvl="0" algn="ctr" defTabSz="844550">
            <a:lnSpc>
              <a:spcPct val="100000"/>
            </a:lnSpc>
            <a:spcBef>
              <a:spcPct val="0"/>
            </a:spcBef>
            <a:spcAft>
              <a:spcPts val="0"/>
            </a:spcAft>
          </a:pPr>
          <a:r>
            <a:rPr lang="zh-CN" altLang="en-US" sz="1900" kern="1200" dirty="0" smtClean="0"/>
            <a:t>技术环境</a:t>
          </a:r>
          <a:endParaRPr lang="zh-CN" altLang="en-US" sz="1900" kern="1200" dirty="0"/>
        </a:p>
      </dsp:txBody>
      <dsp:txXfrm>
        <a:off x="3873540" y="1617947"/>
        <a:ext cx="1146171" cy="707970"/>
      </dsp:txXfrm>
    </dsp:sp>
    <dsp:sp modelId="{906A693C-F3AA-47A8-82C6-F4A80EBA5153}">
      <dsp:nvSpPr>
        <dsp:cNvPr id="0" name=""/>
        <dsp:cNvSpPr/>
      </dsp:nvSpPr>
      <dsp:spPr>
        <a:xfrm>
          <a:off x="3772413" y="1516907"/>
          <a:ext cx="275265" cy="275337"/>
        </a:xfrm>
        <a:prstGeom prst="halfFrame">
          <a:avLst>
            <a:gd name="adj1" fmla="val 25770"/>
            <a:gd name="adj2" fmla="val 25770"/>
          </a:avLst>
        </a:prstGeom>
        <a:solidFill>
          <a:schemeClr val="lt1">
            <a:hueOff val="0"/>
            <a:satOff val="0"/>
            <a:lumOff val="0"/>
            <a:alphaOff val="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0808E164-767F-4219-A920-C6B59AE90AEA}">
      <dsp:nvSpPr>
        <dsp:cNvPr id="0" name=""/>
        <dsp:cNvSpPr/>
      </dsp:nvSpPr>
      <dsp:spPr>
        <a:xfrm rot="5400000">
          <a:off x="4853510" y="1516943"/>
          <a:ext cx="275337" cy="275265"/>
        </a:xfrm>
        <a:prstGeom prst="halfFrame">
          <a:avLst>
            <a:gd name="adj1" fmla="val 25770"/>
            <a:gd name="adj2" fmla="val 25770"/>
          </a:avLst>
        </a:prstGeom>
        <a:solidFill>
          <a:schemeClr val="lt1">
            <a:hueOff val="0"/>
            <a:satOff val="0"/>
            <a:lumOff val="0"/>
            <a:alphaOff val="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0E7EE3FC-7ED8-43D6-A1FA-434B04789B1F}">
      <dsp:nvSpPr>
        <dsp:cNvPr id="0" name=""/>
        <dsp:cNvSpPr/>
      </dsp:nvSpPr>
      <dsp:spPr>
        <a:xfrm rot="16200000">
          <a:off x="3772378" y="2151794"/>
          <a:ext cx="275337" cy="275265"/>
        </a:xfrm>
        <a:prstGeom prst="halfFrame">
          <a:avLst>
            <a:gd name="adj1" fmla="val 25770"/>
            <a:gd name="adj2" fmla="val 25770"/>
          </a:avLst>
        </a:prstGeom>
        <a:solidFill>
          <a:schemeClr val="lt1">
            <a:hueOff val="0"/>
            <a:satOff val="0"/>
            <a:lumOff val="0"/>
            <a:alphaOff val="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9C528D8-0EE9-4AEB-83D1-2974ED555DD8}">
      <dsp:nvSpPr>
        <dsp:cNvPr id="0" name=""/>
        <dsp:cNvSpPr/>
      </dsp:nvSpPr>
      <dsp:spPr>
        <a:xfrm rot="10800000">
          <a:off x="4853545" y="2151758"/>
          <a:ext cx="275265" cy="275337"/>
        </a:xfrm>
        <a:prstGeom prst="halfFrame">
          <a:avLst>
            <a:gd name="adj1" fmla="val 25770"/>
            <a:gd name="adj2" fmla="val 25770"/>
          </a:avLst>
        </a:prstGeom>
        <a:solidFill>
          <a:schemeClr val="lt1">
            <a:hueOff val="0"/>
            <a:satOff val="0"/>
            <a:lumOff val="0"/>
            <a:alphaOff val="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5D711C9-5E46-4F97-AAB8-A9EEAB59FFAD}">
      <dsp:nvSpPr>
        <dsp:cNvPr id="0" name=""/>
        <dsp:cNvSpPr/>
      </dsp:nvSpPr>
      <dsp:spPr>
        <a:xfrm>
          <a:off x="5341726" y="805530"/>
          <a:ext cx="1527076" cy="1018042"/>
        </a:xfrm>
        <a:prstGeom prst="rect">
          <a:avLst/>
        </a:prstGeom>
        <a:blipFill>
          <a:blip xmlns:r="http://schemas.openxmlformats.org/officeDocument/2006/relationships" r:embed="rId3">
            <a:extLst>
              <a:ext uri="{28A0092B-C50C-407E-A947-70E740481C1C}">
                <a14:useLocalDpi xmlns:a14="http://schemas.microsoft.com/office/drawing/2010/main" val="0"/>
              </a:ext>
            </a:extLst>
          </a:blip>
          <a:srcRect/>
          <a:stretch>
            <a:fillRect/>
          </a:stretch>
        </a:blip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7A55518D-4721-47F0-92C4-5B51798B9D6B}">
      <dsp:nvSpPr>
        <dsp:cNvPr id="0" name=""/>
        <dsp:cNvSpPr/>
      </dsp:nvSpPr>
      <dsp:spPr>
        <a:xfrm>
          <a:off x="6543550" y="1617947"/>
          <a:ext cx="1146171" cy="70797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2390" tIns="72390" rIns="72390" bIns="72390" numCol="1" spcCol="1270" anchor="ctr" anchorCtr="0">
          <a:noAutofit/>
        </a:bodyPr>
        <a:lstStyle/>
        <a:p>
          <a:pPr lvl="0" algn="ctr" defTabSz="844550">
            <a:lnSpc>
              <a:spcPct val="100000"/>
            </a:lnSpc>
            <a:spcBef>
              <a:spcPct val="0"/>
            </a:spcBef>
            <a:spcAft>
              <a:spcPts val="0"/>
            </a:spcAft>
          </a:pPr>
          <a:r>
            <a:rPr lang="zh-CN" altLang="en-US" sz="1900" kern="1200" dirty="0" smtClean="0"/>
            <a:t>社会环境</a:t>
          </a:r>
          <a:endParaRPr lang="zh-CN" altLang="en-US" sz="1900" kern="1200" dirty="0"/>
        </a:p>
      </dsp:txBody>
      <dsp:txXfrm>
        <a:off x="6543550" y="1617947"/>
        <a:ext cx="1146171" cy="707970"/>
      </dsp:txXfrm>
    </dsp:sp>
    <dsp:sp modelId="{9668F0C2-9134-48EA-B415-21B3CEA456DE}">
      <dsp:nvSpPr>
        <dsp:cNvPr id="0" name=""/>
        <dsp:cNvSpPr/>
      </dsp:nvSpPr>
      <dsp:spPr>
        <a:xfrm>
          <a:off x="6442423" y="1516907"/>
          <a:ext cx="275265" cy="275337"/>
        </a:xfrm>
        <a:prstGeom prst="halfFrame">
          <a:avLst>
            <a:gd name="adj1" fmla="val 25770"/>
            <a:gd name="adj2" fmla="val 25770"/>
          </a:avLst>
        </a:prstGeom>
        <a:solidFill>
          <a:schemeClr val="lt1">
            <a:hueOff val="0"/>
            <a:satOff val="0"/>
            <a:lumOff val="0"/>
            <a:alphaOff val="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4E233A3B-58BC-405C-98A3-4F7BFF00EB5C}">
      <dsp:nvSpPr>
        <dsp:cNvPr id="0" name=""/>
        <dsp:cNvSpPr/>
      </dsp:nvSpPr>
      <dsp:spPr>
        <a:xfrm rot="5400000">
          <a:off x="7523519" y="1516943"/>
          <a:ext cx="275337" cy="275265"/>
        </a:xfrm>
        <a:prstGeom prst="halfFrame">
          <a:avLst>
            <a:gd name="adj1" fmla="val 25770"/>
            <a:gd name="adj2" fmla="val 25770"/>
          </a:avLst>
        </a:prstGeom>
        <a:solidFill>
          <a:schemeClr val="lt1">
            <a:hueOff val="0"/>
            <a:satOff val="0"/>
            <a:lumOff val="0"/>
            <a:alphaOff val="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32A1955-B66A-4749-ABC4-E6B02D769492}">
      <dsp:nvSpPr>
        <dsp:cNvPr id="0" name=""/>
        <dsp:cNvSpPr/>
      </dsp:nvSpPr>
      <dsp:spPr>
        <a:xfrm rot="16200000">
          <a:off x="6442387" y="2151794"/>
          <a:ext cx="275337" cy="275265"/>
        </a:xfrm>
        <a:prstGeom prst="halfFrame">
          <a:avLst>
            <a:gd name="adj1" fmla="val 25770"/>
            <a:gd name="adj2" fmla="val 25770"/>
          </a:avLst>
        </a:prstGeom>
        <a:solidFill>
          <a:schemeClr val="lt1">
            <a:hueOff val="0"/>
            <a:satOff val="0"/>
            <a:lumOff val="0"/>
            <a:alphaOff val="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9DB7D922-6220-4309-917D-9174F057CA84}">
      <dsp:nvSpPr>
        <dsp:cNvPr id="0" name=""/>
        <dsp:cNvSpPr/>
      </dsp:nvSpPr>
      <dsp:spPr>
        <a:xfrm rot="10800000">
          <a:off x="7523555" y="2151758"/>
          <a:ext cx="275265" cy="275337"/>
        </a:xfrm>
        <a:prstGeom prst="halfFrame">
          <a:avLst>
            <a:gd name="adj1" fmla="val 25770"/>
            <a:gd name="adj2" fmla="val 25770"/>
          </a:avLst>
        </a:prstGeom>
        <a:solidFill>
          <a:schemeClr val="lt1">
            <a:hueOff val="0"/>
            <a:satOff val="0"/>
            <a:lumOff val="0"/>
            <a:alphaOff val="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0B0F75C-55F2-45FE-BA1D-C5720DE769A9}">
      <dsp:nvSpPr>
        <dsp:cNvPr id="0" name=""/>
        <dsp:cNvSpPr/>
      </dsp:nvSpPr>
      <dsp:spPr>
        <a:xfrm>
          <a:off x="1336711" y="2636902"/>
          <a:ext cx="1527076" cy="1018042"/>
        </a:xfrm>
        <a:prstGeom prst="rect">
          <a:avLst/>
        </a:prstGeom>
        <a:blipFill>
          <a:blip xmlns:r="http://schemas.openxmlformats.org/officeDocument/2006/relationships" r:embed="rId4">
            <a:extLst>
              <a:ext uri="{28A0092B-C50C-407E-A947-70E740481C1C}">
                <a14:useLocalDpi xmlns:a14="http://schemas.microsoft.com/office/drawing/2010/main" val="0"/>
              </a:ext>
            </a:extLst>
          </a:blip>
          <a:srcRect/>
          <a:stretch>
            <a:fillRect l="-28000" r="-28000"/>
          </a:stretch>
        </a:blip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EF426602-9727-48D2-BFC9-3868FB6811B6}">
      <dsp:nvSpPr>
        <dsp:cNvPr id="0" name=""/>
        <dsp:cNvSpPr/>
      </dsp:nvSpPr>
      <dsp:spPr>
        <a:xfrm>
          <a:off x="2538535" y="3449319"/>
          <a:ext cx="1146171" cy="70797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2390" tIns="72390" rIns="72390" bIns="72390" numCol="1" spcCol="1270" anchor="ctr" anchorCtr="0">
          <a:noAutofit/>
        </a:bodyPr>
        <a:lstStyle/>
        <a:p>
          <a:pPr lvl="0" algn="ctr" defTabSz="844550">
            <a:lnSpc>
              <a:spcPct val="100000"/>
            </a:lnSpc>
            <a:spcBef>
              <a:spcPct val="0"/>
            </a:spcBef>
            <a:spcAft>
              <a:spcPts val="0"/>
            </a:spcAft>
          </a:pPr>
          <a:r>
            <a:rPr lang="zh-CN" altLang="en-US" sz="1900" kern="1200" dirty="0" smtClean="0"/>
            <a:t>政治法律</a:t>
          </a:r>
          <a:endParaRPr lang="zh-CN" altLang="en-US" sz="1900" kern="1200" dirty="0"/>
        </a:p>
      </dsp:txBody>
      <dsp:txXfrm>
        <a:off x="2538535" y="3449319"/>
        <a:ext cx="1146171" cy="707970"/>
      </dsp:txXfrm>
    </dsp:sp>
    <dsp:sp modelId="{36806DFD-9A5A-4981-B978-E9D4ADC230EF}">
      <dsp:nvSpPr>
        <dsp:cNvPr id="0" name=""/>
        <dsp:cNvSpPr/>
      </dsp:nvSpPr>
      <dsp:spPr>
        <a:xfrm>
          <a:off x="2437408" y="3348279"/>
          <a:ext cx="275265" cy="275337"/>
        </a:xfrm>
        <a:prstGeom prst="halfFrame">
          <a:avLst>
            <a:gd name="adj1" fmla="val 25770"/>
            <a:gd name="adj2" fmla="val 25770"/>
          </a:avLst>
        </a:prstGeom>
        <a:solidFill>
          <a:schemeClr val="lt1">
            <a:hueOff val="0"/>
            <a:satOff val="0"/>
            <a:lumOff val="0"/>
            <a:alphaOff val="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F727275-4B42-4D8C-BF9C-2AFCF9460013}">
      <dsp:nvSpPr>
        <dsp:cNvPr id="0" name=""/>
        <dsp:cNvSpPr/>
      </dsp:nvSpPr>
      <dsp:spPr>
        <a:xfrm rot="5400000">
          <a:off x="3518505" y="3348314"/>
          <a:ext cx="275337" cy="275265"/>
        </a:xfrm>
        <a:prstGeom prst="halfFrame">
          <a:avLst>
            <a:gd name="adj1" fmla="val 25770"/>
            <a:gd name="adj2" fmla="val 25770"/>
          </a:avLst>
        </a:prstGeom>
        <a:solidFill>
          <a:schemeClr val="lt1">
            <a:hueOff val="0"/>
            <a:satOff val="0"/>
            <a:lumOff val="0"/>
            <a:alphaOff val="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3AFA94B-842C-4896-A9D1-CC0FA61AD76B}">
      <dsp:nvSpPr>
        <dsp:cNvPr id="0" name=""/>
        <dsp:cNvSpPr/>
      </dsp:nvSpPr>
      <dsp:spPr>
        <a:xfrm rot="16200000">
          <a:off x="2437373" y="3983165"/>
          <a:ext cx="275337" cy="275265"/>
        </a:xfrm>
        <a:prstGeom prst="halfFrame">
          <a:avLst>
            <a:gd name="adj1" fmla="val 25770"/>
            <a:gd name="adj2" fmla="val 25770"/>
          </a:avLst>
        </a:prstGeom>
        <a:solidFill>
          <a:schemeClr val="lt1">
            <a:hueOff val="0"/>
            <a:satOff val="0"/>
            <a:lumOff val="0"/>
            <a:alphaOff val="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CE4C832-1FC1-4FAE-A3B2-EABA8BCD0234}">
      <dsp:nvSpPr>
        <dsp:cNvPr id="0" name=""/>
        <dsp:cNvSpPr/>
      </dsp:nvSpPr>
      <dsp:spPr>
        <a:xfrm rot="10800000">
          <a:off x="3518540" y="3983130"/>
          <a:ext cx="275265" cy="275337"/>
        </a:xfrm>
        <a:prstGeom prst="halfFrame">
          <a:avLst>
            <a:gd name="adj1" fmla="val 25770"/>
            <a:gd name="adj2" fmla="val 25770"/>
          </a:avLst>
        </a:prstGeom>
        <a:solidFill>
          <a:schemeClr val="lt1">
            <a:hueOff val="0"/>
            <a:satOff val="0"/>
            <a:lumOff val="0"/>
            <a:alphaOff val="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09C1EFB-DDE2-4F8F-A385-7B41E87E0548}">
      <dsp:nvSpPr>
        <dsp:cNvPr id="0" name=""/>
        <dsp:cNvSpPr/>
      </dsp:nvSpPr>
      <dsp:spPr>
        <a:xfrm>
          <a:off x="4006721" y="2636902"/>
          <a:ext cx="1527076" cy="1018042"/>
        </a:xfrm>
        <a:prstGeom prst="rect">
          <a:avLst/>
        </a:prstGeom>
        <a:blipFill>
          <a:blip xmlns:r="http://schemas.openxmlformats.org/officeDocument/2006/relationships" r:embed="rId5">
            <a:extLst>
              <a:ext uri="{28A0092B-C50C-407E-A947-70E740481C1C}">
                <a14:useLocalDpi xmlns:a14="http://schemas.microsoft.com/office/drawing/2010/main" val="0"/>
              </a:ext>
            </a:extLst>
          </a:blip>
          <a:srcRect/>
          <a:stretch>
            <a:fillRect t="-6000" b="-6000"/>
          </a:stretch>
        </a:blip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99A2E9C1-AD13-446B-9265-F6588616BF05}">
      <dsp:nvSpPr>
        <dsp:cNvPr id="0" name=""/>
        <dsp:cNvSpPr/>
      </dsp:nvSpPr>
      <dsp:spPr>
        <a:xfrm>
          <a:off x="5208545" y="3449319"/>
          <a:ext cx="1146171" cy="70797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2390" tIns="72390" rIns="72390" bIns="72390" numCol="1" spcCol="1270" anchor="ctr" anchorCtr="0">
          <a:noAutofit/>
        </a:bodyPr>
        <a:lstStyle/>
        <a:p>
          <a:pPr lvl="0" algn="ctr" defTabSz="844550">
            <a:lnSpc>
              <a:spcPct val="100000"/>
            </a:lnSpc>
            <a:spcBef>
              <a:spcPct val="0"/>
            </a:spcBef>
            <a:spcAft>
              <a:spcPts val="0"/>
            </a:spcAft>
          </a:pPr>
          <a:r>
            <a:rPr lang="zh-CN" altLang="en-US" sz="1900" kern="1200" dirty="0" smtClean="0"/>
            <a:t>自然资源</a:t>
          </a:r>
          <a:endParaRPr lang="zh-CN" altLang="en-US" sz="1900" kern="1200" dirty="0"/>
        </a:p>
      </dsp:txBody>
      <dsp:txXfrm>
        <a:off x="5208545" y="3449319"/>
        <a:ext cx="1146171" cy="707970"/>
      </dsp:txXfrm>
    </dsp:sp>
    <dsp:sp modelId="{AD99C947-8E8D-4E0B-B149-E57310F9051F}">
      <dsp:nvSpPr>
        <dsp:cNvPr id="0" name=""/>
        <dsp:cNvSpPr/>
      </dsp:nvSpPr>
      <dsp:spPr>
        <a:xfrm>
          <a:off x="5107418" y="3348279"/>
          <a:ext cx="275265" cy="275337"/>
        </a:xfrm>
        <a:prstGeom prst="halfFrame">
          <a:avLst>
            <a:gd name="adj1" fmla="val 25770"/>
            <a:gd name="adj2" fmla="val 25770"/>
          </a:avLst>
        </a:prstGeom>
        <a:solidFill>
          <a:schemeClr val="lt1">
            <a:hueOff val="0"/>
            <a:satOff val="0"/>
            <a:lumOff val="0"/>
            <a:alphaOff val="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AAC9E0B-9EF7-4D0F-84A3-E7542C50ECAB}">
      <dsp:nvSpPr>
        <dsp:cNvPr id="0" name=""/>
        <dsp:cNvSpPr/>
      </dsp:nvSpPr>
      <dsp:spPr>
        <a:xfrm rot="5400000">
          <a:off x="6188514" y="3348314"/>
          <a:ext cx="275337" cy="275265"/>
        </a:xfrm>
        <a:prstGeom prst="halfFrame">
          <a:avLst>
            <a:gd name="adj1" fmla="val 25770"/>
            <a:gd name="adj2" fmla="val 25770"/>
          </a:avLst>
        </a:prstGeom>
        <a:solidFill>
          <a:schemeClr val="lt1">
            <a:hueOff val="0"/>
            <a:satOff val="0"/>
            <a:lumOff val="0"/>
            <a:alphaOff val="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247A550-EF0B-4D0E-B5E2-3AB97615A827}">
      <dsp:nvSpPr>
        <dsp:cNvPr id="0" name=""/>
        <dsp:cNvSpPr/>
      </dsp:nvSpPr>
      <dsp:spPr>
        <a:xfrm rot="16200000">
          <a:off x="5107383" y="3983165"/>
          <a:ext cx="275337" cy="275265"/>
        </a:xfrm>
        <a:prstGeom prst="halfFrame">
          <a:avLst>
            <a:gd name="adj1" fmla="val 25770"/>
            <a:gd name="adj2" fmla="val 25770"/>
          </a:avLst>
        </a:prstGeom>
        <a:solidFill>
          <a:schemeClr val="lt1">
            <a:hueOff val="0"/>
            <a:satOff val="0"/>
            <a:lumOff val="0"/>
            <a:alphaOff val="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B5EAC79-2689-4C3C-9A4F-109DAC1F5357}">
      <dsp:nvSpPr>
        <dsp:cNvPr id="0" name=""/>
        <dsp:cNvSpPr/>
      </dsp:nvSpPr>
      <dsp:spPr>
        <a:xfrm rot="10800000">
          <a:off x="6188550" y="3983130"/>
          <a:ext cx="275265" cy="275337"/>
        </a:xfrm>
        <a:prstGeom prst="halfFrame">
          <a:avLst>
            <a:gd name="adj1" fmla="val 25770"/>
            <a:gd name="adj2" fmla="val 25770"/>
          </a:avLst>
        </a:prstGeom>
        <a:solidFill>
          <a:schemeClr val="lt1">
            <a:hueOff val="0"/>
            <a:satOff val="0"/>
            <a:lumOff val="0"/>
            <a:alphaOff val="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AEADBEE-6BA6-4532-AA95-BD52916069DD}">
      <dsp:nvSpPr>
        <dsp:cNvPr id="0" name=""/>
        <dsp:cNvSpPr/>
      </dsp:nvSpPr>
      <dsp:spPr>
        <a:xfrm>
          <a:off x="1084" y="799468"/>
          <a:ext cx="1531843" cy="1021225"/>
        </a:xfrm>
        <a:prstGeom prst="rect">
          <a:avLst/>
        </a:prstGeom>
        <a:blipFill>
          <a:blip xmlns:r="http://schemas.openxmlformats.org/officeDocument/2006/relationships" r:embed="rId1">
            <a:extLst>
              <a:ext uri="{28A0092B-C50C-407E-A947-70E740481C1C}">
                <a14:useLocalDpi xmlns:a14="http://schemas.microsoft.com/office/drawing/2010/main" val="0"/>
              </a:ext>
            </a:extLst>
          </a:blip>
          <a:srcRect/>
          <a:stretch>
            <a:fillRect t="-5000" b="-5000"/>
          </a:stretch>
        </a:blip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2D165C4E-FA04-4226-91EB-21168989CDDC}">
      <dsp:nvSpPr>
        <dsp:cNvPr id="0" name=""/>
        <dsp:cNvSpPr/>
      </dsp:nvSpPr>
      <dsp:spPr>
        <a:xfrm>
          <a:off x="1153675" y="1577747"/>
          <a:ext cx="1011188" cy="62459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2390" tIns="72390" rIns="72390" bIns="72390" numCol="1" spcCol="1270" anchor="ctr" anchorCtr="0">
          <a:noAutofit/>
        </a:bodyPr>
        <a:lstStyle/>
        <a:p>
          <a:pPr lvl="0" algn="ctr" defTabSz="844550">
            <a:lnSpc>
              <a:spcPct val="100000"/>
            </a:lnSpc>
            <a:spcBef>
              <a:spcPct val="0"/>
            </a:spcBef>
            <a:spcAft>
              <a:spcPts val="0"/>
            </a:spcAft>
          </a:pPr>
          <a:r>
            <a:rPr lang="zh-CN" altLang="en-US" sz="1900" b="0" kern="1200" dirty="0" smtClean="0">
              <a:solidFill>
                <a:schemeClr val="tx1"/>
              </a:solidFill>
            </a:rPr>
            <a:t>顾客</a:t>
          </a:r>
          <a:endParaRPr lang="zh-CN" altLang="en-US" sz="1900" b="0" kern="1200" dirty="0">
            <a:solidFill>
              <a:schemeClr val="tx1"/>
            </a:solidFill>
          </a:endParaRPr>
        </a:p>
      </dsp:txBody>
      <dsp:txXfrm>
        <a:off x="1153675" y="1577747"/>
        <a:ext cx="1011188" cy="624593"/>
      </dsp:txXfrm>
    </dsp:sp>
    <dsp:sp modelId="{2B0C72E5-FDAA-4422-AD6E-6C02948B6A89}">
      <dsp:nvSpPr>
        <dsp:cNvPr id="0" name=""/>
        <dsp:cNvSpPr/>
      </dsp:nvSpPr>
      <dsp:spPr>
        <a:xfrm>
          <a:off x="1064458" y="1488606"/>
          <a:ext cx="242848" cy="242911"/>
        </a:xfrm>
        <a:prstGeom prst="halfFrame">
          <a:avLst>
            <a:gd name="adj1" fmla="val 25770"/>
            <a:gd name="adj2" fmla="val 25770"/>
          </a:avLst>
        </a:prstGeom>
        <a:solidFill>
          <a:schemeClr val="lt1">
            <a:hueOff val="0"/>
            <a:satOff val="0"/>
            <a:lumOff val="0"/>
            <a:alphaOff val="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FC2835B-A69D-4418-AE6D-8198D33EB879}">
      <dsp:nvSpPr>
        <dsp:cNvPr id="0" name=""/>
        <dsp:cNvSpPr/>
      </dsp:nvSpPr>
      <dsp:spPr>
        <a:xfrm rot="5400000">
          <a:off x="2018235" y="1488637"/>
          <a:ext cx="242911" cy="242848"/>
        </a:xfrm>
        <a:prstGeom prst="halfFrame">
          <a:avLst>
            <a:gd name="adj1" fmla="val 25770"/>
            <a:gd name="adj2" fmla="val 25770"/>
          </a:avLst>
        </a:prstGeom>
        <a:solidFill>
          <a:schemeClr val="lt1">
            <a:hueOff val="0"/>
            <a:satOff val="0"/>
            <a:lumOff val="0"/>
            <a:alphaOff val="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959D2C89-02F4-46B9-9B64-35EE0E310764}">
      <dsp:nvSpPr>
        <dsp:cNvPr id="0" name=""/>
        <dsp:cNvSpPr/>
      </dsp:nvSpPr>
      <dsp:spPr>
        <a:xfrm rot="16200000">
          <a:off x="1064426" y="2048723"/>
          <a:ext cx="242911" cy="242848"/>
        </a:xfrm>
        <a:prstGeom prst="halfFrame">
          <a:avLst>
            <a:gd name="adj1" fmla="val 25770"/>
            <a:gd name="adj2" fmla="val 25770"/>
          </a:avLst>
        </a:prstGeom>
        <a:solidFill>
          <a:schemeClr val="lt1">
            <a:hueOff val="0"/>
            <a:satOff val="0"/>
            <a:lumOff val="0"/>
            <a:alphaOff val="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3C09CC2-E87E-48B2-80FD-DE6071FD227D}">
      <dsp:nvSpPr>
        <dsp:cNvPr id="0" name=""/>
        <dsp:cNvSpPr/>
      </dsp:nvSpPr>
      <dsp:spPr>
        <a:xfrm rot="10800000">
          <a:off x="2018266" y="2048692"/>
          <a:ext cx="242848" cy="242911"/>
        </a:xfrm>
        <a:prstGeom prst="halfFrame">
          <a:avLst>
            <a:gd name="adj1" fmla="val 25770"/>
            <a:gd name="adj2" fmla="val 25770"/>
          </a:avLst>
        </a:prstGeom>
        <a:solidFill>
          <a:schemeClr val="lt1">
            <a:hueOff val="0"/>
            <a:satOff val="0"/>
            <a:lumOff val="0"/>
            <a:alphaOff val="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CC1D1CA-367F-4519-84A3-29B0BF5CB8FC}">
      <dsp:nvSpPr>
        <dsp:cNvPr id="0" name=""/>
        <dsp:cNvSpPr/>
      </dsp:nvSpPr>
      <dsp:spPr>
        <a:xfrm>
          <a:off x="2446212" y="799468"/>
          <a:ext cx="1531843" cy="1021225"/>
        </a:xfrm>
        <a:prstGeom prst="rect">
          <a:avLst/>
        </a:prstGeom>
        <a:blipFill>
          <a:blip xmlns:r="http://schemas.openxmlformats.org/officeDocument/2006/relationships" r:embed="rId2">
            <a:extLst>
              <a:ext uri="{28A0092B-C50C-407E-A947-70E740481C1C}">
                <a14:useLocalDpi xmlns:a14="http://schemas.microsoft.com/office/drawing/2010/main" val="0"/>
              </a:ext>
            </a:extLst>
          </a:blip>
          <a:srcRect/>
          <a:stretch>
            <a:fillRect l="-3000" r="-3000"/>
          </a:stretch>
        </a:blip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05EF84C9-4DD0-4394-8220-D00A916C2288}">
      <dsp:nvSpPr>
        <dsp:cNvPr id="0" name=""/>
        <dsp:cNvSpPr/>
      </dsp:nvSpPr>
      <dsp:spPr>
        <a:xfrm>
          <a:off x="3598803" y="1577747"/>
          <a:ext cx="1011188" cy="62459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2390" tIns="72390" rIns="72390" bIns="72390" numCol="1" spcCol="1270" anchor="ctr" anchorCtr="0">
          <a:noAutofit/>
        </a:bodyPr>
        <a:lstStyle/>
        <a:p>
          <a:pPr lvl="0" algn="ctr" defTabSz="844550">
            <a:lnSpc>
              <a:spcPct val="100000"/>
            </a:lnSpc>
            <a:spcBef>
              <a:spcPct val="0"/>
            </a:spcBef>
            <a:spcAft>
              <a:spcPts val="0"/>
            </a:spcAft>
          </a:pPr>
          <a:r>
            <a:rPr lang="zh-CN" altLang="zh-CN" sz="1900" b="0" kern="1200" dirty="0" smtClean="0">
              <a:solidFill>
                <a:schemeClr val="tx1"/>
              </a:solidFill>
            </a:rPr>
            <a:t>供应商</a:t>
          </a:r>
          <a:endParaRPr lang="en-US" altLang="zh-CN" sz="1900" b="0" kern="1200" dirty="0" smtClean="0">
            <a:solidFill>
              <a:schemeClr val="tx1"/>
            </a:solidFill>
          </a:endParaRPr>
        </a:p>
      </dsp:txBody>
      <dsp:txXfrm>
        <a:off x="3598803" y="1577747"/>
        <a:ext cx="1011188" cy="624593"/>
      </dsp:txXfrm>
    </dsp:sp>
    <dsp:sp modelId="{4EB01F87-E91F-4AFC-835F-4E35E479CFC2}">
      <dsp:nvSpPr>
        <dsp:cNvPr id="0" name=""/>
        <dsp:cNvSpPr/>
      </dsp:nvSpPr>
      <dsp:spPr>
        <a:xfrm>
          <a:off x="3509586" y="1488606"/>
          <a:ext cx="242848" cy="242911"/>
        </a:xfrm>
        <a:prstGeom prst="halfFrame">
          <a:avLst>
            <a:gd name="adj1" fmla="val 25770"/>
            <a:gd name="adj2" fmla="val 25770"/>
          </a:avLst>
        </a:prstGeom>
        <a:solidFill>
          <a:schemeClr val="lt1">
            <a:hueOff val="0"/>
            <a:satOff val="0"/>
            <a:lumOff val="0"/>
            <a:alphaOff val="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30E2E59-C266-4E1E-B008-59D36C4E0BF7}">
      <dsp:nvSpPr>
        <dsp:cNvPr id="0" name=""/>
        <dsp:cNvSpPr/>
      </dsp:nvSpPr>
      <dsp:spPr>
        <a:xfrm rot="5400000">
          <a:off x="4463363" y="1488637"/>
          <a:ext cx="242911" cy="242848"/>
        </a:xfrm>
        <a:prstGeom prst="halfFrame">
          <a:avLst>
            <a:gd name="adj1" fmla="val 25770"/>
            <a:gd name="adj2" fmla="val 25770"/>
          </a:avLst>
        </a:prstGeom>
        <a:solidFill>
          <a:schemeClr val="lt1">
            <a:hueOff val="0"/>
            <a:satOff val="0"/>
            <a:lumOff val="0"/>
            <a:alphaOff val="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863EBCE-B424-4417-A9DE-39794D6193C1}">
      <dsp:nvSpPr>
        <dsp:cNvPr id="0" name=""/>
        <dsp:cNvSpPr/>
      </dsp:nvSpPr>
      <dsp:spPr>
        <a:xfrm rot="16200000">
          <a:off x="3509555" y="2048723"/>
          <a:ext cx="242911" cy="242848"/>
        </a:xfrm>
        <a:prstGeom prst="halfFrame">
          <a:avLst>
            <a:gd name="adj1" fmla="val 25770"/>
            <a:gd name="adj2" fmla="val 25770"/>
          </a:avLst>
        </a:prstGeom>
        <a:solidFill>
          <a:schemeClr val="lt1">
            <a:hueOff val="0"/>
            <a:satOff val="0"/>
            <a:lumOff val="0"/>
            <a:alphaOff val="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CD071B7-E6F0-4C2F-A00F-595AFB00B439}">
      <dsp:nvSpPr>
        <dsp:cNvPr id="0" name=""/>
        <dsp:cNvSpPr/>
      </dsp:nvSpPr>
      <dsp:spPr>
        <a:xfrm rot="10800000">
          <a:off x="4463395" y="2048692"/>
          <a:ext cx="242848" cy="242911"/>
        </a:xfrm>
        <a:prstGeom prst="halfFrame">
          <a:avLst>
            <a:gd name="adj1" fmla="val 25770"/>
            <a:gd name="adj2" fmla="val 25770"/>
          </a:avLst>
        </a:prstGeom>
        <a:solidFill>
          <a:schemeClr val="lt1">
            <a:hueOff val="0"/>
            <a:satOff val="0"/>
            <a:lumOff val="0"/>
            <a:alphaOff val="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43B6E45-9DE6-4078-90D0-298D86D58EF2}">
      <dsp:nvSpPr>
        <dsp:cNvPr id="0" name=""/>
        <dsp:cNvSpPr/>
      </dsp:nvSpPr>
      <dsp:spPr>
        <a:xfrm>
          <a:off x="4891341" y="799468"/>
          <a:ext cx="1531843" cy="1021225"/>
        </a:xfrm>
        <a:prstGeom prst="rect">
          <a:avLst/>
        </a:prstGeom>
        <a:blipFill>
          <a:blip xmlns:r="http://schemas.openxmlformats.org/officeDocument/2006/relationships" r:embed="rId3">
            <a:extLst>
              <a:ext uri="{28A0092B-C50C-407E-A947-70E740481C1C}">
                <a14:useLocalDpi xmlns:a14="http://schemas.microsoft.com/office/drawing/2010/main" val="0"/>
              </a:ext>
            </a:extLst>
          </a:blip>
          <a:srcRect/>
          <a:stretch>
            <a:fillRect t="-4000" b="-4000"/>
          </a:stretch>
        </a:blip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56322AF0-3D08-4B40-A577-9C9CAC3611F0}">
      <dsp:nvSpPr>
        <dsp:cNvPr id="0" name=""/>
        <dsp:cNvSpPr/>
      </dsp:nvSpPr>
      <dsp:spPr>
        <a:xfrm>
          <a:off x="6043932" y="1577747"/>
          <a:ext cx="1011188" cy="62459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2390" tIns="72390" rIns="72390" bIns="72390" numCol="1" spcCol="1270" anchor="ctr" anchorCtr="0">
          <a:noAutofit/>
        </a:bodyPr>
        <a:lstStyle/>
        <a:p>
          <a:pPr lvl="0" algn="ctr" defTabSz="844550">
            <a:lnSpc>
              <a:spcPct val="100000"/>
            </a:lnSpc>
            <a:spcBef>
              <a:spcPct val="0"/>
            </a:spcBef>
            <a:spcAft>
              <a:spcPts val="0"/>
            </a:spcAft>
          </a:pPr>
          <a:r>
            <a:rPr lang="zh-CN" altLang="zh-CN" sz="1900" b="0" kern="1200" smtClean="0">
              <a:solidFill>
                <a:schemeClr val="tx1"/>
              </a:solidFill>
              <a:sym typeface="+mn-ea"/>
            </a:rPr>
            <a:t>竞争者</a:t>
          </a:r>
          <a:endParaRPr lang="en-US" altLang="zh-CN" sz="1900" b="0" kern="1200" dirty="0" smtClean="0">
            <a:solidFill>
              <a:schemeClr val="tx1"/>
            </a:solidFill>
          </a:endParaRPr>
        </a:p>
      </dsp:txBody>
      <dsp:txXfrm>
        <a:off x="6043932" y="1577747"/>
        <a:ext cx="1011188" cy="624593"/>
      </dsp:txXfrm>
    </dsp:sp>
    <dsp:sp modelId="{644C8056-2407-4DA0-8990-7C3D7D58D431}">
      <dsp:nvSpPr>
        <dsp:cNvPr id="0" name=""/>
        <dsp:cNvSpPr/>
      </dsp:nvSpPr>
      <dsp:spPr>
        <a:xfrm>
          <a:off x="5954714" y="1488606"/>
          <a:ext cx="242848" cy="242911"/>
        </a:xfrm>
        <a:prstGeom prst="halfFrame">
          <a:avLst>
            <a:gd name="adj1" fmla="val 25770"/>
            <a:gd name="adj2" fmla="val 25770"/>
          </a:avLst>
        </a:prstGeom>
        <a:solidFill>
          <a:schemeClr val="lt1">
            <a:hueOff val="0"/>
            <a:satOff val="0"/>
            <a:lumOff val="0"/>
            <a:alphaOff val="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6BFBDE9-6734-4404-9226-EC06DAA6DF1F}">
      <dsp:nvSpPr>
        <dsp:cNvPr id="0" name=""/>
        <dsp:cNvSpPr/>
      </dsp:nvSpPr>
      <dsp:spPr>
        <a:xfrm rot="5400000">
          <a:off x="6908492" y="1488637"/>
          <a:ext cx="242911" cy="242848"/>
        </a:xfrm>
        <a:prstGeom prst="halfFrame">
          <a:avLst>
            <a:gd name="adj1" fmla="val 25770"/>
            <a:gd name="adj2" fmla="val 25770"/>
          </a:avLst>
        </a:prstGeom>
        <a:solidFill>
          <a:schemeClr val="lt1">
            <a:hueOff val="0"/>
            <a:satOff val="0"/>
            <a:lumOff val="0"/>
            <a:alphaOff val="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A364E1F-53D9-4B37-BE59-D137F8B39D2F}">
      <dsp:nvSpPr>
        <dsp:cNvPr id="0" name=""/>
        <dsp:cNvSpPr/>
      </dsp:nvSpPr>
      <dsp:spPr>
        <a:xfrm rot="16200000">
          <a:off x="5954683" y="2048723"/>
          <a:ext cx="242911" cy="242848"/>
        </a:xfrm>
        <a:prstGeom prst="halfFrame">
          <a:avLst>
            <a:gd name="adj1" fmla="val 25770"/>
            <a:gd name="adj2" fmla="val 25770"/>
          </a:avLst>
        </a:prstGeom>
        <a:solidFill>
          <a:schemeClr val="lt1">
            <a:hueOff val="0"/>
            <a:satOff val="0"/>
            <a:lumOff val="0"/>
            <a:alphaOff val="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3E3CDF7-92E2-4D47-8F59-E5AE6DA6CD62}">
      <dsp:nvSpPr>
        <dsp:cNvPr id="0" name=""/>
        <dsp:cNvSpPr/>
      </dsp:nvSpPr>
      <dsp:spPr>
        <a:xfrm rot="10800000">
          <a:off x="6908523" y="2048692"/>
          <a:ext cx="242848" cy="242911"/>
        </a:xfrm>
        <a:prstGeom prst="halfFrame">
          <a:avLst>
            <a:gd name="adj1" fmla="val 25770"/>
            <a:gd name="adj2" fmla="val 25770"/>
          </a:avLst>
        </a:prstGeom>
        <a:solidFill>
          <a:schemeClr val="lt1">
            <a:hueOff val="0"/>
            <a:satOff val="0"/>
            <a:lumOff val="0"/>
            <a:alphaOff val="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9402C64-55CF-4A39-A195-319E060CDFA8}">
      <dsp:nvSpPr>
        <dsp:cNvPr id="0" name=""/>
        <dsp:cNvSpPr/>
      </dsp:nvSpPr>
      <dsp:spPr>
        <a:xfrm>
          <a:off x="1223648" y="2476700"/>
          <a:ext cx="1531843" cy="1021225"/>
        </a:xfrm>
        <a:prstGeom prst="rect">
          <a:avLst/>
        </a:prstGeom>
        <a:blipFill>
          <a:blip xmlns:r="http://schemas.openxmlformats.org/officeDocument/2006/relationships" r:embed="rId4">
            <a:extLst>
              <a:ext uri="{28A0092B-C50C-407E-A947-70E740481C1C}">
                <a14:useLocalDpi xmlns:a14="http://schemas.microsoft.com/office/drawing/2010/main" val="0"/>
              </a:ext>
            </a:extLst>
          </a:blip>
          <a:srcRect/>
          <a:stretch>
            <a:fillRect l="-2000" r="-2000"/>
          </a:stretch>
        </a:blip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AD18FCE7-F09C-430F-9845-577DE3660F04}">
      <dsp:nvSpPr>
        <dsp:cNvPr id="0" name=""/>
        <dsp:cNvSpPr/>
      </dsp:nvSpPr>
      <dsp:spPr>
        <a:xfrm>
          <a:off x="2376239" y="3254978"/>
          <a:ext cx="1011188" cy="62459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2390" tIns="72390" rIns="72390" bIns="72390" numCol="1" spcCol="1270" anchor="ctr" anchorCtr="0">
          <a:noAutofit/>
        </a:bodyPr>
        <a:lstStyle/>
        <a:p>
          <a:pPr lvl="0" algn="ctr" defTabSz="844550">
            <a:lnSpc>
              <a:spcPct val="100000"/>
            </a:lnSpc>
            <a:spcBef>
              <a:spcPct val="0"/>
            </a:spcBef>
            <a:spcAft>
              <a:spcPts val="0"/>
            </a:spcAft>
          </a:pPr>
          <a:r>
            <a:rPr lang="zh-CN" altLang="zh-CN" sz="1900" b="0" kern="1200" dirty="0" smtClean="0">
              <a:solidFill>
                <a:schemeClr val="tx1"/>
              </a:solidFill>
              <a:sym typeface="+mn-ea"/>
            </a:rPr>
            <a:t>管制</a:t>
          </a:r>
          <a:endParaRPr lang="en-US" altLang="zh-CN" sz="1900" b="0" kern="1200" dirty="0" smtClean="0">
            <a:solidFill>
              <a:schemeClr val="tx1"/>
            </a:solidFill>
            <a:sym typeface="+mn-ea"/>
          </a:endParaRPr>
        </a:p>
        <a:p>
          <a:pPr lvl="0" algn="ctr" defTabSz="844550">
            <a:lnSpc>
              <a:spcPct val="100000"/>
            </a:lnSpc>
            <a:spcBef>
              <a:spcPct val="0"/>
            </a:spcBef>
            <a:spcAft>
              <a:spcPts val="0"/>
            </a:spcAft>
          </a:pPr>
          <a:r>
            <a:rPr lang="zh-CN" altLang="zh-CN" sz="1900" b="0" kern="1200" dirty="0" smtClean="0">
              <a:solidFill>
                <a:schemeClr val="tx1"/>
              </a:solidFill>
              <a:sym typeface="+mn-ea"/>
            </a:rPr>
            <a:t>机构</a:t>
          </a:r>
          <a:endParaRPr lang="en-US" altLang="zh-CN" sz="1900" b="0" kern="1200" dirty="0" smtClean="0">
            <a:solidFill>
              <a:schemeClr val="tx1"/>
            </a:solidFill>
            <a:sym typeface="+mn-ea"/>
          </a:endParaRPr>
        </a:p>
      </dsp:txBody>
      <dsp:txXfrm>
        <a:off x="2376239" y="3254978"/>
        <a:ext cx="1011188" cy="624593"/>
      </dsp:txXfrm>
    </dsp:sp>
    <dsp:sp modelId="{A2E489DB-20F3-403C-B27B-3E42DA73A14B}">
      <dsp:nvSpPr>
        <dsp:cNvPr id="0" name=""/>
        <dsp:cNvSpPr/>
      </dsp:nvSpPr>
      <dsp:spPr>
        <a:xfrm>
          <a:off x="2287022" y="3165838"/>
          <a:ext cx="242848" cy="242911"/>
        </a:xfrm>
        <a:prstGeom prst="halfFrame">
          <a:avLst>
            <a:gd name="adj1" fmla="val 25770"/>
            <a:gd name="adj2" fmla="val 25770"/>
          </a:avLst>
        </a:prstGeom>
        <a:solidFill>
          <a:schemeClr val="lt1">
            <a:hueOff val="0"/>
            <a:satOff val="0"/>
            <a:lumOff val="0"/>
            <a:alphaOff val="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8E631A7-2099-4F5E-9CDF-E6219A9F5FA1}">
      <dsp:nvSpPr>
        <dsp:cNvPr id="0" name=""/>
        <dsp:cNvSpPr/>
      </dsp:nvSpPr>
      <dsp:spPr>
        <a:xfrm rot="5400000">
          <a:off x="3240799" y="3165869"/>
          <a:ext cx="242911" cy="242848"/>
        </a:xfrm>
        <a:prstGeom prst="halfFrame">
          <a:avLst>
            <a:gd name="adj1" fmla="val 25770"/>
            <a:gd name="adj2" fmla="val 25770"/>
          </a:avLst>
        </a:prstGeom>
        <a:solidFill>
          <a:schemeClr val="lt1">
            <a:hueOff val="0"/>
            <a:satOff val="0"/>
            <a:lumOff val="0"/>
            <a:alphaOff val="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008CEB41-5194-42D7-9681-814978AAE429}">
      <dsp:nvSpPr>
        <dsp:cNvPr id="0" name=""/>
        <dsp:cNvSpPr/>
      </dsp:nvSpPr>
      <dsp:spPr>
        <a:xfrm rot="16200000">
          <a:off x="2286990" y="3725955"/>
          <a:ext cx="242911" cy="242848"/>
        </a:xfrm>
        <a:prstGeom prst="halfFrame">
          <a:avLst>
            <a:gd name="adj1" fmla="val 25770"/>
            <a:gd name="adj2" fmla="val 25770"/>
          </a:avLst>
        </a:prstGeom>
        <a:solidFill>
          <a:schemeClr val="lt1">
            <a:hueOff val="0"/>
            <a:satOff val="0"/>
            <a:lumOff val="0"/>
            <a:alphaOff val="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EA92AD4-F9A0-476F-937F-A0531DC08200}">
      <dsp:nvSpPr>
        <dsp:cNvPr id="0" name=""/>
        <dsp:cNvSpPr/>
      </dsp:nvSpPr>
      <dsp:spPr>
        <a:xfrm rot="10800000">
          <a:off x="3240830" y="3725923"/>
          <a:ext cx="242848" cy="242911"/>
        </a:xfrm>
        <a:prstGeom prst="halfFrame">
          <a:avLst>
            <a:gd name="adj1" fmla="val 25770"/>
            <a:gd name="adj2" fmla="val 25770"/>
          </a:avLst>
        </a:prstGeom>
        <a:solidFill>
          <a:schemeClr val="lt1">
            <a:hueOff val="0"/>
            <a:satOff val="0"/>
            <a:lumOff val="0"/>
            <a:alphaOff val="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F0BF88A-33D8-4CD1-8CA3-A7B748D6B042}">
      <dsp:nvSpPr>
        <dsp:cNvPr id="0" name=""/>
        <dsp:cNvSpPr/>
      </dsp:nvSpPr>
      <dsp:spPr>
        <a:xfrm>
          <a:off x="3668776" y="2476700"/>
          <a:ext cx="1531843" cy="1021225"/>
        </a:xfrm>
        <a:prstGeom prst="rect">
          <a:avLst/>
        </a:prstGeom>
        <a:blipFill>
          <a:blip xmlns:r="http://schemas.openxmlformats.org/officeDocument/2006/relationships" r:embed="rId5">
            <a:extLst>
              <a:ext uri="{28A0092B-C50C-407E-A947-70E740481C1C}">
                <a14:useLocalDpi xmlns:a14="http://schemas.microsoft.com/office/drawing/2010/main" val="0"/>
              </a:ext>
            </a:extLst>
          </a:blip>
          <a:srcRect/>
          <a:stretch>
            <a:fillRect t="-30000" b="-30000"/>
          </a:stretch>
        </a:blip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C3124840-0970-4BD6-AFBC-3B976BA7095C}">
      <dsp:nvSpPr>
        <dsp:cNvPr id="0" name=""/>
        <dsp:cNvSpPr/>
      </dsp:nvSpPr>
      <dsp:spPr>
        <a:xfrm>
          <a:off x="4821367" y="3254978"/>
          <a:ext cx="1011188" cy="62459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2390" tIns="72390" rIns="72390" bIns="72390" numCol="1" spcCol="1270" anchor="ctr" anchorCtr="0">
          <a:noAutofit/>
        </a:bodyPr>
        <a:lstStyle/>
        <a:p>
          <a:pPr lvl="0" algn="ctr" defTabSz="844550">
            <a:lnSpc>
              <a:spcPct val="100000"/>
            </a:lnSpc>
            <a:spcBef>
              <a:spcPct val="0"/>
            </a:spcBef>
            <a:spcAft>
              <a:spcPts val="0"/>
            </a:spcAft>
          </a:pPr>
          <a:r>
            <a:rPr lang="zh-CN" altLang="zh-CN" sz="1900" b="0" kern="1200" dirty="0" smtClean="0">
              <a:solidFill>
                <a:schemeClr val="tx1"/>
              </a:solidFill>
              <a:sym typeface="+mn-ea"/>
            </a:rPr>
            <a:t>战略同盟伙伴</a:t>
          </a:r>
        </a:p>
      </dsp:txBody>
      <dsp:txXfrm>
        <a:off x="4821367" y="3254978"/>
        <a:ext cx="1011188" cy="624593"/>
      </dsp:txXfrm>
    </dsp:sp>
    <dsp:sp modelId="{9A1A14D5-4D0D-4F2C-9B9F-817400C40983}">
      <dsp:nvSpPr>
        <dsp:cNvPr id="0" name=""/>
        <dsp:cNvSpPr/>
      </dsp:nvSpPr>
      <dsp:spPr>
        <a:xfrm>
          <a:off x="4732150" y="3165838"/>
          <a:ext cx="242848" cy="242911"/>
        </a:xfrm>
        <a:prstGeom prst="halfFrame">
          <a:avLst>
            <a:gd name="adj1" fmla="val 25770"/>
            <a:gd name="adj2" fmla="val 25770"/>
          </a:avLst>
        </a:prstGeom>
        <a:solidFill>
          <a:schemeClr val="lt1">
            <a:hueOff val="0"/>
            <a:satOff val="0"/>
            <a:lumOff val="0"/>
            <a:alphaOff val="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0E32DC5-3F40-45C7-ABF5-5A708C0FB7BA}">
      <dsp:nvSpPr>
        <dsp:cNvPr id="0" name=""/>
        <dsp:cNvSpPr/>
      </dsp:nvSpPr>
      <dsp:spPr>
        <a:xfrm rot="5400000">
          <a:off x="5685927" y="3165869"/>
          <a:ext cx="242911" cy="242848"/>
        </a:xfrm>
        <a:prstGeom prst="halfFrame">
          <a:avLst>
            <a:gd name="adj1" fmla="val 25770"/>
            <a:gd name="adj2" fmla="val 25770"/>
          </a:avLst>
        </a:prstGeom>
        <a:solidFill>
          <a:schemeClr val="lt1">
            <a:hueOff val="0"/>
            <a:satOff val="0"/>
            <a:lumOff val="0"/>
            <a:alphaOff val="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BF5E298-F5B6-4DF8-9342-DBD98C20D4C4}">
      <dsp:nvSpPr>
        <dsp:cNvPr id="0" name=""/>
        <dsp:cNvSpPr/>
      </dsp:nvSpPr>
      <dsp:spPr>
        <a:xfrm rot="16200000">
          <a:off x="4732119" y="3725955"/>
          <a:ext cx="242911" cy="242848"/>
        </a:xfrm>
        <a:prstGeom prst="halfFrame">
          <a:avLst>
            <a:gd name="adj1" fmla="val 25770"/>
            <a:gd name="adj2" fmla="val 25770"/>
          </a:avLst>
        </a:prstGeom>
        <a:solidFill>
          <a:schemeClr val="lt1">
            <a:hueOff val="0"/>
            <a:satOff val="0"/>
            <a:lumOff val="0"/>
            <a:alphaOff val="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4F9A41C-466F-423B-A40B-4BC780C72771}">
      <dsp:nvSpPr>
        <dsp:cNvPr id="0" name=""/>
        <dsp:cNvSpPr/>
      </dsp:nvSpPr>
      <dsp:spPr>
        <a:xfrm rot="10800000">
          <a:off x="5685959" y="3725923"/>
          <a:ext cx="242848" cy="242911"/>
        </a:xfrm>
        <a:prstGeom prst="halfFrame">
          <a:avLst>
            <a:gd name="adj1" fmla="val 25770"/>
            <a:gd name="adj2" fmla="val 25770"/>
          </a:avLst>
        </a:prstGeom>
        <a:solidFill>
          <a:schemeClr val="lt1">
            <a:hueOff val="0"/>
            <a:satOff val="0"/>
            <a:lumOff val="0"/>
            <a:alphaOff val="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7D32210-0B52-48EB-818D-C29B00F9B460}">
      <dsp:nvSpPr>
        <dsp:cNvPr id="0" name=""/>
        <dsp:cNvSpPr/>
      </dsp:nvSpPr>
      <dsp:spPr>
        <a:xfrm>
          <a:off x="775274" y="231162"/>
          <a:ext cx="2833154" cy="983917"/>
        </a:xfrm>
        <a:prstGeom prst="ellipse">
          <a:avLst/>
        </a:prstGeom>
        <a:solidFill>
          <a:schemeClr val="accent2">
            <a:tint val="50000"/>
            <a:alpha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F33DB8B-3B85-445F-92AE-914C7875792D}">
      <dsp:nvSpPr>
        <dsp:cNvPr id="0" name=""/>
        <dsp:cNvSpPr/>
      </dsp:nvSpPr>
      <dsp:spPr>
        <a:xfrm>
          <a:off x="1921713" y="2640441"/>
          <a:ext cx="549061" cy="351399"/>
        </a:xfrm>
        <a:prstGeom prst="downArrow">
          <a:avLst/>
        </a:prstGeom>
        <a:solidFill>
          <a:schemeClr val="accent2">
            <a:tint val="6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88EF4301-D6C0-4724-875B-5812A81287B0}">
      <dsp:nvSpPr>
        <dsp:cNvPr id="0" name=""/>
        <dsp:cNvSpPr/>
      </dsp:nvSpPr>
      <dsp:spPr>
        <a:xfrm>
          <a:off x="878497" y="2921561"/>
          <a:ext cx="2635492" cy="65887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8016" tIns="128016" rIns="128016" bIns="128016" numCol="1" spcCol="1270" anchor="ctr" anchorCtr="0">
          <a:noAutofit/>
        </a:bodyPr>
        <a:lstStyle/>
        <a:p>
          <a:pPr lvl="0" algn="ctr" defTabSz="800100">
            <a:lnSpc>
              <a:spcPct val="100000"/>
            </a:lnSpc>
            <a:spcBef>
              <a:spcPct val="0"/>
            </a:spcBef>
            <a:spcAft>
              <a:spcPts val="0"/>
            </a:spcAft>
          </a:pPr>
          <a:r>
            <a:rPr lang="zh-CN" altLang="en-US" sz="1800" kern="1200" dirty="0" smtClean="0"/>
            <a:t>物质环境</a:t>
          </a:r>
          <a:endParaRPr lang="zh-CN" altLang="en-US" sz="1800" kern="1200" dirty="0"/>
        </a:p>
      </dsp:txBody>
      <dsp:txXfrm>
        <a:off x="878497" y="2921561"/>
        <a:ext cx="2635492" cy="658873"/>
      </dsp:txXfrm>
    </dsp:sp>
    <dsp:sp modelId="{973DC1DF-F0CC-4AE4-A864-EFEB11A15852}">
      <dsp:nvSpPr>
        <dsp:cNvPr id="0" name=""/>
        <dsp:cNvSpPr/>
      </dsp:nvSpPr>
      <dsp:spPr>
        <a:xfrm>
          <a:off x="1805312" y="1291069"/>
          <a:ext cx="988309" cy="988309"/>
        </a:xfrm>
        <a:prstGeom prst="ellipse">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9050" tIns="19050" rIns="19050" bIns="19050" numCol="1" spcCol="1270" anchor="ctr" anchorCtr="0">
          <a:noAutofit/>
        </a:bodyPr>
        <a:lstStyle/>
        <a:p>
          <a:pPr lvl="0" algn="ctr" defTabSz="666750">
            <a:lnSpc>
              <a:spcPct val="100000"/>
            </a:lnSpc>
            <a:spcBef>
              <a:spcPct val="0"/>
            </a:spcBef>
            <a:spcAft>
              <a:spcPts val="0"/>
            </a:spcAft>
          </a:pPr>
          <a:r>
            <a:rPr lang="zh-CN" altLang="zh-CN" sz="1500" kern="1200" dirty="0" smtClean="0">
              <a:solidFill>
                <a:schemeClr val="bg1"/>
              </a:solidFill>
            </a:rPr>
            <a:t>财力资源环境</a:t>
          </a:r>
          <a:endParaRPr lang="zh-CN" altLang="en-US" sz="1500" kern="1200" dirty="0">
            <a:solidFill>
              <a:schemeClr val="bg1"/>
            </a:solidFill>
          </a:endParaRPr>
        </a:p>
      </dsp:txBody>
      <dsp:txXfrm>
        <a:off x="1950047" y="1435804"/>
        <a:ext cx="698839" cy="698839"/>
      </dsp:txXfrm>
    </dsp:sp>
    <dsp:sp modelId="{34D39956-0F8E-4621-98D8-5B01B793986D}">
      <dsp:nvSpPr>
        <dsp:cNvPr id="0" name=""/>
        <dsp:cNvSpPr/>
      </dsp:nvSpPr>
      <dsp:spPr>
        <a:xfrm>
          <a:off x="1098121" y="549617"/>
          <a:ext cx="988309" cy="988309"/>
        </a:xfrm>
        <a:prstGeom prst="ellipse">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9050" tIns="19050" rIns="19050" bIns="19050" numCol="1" spcCol="1270" anchor="ctr" anchorCtr="0">
          <a:noAutofit/>
        </a:bodyPr>
        <a:lstStyle/>
        <a:p>
          <a:pPr lvl="0" algn="ctr" defTabSz="666750">
            <a:lnSpc>
              <a:spcPct val="100000"/>
            </a:lnSpc>
            <a:spcBef>
              <a:spcPct val="0"/>
            </a:spcBef>
            <a:spcAft>
              <a:spcPts val="0"/>
            </a:spcAft>
          </a:pPr>
          <a:r>
            <a:rPr lang="zh-CN" altLang="zh-CN" sz="1500" kern="1200" dirty="0" smtClean="0">
              <a:solidFill>
                <a:schemeClr val="bg1"/>
              </a:solidFill>
            </a:rPr>
            <a:t>物力资源环境</a:t>
          </a:r>
          <a:endParaRPr lang="zh-CN" altLang="en-US" sz="1500" kern="1200" dirty="0">
            <a:solidFill>
              <a:schemeClr val="bg1"/>
            </a:solidFill>
          </a:endParaRPr>
        </a:p>
      </dsp:txBody>
      <dsp:txXfrm>
        <a:off x="1242856" y="694352"/>
        <a:ext cx="698839" cy="698839"/>
      </dsp:txXfrm>
    </dsp:sp>
    <dsp:sp modelId="{9FAD7717-7EC8-4D2F-9D61-E911C6AC57DE}">
      <dsp:nvSpPr>
        <dsp:cNvPr id="0" name=""/>
        <dsp:cNvSpPr/>
      </dsp:nvSpPr>
      <dsp:spPr>
        <a:xfrm>
          <a:off x="2108394" y="310666"/>
          <a:ext cx="988309" cy="988309"/>
        </a:xfrm>
        <a:prstGeom prst="ellipse">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9050" tIns="19050" rIns="19050" bIns="19050" numCol="1" spcCol="1270" anchor="ctr" anchorCtr="0">
          <a:noAutofit/>
        </a:bodyPr>
        <a:lstStyle/>
        <a:p>
          <a:pPr lvl="0" algn="ctr" defTabSz="666750">
            <a:lnSpc>
              <a:spcPct val="100000"/>
            </a:lnSpc>
            <a:spcBef>
              <a:spcPct val="0"/>
            </a:spcBef>
            <a:spcAft>
              <a:spcPts val="0"/>
            </a:spcAft>
          </a:pPr>
          <a:r>
            <a:rPr lang="zh-CN" altLang="zh-CN" sz="1500" kern="1200" dirty="0" smtClean="0">
              <a:solidFill>
                <a:schemeClr val="bg1"/>
              </a:solidFill>
            </a:rPr>
            <a:t>人力资源环境</a:t>
          </a:r>
          <a:endParaRPr lang="zh-CN" altLang="en-US" sz="1500" kern="1200" dirty="0">
            <a:solidFill>
              <a:schemeClr val="bg1"/>
            </a:solidFill>
          </a:endParaRPr>
        </a:p>
      </dsp:txBody>
      <dsp:txXfrm>
        <a:off x="2253129" y="455401"/>
        <a:ext cx="698839" cy="698839"/>
      </dsp:txXfrm>
    </dsp:sp>
    <dsp:sp modelId="{03AB429F-6414-4933-86FE-37B97D679078}">
      <dsp:nvSpPr>
        <dsp:cNvPr id="0" name=""/>
        <dsp:cNvSpPr/>
      </dsp:nvSpPr>
      <dsp:spPr>
        <a:xfrm>
          <a:off x="658873" y="110368"/>
          <a:ext cx="3074741" cy="2459793"/>
        </a:xfrm>
        <a:prstGeom prst="funnel">
          <a:avLst/>
        </a:prstGeom>
        <a:solidFill>
          <a:schemeClr val="lt1">
            <a:alpha val="40000"/>
            <a:hueOff val="0"/>
            <a:satOff val="0"/>
            <a:lumOff val="0"/>
            <a:alphaOff val="0"/>
          </a:schemeClr>
        </a:solidFill>
        <a:ln w="6350" cap="flat" cmpd="sng" algn="ctr">
          <a:solidFill>
            <a:schemeClr val="accent2">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7D32210-0B52-48EB-818D-C29B00F9B460}">
      <dsp:nvSpPr>
        <dsp:cNvPr id="0" name=""/>
        <dsp:cNvSpPr/>
      </dsp:nvSpPr>
      <dsp:spPr>
        <a:xfrm>
          <a:off x="775274" y="231162"/>
          <a:ext cx="2833154" cy="983917"/>
        </a:xfrm>
        <a:prstGeom prst="ellipse">
          <a:avLst/>
        </a:prstGeom>
        <a:solidFill>
          <a:schemeClr val="accent2">
            <a:tint val="50000"/>
            <a:alpha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F33DB8B-3B85-445F-92AE-914C7875792D}">
      <dsp:nvSpPr>
        <dsp:cNvPr id="0" name=""/>
        <dsp:cNvSpPr/>
      </dsp:nvSpPr>
      <dsp:spPr>
        <a:xfrm>
          <a:off x="1921713" y="2640441"/>
          <a:ext cx="549061" cy="351399"/>
        </a:xfrm>
        <a:prstGeom prst="downArrow">
          <a:avLst/>
        </a:prstGeom>
        <a:solidFill>
          <a:schemeClr val="accent2">
            <a:tint val="6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88EF4301-D6C0-4724-875B-5812A81287B0}">
      <dsp:nvSpPr>
        <dsp:cNvPr id="0" name=""/>
        <dsp:cNvSpPr/>
      </dsp:nvSpPr>
      <dsp:spPr>
        <a:xfrm>
          <a:off x="878497" y="2921561"/>
          <a:ext cx="2635492" cy="65887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8016" tIns="128016" rIns="128016" bIns="128016" numCol="1" spcCol="1270" anchor="ctr" anchorCtr="0">
          <a:noAutofit/>
        </a:bodyPr>
        <a:lstStyle/>
        <a:p>
          <a:pPr lvl="0" algn="ctr" defTabSz="800100">
            <a:lnSpc>
              <a:spcPct val="100000"/>
            </a:lnSpc>
            <a:spcBef>
              <a:spcPct val="0"/>
            </a:spcBef>
            <a:spcAft>
              <a:spcPts val="0"/>
            </a:spcAft>
          </a:pPr>
          <a:r>
            <a:rPr lang="zh-CN" altLang="en-US" sz="1800" kern="1200" dirty="0" smtClean="0">
              <a:solidFill>
                <a:schemeClr val="tx1"/>
              </a:solidFill>
            </a:rPr>
            <a:t>文化环境</a:t>
          </a:r>
          <a:endParaRPr lang="zh-CN" altLang="en-US" sz="1800" kern="1200" dirty="0">
            <a:solidFill>
              <a:schemeClr val="tx1"/>
            </a:solidFill>
          </a:endParaRPr>
        </a:p>
      </dsp:txBody>
      <dsp:txXfrm>
        <a:off x="878497" y="2921561"/>
        <a:ext cx="2635492" cy="658873"/>
      </dsp:txXfrm>
    </dsp:sp>
    <dsp:sp modelId="{0A6530A6-E583-4419-9FCC-989158B11A35}">
      <dsp:nvSpPr>
        <dsp:cNvPr id="0" name=""/>
        <dsp:cNvSpPr/>
      </dsp:nvSpPr>
      <dsp:spPr>
        <a:xfrm>
          <a:off x="1805312" y="1291069"/>
          <a:ext cx="988309" cy="988309"/>
        </a:xfrm>
        <a:prstGeom prst="ellipse">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9050" tIns="19050" rIns="19050" bIns="19050" numCol="1" spcCol="1270" anchor="ctr" anchorCtr="0">
          <a:noAutofit/>
        </a:bodyPr>
        <a:lstStyle/>
        <a:p>
          <a:pPr lvl="0" algn="ctr" defTabSz="666750">
            <a:lnSpc>
              <a:spcPct val="100000"/>
            </a:lnSpc>
            <a:spcBef>
              <a:spcPct val="0"/>
            </a:spcBef>
            <a:spcAft>
              <a:spcPts val="0"/>
            </a:spcAft>
          </a:pPr>
          <a:r>
            <a:rPr lang="zh-CN" altLang="en-US" sz="1500" kern="1200" dirty="0" smtClean="0">
              <a:solidFill>
                <a:schemeClr val="bg1"/>
              </a:solidFill>
            </a:rPr>
            <a:t>准则</a:t>
          </a:r>
          <a:endParaRPr lang="zh-CN" altLang="en-US" sz="1500" kern="1200" dirty="0">
            <a:solidFill>
              <a:schemeClr val="bg1"/>
            </a:solidFill>
          </a:endParaRPr>
        </a:p>
      </dsp:txBody>
      <dsp:txXfrm>
        <a:off x="1950047" y="1435804"/>
        <a:ext cx="698839" cy="698839"/>
      </dsp:txXfrm>
    </dsp:sp>
    <dsp:sp modelId="{6026B9FC-AB86-411B-A182-DD5BA0F0A6B3}">
      <dsp:nvSpPr>
        <dsp:cNvPr id="0" name=""/>
        <dsp:cNvSpPr/>
      </dsp:nvSpPr>
      <dsp:spPr>
        <a:xfrm>
          <a:off x="1098121" y="549617"/>
          <a:ext cx="988309" cy="988309"/>
        </a:xfrm>
        <a:prstGeom prst="ellipse">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9050" tIns="19050" rIns="19050" bIns="19050" numCol="1" spcCol="1270" anchor="ctr" anchorCtr="0">
          <a:noAutofit/>
        </a:bodyPr>
        <a:lstStyle/>
        <a:p>
          <a:pPr lvl="0" algn="ctr" defTabSz="666750">
            <a:lnSpc>
              <a:spcPct val="100000"/>
            </a:lnSpc>
            <a:spcBef>
              <a:spcPct val="0"/>
            </a:spcBef>
            <a:spcAft>
              <a:spcPts val="0"/>
            </a:spcAft>
          </a:pPr>
          <a:r>
            <a:rPr lang="zh-CN" altLang="en-US" sz="1500" kern="1200" dirty="0" smtClean="0">
              <a:solidFill>
                <a:schemeClr val="bg1"/>
              </a:solidFill>
            </a:rPr>
            <a:t>信仰、价值观</a:t>
          </a:r>
          <a:endParaRPr lang="zh-CN" altLang="en-US" sz="1500" kern="1200" dirty="0">
            <a:solidFill>
              <a:schemeClr val="bg1"/>
            </a:solidFill>
          </a:endParaRPr>
        </a:p>
      </dsp:txBody>
      <dsp:txXfrm>
        <a:off x="1242856" y="694352"/>
        <a:ext cx="698839" cy="698839"/>
      </dsp:txXfrm>
    </dsp:sp>
    <dsp:sp modelId="{9FAD7717-7EC8-4D2F-9D61-E911C6AC57DE}">
      <dsp:nvSpPr>
        <dsp:cNvPr id="0" name=""/>
        <dsp:cNvSpPr/>
      </dsp:nvSpPr>
      <dsp:spPr>
        <a:xfrm>
          <a:off x="2108394" y="310666"/>
          <a:ext cx="988309" cy="988309"/>
        </a:xfrm>
        <a:prstGeom prst="ellipse">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9050" tIns="19050" rIns="19050" bIns="19050" numCol="1" spcCol="1270" anchor="ctr" anchorCtr="0">
          <a:noAutofit/>
        </a:bodyPr>
        <a:lstStyle/>
        <a:p>
          <a:pPr lvl="0" algn="ctr" defTabSz="666750">
            <a:lnSpc>
              <a:spcPct val="100000"/>
            </a:lnSpc>
            <a:spcBef>
              <a:spcPct val="0"/>
            </a:spcBef>
            <a:spcAft>
              <a:spcPts val="0"/>
            </a:spcAft>
          </a:pPr>
          <a:r>
            <a:rPr lang="zh-CN" altLang="en-US" sz="1500" kern="1200" dirty="0" smtClean="0">
              <a:solidFill>
                <a:schemeClr val="bg1"/>
              </a:solidFill>
            </a:rPr>
            <a:t>成员</a:t>
          </a:r>
          <a:r>
            <a:rPr lang="zh-CN" altLang="zh-CN" sz="1500" kern="1200" dirty="0" smtClean="0">
              <a:solidFill>
                <a:schemeClr val="bg1"/>
              </a:solidFill>
            </a:rPr>
            <a:t>行为方式</a:t>
          </a:r>
          <a:endParaRPr lang="zh-CN" altLang="en-US" sz="1500" kern="1200" dirty="0">
            <a:solidFill>
              <a:schemeClr val="bg1"/>
            </a:solidFill>
          </a:endParaRPr>
        </a:p>
      </dsp:txBody>
      <dsp:txXfrm>
        <a:off x="2253129" y="455401"/>
        <a:ext cx="698839" cy="698839"/>
      </dsp:txXfrm>
    </dsp:sp>
    <dsp:sp modelId="{03AB429F-6414-4933-86FE-37B97D679078}">
      <dsp:nvSpPr>
        <dsp:cNvPr id="0" name=""/>
        <dsp:cNvSpPr/>
      </dsp:nvSpPr>
      <dsp:spPr>
        <a:xfrm>
          <a:off x="658873" y="110368"/>
          <a:ext cx="3074741" cy="2459793"/>
        </a:xfrm>
        <a:prstGeom prst="funnel">
          <a:avLst/>
        </a:prstGeom>
        <a:solidFill>
          <a:schemeClr val="lt1">
            <a:alpha val="40000"/>
            <a:hueOff val="0"/>
            <a:satOff val="0"/>
            <a:lumOff val="0"/>
            <a:alphaOff val="0"/>
          </a:schemeClr>
        </a:solidFill>
        <a:ln w="6350" cap="flat" cmpd="sng" algn="ctr">
          <a:solidFill>
            <a:schemeClr val="accent2">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7A02BE0-1619-4B8D-9A83-98C82150B875}">
      <dsp:nvSpPr>
        <dsp:cNvPr id="0" name=""/>
        <dsp:cNvSpPr/>
      </dsp:nvSpPr>
      <dsp:spPr>
        <a:xfrm rot="16200000">
          <a:off x="117428" y="791231"/>
          <a:ext cx="1675448" cy="1023876"/>
        </a:xfrm>
        <a:prstGeom prst="round2SameRect">
          <a:avLst>
            <a:gd name="adj1" fmla="val 16670"/>
            <a:gd name="adj2" fmla="val 0"/>
          </a:avLst>
        </a:prstGeom>
        <a:solidFill>
          <a:schemeClr val="accent2">
            <a:tint val="40000"/>
            <a:hueOff val="0"/>
            <a:satOff val="0"/>
            <a:lumOff val="0"/>
            <a:alphaOff val="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02870" tIns="171450" rIns="154305" bIns="171450" numCol="1" spcCol="1270" anchor="t" anchorCtr="0">
          <a:noAutofit/>
        </a:bodyPr>
        <a:lstStyle/>
        <a:p>
          <a:pPr lvl="0" algn="l" defTabSz="1200150">
            <a:lnSpc>
              <a:spcPct val="100000"/>
            </a:lnSpc>
            <a:spcBef>
              <a:spcPct val="0"/>
            </a:spcBef>
            <a:spcAft>
              <a:spcPts val="0"/>
            </a:spcAft>
          </a:pPr>
          <a:r>
            <a:rPr lang="zh-CN" altLang="en-US" sz="2700" kern="1200" dirty="0" smtClean="0"/>
            <a:t>一般环境</a:t>
          </a:r>
          <a:endParaRPr lang="zh-CN" altLang="en-US" sz="2700" kern="1200" dirty="0"/>
        </a:p>
      </dsp:txBody>
      <dsp:txXfrm rot="5400000">
        <a:off x="493205" y="515437"/>
        <a:ext cx="973885" cy="1575466"/>
      </dsp:txXfrm>
    </dsp:sp>
    <dsp:sp modelId="{189E8A34-6D3D-4C98-B211-88BB779D9CC6}">
      <dsp:nvSpPr>
        <dsp:cNvPr id="0" name=""/>
        <dsp:cNvSpPr/>
      </dsp:nvSpPr>
      <dsp:spPr>
        <a:xfrm rot="5400000">
          <a:off x="1187797" y="791231"/>
          <a:ext cx="1675448" cy="1023876"/>
        </a:xfrm>
        <a:prstGeom prst="round2SameRect">
          <a:avLst>
            <a:gd name="adj1" fmla="val 16670"/>
            <a:gd name="adj2" fmla="val 0"/>
          </a:avLst>
        </a:prstGeom>
        <a:solidFill>
          <a:schemeClr val="accent2">
            <a:tint val="40000"/>
            <a:hueOff val="0"/>
            <a:satOff val="0"/>
            <a:lumOff val="0"/>
            <a:alphaOff val="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54305" tIns="171450" rIns="102870" bIns="171450" numCol="1" spcCol="1270" anchor="t" anchorCtr="0">
          <a:noAutofit/>
        </a:bodyPr>
        <a:lstStyle/>
        <a:p>
          <a:pPr lvl="0" algn="l" defTabSz="1200150">
            <a:lnSpc>
              <a:spcPct val="100000"/>
            </a:lnSpc>
            <a:spcBef>
              <a:spcPct val="0"/>
            </a:spcBef>
            <a:spcAft>
              <a:spcPts val="0"/>
            </a:spcAft>
          </a:pPr>
          <a:r>
            <a:rPr lang="zh-CN" altLang="en-US" sz="2700" kern="1200" dirty="0" smtClean="0"/>
            <a:t>具体环境</a:t>
          </a:r>
          <a:endParaRPr lang="zh-CN" altLang="en-US" sz="2700" kern="1200" dirty="0"/>
        </a:p>
      </dsp:txBody>
      <dsp:txXfrm rot="-5400000">
        <a:off x="1513583" y="515437"/>
        <a:ext cx="973885" cy="1575466"/>
      </dsp:txXfrm>
    </dsp:sp>
    <dsp:sp modelId="{BBD9A277-8B0B-497E-BD49-880B4761F94F}">
      <dsp:nvSpPr>
        <dsp:cNvPr id="0" name=""/>
        <dsp:cNvSpPr/>
      </dsp:nvSpPr>
      <dsp:spPr>
        <a:xfrm>
          <a:off x="955047" y="0"/>
          <a:ext cx="1070369" cy="1070317"/>
        </a:xfrm>
        <a:prstGeom prst="circularArrow">
          <a:avLst>
            <a:gd name="adj1" fmla="val 12500"/>
            <a:gd name="adj2" fmla="val 1142322"/>
            <a:gd name="adj3" fmla="val 20457678"/>
            <a:gd name="adj4" fmla="val 10800000"/>
            <a:gd name="adj5" fmla="val 12500"/>
          </a:avLst>
        </a:prstGeom>
        <a:solidFill>
          <a:schemeClr val="lt1">
            <a:hueOff val="0"/>
            <a:satOff val="0"/>
            <a:lumOff val="0"/>
            <a:alphaOff val="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E46D118-A9EB-4261-8806-B69179533B67}">
      <dsp:nvSpPr>
        <dsp:cNvPr id="0" name=""/>
        <dsp:cNvSpPr/>
      </dsp:nvSpPr>
      <dsp:spPr>
        <a:xfrm rot="10800000">
          <a:off x="955047" y="1535762"/>
          <a:ext cx="1070369" cy="1070317"/>
        </a:xfrm>
        <a:prstGeom prst="circularArrow">
          <a:avLst>
            <a:gd name="adj1" fmla="val 12500"/>
            <a:gd name="adj2" fmla="val 1142322"/>
            <a:gd name="adj3" fmla="val 20457678"/>
            <a:gd name="adj4" fmla="val 10800000"/>
            <a:gd name="adj5" fmla="val 12500"/>
          </a:avLst>
        </a:prstGeom>
        <a:solidFill>
          <a:schemeClr val="lt1">
            <a:hueOff val="0"/>
            <a:satOff val="0"/>
            <a:lumOff val="0"/>
            <a:alphaOff val="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2FC1466-A93B-4DA0-ADB1-670AB646F303}">
      <dsp:nvSpPr>
        <dsp:cNvPr id="0" name=""/>
        <dsp:cNvSpPr/>
      </dsp:nvSpPr>
      <dsp:spPr>
        <a:xfrm>
          <a:off x="1264106" y="797988"/>
          <a:ext cx="4700045" cy="2527524"/>
        </a:xfrm>
        <a:prstGeom prst="round2DiagRect">
          <a:avLst>
            <a:gd name="adj1" fmla="val 0"/>
            <a:gd name="adj2" fmla="val 16670"/>
          </a:avLst>
        </a:prstGeom>
        <a:gradFill rotWithShape="0">
          <a:gsLst>
            <a:gs pos="0">
              <a:schemeClr val="accent2">
                <a:hueOff val="0"/>
                <a:satOff val="0"/>
                <a:lumOff val="0"/>
                <a:alphaOff val="0"/>
                <a:lumMod val="110000"/>
                <a:satMod val="105000"/>
                <a:tint val="67000"/>
              </a:schemeClr>
            </a:gs>
            <a:gs pos="50000">
              <a:schemeClr val="accent2">
                <a:hueOff val="0"/>
                <a:satOff val="0"/>
                <a:lumOff val="0"/>
                <a:alphaOff val="0"/>
                <a:lumMod val="105000"/>
                <a:satMod val="103000"/>
                <a:tint val="73000"/>
              </a:schemeClr>
            </a:gs>
            <a:gs pos="100000">
              <a:schemeClr val="accent2">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sp>
    <dsp:sp modelId="{4C2A806A-A52A-482D-9E38-FE908434A6B5}">
      <dsp:nvSpPr>
        <dsp:cNvPr id="0" name=""/>
        <dsp:cNvSpPr/>
      </dsp:nvSpPr>
      <dsp:spPr>
        <a:xfrm>
          <a:off x="3614129" y="1027109"/>
          <a:ext cx="626" cy="1991382"/>
        </a:xfrm>
        <a:prstGeom prst="line">
          <a:avLst/>
        </a:prstGeom>
        <a:gradFill rotWithShape="0">
          <a:gsLst>
            <a:gs pos="0">
              <a:schemeClr val="accent2">
                <a:hueOff val="0"/>
                <a:satOff val="0"/>
                <a:lumOff val="0"/>
                <a:alphaOff val="0"/>
                <a:lumMod val="110000"/>
                <a:satMod val="105000"/>
                <a:tint val="67000"/>
              </a:schemeClr>
            </a:gs>
            <a:gs pos="50000">
              <a:schemeClr val="accent2">
                <a:hueOff val="0"/>
                <a:satOff val="0"/>
                <a:lumOff val="0"/>
                <a:alphaOff val="0"/>
                <a:lumMod val="105000"/>
                <a:satMod val="103000"/>
                <a:tint val="73000"/>
              </a:schemeClr>
            </a:gs>
            <a:gs pos="100000">
              <a:schemeClr val="accent2">
                <a:hueOff val="0"/>
                <a:satOff val="0"/>
                <a:lumOff val="0"/>
                <a:alphaOff val="0"/>
                <a:lumMod val="105000"/>
                <a:satMod val="109000"/>
                <a:tint val="81000"/>
              </a:schemeClr>
            </a:gs>
          </a:gsLst>
          <a:lin ang="5400000" scaled="0"/>
        </a:gradFill>
        <a:ln w="6350" cap="flat" cmpd="sng" algn="ctr">
          <a:solidFill>
            <a:schemeClr val="accent2">
              <a:tint val="50000"/>
              <a:hueOff val="0"/>
              <a:satOff val="0"/>
              <a:lumOff val="0"/>
              <a:alphaOff val="0"/>
            </a:schemeClr>
          </a:solidFill>
          <a:prstDash val="solid"/>
          <a:miter lim="800000"/>
        </a:ln>
        <a:effectLst/>
      </dsp:spPr>
      <dsp:style>
        <a:lnRef idx="1">
          <a:scrgbClr r="0" g="0" b="0"/>
        </a:lnRef>
        <a:fillRef idx="2">
          <a:scrgbClr r="0" g="0" b="0"/>
        </a:fillRef>
        <a:effectRef idx="1">
          <a:scrgbClr r="0" g="0" b="0"/>
        </a:effectRef>
        <a:fontRef idx="minor"/>
      </dsp:style>
    </dsp:sp>
    <dsp:sp modelId="{FF2942A0-9872-4E93-88B7-E00C2C894C73}">
      <dsp:nvSpPr>
        <dsp:cNvPr id="0" name=""/>
        <dsp:cNvSpPr/>
      </dsp:nvSpPr>
      <dsp:spPr>
        <a:xfrm>
          <a:off x="1420774" y="950518"/>
          <a:ext cx="2036686" cy="2144565"/>
        </a:xfrm>
        <a:prstGeom prst="rect">
          <a:avLst/>
        </a:prstGeom>
        <a:noFill/>
        <a:ln>
          <a:noFill/>
        </a:ln>
        <a:effectLst/>
        <a:sp3d/>
      </dsp:spPr>
      <dsp:style>
        <a:lnRef idx="0">
          <a:scrgbClr r="0" g="0" b="0"/>
        </a:lnRef>
        <a:fillRef idx="0">
          <a:scrgbClr r="0" g="0" b="0"/>
        </a:fillRef>
        <a:effectRef idx="0">
          <a:scrgbClr r="0" g="0" b="0"/>
        </a:effectRef>
        <a:fontRef idx="minor"/>
      </dsp:style>
      <dsp:txBody>
        <a:bodyPr spcFirstLastPara="0" vert="horz" wrap="square" lIns="49530" tIns="49530" rIns="49530" bIns="49530" numCol="1" spcCol="1270" anchor="t" anchorCtr="0">
          <a:noAutofit/>
        </a:bodyPr>
        <a:lstStyle/>
        <a:p>
          <a:pPr lvl="0" algn="l" defTabSz="577850">
            <a:lnSpc>
              <a:spcPct val="100000"/>
            </a:lnSpc>
            <a:spcBef>
              <a:spcPct val="0"/>
            </a:spcBef>
            <a:spcAft>
              <a:spcPts val="0"/>
            </a:spcAft>
          </a:pPr>
          <a:r>
            <a:rPr lang="zh-CN" altLang="en-US" sz="1300" kern="1200" dirty="0" smtClean="0">
              <a:latin typeface="微软雅黑" panose="020B0503020204020204" pitchFamily="34" charset="-122"/>
              <a:ea typeface="微软雅黑" panose="020B0503020204020204" pitchFamily="34" charset="-122"/>
              <a:sym typeface="+mn-ea"/>
            </a:rPr>
            <a:t>定量建模</a:t>
          </a:r>
          <a:endParaRPr lang="zh-CN" altLang="en-US" sz="1300" kern="1200" dirty="0"/>
        </a:p>
        <a:p>
          <a:pPr lvl="0" algn="l" defTabSz="577850">
            <a:lnSpc>
              <a:spcPct val="100000"/>
            </a:lnSpc>
            <a:spcBef>
              <a:spcPct val="0"/>
            </a:spcBef>
            <a:spcAft>
              <a:spcPct val="0"/>
            </a:spcAft>
          </a:pPr>
          <a:r>
            <a:rPr lang="zh-CN" altLang="en-US" sz="1300" kern="1200" dirty="0" smtClean="0">
              <a:latin typeface="微软雅黑" panose="020B0503020204020204" pitchFamily="34" charset="-122"/>
              <a:ea typeface="微软雅黑" panose="020B0503020204020204" pitchFamily="34" charset="-122"/>
              <a:sym typeface="+mn-ea"/>
            </a:rPr>
            <a:t>选择和调整不同的参数从而产生不同的脚本。</a:t>
          </a:r>
          <a:endParaRPr lang="zh-CN" altLang="en-US" sz="1300" kern="1200" dirty="0"/>
        </a:p>
        <a:p>
          <a:pPr lvl="0" algn="l" defTabSz="577850">
            <a:lnSpc>
              <a:spcPct val="100000"/>
            </a:lnSpc>
            <a:spcBef>
              <a:spcPct val="0"/>
            </a:spcBef>
            <a:spcAft>
              <a:spcPct val="0"/>
            </a:spcAft>
          </a:pPr>
          <a:r>
            <a:rPr lang="zh-CN" altLang="en-US" sz="1300" kern="1200" dirty="0" smtClean="0">
              <a:latin typeface="微软雅黑" panose="020B0503020204020204" pitchFamily="34" charset="-122"/>
              <a:ea typeface="微软雅黑" panose="020B0503020204020204" pitchFamily="34" charset="-122"/>
              <a:sym typeface="+mn-ea"/>
            </a:rPr>
            <a:t>借助计算机进行模拟运算</a:t>
          </a:r>
          <a:endParaRPr lang="zh-CN" altLang="en-US" sz="1300" kern="1200" dirty="0"/>
        </a:p>
        <a:p>
          <a:pPr lvl="0" algn="l" defTabSz="577850">
            <a:lnSpc>
              <a:spcPct val="100000"/>
            </a:lnSpc>
            <a:spcBef>
              <a:spcPct val="0"/>
            </a:spcBef>
            <a:spcAft>
              <a:spcPct val="0"/>
            </a:spcAft>
          </a:pPr>
          <a:r>
            <a:rPr lang="zh-CN" altLang="en-US" sz="1300" kern="1200" dirty="0" smtClean="0">
              <a:latin typeface="微软雅黑" panose="020B0503020204020204" pitchFamily="34" charset="-122"/>
              <a:ea typeface="微软雅黑" panose="020B0503020204020204" pitchFamily="34" charset="-122"/>
              <a:sym typeface="+mn-ea"/>
            </a:rPr>
            <a:t>分析人员对每一个脚本的合理性和发生概率做出评估。</a:t>
          </a:r>
          <a:endParaRPr lang="zh-CN" altLang="en-US" sz="1300" kern="1200" dirty="0"/>
        </a:p>
      </dsp:txBody>
      <dsp:txXfrm>
        <a:off x="1420774" y="950518"/>
        <a:ext cx="2036686" cy="2144565"/>
      </dsp:txXfrm>
    </dsp:sp>
    <dsp:sp modelId="{E8C6C206-27F4-4733-A390-480CCC7D4340}">
      <dsp:nvSpPr>
        <dsp:cNvPr id="0" name=""/>
        <dsp:cNvSpPr/>
      </dsp:nvSpPr>
      <dsp:spPr>
        <a:xfrm>
          <a:off x="3770797" y="950518"/>
          <a:ext cx="2036686" cy="2144565"/>
        </a:xfrm>
        <a:prstGeom prst="rect">
          <a:avLst/>
        </a:prstGeom>
        <a:noFill/>
        <a:ln>
          <a:noFill/>
        </a:ln>
        <a:effectLst/>
        <a:sp3d/>
      </dsp:spPr>
      <dsp:style>
        <a:lnRef idx="0">
          <a:scrgbClr r="0" g="0" b="0"/>
        </a:lnRef>
        <a:fillRef idx="0">
          <a:scrgbClr r="0" g="0" b="0"/>
        </a:fillRef>
        <a:effectRef idx="0">
          <a:scrgbClr r="0" g="0" b="0"/>
        </a:effectRef>
        <a:fontRef idx="minor"/>
      </dsp:style>
      <dsp:txBody>
        <a:bodyPr spcFirstLastPara="0" vert="horz" wrap="square" lIns="49530" tIns="49530" rIns="49530" bIns="49530" numCol="1" spcCol="1270" anchor="t" anchorCtr="0">
          <a:noAutofit/>
        </a:bodyPr>
        <a:lstStyle/>
        <a:p>
          <a:pPr lvl="0" algn="l" defTabSz="577850">
            <a:lnSpc>
              <a:spcPct val="100000"/>
            </a:lnSpc>
            <a:spcBef>
              <a:spcPct val="0"/>
            </a:spcBef>
            <a:spcAft>
              <a:spcPts val="0"/>
            </a:spcAft>
          </a:pPr>
          <a:r>
            <a:rPr lang="zh-CN" altLang="en-US" sz="1300" kern="1200" dirty="0" smtClean="0">
              <a:latin typeface="微软雅黑" panose="020B0503020204020204" pitchFamily="34" charset="-122"/>
              <a:ea typeface="微软雅黑" panose="020B0503020204020204" pitchFamily="34" charset="-122"/>
              <a:sym typeface="+mn-ea"/>
            </a:rPr>
            <a:t>通过人的思维、判断，识别重要的环境因素，分析它们之间的关系。</a:t>
          </a:r>
          <a:endParaRPr lang="zh-CN" altLang="en-US" sz="1300" kern="1200" dirty="0"/>
        </a:p>
        <a:p>
          <a:pPr lvl="0" algn="l" defTabSz="577850">
            <a:lnSpc>
              <a:spcPct val="100000"/>
            </a:lnSpc>
            <a:spcBef>
              <a:spcPct val="0"/>
            </a:spcBef>
            <a:spcAft>
              <a:spcPct val="0"/>
            </a:spcAft>
          </a:pPr>
          <a:r>
            <a:rPr lang="zh-CN" altLang="en-US" sz="1300" kern="1200" dirty="0" smtClean="0">
              <a:latin typeface="微软雅黑" panose="020B0503020204020204" pitchFamily="34" charset="-122"/>
              <a:ea typeface="微软雅黑" panose="020B0503020204020204" pitchFamily="34" charset="-122"/>
              <a:sym typeface="+mn-ea"/>
            </a:rPr>
            <a:t>基于人的思考，可以关注和识别因素的范围</a:t>
          </a:r>
          <a:r>
            <a:rPr lang="zh-CN" altLang="en-US" sz="1300" kern="1200" smtClean="0">
              <a:latin typeface="微软雅黑" panose="020B0503020204020204" pitchFamily="34" charset="-122"/>
              <a:ea typeface="微软雅黑" panose="020B0503020204020204" pitchFamily="34" charset="-122"/>
              <a:sym typeface="+mn-ea"/>
            </a:rPr>
            <a:t>十分宽广</a:t>
          </a:r>
          <a:endParaRPr lang="zh-CN" altLang="en-US" sz="1300" kern="1200" dirty="0" smtClean="0">
            <a:latin typeface="微软雅黑" panose="020B0503020204020204" pitchFamily="34" charset="-122"/>
            <a:ea typeface="微软雅黑" panose="020B0503020204020204" pitchFamily="34" charset="-122"/>
            <a:sym typeface="+mn-ea"/>
          </a:endParaRPr>
        </a:p>
      </dsp:txBody>
      <dsp:txXfrm>
        <a:off x="3770797" y="950518"/>
        <a:ext cx="2036686" cy="2144565"/>
      </dsp:txXfrm>
    </dsp:sp>
    <dsp:sp modelId="{6BE5F366-78F6-43FE-8D69-8201092FE5A6}">
      <dsp:nvSpPr>
        <dsp:cNvPr id="0" name=""/>
        <dsp:cNvSpPr/>
      </dsp:nvSpPr>
      <dsp:spPr>
        <a:xfrm rot="16200000">
          <a:off x="-506213" y="1094989"/>
          <a:ext cx="2757299" cy="783340"/>
        </a:xfrm>
        <a:prstGeom prst="rightArrow">
          <a:avLst>
            <a:gd name="adj1" fmla="val 49830"/>
            <a:gd name="adj2" fmla="val 60660"/>
          </a:avLst>
        </a:prstGeom>
        <a:solidFill>
          <a:schemeClr val="accent2">
            <a:tint val="50000"/>
            <a:hueOff val="0"/>
            <a:satOff val="0"/>
            <a:lumOff val="0"/>
            <a:alphaOff val="0"/>
          </a:schemeClr>
        </a:solidFill>
        <a:ln w="6350" cap="flat" cmpd="sng" algn="ctr">
          <a:solidFill>
            <a:schemeClr val="lt1">
              <a:hueOff val="0"/>
              <a:satOff val="0"/>
              <a:lumOff val="0"/>
              <a:alphaOff val="0"/>
            </a:schemeClr>
          </a:solidFill>
          <a:prstDash val="solid"/>
          <a:miter lim="800000"/>
        </a:ln>
        <a:effectLst/>
      </dsp:spPr>
      <dsp:style>
        <a:lnRef idx="1">
          <a:scrgbClr r="0" g="0" b="0"/>
        </a:lnRef>
        <a:fillRef idx="1">
          <a:scrgbClr r="0" g="0" b="0"/>
        </a:fillRef>
        <a:effectRef idx="1">
          <a:scrgbClr r="0" g="0" b="0"/>
        </a:effectRef>
        <a:fontRef idx="minor"/>
      </dsp:style>
      <dsp:txBody>
        <a:bodyPr spcFirstLastPara="0" vert="horz" wrap="square" lIns="53340" tIns="53340" rIns="53340" bIns="53340" numCol="1" spcCol="1270" anchor="ctr" anchorCtr="0">
          <a:noAutofit/>
        </a:bodyPr>
        <a:lstStyle/>
        <a:p>
          <a:pPr lvl="0" algn="r" defTabSz="622300">
            <a:lnSpc>
              <a:spcPct val="100000"/>
            </a:lnSpc>
            <a:spcBef>
              <a:spcPct val="0"/>
            </a:spcBef>
            <a:spcAft>
              <a:spcPts val="0"/>
            </a:spcAft>
          </a:pPr>
          <a:r>
            <a:rPr lang="zh-CN" altLang="en-US" sz="1400" b="1" kern="1200" dirty="0" smtClean="0"/>
            <a:t>定量脚本</a:t>
          </a:r>
          <a:endParaRPr lang="zh-CN" altLang="en-US" sz="1400" b="1" kern="1200" dirty="0"/>
        </a:p>
      </dsp:txBody>
      <dsp:txXfrm>
        <a:off x="-387824" y="1409880"/>
        <a:ext cx="2520520" cy="390338"/>
      </dsp:txXfrm>
    </dsp:sp>
    <dsp:sp modelId="{BB703E39-3CE0-464C-9CF1-88D343A60594}">
      <dsp:nvSpPr>
        <dsp:cNvPr id="0" name=""/>
        <dsp:cNvSpPr/>
      </dsp:nvSpPr>
      <dsp:spPr>
        <a:xfrm rot="5400000">
          <a:off x="5193194" y="2080251"/>
          <a:ext cx="2325257" cy="783340"/>
        </a:xfrm>
        <a:prstGeom prst="rightArrow">
          <a:avLst>
            <a:gd name="adj1" fmla="val 49830"/>
            <a:gd name="adj2" fmla="val 60660"/>
          </a:avLst>
        </a:prstGeom>
        <a:solidFill>
          <a:schemeClr val="accent2">
            <a:tint val="50000"/>
            <a:hueOff val="0"/>
            <a:satOff val="0"/>
            <a:lumOff val="0"/>
            <a:alphaOff val="0"/>
          </a:schemeClr>
        </a:solidFill>
        <a:ln w="6350" cap="flat" cmpd="sng" algn="ctr">
          <a:solidFill>
            <a:schemeClr val="lt1">
              <a:hueOff val="0"/>
              <a:satOff val="0"/>
              <a:lumOff val="0"/>
              <a:alphaOff val="0"/>
            </a:schemeClr>
          </a:solidFill>
          <a:prstDash val="solid"/>
          <a:miter lim="800000"/>
        </a:ln>
        <a:effectLst/>
      </dsp:spPr>
      <dsp:style>
        <a:lnRef idx="1">
          <a:scrgbClr r="0" g="0" b="0"/>
        </a:lnRef>
        <a:fillRef idx="1">
          <a:scrgbClr r="0" g="0" b="0"/>
        </a:fillRef>
        <a:effectRef idx="1">
          <a:scrgbClr r="0" g="0" b="0"/>
        </a:effectRef>
        <a:fontRef idx="minor"/>
      </dsp:style>
      <dsp:txBody>
        <a:bodyPr spcFirstLastPara="0" vert="horz" wrap="square" lIns="53340" tIns="53340" rIns="53340" bIns="53340" numCol="1" spcCol="1270" anchor="ctr" anchorCtr="0">
          <a:noAutofit/>
        </a:bodyPr>
        <a:lstStyle/>
        <a:p>
          <a:pPr lvl="0" algn="r" defTabSz="622300">
            <a:lnSpc>
              <a:spcPct val="100000"/>
            </a:lnSpc>
            <a:spcBef>
              <a:spcPct val="0"/>
            </a:spcBef>
            <a:spcAft>
              <a:spcPts val="0"/>
            </a:spcAft>
          </a:pPr>
          <a:r>
            <a:rPr lang="zh-CN" altLang="en-US" sz="1400" b="1" kern="1200" dirty="0" smtClean="0"/>
            <a:t>定性脚本</a:t>
          </a:r>
          <a:endParaRPr lang="zh-CN" altLang="en-US" sz="1400" b="1" kern="1200" dirty="0"/>
        </a:p>
      </dsp:txBody>
      <dsp:txXfrm>
        <a:off x="5311584" y="2158363"/>
        <a:ext cx="2088478" cy="390338"/>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004FAD4-4377-4081-B732-6118B121AD5E}">
      <dsp:nvSpPr>
        <dsp:cNvPr id="0" name=""/>
        <dsp:cNvSpPr/>
      </dsp:nvSpPr>
      <dsp:spPr>
        <a:xfrm>
          <a:off x="1434" y="1214144"/>
          <a:ext cx="2275493" cy="1567815"/>
        </a:xfrm>
        <a:prstGeom prst="roundRect">
          <a:avLst/>
        </a:prstGeom>
        <a:blipFill>
          <a:blip xmlns:r="http://schemas.openxmlformats.org/officeDocument/2006/relationships" r:embed="rId1">
            <a:extLst>
              <a:ext uri="{28A0092B-C50C-407E-A947-70E740481C1C}">
                <a14:useLocalDpi xmlns:a14="http://schemas.microsoft.com/office/drawing/2010/main" val="0"/>
              </a:ext>
            </a:extLst>
          </a:blip>
          <a:srcRect/>
          <a:stretch>
            <a:fillRect l="-8000" r="-8000"/>
          </a:stretch>
        </a:blip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C3681B2-E9A9-4F4C-AB3D-BBAB4AB85673}">
      <dsp:nvSpPr>
        <dsp:cNvPr id="0" name=""/>
        <dsp:cNvSpPr/>
      </dsp:nvSpPr>
      <dsp:spPr>
        <a:xfrm>
          <a:off x="1434" y="2781959"/>
          <a:ext cx="2275493" cy="84420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06248" tIns="206248" rIns="206248" bIns="0" numCol="1" spcCol="1270" anchor="t" anchorCtr="0">
          <a:noAutofit/>
        </a:bodyPr>
        <a:lstStyle/>
        <a:p>
          <a:pPr lvl="0" algn="ctr" defTabSz="1289050">
            <a:lnSpc>
              <a:spcPct val="100000"/>
            </a:lnSpc>
            <a:spcBef>
              <a:spcPct val="0"/>
            </a:spcBef>
            <a:spcAft>
              <a:spcPts val="0"/>
            </a:spcAft>
          </a:pPr>
          <a:r>
            <a:rPr lang="zh-CN" altLang="en-US" sz="2900" kern="1200" dirty="0" smtClean="0"/>
            <a:t>理性决策</a:t>
          </a:r>
          <a:endParaRPr lang="en-US" altLang="zh-CN" sz="2900" kern="1200" dirty="0" smtClean="0"/>
        </a:p>
      </dsp:txBody>
      <dsp:txXfrm>
        <a:off x="1434" y="2781959"/>
        <a:ext cx="2275493" cy="844208"/>
      </dsp:txXfrm>
    </dsp:sp>
    <dsp:sp modelId="{5961F6E7-BE4B-493A-A930-9272A751E33F}">
      <dsp:nvSpPr>
        <dsp:cNvPr id="0" name=""/>
        <dsp:cNvSpPr/>
      </dsp:nvSpPr>
      <dsp:spPr>
        <a:xfrm>
          <a:off x="2504573" y="1214144"/>
          <a:ext cx="2275493" cy="1567815"/>
        </a:xfrm>
        <a:prstGeom prst="roundRect">
          <a:avLst/>
        </a:prstGeom>
        <a:blipFill>
          <a:blip xmlns:r="http://schemas.openxmlformats.org/officeDocument/2006/relationships" r:embed="rId2">
            <a:extLst>
              <a:ext uri="{28A0092B-C50C-407E-A947-70E740481C1C}">
                <a14:useLocalDpi xmlns:a14="http://schemas.microsoft.com/office/drawing/2010/main" val="0"/>
              </a:ext>
            </a:extLst>
          </a:blip>
          <a:srcRect/>
          <a:stretch>
            <a:fillRect l="-12000" r="-12000"/>
          </a:stretch>
        </a:blip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D0E0561-7BE9-47BC-A854-4FFD642F2310}">
      <dsp:nvSpPr>
        <dsp:cNvPr id="0" name=""/>
        <dsp:cNvSpPr/>
      </dsp:nvSpPr>
      <dsp:spPr>
        <a:xfrm>
          <a:off x="2504573" y="2781959"/>
          <a:ext cx="2275493" cy="84420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06248" tIns="206248" rIns="206248" bIns="0" numCol="1" spcCol="1270" anchor="t" anchorCtr="0">
          <a:noAutofit/>
        </a:bodyPr>
        <a:lstStyle/>
        <a:p>
          <a:pPr lvl="0" algn="ctr" defTabSz="1289050">
            <a:lnSpc>
              <a:spcPct val="100000"/>
            </a:lnSpc>
            <a:spcBef>
              <a:spcPct val="0"/>
            </a:spcBef>
            <a:spcAft>
              <a:spcPts val="0"/>
            </a:spcAft>
          </a:pPr>
          <a:r>
            <a:rPr lang="zh-CN" altLang="en-US" sz="2900" kern="1200" dirty="0" smtClean="0"/>
            <a:t>行为决策</a:t>
          </a:r>
          <a:endParaRPr lang="zh-CN" altLang="en-US" sz="2900" kern="1200" dirty="0"/>
        </a:p>
      </dsp:txBody>
      <dsp:txXfrm>
        <a:off x="2504573" y="2781959"/>
        <a:ext cx="2275493" cy="844208"/>
      </dsp:txXfrm>
    </dsp:sp>
    <dsp:sp modelId="{7CB845E6-295A-4D26-99B5-3C39AE4FA19C}">
      <dsp:nvSpPr>
        <dsp:cNvPr id="0" name=""/>
        <dsp:cNvSpPr/>
      </dsp:nvSpPr>
      <dsp:spPr>
        <a:xfrm>
          <a:off x="5007711" y="1214144"/>
          <a:ext cx="2275493" cy="1567815"/>
        </a:xfrm>
        <a:prstGeom prst="roundRect">
          <a:avLst/>
        </a:prstGeom>
        <a:blipFill>
          <a:blip xmlns:r="http://schemas.openxmlformats.org/officeDocument/2006/relationships" r:embed="rId3">
            <a:extLst>
              <a:ext uri="{28A0092B-C50C-407E-A947-70E740481C1C}">
                <a14:useLocalDpi xmlns:a14="http://schemas.microsoft.com/office/drawing/2010/main" val="0"/>
              </a:ext>
            </a:extLst>
          </a:blip>
          <a:srcRect/>
          <a:stretch>
            <a:fillRect t="-4000" b="-4000"/>
          </a:stretch>
        </a:blip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AF72413-FD82-4EA1-AE33-04F2E0119043}">
      <dsp:nvSpPr>
        <dsp:cNvPr id="0" name=""/>
        <dsp:cNvSpPr/>
      </dsp:nvSpPr>
      <dsp:spPr>
        <a:xfrm>
          <a:off x="5007711" y="2781959"/>
          <a:ext cx="2275493" cy="84420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06248" tIns="206248" rIns="206248" bIns="0" numCol="1" spcCol="1270" anchor="t" anchorCtr="0">
          <a:noAutofit/>
        </a:bodyPr>
        <a:lstStyle/>
        <a:p>
          <a:pPr lvl="0" algn="ctr" defTabSz="1289050">
            <a:lnSpc>
              <a:spcPct val="100000"/>
            </a:lnSpc>
            <a:spcBef>
              <a:spcPct val="0"/>
            </a:spcBef>
            <a:spcAft>
              <a:spcPts val="0"/>
            </a:spcAft>
          </a:pPr>
          <a:r>
            <a:rPr lang="zh-CN" altLang="en-US" sz="2900" kern="1200" dirty="0" smtClean="0"/>
            <a:t>非理性决策</a:t>
          </a:r>
          <a:endParaRPr lang="zh-CN" altLang="en-US" sz="2900" kern="1200" dirty="0"/>
        </a:p>
      </dsp:txBody>
      <dsp:txXfrm>
        <a:off x="5007711" y="2781959"/>
        <a:ext cx="2275493" cy="844208"/>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8D040E7-EEB2-4E61-BBBC-E7F57FE2855A}">
      <dsp:nvSpPr>
        <dsp:cNvPr id="0" name=""/>
        <dsp:cNvSpPr/>
      </dsp:nvSpPr>
      <dsp:spPr>
        <a:xfrm>
          <a:off x="2040920" y="1971813"/>
          <a:ext cx="1414431" cy="1414431"/>
        </a:xfrm>
        <a:prstGeom prst="ellipse">
          <a:avLst/>
        </a:prstGeom>
        <a:solidFill>
          <a:schemeClr val="lt1">
            <a:hueOff val="0"/>
            <a:satOff val="0"/>
            <a:lumOff val="0"/>
            <a:alphaOff val="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970" tIns="13970" rIns="13970" bIns="13970" numCol="1" spcCol="1270" anchor="ctr" anchorCtr="0">
          <a:noAutofit/>
        </a:bodyPr>
        <a:lstStyle/>
        <a:p>
          <a:pPr lvl="0" algn="ctr" defTabSz="977900">
            <a:lnSpc>
              <a:spcPct val="100000"/>
            </a:lnSpc>
            <a:spcBef>
              <a:spcPct val="0"/>
            </a:spcBef>
            <a:spcAft>
              <a:spcPts val="0"/>
            </a:spcAft>
          </a:pPr>
          <a:r>
            <a:rPr lang="zh-CN" altLang="en-US" sz="2200" kern="1200" dirty="0" smtClean="0"/>
            <a:t>理论</a:t>
          </a:r>
          <a:endParaRPr lang="en-US" altLang="zh-CN" sz="2200" kern="1200" dirty="0" smtClean="0"/>
        </a:p>
        <a:p>
          <a:pPr lvl="0" algn="ctr" defTabSz="977900">
            <a:lnSpc>
              <a:spcPct val="100000"/>
            </a:lnSpc>
            <a:spcBef>
              <a:spcPct val="0"/>
            </a:spcBef>
            <a:spcAft>
              <a:spcPts val="0"/>
            </a:spcAft>
          </a:pPr>
          <a:r>
            <a:rPr lang="zh-CN" altLang="en-US" sz="2200" kern="1200" dirty="0" smtClean="0"/>
            <a:t>假设</a:t>
          </a:r>
          <a:endParaRPr lang="zh-CN" altLang="en-US" sz="2200" kern="1200" dirty="0"/>
        </a:p>
      </dsp:txBody>
      <dsp:txXfrm>
        <a:off x="2248059" y="2178952"/>
        <a:ext cx="1000153" cy="1000153"/>
      </dsp:txXfrm>
    </dsp:sp>
    <dsp:sp modelId="{8775E336-C9B4-47A0-864A-AAA54B092AF1}">
      <dsp:nvSpPr>
        <dsp:cNvPr id="0" name=""/>
        <dsp:cNvSpPr/>
      </dsp:nvSpPr>
      <dsp:spPr>
        <a:xfrm rot="10800000">
          <a:off x="672275" y="2477472"/>
          <a:ext cx="1293369" cy="403112"/>
        </a:xfrm>
        <a:prstGeom prst="leftArrow">
          <a:avLst>
            <a:gd name="adj1" fmla="val 60000"/>
            <a:gd name="adj2" fmla="val 50000"/>
          </a:avLst>
        </a:prstGeom>
        <a:solidFill>
          <a:schemeClr val="accent2">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943AABBF-1431-454C-9F55-6E2FF432B52C}">
      <dsp:nvSpPr>
        <dsp:cNvPr id="0" name=""/>
        <dsp:cNvSpPr/>
      </dsp:nvSpPr>
      <dsp:spPr>
        <a:xfrm>
          <a:off x="420" y="2141545"/>
          <a:ext cx="1343709" cy="1074967"/>
        </a:xfrm>
        <a:prstGeom prst="roundRect">
          <a:avLst>
            <a:gd name="adj" fmla="val 10000"/>
          </a:avLst>
        </a:prstGeom>
        <a:solidFill>
          <a:schemeClr val="lt1">
            <a:hueOff val="0"/>
            <a:satOff val="0"/>
            <a:lumOff val="0"/>
            <a:alphaOff val="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6195" tIns="36195" rIns="36195" bIns="36195" numCol="1" spcCol="1270" anchor="ctr" anchorCtr="0">
          <a:noAutofit/>
        </a:bodyPr>
        <a:lstStyle/>
        <a:p>
          <a:pPr lvl="0" algn="ctr" defTabSz="844550">
            <a:lnSpc>
              <a:spcPct val="100000"/>
            </a:lnSpc>
            <a:spcBef>
              <a:spcPct val="0"/>
            </a:spcBef>
            <a:spcAft>
              <a:spcPts val="0"/>
            </a:spcAft>
          </a:pPr>
          <a:r>
            <a:rPr lang="zh-CN" altLang="en-US" sz="1900" kern="1200" dirty="0" smtClean="0"/>
            <a:t>明确的组织目标</a:t>
          </a:r>
          <a:endParaRPr lang="zh-CN" altLang="en-US" sz="1900" kern="1200" dirty="0"/>
        </a:p>
      </dsp:txBody>
      <dsp:txXfrm>
        <a:off x="31905" y="2173030"/>
        <a:ext cx="1280739" cy="1011997"/>
      </dsp:txXfrm>
    </dsp:sp>
    <dsp:sp modelId="{9065E4D6-67C0-4B95-9B44-F286FFF20EF6}">
      <dsp:nvSpPr>
        <dsp:cNvPr id="0" name=""/>
        <dsp:cNvSpPr/>
      </dsp:nvSpPr>
      <dsp:spPr>
        <a:xfrm rot="13500000">
          <a:off x="1090871" y="1466893"/>
          <a:ext cx="1293369" cy="403112"/>
        </a:xfrm>
        <a:prstGeom prst="leftArrow">
          <a:avLst>
            <a:gd name="adj1" fmla="val 60000"/>
            <a:gd name="adj2" fmla="val 50000"/>
          </a:avLst>
        </a:prstGeom>
        <a:solidFill>
          <a:schemeClr val="accent2">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184BACFA-73E4-42FE-9A34-767A39A03DB2}">
      <dsp:nvSpPr>
        <dsp:cNvPr id="0" name=""/>
        <dsp:cNvSpPr/>
      </dsp:nvSpPr>
      <dsp:spPr>
        <a:xfrm>
          <a:off x="608426" y="673690"/>
          <a:ext cx="1343709" cy="1074967"/>
        </a:xfrm>
        <a:prstGeom prst="roundRect">
          <a:avLst>
            <a:gd name="adj" fmla="val 10000"/>
          </a:avLst>
        </a:prstGeom>
        <a:solidFill>
          <a:schemeClr val="lt1">
            <a:hueOff val="0"/>
            <a:satOff val="0"/>
            <a:lumOff val="0"/>
            <a:alphaOff val="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6195" tIns="36195" rIns="36195" bIns="36195" numCol="1" spcCol="1270" anchor="ctr" anchorCtr="0">
          <a:noAutofit/>
        </a:bodyPr>
        <a:lstStyle/>
        <a:p>
          <a:pPr lvl="0" algn="ctr" defTabSz="844550">
            <a:lnSpc>
              <a:spcPct val="100000"/>
            </a:lnSpc>
            <a:spcBef>
              <a:spcPct val="0"/>
            </a:spcBef>
            <a:spcAft>
              <a:spcPts val="0"/>
            </a:spcAft>
          </a:pPr>
          <a:r>
            <a:rPr lang="zh-CN" altLang="zh-CN" sz="1900" kern="1200" dirty="0" smtClean="0">
              <a:sym typeface="+mn-ea"/>
            </a:rPr>
            <a:t>信息</a:t>
          </a:r>
          <a:r>
            <a:rPr lang="zh-CN" altLang="en-US" sz="1900" kern="1200" dirty="0" smtClean="0">
              <a:sym typeface="+mn-ea"/>
            </a:rPr>
            <a:t>完全</a:t>
          </a:r>
          <a:endParaRPr lang="en-US" altLang="zh-CN" sz="1900" kern="1200" dirty="0" smtClean="0">
            <a:sym typeface="+mn-ea"/>
          </a:endParaRPr>
        </a:p>
        <a:p>
          <a:pPr lvl="0" algn="ctr" defTabSz="844550">
            <a:lnSpc>
              <a:spcPct val="100000"/>
            </a:lnSpc>
            <a:spcBef>
              <a:spcPct val="0"/>
            </a:spcBef>
            <a:spcAft>
              <a:spcPts val="0"/>
            </a:spcAft>
          </a:pPr>
          <a:r>
            <a:rPr lang="zh-CN" altLang="zh-CN" sz="1900" kern="1200" dirty="0" smtClean="0">
              <a:sym typeface="+mn-ea"/>
            </a:rPr>
            <a:t>确定性</a:t>
          </a:r>
          <a:r>
            <a:rPr lang="zh-CN" altLang="en-US" sz="1900" kern="1200" dirty="0" smtClean="0">
              <a:sym typeface="+mn-ea"/>
            </a:rPr>
            <a:t>决策</a:t>
          </a:r>
          <a:endParaRPr lang="zh-CN" altLang="zh-CN" sz="1900" kern="1200" dirty="0"/>
        </a:p>
      </dsp:txBody>
      <dsp:txXfrm>
        <a:off x="639911" y="705175"/>
        <a:ext cx="1280739" cy="1011997"/>
      </dsp:txXfrm>
    </dsp:sp>
    <dsp:sp modelId="{322F89BD-CA36-450B-836C-969BA27CCB55}">
      <dsp:nvSpPr>
        <dsp:cNvPr id="0" name=""/>
        <dsp:cNvSpPr/>
      </dsp:nvSpPr>
      <dsp:spPr>
        <a:xfrm rot="16200000">
          <a:off x="2101451" y="1048297"/>
          <a:ext cx="1293369" cy="403112"/>
        </a:xfrm>
        <a:prstGeom prst="leftArrow">
          <a:avLst>
            <a:gd name="adj1" fmla="val 60000"/>
            <a:gd name="adj2" fmla="val 50000"/>
          </a:avLst>
        </a:prstGeom>
        <a:solidFill>
          <a:schemeClr val="accent2">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5A236F5C-5501-4B39-9936-A1E838ED7966}">
      <dsp:nvSpPr>
        <dsp:cNvPr id="0" name=""/>
        <dsp:cNvSpPr/>
      </dsp:nvSpPr>
      <dsp:spPr>
        <a:xfrm>
          <a:off x="2076281" y="65685"/>
          <a:ext cx="1343709" cy="1074967"/>
        </a:xfrm>
        <a:prstGeom prst="roundRect">
          <a:avLst>
            <a:gd name="adj" fmla="val 10000"/>
          </a:avLst>
        </a:prstGeom>
        <a:solidFill>
          <a:schemeClr val="lt1">
            <a:hueOff val="0"/>
            <a:satOff val="0"/>
            <a:lumOff val="0"/>
            <a:alphaOff val="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6195" tIns="36195" rIns="36195" bIns="36195" numCol="1" spcCol="1270" anchor="ctr" anchorCtr="0">
          <a:noAutofit/>
        </a:bodyPr>
        <a:lstStyle/>
        <a:p>
          <a:pPr lvl="0" algn="ctr" defTabSz="844550">
            <a:lnSpc>
              <a:spcPct val="100000"/>
            </a:lnSpc>
            <a:spcBef>
              <a:spcPct val="0"/>
            </a:spcBef>
            <a:spcAft>
              <a:spcPts val="0"/>
            </a:spcAft>
          </a:pPr>
          <a:r>
            <a:rPr lang="zh-CN" altLang="zh-CN" sz="1900" kern="1200" dirty="0" smtClean="0">
              <a:sym typeface="+mn-ea"/>
            </a:rPr>
            <a:t>方案</a:t>
          </a:r>
          <a:r>
            <a:rPr lang="zh-CN" altLang="en-US" sz="1900" kern="1200" dirty="0" smtClean="0">
              <a:sym typeface="+mn-ea"/>
            </a:rPr>
            <a:t>的结果可预估</a:t>
          </a:r>
          <a:endParaRPr lang="zh-CN" altLang="zh-CN" sz="1900" kern="1200" dirty="0"/>
        </a:p>
      </dsp:txBody>
      <dsp:txXfrm>
        <a:off x="2107766" y="97170"/>
        <a:ext cx="1280739" cy="1011997"/>
      </dsp:txXfrm>
    </dsp:sp>
    <dsp:sp modelId="{40EC8045-EDEC-47FB-B02A-151C0718BB9A}">
      <dsp:nvSpPr>
        <dsp:cNvPr id="0" name=""/>
        <dsp:cNvSpPr/>
      </dsp:nvSpPr>
      <dsp:spPr>
        <a:xfrm rot="18900000">
          <a:off x="3112031" y="1466893"/>
          <a:ext cx="1293369" cy="403112"/>
        </a:xfrm>
        <a:prstGeom prst="leftArrow">
          <a:avLst>
            <a:gd name="adj1" fmla="val 60000"/>
            <a:gd name="adj2" fmla="val 50000"/>
          </a:avLst>
        </a:prstGeom>
        <a:solidFill>
          <a:schemeClr val="accent2">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40050B64-EE19-40A9-A959-88934F2D5144}">
      <dsp:nvSpPr>
        <dsp:cNvPr id="0" name=""/>
        <dsp:cNvSpPr/>
      </dsp:nvSpPr>
      <dsp:spPr>
        <a:xfrm>
          <a:off x="3544136" y="673690"/>
          <a:ext cx="1343709" cy="1074967"/>
        </a:xfrm>
        <a:prstGeom prst="roundRect">
          <a:avLst>
            <a:gd name="adj" fmla="val 10000"/>
          </a:avLst>
        </a:prstGeom>
        <a:solidFill>
          <a:schemeClr val="lt1">
            <a:hueOff val="0"/>
            <a:satOff val="0"/>
            <a:lumOff val="0"/>
            <a:alphaOff val="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6195" tIns="36195" rIns="36195" bIns="36195" numCol="1" spcCol="1270" anchor="ctr" anchorCtr="0">
          <a:noAutofit/>
        </a:bodyPr>
        <a:lstStyle/>
        <a:p>
          <a:pPr lvl="0" algn="ctr" defTabSz="844550">
            <a:lnSpc>
              <a:spcPct val="100000"/>
            </a:lnSpc>
            <a:spcBef>
              <a:spcPct val="0"/>
            </a:spcBef>
            <a:spcAft>
              <a:spcPts val="0"/>
            </a:spcAft>
          </a:pPr>
          <a:r>
            <a:rPr lang="zh-CN" altLang="en-US" sz="1900" kern="1200" dirty="0" smtClean="0">
              <a:sym typeface="+mn-ea"/>
            </a:rPr>
            <a:t>明确的</a:t>
          </a:r>
          <a:r>
            <a:rPr lang="zh-CN" altLang="zh-CN" sz="1900" kern="1200" dirty="0" smtClean="0">
              <a:sym typeface="+mn-ea"/>
            </a:rPr>
            <a:t>方案评估标准</a:t>
          </a:r>
          <a:endParaRPr lang="zh-CN" altLang="zh-CN" sz="1900" kern="1200" dirty="0"/>
        </a:p>
      </dsp:txBody>
      <dsp:txXfrm>
        <a:off x="3575621" y="705175"/>
        <a:ext cx="1280739" cy="1011997"/>
      </dsp:txXfrm>
    </dsp:sp>
    <dsp:sp modelId="{CFB8B1DB-5F07-4453-AE3C-BFEB6C3E4072}">
      <dsp:nvSpPr>
        <dsp:cNvPr id="0" name=""/>
        <dsp:cNvSpPr/>
      </dsp:nvSpPr>
      <dsp:spPr>
        <a:xfrm>
          <a:off x="3530627" y="2477472"/>
          <a:ext cx="1293369" cy="403112"/>
        </a:xfrm>
        <a:prstGeom prst="leftArrow">
          <a:avLst>
            <a:gd name="adj1" fmla="val 60000"/>
            <a:gd name="adj2" fmla="val 50000"/>
          </a:avLst>
        </a:prstGeom>
        <a:solidFill>
          <a:schemeClr val="accent2">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96104282-E286-4B02-8059-2469313FE1A8}">
      <dsp:nvSpPr>
        <dsp:cNvPr id="0" name=""/>
        <dsp:cNvSpPr/>
      </dsp:nvSpPr>
      <dsp:spPr>
        <a:xfrm>
          <a:off x="4152141" y="2141545"/>
          <a:ext cx="1343709" cy="1074967"/>
        </a:xfrm>
        <a:prstGeom prst="roundRect">
          <a:avLst>
            <a:gd name="adj" fmla="val 10000"/>
          </a:avLst>
        </a:prstGeom>
        <a:solidFill>
          <a:schemeClr val="lt1">
            <a:hueOff val="0"/>
            <a:satOff val="0"/>
            <a:lumOff val="0"/>
            <a:alphaOff val="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6195" tIns="36195" rIns="36195" bIns="36195" numCol="1" spcCol="1270" anchor="ctr" anchorCtr="0">
          <a:noAutofit/>
        </a:bodyPr>
        <a:lstStyle/>
        <a:p>
          <a:pPr lvl="0" algn="ctr" defTabSz="844550">
            <a:lnSpc>
              <a:spcPct val="100000"/>
            </a:lnSpc>
            <a:spcBef>
              <a:spcPct val="0"/>
            </a:spcBef>
            <a:spcAft>
              <a:spcPts val="0"/>
            </a:spcAft>
          </a:pPr>
          <a:r>
            <a:rPr lang="zh-CN" altLang="zh-CN" sz="1900" kern="1200" dirty="0" smtClean="0">
              <a:sym typeface="+mn-ea"/>
            </a:rPr>
            <a:t>理性的</a:t>
          </a:r>
          <a:r>
            <a:rPr lang="zh-CN" altLang="en-US" sz="1900" kern="1200" dirty="0" smtClean="0">
              <a:sym typeface="+mn-ea"/>
            </a:rPr>
            <a:t>决策者</a:t>
          </a:r>
          <a:r>
            <a:rPr lang="zh-CN" altLang="zh-CN" sz="1900" kern="1200" dirty="0" smtClean="0">
              <a:sym typeface="+mn-ea"/>
            </a:rPr>
            <a:t>。</a:t>
          </a:r>
          <a:endParaRPr lang="zh-CN" altLang="en-US" sz="1900" kern="1200" dirty="0"/>
        </a:p>
      </dsp:txBody>
      <dsp:txXfrm>
        <a:off x="4183626" y="2173030"/>
        <a:ext cx="1280739" cy="1011997"/>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3C6B994-83BA-4DF9-A626-F31A1D1C6193}">
      <dsp:nvSpPr>
        <dsp:cNvPr id="0" name=""/>
        <dsp:cNvSpPr/>
      </dsp:nvSpPr>
      <dsp:spPr>
        <a:xfrm>
          <a:off x="2515333" y="432493"/>
          <a:ext cx="335733" cy="91440"/>
        </a:xfrm>
        <a:custGeom>
          <a:avLst/>
          <a:gdLst/>
          <a:ahLst/>
          <a:cxnLst/>
          <a:rect l="0" t="0" r="0" b="0"/>
          <a:pathLst>
            <a:path>
              <a:moveTo>
                <a:pt x="0" y="45720"/>
              </a:moveTo>
              <a:lnTo>
                <a:pt x="335733" y="45720"/>
              </a:lnTo>
            </a:path>
          </a:pathLst>
        </a:custGeom>
        <a:noFill/>
        <a:ln w="6350" cap="flat" cmpd="sng" algn="ctr">
          <a:solidFill>
            <a:schemeClr val="accent2">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lvl="0" algn="ctr" defTabSz="222250">
            <a:lnSpc>
              <a:spcPct val="90000"/>
            </a:lnSpc>
            <a:spcBef>
              <a:spcPct val="0"/>
            </a:spcBef>
            <a:spcAft>
              <a:spcPct val="35000"/>
            </a:spcAft>
          </a:pPr>
          <a:endParaRPr lang="zh-CN" altLang="en-US" sz="500" kern="1200"/>
        </a:p>
      </dsp:txBody>
      <dsp:txXfrm>
        <a:off x="2674041" y="476381"/>
        <a:ext cx="18316" cy="3663"/>
      </dsp:txXfrm>
    </dsp:sp>
    <dsp:sp modelId="{8731018B-A3BD-45BB-A141-5926EE40B782}">
      <dsp:nvSpPr>
        <dsp:cNvPr id="0" name=""/>
        <dsp:cNvSpPr/>
      </dsp:nvSpPr>
      <dsp:spPr>
        <a:xfrm>
          <a:off x="924378" y="386"/>
          <a:ext cx="1592755" cy="955653"/>
        </a:xfrm>
        <a:prstGeom prst="rect">
          <a:avLst/>
        </a:prstGeom>
        <a:solidFill>
          <a:schemeClr val="lt1">
            <a:hueOff val="0"/>
            <a:satOff val="0"/>
            <a:lumOff val="0"/>
            <a:alphaOff val="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2456" tIns="92456" rIns="92456" bIns="92456" numCol="1" spcCol="1270" anchor="ctr" anchorCtr="0">
          <a:noAutofit/>
        </a:bodyPr>
        <a:lstStyle/>
        <a:p>
          <a:pPr lvl="0" algn="ctr" defTabSz="577850">
            <a:lnSpc>
              <a:spcPct val="100000"/>
            </a:lnSpc>
            <a:spcBef>
              <a:spcPct val="0"/>
            </a:spcBef>
            <a:spcAft>
              <a:spcPts val="0"/>
            </a:spcAft>
          </a:pPr>
          <a:r>
            <a:rPr lang="zh-CN" altLang="en-US" sz="1300" kern="1200" dirty="0" smtClean="0">
              <a:solidFill>
                <a:schemeClr val="tx1"/>
              </a:solidFill>
            </a:rPr>
            <a:t>明确和界定问题</a:t>
          </a:r>
          <a:endParaRPr lang="zh-CN" altLang="en-US" sz="1300" kern="1200" dirty="0">
            <a:solidFill>
              <a:schemeClr val="tx1"/>
            </a:solidFill>
          </a:endParaRPr>
        </a:p>
      </dsp:txBody>
      <dsp:txXfrm>
        <a:off x="924378" y="386"/>
        <a:ext cx="1592755" cy="955653"/>
      </dsp:txXfrm>
    </dsp:sp>
    <dsp:sp modelId="{BC7E76CE-1B06-4DF7-9E51-6C5BBF14931E}">
      <dsp:nvSpPr>
        <dsp:cNvPr id="0" name=""/>
        <dsp:cNvSpPr/>
      </dsp:nvSpPr>
      <dsp:spPr>
        <a:xfrm>
          <a:off x="1720755" y="954239"/>
          <a:ext cx="1959088" cy="335733"/>
        </a:xfrm>
        <a:custGeom>
          <a:avLst/>
          <a:gdLst/>
          <a:ahLst/>
          <a:cxnLst/>
          <a:rect l="0" t="0" r="0" b="0"/>
          <a:pathLst>
            <a:path>
              <a:moveTo>
                <a:pt x="1959088" y="0"/>
              </a:moveTo>
              <a:lnTo>
                <a:pt x="1959088" y="184966"/>
              </a:lnTo>
              <a:lnTo>
                <a:pt x="0" y="184966"/>
              </a:lnTo>
              <a:lnTo>
                <a:pt x="0" y="335733"/>
              </a:lnTo>
            </a:path>
          </a:pathLst>
        </a:custGeom>
        <a:noFill/>
        <a:ln w="6350" cap="flat" cmpd="sng" algn="ctr">
          <a:solidFill>
            <a:schemeClr val="accent2">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lvl="0" algn="ctr" defTabSz="222250">
            <a:lnSpc>
              <a:spcPct val="90000"/>
            </a:lnSpc>
            <a:spcBef>
              <a:spcPct val="0"/>
            </a:spcBef>
            <a:spcAft>
              <a:spcPct val="35000"/>
            </a:spcAft>
          </a:pPr>
          <a:endParaRPr lang="zh-CN" altLang="en-US" sz="500" kern="1200"/>
        </a:p>
      </dsp:txBody>
      <dsp:txXfrm>
        <a:off x="2650473" y="1120274"/>
        <a:ext cx="99652" cy="3663"/>
      </dsp:txXfrm>
    </dsp:sp>
    <dsp:sp modelId="{2763AF08-7F4D-465D-A026-6E17C8CE36E8}">
      <dsp:nvSpPr>
        <dsp:cNvPr id="0" name=""/>
        <dsp:cNvSpPr/>
      </dsp:nvSpPr>
      <dsp:spPr>
        <a:xfrm>
          <a:off x="2883466" y="386"/>
          <a:ext cx="1592755" cy="955653"/>
        </a:xfrm>
        <a:prstGeom prst="rect">
          <a:avLst/>
        </a:prstGeom>
        <a:solidFill>
          <a:schemeClr val="lt1">
            <a:hueOff val="0"/>
            <a:satOff val="0"/>
            <a:lumOff val="0"/>
            <a:alphaOff val="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2456" tIns="92456" rIns="92456" bIns="92456" numCol="1" spcCol="1270" anchor="ctr" anchorCtr="0">
          <a:noAutofit/>
        </a:bodyPr>
        <a:lstStyle/>
        <a:p>
          <a:pPr lvl="0" algn="ctr" defTabSz="577850">
            <a:lnSpc>
              <a:spcPct val="100000"/>
            </a:lnSpc>
            <a:spcBef>
              <a:spcPct val="0"/>
            </a:spcBef>
            <a:spcAft>
              <a:spcPts val="0"/>
            </a:spcAft>
          </a:pPr>
          <a:r>
            <a:rPr lang="zh-CN" altLang="zh-CN" sz="1300" kern="1200" dirty="0" smtClean="0">
              <a:solidFill>
                <a:schemeClr val="tx1"/>
              </a:solidFill>
            </a:rPr>
            <a:t>分析目标及其轻重次序</a:t>
          </a:r>
          <a:endParaRPr lang="zh-CN" altLang="en-US" sz="1300" kern="1200" dirty="0">
            <a:solidFill>
              <a:schemeClr val="tx1"/>
            </a:solidFill>
          </a:endParaRPr>
        </a:p>
      </dsp:txBody>
      <dsp:txXfrm>
        <a:off x="2883466" y="386"/>
        <a:ext cx="1592755" cy="955653"/>
      </dsp:txXfrm>
    </dsp:sp>
    <dsp:sp modelId="{5C2C6AE7-C153-4368-8766-6DC87542EC57}">
      <dsp:nvSpPr>
        <dsp:cNvPr id="0" name=""/>
        <dsp:cNvSpPr/>
      </dsp:nvSpPr>
      <dsp:spPr>
        <a:xfrm>
          <a:off x="2515333" y="1754479"/>
          <a:ext cx="335733" cy="91440"/>
        </a:xfrm>
        <a:custGeom>
          <a:avLst/>
          <a:gdLst/>
          <a:ahLst/>
          <a:cxnLst/>
          <a:rect l="0" t="0" r="0" b="0"/>
          <a:pathLst>
            <a:path>
              <a:moveTo>
                <a:pt x="0" y="45720"/>
              </a:moveTo>
              <a:lnTo>
                <a:pt x="335733" y="45720"/>
              </a:lnTo>
            </a:path>
          </a:pathLst>
        </a:custGeom>
        <a:noFill/>
        <a:ln w="6350" cap="flat" cmpd="sng" algn="ctr">
          <a:solidFill>
            <a:schemeClr val="accent2">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lvl="0" algn="ctr" defTabSz="222250">
            <a:lnSpc>
              <a:spcPct val="90000"/>
            </a:lnSpc>
            <a:spcBef>
              <a:spcPct val="0"/>
            </a:spcBef>
            <a:spcAft>
              <a:spcPct val="35000"/>
            </a:spcAft>
          </a:pPr>
          <a:endParaRPr lang="zh-CN" altLang="en-US" sz="500" kern="1200"/>
        </a:p>
      </dsp:txBody>
      <dsp:txXfrm>
        <a:off x="2674041" y="1798368"/>
        <a:ext cx="18316" cy="3663"/>
      </dsp:txXfrm>
    </dsp:sp>
    <dsp:sp modelId="{134735CE-477D-4D4A-B7AE-FC65B926751C}">
      <dsp:nvSpPr>
        <dsp:cNvPr id="0" name=""/>
        <dsp:cNvSpPr/>
      </dsp:nvSpPr>
      <dsp:spPr>
        <a:xfrm>
          <a:off x="924378" y="1322373"/>
          <a:ext cx="1592755" cy="955653"/>
        </a:xfrm>
        <a:prstGeom prst="rect">
          <a:avLst/>
        </a:prstGeom>
        <a:solidFill>
          <a:schemeClr val="lt1">
            <a:hueOff val="0"/>
            <a:satOff val="0"/>
            <a:lumOff val="0"/>
            <a:alphaOff val="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2456" tIns="92456" rIns="92456" bIns="92456" numCol="1" spcCol="1270" anchor="ctr" anchorCtr="0">
          <a:noAutofit/>
        </a:bodyPr>
        <a:lstStyle/>
        <a:p>
          <a:pPr lvl="0" algn="ctr" defTabSz="577850">
            <a:lnSpc>
              <a:spcPct val="100000"/>
            </a:lnSpc>
            <a:spcBef>
              <a:spcPct val="0"/>
            </a:spcBef>
            <a:spcAft>
              <a:spcPts val="0"/>
            </a:spcAft>
          </a:pPr>
          <a:r>
            <a:rPr lang="zh-CN" altLang="zh-CN" sz="1300" kern="1200" dirty="0" smtClean="0">
              <a:solidFill>
                <a:schemeClr val="tx1"/>
              </a:solidFill>
            </a:rPr>
            <a:t>寻找所有可能的行动方案</a:t>
          </a:r>
          <a:endParaRPr lang="en-US" altLang="zh-CN" sz="1300" kern="1200" dirty="0" smtClean="0">
            <a:solidFill>
              <a:schemeClr val="tx1"/>
            </a:solidFill>
          </a:endParaRPr>
        </a:p>
      </dsp:txBody>
      <dsp:txXfrm>
        <a:off x="924378" y="1322373"/>
        <a:ext cx="1592755" cy="955653"/>
      </dsp:txXfrm>
    </dsp:sp>
    <dsp:sp modelId="{F1CFE842-1D99-488F-A2DD-559551D0FC2D}">
      <dsp:nvSpPr>
        <dsp:cNvPr id="0" name=""/>
        <dsp:cNvSpPr/>
      </dsp:nvSpPr>
      <dsp:spPr>
        <a:xfrm>
          <a:off x="1720755" y="2276226"/>
          <a:ext cx="1959088" cy="335733"/>
        </a:xfrm>
        <a:custGeom>
          <a:avLst/>
          <a:gdLst/>
          <a:ahLst/>
          <a:cxnLst/>
          <a:rect l="0" t="0" r="0" b="0"/>
          <a:pathLst>
            <a:path>
              <a:moveTo>
                <a:pt x="1959088" y="0"/>
              </a:moveTo>
              <a:lnTo>
                <a:pt x="1959088" y="184966"/>
              </a:lnTo>
              <a:lnTo>
                <a:pt x="0" y="184966"/>
              </a:lnTo>
              <a:lnTo>
                <a:pt x="0" y="335733"/>
              </a:lnTo>
            </a:path>
          </a:pathLst>
        </a:custGeom>
        <a:noFill/>
        <a:ln w="6350" cap="flat" cmpd="sng" algn="ctr">
          <a:solidFill>
            <a:schemeClr val="accent2">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lvl="0" algn="ctr" defTabSz="222250">
            <a:lnSpc>
              <a:spcPct val="90000"/>
            </a:lnSpc>
            <a:spcBef>
              <a:spcPct val="0"/>
            </a:spcBef>
            <a:spcAft>
              <a:spcPct val="35000"/>
            </a:spcAft>
          </a:pPr>
          <a:endParaRPr lang="zh-CN" altLang="en-US" sz="500" kern="1200"/>
        </a:p>
      </dsp:txBody>
      <dsp:txXfrm>
        <a:off x="2650473" y="2442261"/>
        <a:ext cx="99652" cy="3663"/>
      </dsp:txXfrm>
    </dsp:sp>
    <dsp:sp modelId="{08375962-28EE-4EB3-9FA0-1D66C54A77AE}">
      <dsp:nvSpPr>
        <dsp:cNvPr id="0" name=""/>
        <dsp:cNvSpPr/>
      </dsp:nvSpPr>
      <dsp:spPr>
        <a:xfrm>
          <a:off x="2883466" y="1322373"/>
          <a:ext cx="1592755" cy="955653"/>
        </a:xfrm>
        <a:prstGeom prst="rect">
          <a:avLst/>
        </a:prstGeom>
        <a:solidFill>
          <a:schemeClr val="lt1">
            <a:hueOff val="0"/>
            <a:satOff val="0"/>
            <a:lumOff val="0"/>
            <a:alphaOff val="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2456" tIns="92456" rIns="92456" bIns="92456" numCol="1" spcCol="1270" anchor="ctr" anchorCtr="0">
          <a:noAutofit/>
        </a:bodyPr>
        <a:lstStyle/>
        <a:p>
          <a:pPr lvl="0" algn="ctr" defTabSz="577850">
            <a:lnSpc>
              <a:spcPct val="100000"/>
            </a:lnSpc>
            <a:spcBef>
              <a:spcPct val="0"/>
            </a:spcBef>
            <a:spcAft>
              <a:spcPts val="0"/>
            </a:spcAft>
          </a:pPr>
          <a:r>
            <a:rPr lang="zh-CN" altLang="zh-CN" sz="1300" kern="1200" dirty="0" smtClean="0">
              <a:solidFill>
                <a:schemeClr val="tx1"/>
              </a:solidFill>
            </a:rPr>
            <a:t>预测每个方案的所有可能结果</a:t>
          </a:r>
          <a:endParaRPr lang="en-US" altLang="zh-CN" sz="1300" kern="1200" dirty="0" smtClean="0">
            <a:solidFill>
              <a:schemeClr val="tx1"/>
            </a:solidFill>
          </a:endParaRPr>
        </a:p>
      </dsp:txBody>
      <dsp:txXfrm>
        <a:off x="2883466" y="1322373"/>
        <a:ext cx="1592755" cy="955653"/>
      </dsp:txXfrm>
    </dsp:sp>
    <dsp:sp modelId="{5740C238-317B-4352-9E02-5E5C10157186}">
      <dsp:nvSpPr>
        <dsp:cNvPr id="0" name=""/>
        <dsp:cNvSpPr/>
      </dsp:nvSpPr>
      <dsp:spPr>
        <a:xfrm>
          <a:off x="2515333" y="3076466"/>
          <a:ext cx="335733" cy="91440"/>
        </a:xfrm>
        <a:custGeom>
          <a:avLst/>
          <a:gdLst/>
          <a:ahLst/>
          <a:cxnLst/>
          <a:rect l="0" t="0" r="0" b="0"/>
          <a:pathLst>
            <a:path>
              <a:moveTo>
                <a:pt x="0" y="45720"/>
              </a:moveTo>
              <a:lnTo>
                <a:pt x="335733" y="45720"/>
              </a:lnTo>
            </a:path>
          </a:pathLst>
        </a:custGeom>
        <a:noFill/>
        <a:ln w="6350" cap="flat" cmpd="sng" algn="ctr">
          <a:solidFill>
            <a:schemeClr val="accent2">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lvl="0" algn="ctr" defTabSz="222250">
            <a:lnSpc>
              <a:spcPct val="90000"/>
            </a:lnSpc>
            <a:spcBef>
              <a:spcPct val="0"/>
            </a:spcBef>
            <a:spcAft>
              <a:spcPct val="35000"/>
            </a:spcAft>
          </a:pPr>
          <a:endParaRPr lang="zh-CN" altLang="en-US" sz="500" kern="1200"/>
        </a:p>
      </dsp:txBody>
      <dsp:txXfrm>
        <a:off x="2674041" y="3120355"/>
        <a:ext cx="18316" cy="3663"/>
      </dsp:txXfrm>
    </dsp:sp>
    <dsp:sp modelId="{ECDFBAA9-6576-49B2-9EFE-A4AEA95CFBF9}">
      <dsp:nvSpPr>
        <dsp:cNvPr id="0" name=""/>
        <dsp:cNvSpPr/>
      </dsp:nvSpPr>
      <dsp:spPr>
        <a:xfrm>
          <a:off x="924378" y="2644360"/>
          <a:ext cx="1592755" cy="955653"/>
        </a:xfrm>
        <a:prstGeom prst="rect">
          <a:avLst/>
        </a:prstGeom>
        <a:solidFill>
          <a:schemeClr val="lt1">
            <a:hueOff val="0"/>
            <a:satOff val="0"/>
            <a:lumOff val="0"/>
            <a:alphaOff val="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2456" tIns="92456" rIns="92456" bIns="92456" numCol="1" spcCol="1270" anchor="ctr" anchorCtr="0">
          <a:noAutofit/>
        </a:bodyPr>
        <a:lstStyle/>
        <a:p>
          <a:pPr lvl="0" algn="ctr" defTabSz="577850">
            <a:lnSpc>
              <a:spcPct val="100000"/>
            </a:lnSpc>
            <a:spcBef>
              <a:spcPct val="0"/>
            </a:spcBef>
            <a:spcAft>
              <a:spcPts val="0"/>
            </a:spcAft>
          </a:pPr>
          <a:r>
            <a:rPr lang="zh-CN" altLang="zh-CN" sz="1300" kern="1200" dirty="0" smtClean="0">
              <a:solidFill>
                <a:schemeClr val="tx1"/>
              </a:solidFill>
            </a:rPr>
            <a:t>比较每个方案实现目标的程度</a:t>
          </a:r>
          <a:endParaRPr lang="en-US" altLang="zh-CN" sz="1300" kern="1200" dirty="0" smtClean="0">
            <a:solidFill>
              <a:schemeClr val="tx1"/>
            </a:solidFill>
          </a:endParaRPr>
        </a:p>
      </dsp:txBody>
      <dsp:txXfrm>
        <a:off x="924378" y="2644360"/>
        <a:ext cx="1592755" cy="955653"/>
      </dsp:txXfrm>
    </dsp:sp>
    <dsp:sp modelId="{983E80E4-BCBD-4FDF-8AA6-66C4FB74FF2E}">
      <dsp:nvSpPr>
        <dsp:cNvPr id="0" name=""/>
        <dsp:cNvSpPr/>
      </dsp:nvSpPr>
      <dsp:spPr>
        <a:xfrm>
          <a:off x="2883466" y="2644360"/>
          <a:ext cx="1592755" cy="955653"/>
        </a:xfrm>
        <a:prstGeom prst="rect">
          <a:avLst/>
        </a:prstGeom>
        <a:solidFill>
          <a:schemeClr val="lt1">
            <a:hueOff val="0"/>
            <a:satOff val="0"/>
            <a:lumOff val="0"/>
            <a:alphaOff val="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2456" tIns="92456" rIns="92456" bIns="92456" numCol="1" spcCol="1270" anchor="ctr" anchorCtr="0">
          <a:noAutofit/>
        </a:bodyPr>
        <a:lstStyle/>
        <a:p>
          <a:pPr lvl="0" algn="ctr" defTabSz="577850">
            <a:lnSpc>
              <a:spcPct val="100000"/>
            </a:lnSpc>
            <a:spcBef>
              <a:spcPct val="0"/>
            </a:spcBef>
            <a:spcAft>
              <a:spcPts val="0"/>
            </a:spcAft>
          </a:pPr>
          <a:r>
            <a:rPr lang="zh-CN" altLang="zh-CN" sz="1300" kern="1200" dirty="0" smtClean="0">
              <a:solidFill>
                <a:schemeClr val="tx1"/>
              </a:solidFill>
            </a:rPr>
            <a:t>选择能够最大限度地实现目标的方案</a:t>
          </a:r>
          <a:endParaRPr lang="zh-CN" altLang="en-US" sz="1300" kern="1200" dirty="0">
            <a:solidFill>
              <a:schemeClr val="tx1"/>
            </a:solidFill>
          </a:endParaRPr>
        </a:p>
      </dsp:txBody>
      <dsp:txXfrm>
        <a:off x="2883466" y="2644360"/>
        <a:ext cx="1592755" cy="955653"/>
      </dsp:txXfrm>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A026067-1AB4-4357-A5E1-B1D7D84ADF96}">
      <dsp:nvSpPr>
        <dsp:cNvPr id="0" name=""/>
        <dsp:cNvSpPr/>
      </dsp:nvSpPr>
      <dsp:spPr>
        <a:xfrm>
          <a:off x="0" y="331629"/>
          <a:ext cx="6096000" cy="1014300"/>
        </a:xfrm>
        <a:prstGeom prst="rect">
          <a:avLst/>
        </a:prstGeom>
        <a:solidFill>
          <a:schemeClr val="lt1">
            <a:alpha val="90000"/>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73117" tIns="291592" rIns="473117" bIns="99568" numCol="1" spcCol="1270" anchor="t" anchorCtr="0">
          <a:noAutofit/>
        </a:bodyPr>
        <a:lstStyle/>
        <a:p>
          <a:pPr marL="114300" lvl="1" indent="-114300" algn="l" defTabSz="622300">
            <a:lnSpc>
              <a:spcPct val="100000"/>
            </a:lnSpc>
            <a:spcBef>
              <a:spcPct val="0"/>
            </a:spcBef>
            <a:spcAft>
              <a:spcPts val="0"/>
            </a:spcAft>
            <a:buChar char="••"/>
          </a:pPr>
          <a:r>
            <a:rPr lang="zh-CN" altLang="en-US" sz="1400" kern="1200" dirty="0" smtClean="0">
              <a:solidFill>
                <a:prstClr val="black"/>
              </a:solidFill>
              <a:latin typeface="微软雅黑" panose="020B0503020204020204" pitchFamily="34" charset="-122"/>
              <a:ea typeface="微软雅黑" panose="020B0503020204020204" pitchFamily="34" charset="-122"/>
            </a:rPr>
            <a:t>根据过去的经验，采取试验的方法，通过知识的传递和理论的推断，对特定的选择将产生的结果做出估计</a:t>
          </a:r>
          <a:endParaRPr lang="zh-CN" altLang="en-US" sz="1400" kern="1200" dirty="0"/>
        </a:p>
      </dsp:txBody>
      <dsp:txXfrm>
        <a:off x="0" y="331629"/>
        <a:ext cx="6096000" cy="1014300"/>
      </dsp:txXfrm>
    </dsp:sp>
    <dsp:sp modelId="{0899EB22-4763-46F2-B0D6-23461C1977AE}">
      <dsp:nvSpPr>
        <dsp:cNvPr id="0" name=""/>
        <dsp:cNvSpPr/>
      </dsp:nvSpPr>
      <dsp:spPr>
        <a:xfrm>
          <a:off x="304800" y="124989"/>
          <a:ext cx="4267200" cy="413280"/>
        </a:xfrm>
        <a:prstGeom prst="round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61290" tIns="0" rIns="161290" bIns="0" numCol="1" spcCol="1270" anchor="ctr" anchorCtr="0">
          <a:noAutofit/>
        </a:bodyPr>
        <a:lstStyle/>
        <a:p>
          <a:pPr lvl="0" algn="l" defTabSz="622300">
            <a:lnSpc>
              <a:spcPct val="100000"/>
            </a:lnSpc>
            <a:spcBef>
              <a:spcPct val="0"/>
            </a:spcBef>
            <a:spcAft>
              <a:spcPts val="0"/>
            </a:spcAft>
          </a:pPr>
          <a:r>
            <a:rPr lang="zh-CN" altLang="en-US" sz="1400" kern="1200" dirty="0" smtClean="0"/>
            <a:t>学习</a:t>
          </a:r>
          <a:endParaRPr lang="zh-CN" altLang="en-US" sz="1400" kern="1200" dirty="0"/>
        </a:p>
      </dsp:txBody>
      <dsp:txXfrm>
        <a:off x="324975" y="145164"/>
        <a:ext cx="4226850" cy="372930"/>
      </dsp:txXfrm>
    </dsp:sp>
    <dsp:sp modelId="{716F7CE1-C91E-4BED-9FD7-52DC46D7F151}">
      <dsp:nvSpPr>
        <dsp:cNvPr id="0" name=""/>
        <dsp:cNvSpPr/>
      </dsp:nvSpPr>
      <dsp:spPr>
        <a:xfrm>
          <a:off x="0" y="1628169"/>
          <a:ext cx="6096000" cy="1014300"/>
        </a:xfrm>
        <a:prstGeom prst="rect">
          <a:avLst/>
        </a:prstGeom>
        <a:solidFill>
          <a:schemeClr val="lt1">
            <a:alpha val="90000"/>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73117" tIns="291592" rIns="473117" bIns="99568" numCol="1" spcCol="1270" anchor="t" anchorCtr="0">
          <a:noAutofit/>
        </a:bodyPr>
        <a:lstStyle/>
        <a:p>
          <a:pPr marL="114300" lvl="1" indent="-114300" algn="l" defTabSz="622300">
            <a:lnSpc>
              <a:spcPct val="100000"/>
            </a:lnSpc>
            <a:spcBef>
              <a:spcPct val="0"/>
            </a:spcBef>
            <a:spcAft>
              <a:spcPts val="0"/>
            </a:spcAft>
            <a:buChar char="••"/>
          </a:pPr>
          <a:r>
            <a:rPr lang="zh-CN" altLang="en-US" sz="1400" kern="1200" smtClean="0">
              <a:solidFill>
                <a:prstClr val="black"/>
              </a:solidFill>
              <a:latin typeface="微软雅黑" panose="020B0503020204020204" pitchFamily="34" charset="-122"/>
              <a:ea typeface="微软雅黑" panose="020B0503020204020204" pitchFamily="34" charset="-122"/>
            </a:rPr>
            <a:t>把为解决一个问题而收集的情报以及从这些情报得出的结论储存起来，以便在发生同类问题时用来做出新的决策</a:t>
          </a:r>
          <a:endParaRPr lang="zh-CN" altLang="en-US" sz="1400" kern="1200" dirty="0"/>
        </a:p>
      </dsp:txBody>
      <dsp:txXfrm>
        <a:off x="0" y="1628169"/>
        <a:ext cx="6096000" cy="1014300"/>
      </dsp:txXfrm>
    </dsp:sp>
    <dsp:sp modelId="{FDC6B47E-9939-4450-9D03-7B3200CB9FBA}">
      <dsp:nvSpPr>
        <dsp:cNvPr id="0" name=""/>
        <dsp:cNvSpPr/>
      </dsp:nvSpPr>
      <dsp:spPr>
        <a:xfrm>
          <a:off x="304800" y="1421529"/>
          <a:ext cx="4267200" cy="413280"/>
        </a:xfrm>
        <a:prstGeom prst="round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61290" tIns="0" rIns="161290" bIns="0" numCol="1" spcCol="1270" anchor="ctr" anchorCtr="0">
          <a:noAutofit/>
        </a:bodyPr>
        <a:lstStyle/>
        <a:p>
          <a:pPr lvl="0" algn="l" defTabSz="622300">
            <a:lnSpc>
              <a:spcPct val="100000"/>
            </a:lnSpc>
            <a:spcBef>
              <a:spcPct val="0"/>
            </a:spcBef>
            <a:spcAft>
              <a:spcPts val="0"/>
            </a:spcAft>
          </a:pPr>
          <a:r>
            <a:rPr lang="zh-CN" altLang="en-US" sz="1400" kern="1200" dirty="0" smtClean="0"/>
            <a:t>记忆</a:t>
          </a:r>
          <a:endParaRPr lang="zh-CN" altLang="en-US" sz="1400" kern="1200" dirty="0"/>
        </a:p>
      </dsp:txBody>
      <dsp:txXfrm>
        <a:off x="324975" y="1441704"/>
        <a:ext cx="4226850" cy="372930"/>
      </dsp:txXfrm>
    </dsp:sp>
    <dsp:sp modelId="{F773AC0E-DF7A-40A9-952F-01B2919F4EAE}">
      <dsp:nvSpPr>
        <dsp:cNvPr id="0" name=""/>
        <dsp:cNvSpPr/>
      </dsp:nvSpPr>
      <dsp:spPr>
        <a:xfrm>
          <a:off x="0" y="2924710"/>
          <a:ext cx="6096000" cy="1014300"/>
        </a:xfrm>
        <a:prstGeom prst="rect">
          <a:avLst/>
        </a:prstGeom>
        <a:solidFill>
          <a:schemeClr val="lt1">
            <a:alpha val="90000"/>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73117" tIns="291592" rIns="473117" bIns="99568" numCol="1" spcCol="1270" anchor="t" anchorCtr="0">
          <a:noAutofit/>
        </a:bodyPr>
        <a:lstStyle/>
        <a:p>
          <a:pPr marL="114300" lvl="1" indent="-114300" algn="l" defTabSz="622300">
            <a:lnSpc>
              <a:spcPct val="100000"/>
            </a:lnSpc>
            <a:spcBef>
              <a:spcPct val="0"/>
            </a:spcBef>
            <a:spcAft>
              <a:spcPts val="0"/>
            </a:spcAft>
            <a:buChar char="••"/>
          </a:pPr>
          <a:r>
            <a:rPr lang="zh-CN" altLang="en-US" sz="1400" kern="1200" smtClean="0">
              <a:solidFill>
                <a:prstClr val="black"/>
              </a:solidFill>
              <a:latin typeface="微软雅黑" panose="020B0503020204020204" pitchFamily="34" charset="-122"/>
              <a:ea typeface="微软雅黑" panose="020B0503020204020204" pitchFamily="34" charset="-122"/>
            </a:rPr>
            <a:t>是帮助符合目的的行动方式持续下去的重要途径，具有“从有意识地进行选择的范围内排除情况反复”的作用。</a:t>
          </a:r>
          <a:endParaRPr lang="zh-CN" altLang="en-US" sz="1400" kern="1200" dirty="0"/>
        </a:p>
      </dsp:txBody>
      <dsp:txXfrm>
        <a:off x="0" y="2924710"/>
        <a:ext cx="6096000" cy="1014300"/>
      </dsp:txXfrm>
    </dsp:sp>
    <dsp:sp modelId="{8105369C-5597-4761-9014-582A8CDD0E39}">
      <dsp:nvSpPr>
        <dsp:cNvPr id="0" name=""/>
        <dsp:cNvSpPr/>
      </dsp:nvSpPr>
      <dsp:spPr>
        <a:xfrm>
          <a:off x="304800" y="2718069"/>
          <a:ext cx="4267200" cy="413280"/>
        </a:xfrm>
        <a:prstGeom prst="round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61290" tIns="0" rIns="161290" bIns="0" numCol="1" spcCol="1270" anchor="ctr" anchorCtr="0">
          <a:noAutofit/>
        </a:bodyPr>
        <a:lstStyle/>
        <a:p>
          <a:pPr lvl="0" algn="l" defTabSz="622300">
            <a:lnSpc>
              <a:spcPct val="100000"/>
            </a:lnSpc>
            <a:spcBef>
              <a:spcPct val="0"/>
            </a:spcBef>
            <a:spcAft>
              <a:spcPts val="0"/>
            </a:spcAft>
          </a:pPr>
          <a:r>
            <a:rPr lang="zh-CN" altLang="en-US" sz="1400" kern="1200" dirty="0" smtClean="0"/>
            <a:t>习惯</a:t>
          </a:r>
          <a:endParaRPr lang="zh-CN" altLang="en-US" sz="1400" kern="1200" dirty="0"/>
        </a:p>
      </dsp:txBody>
      <dsp:txXfrm>
        <a:off x="324975" y="2738244"/>
        <a:ext cx="4226850" cy="372930"/>
      </dsp:txXfrm>
    </dsp:sp>
  </dsp:spTree>
</dsp:drawing>
</file>

<file path=ppt/diagrams/drawing1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D1F7790-09BA-49BB-A05F-D2DFB5A45373}">
      <dsp:nvSpPr>
        <dsp:cNvPr id="0" name=""/>
        <dsp:cNvSpPr/>
      </dsp:nvSpPr>
      <dsp:spPr>
        <a:xfrm>
          <a:off x="1338670" y="1091001"/>
          <a:ext cx="1234755" cy="1234755"/>
        </a:xfrm>
        <a:prstGeom prst="ellipse">
          <a:avLst/>
        </a:prstGeom>
        <a:solidFill>
          <a:schemeClr val="lt1">
            <a:hueOff val="0"/>
            <a:satOff val="0"/>
            <a:lumOff val="0"/>
            <a:alphaOff val="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lvl="0" algn="ctr" defTabSz="889000">
            <a:lnSpc>
              <a:spcPct val="100000"/>
            </a:lnSpc>
            <a:spcBef>
              <a:spcPct val="0"/>
            </a:spcBef>
            <a:spcAft>
              <a:spcPts val="0"/>
            </a:spcAft>
          </a:pPr>
          <a:r>
            <a:rPr lang="zh-CN" altLang="en-US" sz="2000" kern="1200" dirty="0" smtClean="0"/>
            <a:t>决策</a:t>
          </a:r>
          <a:endParaRPr lang="en-US" altLang="zh-CN" sz="2000" kern="1200" dirty="0" smtClean="0"/>
        </a:p>
        <a:p>
          <a:pPr lvl="0" algn="ctr" defTabSz="889000">
            <a:lnSpc>
              <a:spcPct val="100000"/>
            </a:lnSpc>
            <a:spcBef>
              <a:spcPct val="0"/>
            </a:spcBef>
            <a:spcAft>
              <a:spcPts val="0"/>
            </a:spcAft>
          </a:pPr>
          <a:r>
            <a:rPr lang="zh-CN" altLang="en-US" sz="2000" kern="1200" dirty="0" smtClean="0"/>
            <a:t>反应</a:t>
          </a:r>
          <a:endParaRPr lang="zh-CN" altLang="en-US" sz="2000" kern="1200" dirty="0"/>
        </a:p>
      </dsp:txBody>
      <dsp:txXfrm>
        <a:off x="1519496" y="1271827"/>
        <a:ext cx="873103" cy="873103"/>
      </dsp:txXfrm>
    </dsp:sp>
    <dsp:sp modelId="{3E206512-4EC7-4ABB-9324-B7E239F87129}">
      <dsp:nvSpPr>
        <dsp:cNvPr id="0" name=""/>
        <dsp:cNvSpPr/>
      </dsp:nvSpPr>
      <dsp:spPr>
        <a:xfrm rot="12900000">
          <a:off x="499705" y="860361"/>
          <a:ext cx="993068" cy="351905"/>
        </a:xfrm>
        <a:prstGeom prst="leftArrow">
          <a:avLst>
            <a:gd name="adj1" fmla="val 60000"/>
            <a:gd name="adj2" fmla="val 50000"/>
          </a:avLst>
        </a:prstGeom>
        <a:solidFill>
          <a:schemeClr val="accent2">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06E2080D-5FCB-4FFE-BFAA-452FCCAD2C75}">
      <dsp:nvSpPr>
        <dsp:cNvPr id="0" name=""/>
        <dsp:cNvSpPr/>
      </dsp:nvSpPr>
      <dsp:spPr>
        <a:xfrm>
          <a:off x="2993" y="282306"/>
          <a:ext cx="1173017" cy="938414"/>
        </a:xfrm>
        <a:prstGeom prst="roundRect">
          <a:avLst>
            <a:gd name="adj" fmla="val 10000"/>
          </a:avLst>
        </a:prstGeom>
        <a:solidFill>
          <a:schemeClr val="lt1">
            <a:hueOff val="0"/>
            <a:satOff val="0"/>
            <a:lumOff val="0"/>
            <a:alphaOff val="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38100" rIns="38100" bIns="38100" numCol="1" spcCol="1270" anchor="ctr" anchorCtr="0">
          <a:noAutofit/>
        </a:bodyPr>
        <a:lstStyle/>
        <a:p>
          <a:pPr lvl="0" algn="ctr" defTabSz="889000">
            <a:lnSpc>
              <a:spcPct val="100000"/>
            </a:lnSpc>
            <a:spcBef>
              <a:spcPct val="0"/>
            </a:spcBef>
            <a:spcAft>
              <a:spcPts val="0"/>
            </a:spcAft>
          </a:pPr>
          <a:r>
            <a:rPr lang="zh-CN" altLang="en-US" sz="2000" kern="1200" dirty="0" smtClean="0"/>
            <a:t>归因偏差</a:t>
          </a:r>
          <a:endParaRPr lang="zh-CN" altLang="en-US" sz="2000" kern="1200" dirty="0"/>
        </a:p>
      </dsp:txBody>
      <dsp:txXfrm>
        <a:off x="30478" y="309791"/>
        <a:ext cx="1118047" cy="883444"/>
      </dsp:txXfrm>
    </dsp:sp>
    <dsp:sp modelId="{0C539289-B389-4A74-B344-E912AE9750B0}">
      <dsp:nvSpPr>
        <dsp:cNvPr id="0" name=""/>
        <dsp:cNvSpPr/>
      </dsp:nvSpPr>
      <dsp:spPr>
        <a:xfrm rot="19500000">
          <a:off x="2419322" y="860361"/>
          <a:ext cx="993068" cy="351905"/>
        </a:xfrm>
        <a:prstGeom prst="leftArrow">
          <a:avLst>
            <a:gd name="adj1" fmla="val 60000"/>
            <a:gd name="adj2" fmla="val 50000"/>
          </a:avLst>
        </a:prstGeom>
        <a:solidFill>
          <a:schemeClr val="accent2">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18BC8425-2DFD-4536-90B4-B52D85614836}">
      <dsp:nvSpPr>
        <dsp:cNvPr id="0" name=""/>
        <dsp:cNvSpPr/>
      </dsp:nvSpPr>
      <dsp:spPr>
        <a:xfrm>
          <a:off x="2736084" y="282306"/>
          <a:ext cx="1173017" cy="938414"/>
        </a:xfrm>
        <a:prstGeom prst="roundRect">
          <a:avLst>
            <a:gd name="adj" fmla="val 10000"/>
          </a:avLst>
        </a:prstGeom>
        <a:solidFill>
          <a:schemeClr val="lt1">
            <a:hueOff val="0"/>
            <a:satOff val="0"/>
            <a:lumOff val="0"/>
            <a:alphaOff val="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38100" rIns="38100" bIns="38100" numCol="1" spcCol="1270" anchor="ctr" anchorCtr="0">
          <a:noAutofit/>
        </a:bodyPr>
        <a:lstStyle/>
        <a:p>
          <a:pPr lvl="0" algn="ctr" defTabSz="889000">
            <a:lnSpc>
              <a:spcPct val="100000"/>
            </a:lnSpc>
            <a:spcBef>
              <a:spcPct val="0"/>
            </a:spcBef>
            <a:spcAft>
              <a:spcPts val="0"/>
            </a:spcAft>
          </a:pPr>
          <a:r>
            <a:rPr lang="zh-CN" altLang="en-US" sz="2000" kern="1200" dirty="0" smtClean="0"/>
            <a:t>过度自信</a:t>
          </a:r>
          <a:endParaRPr lang="zh-CN" altLang="en-US" sz="2000" kern="1200" dirty="0"/>
        </a:p>
      </dsp:txBody>
      <dsp:txXfrm>
        <a:off x="2763569" y="309791"/>
        <a:ext cx="1118047" cy="883444"/>
      </dsp:txXfrm>
    </dsp:sp>
  </dsp:spTree>
</dsp:drawing>
</file>

<file path=ppt/diagrams/drawing1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16F7CE1-C91E-4BED-9FD7-52DC46D7F151}">
      <dsp:nvSpPr>
        <dsp:cNvPr id="0" name=""/>
        <dsp:cNvSpPr/>
      </dsp:nvSpPr>
      <dsp:spPr>
        <a:xfrm>
          <a:off x="0" y="284657"/>
          <a:ext cx="6096000" cy="1231650"/>
        </a:xfrm>
        <a:prstGeom prst="rect">
          <a:avLst/>
        </a:prstGeom>
        <a:solidFill>
          <a:schemeClr val="lt1">
            <a:alpha val="90000"/>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73117" tIns="354076" rIns="473117" bIns="120904" numCol="1" spcCol="1270" anchor="t" anchorCtr="0">
          <a:noAutofit/>
        </a:bodyPr>
        <a:lstStyle/>
        <a:p>
          <a:pPr marL="171450" lvl="1" indent="-171450" algn="l" defTabSz="755650">
            <a:lnSpc>
              <a:spcPct val="100000"/>
            </a:lnSpc>
            <a:spcBef>
              <a:spcPct val="0"/>
            </a:spcBef>
            <a:spcAft>
              <a:spcPts val="0"/>
            </a:spcAft>
            <a:buChar char="••"/>
          </a:pPr>
          <a:r>
            <a:rPr lang="zh-CN" altLang="zh-CN" sz="1700" kern="1200" dirty="0" smtClean="0"/>
            <a:t>根据获得的关于未来价值的信息进行预测，其局限是完全不依赖于当前或过去的价格</a:t>
          </a:r>
          <a:endParaRPr lang="zh-CN" altLang="en-US" sz="1700" kern="1200" dirty="0"/>
        </a:p>
      </dsp:txBody>
      <dsp:txXfrm>
        <a:off x="0" y="284657"/>
        <a:ext cx="6096000" cy="1231650"/>
      </dsp:txXfrm>
    </dsp:sp>
    <dsp:sp modelId="{FDC6B47E-9939-4450-9D03-7B3200CB9FBA}">
      <dsp:nvSpPr>
        <dsp:cNvPr id="0" name=""/>
        <dsp:cNvSpPr/>
      </dsp:nvSpPr>
      <dsp:spPr>
        <a:xfrm>
          <a:off x="304800" y="33737"/>
          <a:ext cx="4267200" cy="501840"/>
        </a:xfrm>
        <a:prstGeom prst="round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61290" tIns="0" rIns="161290" bIns="0" numCol="1" spcCol="1270" anchor="ctr" anchorCtr="0">
          <a:noAutofit/>
        </a:bodyPr>
        <a:lstStyle/>
        <a:p>
          <a:pPr lvl="0" algn="l" defTabSz="755650">
            <a:lnSpc>
              <a:spcPct val="100000"/>
            </a:lnSpc>
            <a:spcBef>
              <a:spcPct val="0"/>
            </a:spcBef>
            <a:spcAft>
              <a:spcPts val="0"/>
            </a:spcAft>
          </a:pPr>
          <a:r>
            <a:rPr lang="zh-CN" altLang="en-US" sz="1700" kern="1200" dirty="0" smtClean="0"/>
            <a:t>观察消息者</a:t>
          </a:r>
          <a:endParaRPr lang="zh-CN" altLang="en-US" sz="1700" kern="1200" dirty="0"/>
        </a:p>
      </dsp:txBody>
      <dsp:txXfrm>
        <a:off x="329298" y="58235"/>
        <a:ext cx="4218204" cy="452844"/>
      </dsp:txXfrm>
    </dsp:sp>
    <dsp:sp modelId="{F773AC0E-DF7A-40A9-952F-01B2919F4EAE}">
      <dsp:nvSpPr>
        <dsp:cNvPr id="0" name=""/>
        <dsp:cNvSpPr/>
      </dsp:nvSpPr>
      <dsp:spPr>
        <a:xfrm>
          <a:off x="0" y="1859027"/>
          <a:ext cx="6096000" cy="1231650"/>
        </a:xfrm>
        <a:prstGeom prst="rect">
          <a:avLst/>
        </a:prstGeom>
        <a:solidFill>
          <a:schemeClr val="lt1">
            <a:alpha val="90000"/>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73117" tIns="354076" rIns="473117" bIns="120904" numCol="1" spcCol="1270" anchor="t" anchorCtr="0">
          <a:noAutofit/>
        </a:bodyPr>
        <a:lstStyle/>
        <a:p>
          <a:pPr marL="171450" lvl="1" indent="-171450" algn="l" defTabSz="755650">
            <a:lnSpc>
              <a:spcPct val="100000"/>
            </a:lnSpc>
            <a:spcBef>
              <a:spcPct val="0"/>
            </a:spcBef>
            <a:spcAft>
              <a:spcPts val="0"/>
            </a:spcAft>
            <a:buChar char="••"/>
          </a:pPr>
          <a:r>
            <a:rPr lang="zh-CN" altLang="zh-CN" sz="1700" kern="1200" dirty="0" smtClean="0"/>
            <a:t>完全依赖于过去的价格变化，其局限是他们的预测必须是过去价格历史的简单函数</a:t>
          </a:r>
          <a:endParaRPr lang="zh-CN" altLang="en-US" sz="1700" kern="1200" dirty="0"/>
        </a:p>
      </dsp:txBody>
      <dsp:txXfrm>
        <a:off x="0" y="1859027"/>
        <a:ext cx="6096000" cy="1231650"/>
      </dsp:txXfrm>
    </dsp:sp>
    <dsp:sp modelId="{8105369C-5597-4761-9014-582A8CDD0E39}">
      <dsp:nvSpPr>
        <dsp:cNvPr id="0" name=""/>
        <dsp:cNvSpPr/>
      </dsp:nvSpPr>
      <dsp:spPr>
        <a:xfrm>
          <a:off x="304800" y="1608107"/>
          <a:ext cx="4267200" cy="501840"/>
        </a:xfrm>
        <a:prstGeom prst="round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61290" tIns="0" rIns="161290" bIns="0" numCol="1" spcCol="1270" anchor="ctr" anchorCtr="0">
          <a:noAutofit/>
        </a:bodyPr>
        <a:lstStyle/>
        <a:p>
          <a:pPr lvl="0" algn="l" defTabSz="755650">
            <a:lnSpc>
              <a:spcPct val="100000"/>
            </a:lnSpc>
            <a:spcBef>
              <a:spcPct val="0"/>
            </a:spcBef>
            <a:spcAft>
              <a:spcPts val="0"/>
            </a:spcAft>
          </a:pPr>
          <a:r>
            <a:rPr lang="zh-CN" altLang="en-US" sz="1700" kern="1200" dirty="0" smtClean="0"/>
            <a:t>动量交易者</a:t>
          </a:r>
          <a:endParaRPr lang="zh-CN" altLang="en-US" sz="1700" kern="1200" dirty="0"/>
        </a:p>
      </dsp:txBody>
      <dsp:txXfrm>
        <a:off x="329298" y="1632605"/>
        <a:ext cx="4218204" cy="452844"/>
      </dsp:txXfrm>
    </dsp:sp>
  </dsp:spTree>
</dsp:drawing>
</file>

<file path=ppt/diagrams/drawing1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D1F7790-09BA-49BB-A05F-D2DFB5A45373}">
      <dsp:nvSpPr>
        <dsp:cNvPr id="0" name=""/>
        <dsp:cNvSpPr/>
      </dsp:nvSpPr>
      <dsp:spPr>
        <a:xfrm>
          <a:off x="2738447" y="2084995"/>
          <a:ext cx="1543885" cy="1543885"/>
        </a:xfrm>
        <a:prstGeom prst="ellipse">
          <a:avLst/>
        </a:prstGeom>
        <a:solidFill>
          <a:schemeClr val="lt1">
            <a:hueOff val="0"/>
            <a:satOff val="0"/>
            <a:lumOff val="0"/>
            <a:alphaOff val="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lvl="0" algn="ctr" defTabSz="889000">
            <a:lnSpc>
              <a:spcPct val="100000"/>
            </a:lnSpc>
            <a:spcBef>
              <a:spcPct val="0"/>
            </a:spcBef>
            <a:spcAft>
              <a:spcPts val="0"/>
            </a:spcAft>
          </a:pPr>
          <a:r>
            <a:rPr lang="zh-CN" altLang="en-US" sz="2000" kern="1200" dirty="0" smtClean="0"/>
            <a:t>稳妥可靠</a:t>
          </a:r>
          <a:endParaRPr lang="en-US" altLang="zh-CN" sz="2000" kern="1200" dirty="0" smtClean="0"/>
        </a:p>
        <a:p>
          <a:pPr lvl="0" algn="ctr" defTabSz="889000">
            <a:lnSpc>
              <a:spcPct val="100000"/>
            </a:lnSpc>
            <a:spcBef>
              <a:spcPct val="0"/>
            </a:spcBef>
            <a:spcAft>
              <a:spcPts val="0"/>
            </a:spcAft>
          </a:pPr>
          <a:r>
            <a:rPr lang="zh-CN" altLang="en-US" sz="2000" kern="1200" dirty="0" smtClean="0"/>
            <a:t>渐进发展</a:t>
          </a:r>
          <a:endParaRPr lang="zh-CN" altLang="en-US" sz="2000" kern="1200" dirty="0"/>
        </a:p>
      </dsp:txBody>
      <dsp:txXfrm>
        <a:off x="2964544" y="2311092"/>
        <a:ext cx="1091691" cy="1091691"/>
      </dsp:txXfrm>
    </dsp:sp>
    <dsp:sp modelId="{3E206512-4EC7-4ABB-9324-B7E239F87129}">
      <dsp:nvSpPr>
        <dsp:cNvPr id="0" name=""/>
        <dsp:cNvSpPr/>
      </dsp:nvSpPr>
      <dsp:spPr>
        <a:xfrm rot="10800000">
          <a:off x="1240579" y="2636934"/>
          <a:ext cx="1415484" cy="440007"/>
        </a:xfrm>
        <a:prstGeom prst="leftArrow">
          <a:avLst>
            <a:gd name="adj1" fmla="val 60000"/>
            <a:gd name="adj2" fmla="val 50000"/>
          </a:avLst>
        </a:prstGeom>
        <a:solidFill>
          <a:schemeClr val="accent2">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06E2080D-5FCB-4FFE-BFAA-452FCCAD2C75}">
      <dsp:nvSpPr>
        <dsp:cNvPr id="0" name=""/>
        <dsp:cNvSpPr/>
      </dsp:nvSpPr>
      <dsp:spPr>
        <a:xfrm>
          <a:off x="507233" y="2270261"/>
          <a:ext cx="1466691" cy="1173353"/>
        </a:xfrm>
        <a:prstGeom prst="roundRect">
          <a:avLst>
            <a:gd name="adj" fmla="val 10000"/>
          </a:avLst>
        </a:prstGeom>
        <a:solidFill>
          <a:schemeClr val="lt1">
            <a:hueOff val="0"/>
            <a:satOff val="0"/>
            <a:lumOff val="0"/>
            <a:alphaOff val="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8575" tIns="28575" rIns="28575" bIns="28575" numCol="1" spcCol="1270" anchor="ctr" anchorCtr="0">
          <a:noAutofit/>
        </a:bodyPr>
        <a:lstStyle/>
        <a:p>
          <a:pPr lvl="0" algn="ctr" defTabSz="666750">
            <a:lnSpc>
              <a:spcPct val="100000"/>
            </a:lnSpc>
            <a:spcBef>
              <a:spcPct val="0"/>
            </a:spcBef>
            <a:spcAft>
              <a:spcPts val="0"/>
            </a:spcAft>
          </a:pPr>
          <a:r>
            <a:rPr lang="zh-CN" altLang="en-US" sz="1500" kern="1200" dirty="0" smtClean="0">
              <a:latin typeface="微软雅黑" panose="020B0503020204020204" pitchFamily="34" charset="-122"/>
              <a:ea typeface="微软雅黑" panose="020B0503020204020204" pitchFamily="34" charset="-122"/>
            </a:rPr>
            <a:t>决策者必须保留对以往政策的承诺</a:t>
          </a:r>
          <a:endParaRPr lang="zh-CN" altLang="en-US" sz="1500" kern="1200" dirty="0"/>
        </a:p>
      </dsp:txBody>
      <dsp:txXfrm>
        <a:off x="541599" y="2304627"/>
        <a:ext cx="1397959" cy="1104621"/>
      </dsp:txXfrm>
    </dsp:sp>
    <dsp:sp modelId="{FBAAA467-D6D3-4CFB-8FBC-27094BEC127F}">
      <dsp:nvSpPr>
        <dsp:cNvPr id="0" name=""/>
        <dsp:cNvSpPr/>
      </dsp:nvSpPr>
      <dsp:spPr>
        <a:xfrm rot="13500000">
          <a:off x="1698098" y="1532385"/>
          <a:ext cx="1415484" cy="440007"/>
        </a:xfrm>
        <a:prstGeom prst="leftArrow">
          <a:avLst>
            <a:gd name="adj1" fmla="val 60000"/>
            <a:gd name="adj2" fmla="val 50000"/>
          </a:avLst>
        </a:prstGeom>
        <a:solidFill>
          <a:schemeClr val="accent2">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DE10D2CB-2C8C-4C9A-BBD7-ED1B5D41E371}">
      <dsp:nvSpPr>
        <dsp:cNvPr id="0" name=""/>
        <dsp:cNvSpPr/>
      </dsp:nvSpPr>
      <dsp:spPr>
        <a:xfrm>
          <a:off x="1172045" y="665262"/>
          <a:ext cx="1466691" cy="1173353"/>
        </a:xfrm>
        <a:prstGeom prst="roundRect">
          <a:avLst>
            <a:gd name="adj" fmla="val 10000"/>
          </a:avLst>
        </a:prstGeom>
        <a:solidFill>
          <a:schemeClr val="lt1">
            <a:hueOff val="0"/>
            <a:satOff val="0"/>
            <a:lumOff val="0"/>
            <a:alphaOff val="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8575" tIns="28575" rIns="28575" bIns="28575" numCol="1" spcCol="1270" anchor="ctr" anchorCtr="0">
          <a:noAutofit/>
        </a:bodyPr>
        <a:lstStyle/>
        <a:p>
          <a:pPr lvl="0" algn="ctr" defTabSz="666750">
            <a:lnSpc>
              <a:spcPct val="100000"/>
            </a:lnSpc>
            <a:spcBef>
              <a:spcPct val="0"/>
            </a:spcBef>
            <a:spcAft>
              <a:spcPts val="0"/>
            </a:spcAft>
          </a:pPr>
          <a:r>
            <a:rPr lang="zh-CN" altLang="en-US" sz="1500" kern="1200" dirty="0" smtClean="0">
              <a:latin typeface="微软雅黑" panose="020B0503020204020204" pitchFamily="34" charset="-122"/>
              <a:ea typeface="微软雅黑" panose="020B0503020204020204" pitchFamily="34" charset="-122"/>
            </a:rPr>
            <a:t>不必过多地分析与评估新的备选方案</a:t>
          </a:r>
          <a:endParaRPr lang="zh-CN" altLang="en-US" sz="1500" kern="1200" dirty="0"/>
        </a:p>
      </dsp:txBody>
      <dsp:txXfrm>
        <a:off x="1206411" y="699628"/>
        <a:ext cx="1397959" cy="1104621"/>
      </dsp:txXfrm>
    </dsp:sp>
    <dsp:sp modelId="{6EF39F42-BC41-4C0D-B0D5-83F2083D82AE}">
      <dsp:nvSpPr>
        <dsp:cNvPr id="0" name=""/>
        <dsp:cNvSpPr/>
      </dsp:nvSpPr>
      <dsp:spPr>
        <a:xfrm rot="16200000">
          <a:off x="2802647" y="1074866"/>
          <a:ext cx="1415484" cy="440007"/>
        </a:xfrm>
        <a:prstGeom prst="leftArrow">
          <a:avLst>
            <a:gd name="adj1" fmla="val 60000"/>
            <a:gd name="adj2" fmla="val 50000"/>
          </a:avLst>
        </a:prstGeom>
        <a:solidFill>
          <a:schemeClr val="accent2">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17EDAF84-BD8B-4F47-B5C8-A82AC80B37D3}">
      <dsp:nvSpPr>
        <dsp:cNvPr id="0" name=""/>
        <dsp:cNvSpPr/>
      </dsp:nvSpPr>
      <dsp:spPr>
        <a:xfrm>
          <a:off x="2777044" y="450"/>
          <a:ext cx="1466691" cy="1173353"/>
        </a:xfrm>
        <a:prstGeom prst="roundRect">
          <a:avLst>
            <a:gd name="adj" fmla="val 10000"/>
          </a:avLst>
        </a:prstGeom>
        <a:solidFill>
          <a:schemeClr val="lt1">
            <a:hueOff val="0"/>
            <a:satOff val="0"/>
            <a:lumOff val="0"/>
            <a:alphaOff val="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8575" tIns="28575" rIns="28575" bIns="28575" numCol="1" spcCol="1270" anchor="ctr" anchorCtr="0">
          <a:noAutofit/>
        </a:bodyPr>
        <a:lstStyle/>
        <a:p>
          <a:pPr lvl="0" algn="ctr" defTabSz="666750">
            <a:lnSpc>
              <a:spcPct val="100000"/>
            </a:lnSpc>
            <a:spcBef>
              <a:spcPct val="0"/>
            </a:spcBef>
            <a:spcAft>
              <a:spcPts val="0"/>
            </a:spcAft>
          </a:pPr>
          <a:r>
            <a:rPr lang="zh-CN" altLang="en-US" sz="1500" kern="1200" dirty="0" smtClean="0">
              <a:latin typeface="微软雅黑" panose="020B0503020204020204" pitchFamily="34" charset="-122"/>
              <a:ea typeface="微软雅黑" panose="020B0503020204020204" pitchFamily="34" charset="-122"/>
            </a:rPr>
            <a:t>着意于政策目标和备选方案之间的相互调适</a:t>
          </a:r>
          <a:endParaRPr lang="zh-CN" altLang="en-US" sz="1500" kern="1200" dirty="0"/>
        </a:p>
      </dsp:txBody>
      <dsp:txXfrm>
        <a:off x="2811410" y="34816"/>
        <a:ext cx="1397959" cy="1104621"/>
      </dsp:txXfrm>
    </dsp:sp>
    <dsp:sp modelId="{5F37CD69-4CF1-4DAA-9598-3BD6FA49F921}">
      <dsp:nvSpPr>
        <dsp:cNvPr id="0" name=""/>
        <dsp:cNvSpPr/>
      </dsp:nvSpPr>
      <dsp:spPr>
        <a:xfrm rot="18900000">
          <a:off x="3907196" y="1532385"/>
          <a:ext cx="1415484" cy="440007"/>
        </a:xfrm>
        <a:prstGeom prst="leftArrow">
          <a:avLst>
            <a:gd name="adj1" fmla="val 60000"/>
            <a:gd name="adj2" fmla="val 50000"/>
          </a:avLst>
        </a:prstGeom>
        <a:solidFill>
          <a:schemeClr val="accent2">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B01AA79F-74DD-48A4-AE4D-079E5F0FC062}">
      <dsp:nvSpPr>
        <dsp:cNvPr id="0" name=""/>
        <dsp:cNvSpPr/>
      </dsp:nvSpPr>
      <dsp:spPr>
        <a:xfrm>
          <a:off x="4382042" y="665262"/>
          <a:ext cx="1466691" cy="1173353"/>
        </a:xfrm>
        <a:prstGeom prst="roundRect">
          <a:avLst>
            <a:gd name="adj" fmla="val 10000"/>
          </a:avLst>
        </a:prstGeom>
        <a:solidFill>
          <a:schemeClr val="lt1">
            <a:hueOff val="0"/>
            <a:satOff val="0"/>
            <a:lumOff val="0"/>
            <a:alphaOff val="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8575" tIns="28575" rIns="28575" bIns="28575" numCol="1" spcCol="1270" anchor="ctr" anchorCtr="0">
          <a:noAutofit/>
        </a:bodyPr>
        <a:lstStyle/>
        <a:p>
          <a:pPr lvl="0" algn="ctr" defTabSz="666750">
            <a:lnSpc>
              <a:spcPct val="100000"/>
            </a:lnSpc>
            <a:spcBef>
              <a:spcPct val="0"/>
            </a:spcBef>
            <a:spcAft>
              <a:spcPts val="0"/>
            </a:spcAft>
          </a:pPr>
          <a:r>
            <a:rPr lang="zh-CN" altLang="en-US" sz="1500" kern="1200" smtClean="0">
              <a:latin typeface="微软雅黑" panose="020B0503020204020204" pitchFamily="34" charset="-122"/>
              <a:ea typeface="微软雅黑" panose="020B0503020204020204" pitchFamily="34" charset="-122"/>
            </a:rPr>
            <a:t>不关心</a:t>
          </a:r>
          <a:r>
            <a:rPr lang="zh-CN" altLang="en-US" sz="1500" kern="1200" dirty="0" smtClean="0">
              <a:latin typeface="微软雅黑" panose="020B0503020204020204" pitchFamily="34" charset="-122"/>
              <a:ea typeface="微软雅黑" panose="020B0503020204020204" pitchFamily="34" charset="-122"/>
            </a:rPr>
            <a:t>政策制定基础的变化</a:t>
          </a:r>
          <a:endParaRPr lang="zh-CN" altLang="en-US" sz="1500" kern="1200" dirty="0"/>
        </a:p>
      </dsp:txBody>
      <dsp:txXfrm>
        <a:off x="4416408" y="699628"/>
        <a:ext cx="1397959" cy="1104621"/>
      </dsp:txXfrm>
    </dsp:sp>
    <dsp:sp modelId="{9DCCF035-B319-4432-A74A-5E802BB03D38}">
      <dsp:nvSpPr>
        <dsp:cNvPr id="0" name=""/>
        <dsp:cNvSpPr/>
      </dsp:nvSpPr>
      <dsp:spPr>
        <a:xfrm>
          <a:off x="4364715" y="2636934"/>
          <a:ext cx="1415484" cy="440007"/>
        </a:xfrm>
        <a:prstGeom prst="leftArrow">
          <a:avLst>
            <a:gd name="adj1" fmla="val 60000"/>
            <a:gd name="adj2" fmla="val 50000"/>
          </a:avLst>
        </a:prstGeom>
        <a:solidFill>
          <a:schemeClr val="accent2">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E5A68B00-CAFB-4BFD-8E39-8F142B72B640}">
      <dsp:nvSpPr>
        <dsp:cNvPr id="0" name=""/>
        <dsp:cNvSpPr/>
      </dsp:nvSpPr>
      <dsp:spPr>
        <a:xfrm>
          <a:off x="5046854" y="2270261"/>
          <a:ext cx="1466691" cy="1173353"/>
        </a:xfrm>
        <a:prstGeom prst="roundRect">
          <a:avLst>
            <a:gd name="adj" fmla="val 10000"/>
          </a:avLst>
        </a:prstGeom>
        <a:solidFill>
          <a:schemeClr val="lt1">
            <a:hueOff val="0"/>
            <a:satOff val="0"/>
            <a:lumOff val="0"/>
            <a:alphaOff val="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8575" tIns="28575" rIns="28575" bIns="28575" numCol="1" spcCol="1270" anchor="ctr" anchorCtr="0">
          <a:noAutofit/>
        </a:bodyPr>
        <a:lstStyle/>
        <a:p>
          <a:pPr lvl="0" algn="ctr" defTabSz="666750">
            <a:lnSpc>
              <a:spcPct val="100000"/>
            </a:lnSpc>
            <a:spcBef>
              <a:spcPct val="0"/>
            </a:spcBef>
            <a:spcAft>
              <a:spcPts val="0"/>
            </a:spcAft>
          </a:pPr>
          <a:r>
            <a:rPr lang="zh-CN" altLang="en-US" sz="1500" kern="1200" dirty="0" smtClean="0">
              <a:latin typeface="微软雅黑" panose="020B0503020204020204" pitchFamily="34" charset="-122"/>
              <a:ea typeface="微软雅黑" panose="020B0503020204020204" pitchFamily="34" charset="-122"/>
            </a:rPr>
            <a:t>是一种保守的补救措施</a:t>
          </a:r>
          <a:endParaRPr lang="zh-CN" altLang="en-US" sz="1500" kern="1200" dirty="0"/>
        </a:p>
      </dsp:txBody>
      <dsp:txXfrm>
        <a:off x="5081220" y="2304627"/>
        <a:ext cx="1397959" cy="1104621"/>
      </dsp:txXfrm>
    </dsp:sp>
  </dsp:spTree>
</dsp:drawing>
</file>

<file path=ppt/diagrams/drawing1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B0AEAA8-319E-40E9-8F71-34D408C7634D}">
      <dsp:nvSpPr>
        <dsp:cNvPr id="0" name=""/>
        <dsp:cNvSpPr/>
      </dsp:nvSpPr>
      <dsp:spPr>
        <a:xfrm>
          <a:off x="1734763" y="225"/>
          <a:ext cx="693825" cy="693825"/>
        </a:xfrm>
        <a:prstGeom prst="ellipse">
          <a:avLst/>
        </a:prstGeom>
        <a:solidFill>
          <a:schemeClr val="lt1">
            <a:hueOff val="0"/>
            <a:satOff val="0"/>
            <a:lumOff val="0"/>
            <a:alphaOff val="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lvl="0" algn="ctr" defTabSz="622300">
            <a:lnSpc>
              <a:spcPct val="100000"/>
            </a:lnSpc>
            <a:spcBef>
              <a:spcPct val="0"/>
            </a:spcBef>
            <a:spcAft>
              <a:spcPts val="0"/>
            </a:spcAft>
          </a:pPr>
          <a:r>
            <a:rPr lang="zh-CN" altLang="en-US" sz="1400" kern="1200" dirty="0" smtClean="0"/>
            <a:t>目的</a:t>
          </a:r>
          <a:endParaRPr lang="en-US" altLang="zh-CN" sz="1400" kern="1200" dirty="0" smtClean="0"/>
        </a:p>
        <a:p>
          <a:pPr lvl="0" algn="ctr" defTabSz="622300">
            <a:lnSpc>
              <a:spcPct val="100000"/>
            </a:lnSpc>
            <a:spcBef>
              <a:spcPct val="0"/>
            </a:spcBef>
            <a:spcAft>
              <a:spcPts val="0"/>
            </a:spcAft>
          </a:pPr>
          <a:r>
            <a:rPr lang="zh-CN" altLang="en-US" sz="1400" kern="1200" dirty="0" smtClean="0"/>
            <a:t>理性</a:t>
          </a:r>
          <a:endParaRPr lang="zh-CN" altLang="en-US" sz="1400" kern="1200" dirty="0"/>
        </a:p>
      </dsp:txBody>
      <dsp:txXfrm>
        <a:off x="1836371" y="101833"/>
        <a:ext cx="490609" cy="490609"/>
      </dsp:txXfrm>
    </dsp:sp>
    <dsp:sp modelId="{6D67A4C0-A576-45F0-85C5-4CD252612C75}">
      <dsp:nvSpPr>
        <dsp:cNvPr id="0" name=""/>
        <dsp:cNvSpPr/>
      </dsp:nvSpPr>
      <dsp:spPr>
        <a:xfrm>
          <a:off x="1880466" y="750389"/>
          <a:ext cx="402418" cy="402418"/>
        </a:xfrm>
        <a:prstGeom prst="mathPlus">
          <a:avLst/>
        </a:prstGeom>
        <a:solidFill>
          <a:schemeClr val="accent2">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lvl="0" algn="ctr" defTabSz="311150">
            <a:lnSpc>
              <a:spcPct val="90000"/>
            </a:lnSpc>
            <a:spcBef>
              <a:spcPct val="0"/>
            </a:spcBef>
            <a:spcAft>
              <a:spcPct val="35000"/>
            </a:spcAft>
          </a:pPr>
          <a:endParaRPr lang="zh-CN" altLang="en-US" sz="700" kern="1200"/>
        </a:p>
      </dsp:txBody>
      <dsp:txXfrm>
        <a:off x="1933807" y="904274"/>
        <a:ext cx="295736" cy="94648"/>
      </dsp:txXfrm>
    </dsp:sp>
    <dsp:sp modelId="{445A22B6-0DB4-43FC-A301-89502DA45F16}">
      <dsp:nvSpPr>
        <dsp:cNvPr id="0" name=""/>
        <dsp:cNvSpPr/>
      </dsp:nvSpPr>
      <dsp:spPr>
        <a:xfrm>
          <a:off x="1734763" y="1209146"/>
          <a:ext cx="693825" cy="693825"/>
        </a:xfrm>
        <a:prstGeom prst="ellipse">
          <a:avLst/>
        </a:prstGeom>
        <a:solidFill>
          <a:schemeClr val="lt1">
            <a:hueOff val="0"/>
            <a:satOff val="0"/>
            <a:lumOff val="0"/>
            <a:alphaOff val="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lvl="0" algn="ctr" defTabSz="622300">
            <a:lnSpc>
              <a:spcPct val="100000"/>
            </a:lnSpc>
            <a:spcBef>
              <a:spcPct val="0"/>
            </a:spcBef>
            <a:spcAft>
              <a:spcPts val="0"/>
            </a:spcAft>
          </a:pPr>
          <a:r>
            <a:rPr lang="zh-CN" altLang="en-US" sz="1400" kern="1200" dirty="0" smtClean="0"/>
            <a:t>价值</a:t>
          </a:r>
          <a:endParaRPr lang="en-US" altLang="zh-CN" sz="1400" kern="1200" dirty="0" smtClean="0"/>
        </a:p>
        <a:p>
          <a:pPr lvl="0" algn="ctr" defTabSz="622300">
            <a:lnSpc>
              <a:spcPct val="100000"/>
            </a:lnSpc>
            <a:spcBef>
              <a:spcPct val="0"/>
            </a:spcBef>
            <a:spcAft>
              <a:spcPts val="0"/>
            </a:spcAft>
          </a:pPr>
          <a:r>
            <a:rPr lang="zh-CN" altLang="en-US" sz="1400" kern="1200" dirty="0" smtClean="0"/>
            <a:t>理性</a:t>
          </a:r>
          <a:endParaRPr lang="zh-CN" altLang="en-US" sz="1400" kern="1200" dirty="0"/>
        </a:p>
      </dsp:txBody>
      <dsp:txXfrm>
        <a:off x="1836371" y="1310754"/>
        <a:ext cx="490609" cy="490609"/>
      </dsp:txXfrm>
    </dsp:sp>
    <dsp:sp modelId="{0ACCCEC2-1F89-4E3E-B3DA-345E3F28B5A9}">
      <dsp:nvSpPr>
        <dsp:cNvPr id="0" name=""/>
        <dsp:cNvSpPr/>
      </dsp:nvSpPr>
      <dsp:spPr>
        <a:xfrm>
          <a:off x="1880466" y="1959310"/>
          <a:ext cx="402418" cy="402418"/>
        </a:xfrm>
        <a:prstGeom prst="mathPlus">
          <a:avLst/>
        </a:prstGeom>
        <a:solidFill>
          <a:schemeClr val="accent2">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lvl="0" algn="ctr" defTabSz="311150">
            <a:lnSpc>
              <a:spcPct val="90000"/>
            </a:lnSpc>
            <a:spcBef>
              <a:spcPct val="0"/>
            </a:spcBef>
            <a:spcAft>
              <a:spcPct val="35000"/>
            </a:spcAft>
          </a:pPr>
          <a:endParaRPr lang="zh-CN" altLang="en-US" sz="700" kern="1200"/>
        </a:p>
      </dsp:txBody>
      <dsp:txXfrm>
        <a:off x="1933807" y="2113195"/>
        <a:ext cx="295736" cy="94648"/>
      </dsp:txXfrm>
    </dsp:sp>
    <dsp:sp modelId="{2466EDF5-4104-4781-8E3A-BB1331557FEB}">
      <dsp:nvSpPr>
        <dsp:cNvPr id="0" name=""/>
        <dsp:cNvSpPr/>
      </dsp:nvSpPr>
      <dsp:spPr>
        <a:xfrm>
          <a:off x="1734763" y="2418068"/>
          <a:ext cx="693825" cy="693825"/>
        </a:xfrm>
        <a:prstGeom prst="ellipse">
          <a:avLst/>
        </a:prstGeom>
        <a:solidFill>
          <a:schemeClr val="lt1">
            <a:hueOff val="0"/>
            <a:satOff val="0"/>
            <a:lumOff val="0"/>
            <a:alphaOff val="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lvl="0" algn="ctr" defTabSz="622300">
            <a:lnSpc>
              <a:spcPct val="100000"/>
            </a:lnSpc>
            <a:spcBef>
              <a:spcPct val="0"/>
            </a:spcBef>
            <a:spcAft>
              <a:spcPts val="0"/>
            </a:spcAft>
          </a:pPr>
          <a:r>
            <a:rPr lang="zh-CN" altLang="en-US" sz="1400" kern="1200" dirty="0" smtClean="0"/>
            <a:t>情感</a:t>
          </a:r>
          <a:endParaRPr lang="en-US" altLang="zh-CN" sz="1400" kern="1200" dirty="0" smtClean="0"/>
        </a:p>
        <a:p>
          <a:pPr lvl="0" algn="ctr" defTabSz="622300">
            <a:lnSpc>
              <a:spcPct val="100000"/>
            </a:lnSpc>
            <a:spcBef>
              <a:spcPct val="0"/>
            </a:spcBef>
            <a:spcAft>
              <a:spcPts val="0"/>
            </a:spcAft>
          </a:pPr>
          <a:r>
            <a:rPr lang="zh-CN" altLang="en-US" sz="1400" kern="1200" dirty="0" smtClean="0"/>
            <a:t>理性</a:t>
          </a:r>
          <a:endParaRPr lang="zh-CN" altLang="en-US" sz="1400" kern="1200" dirty="0"/>
        </a:p>
      </dsp:txBody>
      <dsp:txXfrm>
        <a:off x="1836371" y="2519676"/>
        <a:ext cx="490609" cy="490609"/>
      </dsp:txXfrm>
    </dsp:sp>
    <dsp:sp modelId="{14B8E584-1C00-434A-95C8-B6DFB24A4F7E}">
      <dsp:nvSpPr>
        <dsp:cNvPr id="0" name=""/>
        <dsp:cNvSpPr/>
      </dsp:nvSpPr>
      <dsp:spPr>
        <a:xfrm>
          <a:off x="2532662" y="1427008"/>
          <a:ext cx="220636" cy="258102"/>
        </a:xfrm>
        <a:prstGeom prst="rightArrow">
          <a:avLst>
            <a:gd name="adj1" fmla="val 60000"/>
            <a:gd name="adj2" fmla="val 50000"/>
          </a:avLst>
        </a:prstGeom>
        <a:solidFill>
          <a:schemeClr val="accent2">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lvl="0" algn="ctr" defTabSz="488950">
            <a:lnSpc>
              <a:spcPct val="90000"/>
            </a:lnSpc>
            <a:spcBef>
              <a:spcPct val="0"/>
            </a:spcBef>
            <a:spcAft>
              <a:spcPct val="35000"/>
            </a:spcAft>
          </a:pPr>
          <a:endParaRPr lang="zh-CN" altLang="en-US" sz="1100" kern="1200"/>
        </a:p>
      </dsp:txBody>
      <dsp:txXfrm>
        <a:off x="2532662" y="1478628"/>
        <a:ext cx="154445" cy="154862"/>
      </dsp:txXfrm>
    </dsp:sp>
    <dsp:sp modelId="{C1E61D25-1143-49A5-A681-33607C430418}">
      <dsp:nvSpPr>
        <dsp:cNvPr id="0" name=""/>
        <dsp:cNvSpPr/>
      </dsp:nvSpPr>
      <dsp:spPr>
        <a:xfrm>
          <a:off x="2844883" y="998279"/>
          <a:ext cx="1115560" cy="1115560"/>
        </a:xfrm>
        <a:prstGeom prst="ellipse">
          <a:avLst/>
        </a:prstGeom>
        <a:solidFill>
          <a:schemeClr val="lt1">
            <a:hueOff val="0"/>
            <a:satOff val="0"/>
            <a:lumOff val="0"/>
            <a:alphaOff val="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1590" tIns="21590" rIns="21590" bIns="21590" numCol="1" spcCol="1270" anchor="ctr" anchorCtr="0">
          <a:noAutofit/>
        </a:bodyPr>
        <a:lstStyle/>
        <a:p>
          <a:pPr lvl="0" algn="ctr" defTabSz="755650" rtl="0" eaLnBrk="0" fontAlgn="base" hangingPunct="0">
            <a:lnSpc>
              <a:spcPct val="100000"/>
            </a:lnSpc>
            <a:spcBef>
              <a:spcPct val="0"/>
            </a:spcBef>
            <a:spcAft>
              <a:spcPct val="0"/>
            </a:spcAft>
          </a:pPr>
          <a:r>
            <a:rPr lang="zh-CN" altLang="en-US" sz="1700" kern="1200" dirty="0" smtClean="0">
              <a:solidFill>
                <a:schemeClr val="dk1"/>
              </a:solidFill>
              <a:latin typeface="+mn-lt"/>
              <a:ea typeface="+mn-ea"/>
              <a:cs typeface="+mn-cs"/>
            </a:rPr>
            <a:t>工具</a:t>
          </a:r>
          <a:endParaRPr lang="en-US" altLang="zh-CN" sz="1700" kern="1200" dirty="0" smtClean="0">
            <a:solidFill>
              <a:schemeClr val="dk1"/>
            </a:solidFill>
            <a:latin typeface="+mn-lt"/>
            <a:ea typeface="+mn-ea"/>
            <a:cs typeface="+mn-cs"/>
          </a:endParaRPr>
        </a:p>
        <a:p>
          <a:pPr lvl="0" algn="ctr" defTabSz="755650" rtl="0" eaLnBrk="0" fontAlgn="base" hangingPunct="0">
            <a:lnSpc>
              <a:spcPct val="100000"/>
            </a:lnSpc>
            <a:spcBef>
              <a:spcPct val="0"/>
            </a:spcBef>
            <a:spcAft>
              <a:spcPct val="0"/>
            </a:spcAft>
          </a:pPr>
          <a:r>
            <a:rPr lang="zh-CN" altLang="en-US" sz="1700" kern="1200" dirty="0" smtClean="0">
              <a:solidFill>
                <a:schemeClr val="dk1"/>
              </a:solidFill>
              <a:latin typeface="+mn-lt"/>
              <a:ea typeface="+mn-ea"/>
              <a:cs typeface="+mn-cs"/>
            </a:rPr>
            <a:t>理性</a:t>
          </a:r>
          <a:endParaRPr lang="zh-CN" altLang="en-US" sz="1700" kern="1200" dirty="0">
            <a:solidFill>
              <a:schemeClr val="dk1"/>
            </a:solidFill>
            <a:latin typeface="+mn-lt"/>
            <a:ea typeface="+mn-ea"/>
            <a:cs typeface="+mn-cs"/>
          </a:endParaRPr>
        </a:p>
      </dsp:txBody>
      <dsp:txXfrm>
        <a:off x="3008253" y="1161649"/>
        <a:ext cx="788820" cy="788820"/>
      </dsp:txXfrm>
    </dsp:sp>
  </dsp:spTree>
</dsp:drawing>
</file>

<file path=ppt/diagrams/drawing1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D1F7790-09BA-49BB-A05F-D2DFB5A45373}">
      <dsp:nvSpPr>
        <dsp:cNvPr id="0" name=""/>
        <dsp:cNvSpPr/>
      </dsp:nvSpPr>
      <dsp:spPr>
        <a:xfrm>
          <a:off x="2835598" y="1972553"/>
          <a:ext cx="1655616" cy="1655616"/>
        </a:xfrm>
        <a:prstGeom prst="ellipse">
          <a:avLst/>
        </a:prstGeom>
        <a:solidFill>
          <a:schemeClr val="lt1">
            <a:hueOff val="0"/>
            <a:satOff val="0"/>
            <a:lumOff val="0"/>
            <a:alphaOff val="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lvl="0" algn="ctr" defTabSz="889000">
            <a:lnSpc>
              <a:spcPct val="100000"/>
            </a:lnSpc>
            <a:spcBef>
              <a:spcPct val="0"/>
            </a:spcBef>
            <a:spcAft>
              <a:spcPts val="0"/>
            </a:spcAft>
          </a:pPr>
          <a:r>
            <a:rPr lang="zh-CN" altLang="en-US" sz="2000" kern="1200" dirty="0" smtClean="0"/>
            <a:t>决策背景不稳定性</a:t>
          </a:r>
          <a:endParaRPr lang="zh-CN" altLang="en-US" sz="2000" kern="1200" dirty="0"/>
        </a:p>
      </dsp:txBody>
      <dsp:txXfrm>
        <a:off x="3078057" y="2215012"/>
        <a:ext cx="1170698" cy="1170698"/>
      </dsp:txXfrm>
    </dsp:sp>
    <dsp:sp modelId="{3E206512-4EC7-4ABB-9324-B7E239F87129}">
      <dsp:nvSpPr>
        <dsp:cNvPr id="0" name=""/>
        <dsp:cNvSpPr/>
      </dsp:nvSpPr>
      <dsp:spPr>
        <a:xfrm rot="12900000">
          <a:off x="1771095" y="1683509"/>
          <a:ext cx="1268433" cy="471850"/>
        </a:xfrm>
        <a:prstGeom prst="leftArrow">
          <a:avLst>
            <a:gd name="adj1" fmla="val 60000"/>
            <a:gd name="adj2" fmla="val 50000"/>
          </a:avLst>
        </a:prstGeom>
        <a:solidFill>
          <a:schemeClr val="accent2">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06E2080D-5FCB-4FFE-BFAA-452FCCAD2C75}">
      <dsp:nvSpPr>
        <dsp:cNvPr id="0" name=""/>
        <dsp:cNvSpPr/>
      </dsp:nvSpPr>
      <dsp:spPr>
        <a:xfrm>
          <a:off x="1099374" y="926528"/>
          <a:ext cx="1572835" cy="1258268"/>
        </a:xfrm>
        <a:prstGeom prst="roundRect">
          <a:avLst>
            <a:gd name="adj" fmla="val 10000"/>
          </a:avLst>
        </a:prstGeom>
        <a:solidFill>
          <a:schemeClr val="lt1">
            <a:hueOff val="0"/>
            <a:satOff val="0"/>
            <a:lumOff val="0"/>
            <a:alphaOff val="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30480" rIns="30480" bIns="30480" numCol="1" spcCol="1270" anchor="ctr" anchorCtr="0">
          <a:noAutofit/>
        </a:bodyPr>
        <a:lstStyle/>
        <a:p>
          <a:pPr lvl="0" algn="ctr" defTabSz="711200">
            <a:lnSpc>
              <a:spcPct val="100000"/>
            </a:lnSpc>
            <a:spcBef>
              <a:spcPct val="0"/>
            </a:spcBef>
            <a:spcAft>
              <a:spcPts val="0"/>
            </a:spcAft>
          </a:pPr>
          <a:r>
            <a:rPr lang="zh-CN" altLang="en-US" sz="1600" kern="1200" dirty="0" smtClean="0">
              <a:latin typeface="微软雅黑" panose="020B0503020204020204" pitchFamily="34" charset="-122"/>
              <a:ea typeface="微软雅黑" panose="020B0503020204020204" pitchFamily="34" charset="-122"/>
            </a:rPr>
            <a:t>决策背景具有整体性和综合性</a:t>
          </a:r>
          <a:endParaRPr lang="zh-CN" altLang="en-US" sz="1600" kern="1200" dirty="0"/>
        </a:p>
      </dsp:txBody>
      <dsp:txXfrm>
        <a:off x="1136227" y="963381"/>
        <a:ext cx="1499129" cy="1184562"/>
      </dsp:txXfrm>
    </dsp:sp>
    <dsp:sp modelId="{6C686716-0414-478A-B699-0A9019288023}">
      <dsp:nvSpPr>
        <dsp:cNvPr id="0" name=""/>
        <dsp:cNvSpPr/>
      </dsp:nvSpPr>
      <dsp:spPr>
        <a:xfrm rot="16200000">
          <a:off x="3029190" y="1028587"/>
          <a:ext cx="1268433" cy="471850"/>
        </a:xfrm>
        <a:prstGeom prst="leftArrow">
          <a:avLst>
            <a:gd name="adj1" fmla="val 60000"/>
            <a:gd name="adj2" fmla="val 50000"/>
          </a:avLst>
        </a:prstGeom>
        <a:solidFill>
          <a:schemeClr val="accent2">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49DE134B-8431-4306-808A-87AC00E9999B}">
      <dsp:nvSpPr>
        <dsp:cNvPr id="0" name=""/>
        <dsp:cNvSpPr/>
      </dsp:nvSpPr>
      <dsp:spPr>
        <a:xfrm>
          <a:off x="2876989" y="1161"/>
          <a:ext cx="1572835" cy="1258268"/>
        </a:xfrm>
        <a:prstGeom prst="roundRect">
          <a:avLst>
            <a:gd name="adj" fmla="val 10000"/>
          </a:avLst>
        </a:prstGeom>
        <a:solidFill>
          <a:schemeClr val="lt1">
            <a:hueOff val="0"/>
            <a:satOff val="0"/>
            <a:lumOff val="0"/>
            <a:alphaOff val="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30480" rIns="30480" bIns="30480" numCol="1" spcCol="1270" anchor="ctr" anchorCtr="0">
          <a:noAutofit/>
        </a:bodyPr>
        <a:lstStyle/>
        <a:p>
          <a:pPr lvl="0" algn="ctr" defTabSz="711200">
            <a:lnSpc>
              <a:spcPct val="100000"/>
            </a:lnSpc>
            <a:spcBef>
              <a:spcPct val="0"/>
            </a:spcBef>
            <a:spcAft>
              <a:spcPts val="0"/>
            </a:spcAft>
          </a:pPr>
          <a:r>
            <a:rPr lang="zh-CN" altLang="en-US" sz="1600" kern="1200" dirty="0" smtClean="0"/>
            <a:t>决策背景具有复杂性</a:t>
          </a:r>
          <a:endParaRPr lang="zh-CN" altLang="en-US" sz="1600" kern="1200" dirty="0"/>
        </a:p>
      </dsp:txBody>
      <dsp:txXfrm>
        <a:off x="2913842" y="38014"/>
        <a:ext cx="1499129" cy="1184562"/>
      </dsp:txXfrm>
    </dsp:sp>
    <dsp:sp modelId="{B89948EB-2B85-4750-B3A6-B0730189754A}">
      <dsp:nvSpPr>
        <dsp:cNvPr id="0" name=""/>
        <dsp:cNvSpPr/>
      </dsp:nvSpPr>
      <dsp:spPr>
        <a:xfrm rot="19500000">
          <a:off x="4287284" y="1683509"/>
          <a:ext cx="1268433" cy="471850"/>
        </a:xfrm>
        <a:prstGeom prst="leftArrow">
          <a:avLst>
            <a:gd name="adj1" fmla="val 60000"/>
            <a:gd name="adj2" fmla="val 50000"/>
          </a:avLst>
        </a:prstGeom>
        <a:solidFill>
          <a:schemeClr val="accent2">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02E72743-C322-42C0-8A40-4DD09A493767}">
      <dsp:nvSpPr>
        <dsp:cNvPr id="0" name=""/>
        <dsp:cNvSpPr/>
      </dsp:nvSpPr>
      <dsp:spPr>
        <a:xfrm>
          <a:off x="4654603" y="926528"/>
          <a:ext cx="1572835" cy="1258268"/>
        </a:xfrm>
        <a:prstGeom prst="roundRect">
          <a:avLst>
            <a:gd name="adj" fmla="val 10000"/>
          </a:avLst>
        </a:prstGeom>
        <a:solidFill>
          <a:schemeClr val="lt1">
            <a:hueOff val="0"/>
            <a:satOff val="0"/>
            <a:lumOff val="0"/>
            <a:alphaOff val="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30480" rIns="30480" bIns="30480" numCol="1" spcCol="1270" anchor="ctr" anchorCtr="0">
          <a:noAutofit/>
        </a:bodyPr>
        <a:lstStyle/>
        <a:p>
          <a:pPr lvl="0" algn="ctr" defTabSz="711200">
            <a:lnSpc>
              <a:spcPct val="100000"/>
            </a:lnSpc>
            <a:spcBef>
              <a:spcPct val="0"/>
            </a:spcBef>
            <a:spcAft>
              <a:spcPts val="0"/>
            </a:spcAft>
          </a:pPr>
          <a:r>
            <a:rPr lang="zh-CN" altLang="en-US" sz="1600" kern="1200" dirty="0" smtClean="0"/>
            <a:t>决策背景具有动荡性</a:t>
          </a:r>
          <a:endParaRPr lang="zh-CN" altLang="en-US" sz="1600" kern="1200" dirty="0"/>
        </a:p>
      </dsp:txBody>
      <dsp:txXfrm>
        <a:off x="4691456" y="963381"/>
        <a:ext cx="1499129" cy="1184562"/>
      </dsp:txXfrm>
    </dsp:sp>
  </dsp:spTree>
</dsp:drawing>
</file>

<file path=ppt/diagrams/drawing1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76CF07E-D708-4BE3-8269-83E8675EC173}">
      <dsp:nvSpPr>
        <dsp:cNvPr id="0" name=""/>
        <dsp:cNvSpPr/>
      </dsp:nvSpPr>
      <dsp:spPr>
        <a:xfrm>
          <a:off x="0" y="0"/>
          <a:ext cx="6432376" cy="4020235"/>
        </a:xfrm>
        <a:prstGeom prst="swooshArrow">
          <a:avLst>
            <a:gd name="adj1" fmla="val 25000"/>
            <a:gd name="adj2" fmla="val 25000"/>
          </a:avLst>
        </a:prstGeom>
        <a:solidFill>
          <a:schemeClr val="accent2">
            <a:tint val="40000"/>
            <a:hueOff val="0"/>
            <a:satOff val="0"/>
            <a:lumOff val="0"/>
            <a:alphaOff val="0"/>
          </a:schemeClr>
        </a:solidFill>
        <a:ln>
          <a:noFill/>
        </a:ln>
        <a:effectLst/>
        <a:sp3d z="-161800" extrusionH="600" contourW="3000">
          <a:bevelT w="48600" h="18600" prst="relaxedInset"/>
          <a:bevelB w="48600" h="8600" prst="relaxedInset"/>
        </a:sp3d>
      </dsp:spPr>
      <dsp:style>
        <a:lnRef idx="0">
          <a:scrgbClr r="0" g="0" b="0"/>
        </a:lnRef>
        <a:fillRef idx="1">
          <a:scrgbClr r="0" g="0" b="0"/>
        </a:fillRef>
        <a:effectRef idx="0">
          <a:scrgbClr r="0" g="0" b="0"/>
        </a:effectRef>
        <a:fontRef idx="minor"/>
      </dsp:style>
    </dsp:sp>
    <dsp:sp modelId="{2B75569C-094F-441A-A8E7-F13A41B19D0A}">
      <dsp:nvSpPr>
        <dsp:cNvPr id="0" name=""/>
        <dsp:cNvSpPr/>
      </dsp:nvSpPr>
      <dsp:spPr>
        <a:xfrm>
          <a:off x="633589" y="3139569"/>
          <a:ext cx="147944" cy="147944"/>
        </a:xfrm>
        <a:prstGeom prst="ellipse">
          <a:avLst/>
        </a:prstGeom>
        <a:solidFill>
          <a:schemeClr val="lt1">
            <a:hueOff val="0"/>
            <a:satOff val="0"/>
            <a:lumOff val="0"/>
            <a:alphaOff val="0"/>
          </a:schemeClr>
        </a:solidFill>
        <a:ln>
          <a:noFill/>
        </a:ln>
        <a:effectLst/>
        <a:sp3d extrusionH="50600" prstMaterial="metal">
          <a:bevelT w="101600" h="80600" prst="relaxedInset"/>
          <a:bevelB w="80600" h="80600" prst="relaxedInset"/>
        </a:sp3d>
      </dsp:spPr>
      <dsp:style>
        <a:lnRef idx="0">
          <a:scrgbClr r="0" g="0" b="0"/>
        </a:lnRef>
        <a:fillRef idx="1">
          <a:scrgbClr r="0" g="0" b="0"/>
        </a:fillRef>
        <a:effectRef idx="1">
          <a:scrgbClr r="0" g="0" b="0"/>
        </a:effectRef>
        <a:fontRef idx="minor">
          <a:schemeClr val="dk1"/>
        </a:fontRef>
      </dsp:style>
    </dsp:sp>
    <dsp:sp modelId="{49024A3A-991E-4EFB-A769-6E43BA00BD12}">
      <dsp:nvSpPr>
        <dsp:cNvPr id="0" name=""/>
        <dsp:cNvSpPr/>
      </dsp:nvSpPr>
      <dsp:spPr>
        <a:xfrm>
          <a:off x="707561" y="3213541"/>
          <a:ext cx="842641" cy="95681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8393" tIns="0" rIns="0" bIns="0" numCol="1" spcCol="1270" anchor="t" anchorCtr="0">
          <a:noAutofit/>
        </a:bodyPr>
        <a:lstStyle/>
        <a:p>
          <a:pPr lvl="0" algn="l" defTabSz="666750">
            <a:lnSpc>
              <a:spcPct val="100000"/>
            </a:lnSpc>
            <a:spcBef>
              <a:spcPct val="0"/>
            </a:spcBef>
            <a:spcAft>
              <a:spcPts val="0"/>
            </a:spcAft>
          </a:pPr>
          <a:r>
            <a:rPr lang="en-US" altLang="zh-CN" sz="1500" b="0" kern="1200" smtClean="0"/>
            <a:t>1. </a:t>
          </a:r>
          <a:r>
            <a:rPr lang="zh-CN" altLang="zh-CN" sz="1500" b="0" kern="1200" smtClean="0"/>
            <a:t>明确决策主题</a:t>
          </a:r>
          <a:endParaRPr lang="zh-CN" altLang="en-US" sz="1500" b="0" kern="1200" dirty="0"/>
        </a:p>
      </dsp:txBody>
      <dsp:txXfrm>
        <a:off x="707561" y="3213541"/>
        <a:ext cx="842641" cy="956815"/>
      </dsp:txXfrm>
    </dsp:sp>
    <dsp:sp modelId="{08A78384-683D-4B92-A317-A0A79F62C4D0}">
      <dsp:nvSpPr>
        <dsp:cNvPr id="0" name=""/>
        <dsp:cNvSpPr/>
      </dsp:nvSpPr>
      <dsp:spPr>
        <a:xfrm>
          <a:off x="1434419" y="2370096"/>
          <a:ext cx="231565" cy="231565"/>
        </a:xfrm>
        <a:prstGeom prst="ellipse">
          <a:avLst/>
        </a:prstGeom>
        <a:solidFill>
          <a:schemeClr val="lt1">
            <a:hueOff val="0"/>
            <a:satOff val="0"/>
            <a:lumOff val="0"/>
            <a:alphaOff val="0"/>
          </a:schemeClr>
        </a:solidFill>
        <a:ln>
          <a:noFill/>
        </a:ln>
        <a:effectLst/>
        <a:sp3d extrusionH="50600" prstMaterial="metal">
          <a:bevelT w="101600" h="80600" prst="relaxedInset"/>
          <a:bevelB w="80600" h="80600" prst="relaxedInset"/>
        </a:sp3d>
      </dsp:spPr>
      <dsp:style>
        <a:lnRef idx="0">
          <a:scrgbClr r="0" g="0" b="0"/>
        </a:lnRef>
        <a:fillRef idx="1">
          <a:scrgbClr r="0" g="0" b="0"/>
        </a:fillRef>
        <a:effectRef idx="1">
          <a:scrgbClr r="0" g="0" b="0"/>
        </a:effectRef>
        <a:fontRef idx="minor">
          <a:schemeClr val="dk1"/>
        </a:fontRef>
      </dsp:style>
    </dsp:sp>
    <dsp:sp modelId="{6F2FD74E-3943-4290-AAE9-9E88672C6437}">
      <dsp:nvSpPr>
        <dsp:cNvPr id="0" name=""/>
        <dsp:cNvSpPr/>
      </dsp:nvSpPr>
      <dsp:spPr>
        <a:xfrm>
          <a:off x="1550202" y="2485879"/>
          <a:ext cx="1067774" cy="168447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2702" tIns="0" rIns="0" bIns="0" numCol="1" spcCol="1270" anchor="t" anchorCtr="0">
          <a:noAutofit/>
        </a:bodyPr>
        <a:lstStyle/>
        <a:p>
          <a:pPr lvl="0" algn="l" defTabSz="666750">
            <a:lnSpc>
              <a:spcPct val="100000"/>
            </a:lnSpc>
            <a:spcBef>
              <a:spcPct val="0"/>
            </a:spcBef>
            <a:spcAft>
              <a:spcPts val="0"/>
            </a:spcAft>
          </a:pPr>
          <a:r>
            <a:rPr lang="en-US" altLang="zh-CN" sz="1500" b="0" kern="1200" smtClean="0"/>
            <a:t>2. </a:t>
          </a:r>
          <a:r>
            <a:rPr lang="zh-CN" altLang="zh-CN" sz="1500" b="0" kern="1200" smtClean="0"/>
            <a:t>提出假设</a:t>
          </a:r>
          <a:endParaRPr lang="en-US" altLang="zh-CN" sz="1500" b="0" kern="1200" dirty="0" smtClean="0"/>
        </a:p>
      </dsp:txBody>
      <dsp:txXfrm>
        <a:off x="1550202" y="2485879"/>
        <a:ext cx="1067774" cy="1684478"/>
      </dsp:txXfrm>
    </dsp:sp>
    <dsp:sp modelId="{0A0B366C-902C-4B40-ABF6-FA10CCD80C5C}">
      <dsp:nvSpPr>
        <dsp:cNvPr id="0" name=""/>
        <dsp:cNvSpPr/>
      </dsp:nvSpPr>
      <dsp:spPr>
        <a:xfrm>
          <a:off x="2463600" y="1756608"/>
          <a:ext cx="308754" cy="308754"/>
        </a:xfrm>
        <a:prstGeom prst="ellipse">
          <a:avLst/>
        </a:prstGeom>
        <a:solidFill>
          <a:schemeClr val="lt1">
            <a:hueOff val="0"/>
            <a:satOff val="0"/>
            <a:lumOff val="0"/>
            <a:alphaOff val="0"/>
          </a:schemeClr>
        </a:solidFill>
        <a:ln>
          <a:noFill/>
        </a:ln>
        <a:effectLst/>
        <a:sp3d extrusionH="50600" prstMaterial="metal">
          <a:bevelT w="101600" h="80600" prst="relaxedInset"/>
          <a:bevelB w="80600" h="80600" prst="relaxedInset"/>
        </a:sp3d>
      </dsp:spPr>
      <dsp:style>
        <a:lnRef idx="0">
          <a:scrgbClr r="0" g="0" b="0"/>
        </a:lnRef>
        <a:fillRef idx="1">
          <a:scrgbClr r="0" g="0" b="0"/>
        </a:fillRef>
        <a:effectRef idx="1">
          <a:scrgbClr r="0" g="0" b="0"/>
        </a:effectRef>
        <a:fontRef idx="minor">
          <a:schemeClr val="dk1"/>
        </a:fontRef>
      </dsp:style>
    </dsp:sp>
    <dsp:sp modelId="{7B1315A2-60F4-4A89-BDC2-BD9AE7FEC88A}">
      <dsp:nvSpPr>
        <dsp:cNvPr id="0" name=""/>
        <dsp:cNvSpPr/>
      </dsp:nvSpPr>
      <dsp:spPr>
        <a:xfrm>
          <a:off x="2617977" y="1910985"/>
          <a:ext cx="1241448" cy="225937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63602" tIns="0" rIns="0" bIns="0" numCol="1" spcCol="1270" anchor="t" anchorCtr="0">
          <a:noAutofit/>
        </a:bodyPr>
        <a:lstStyle/>
        <a:p>
          <a:pPr lvl="0" algn="l" defTabSz="666750">
            <a:lnSpc>
              <a:spcPct val="100000"/>
            </a:lnSpc>
            <a:spcBef>
              <a:spcPct val="0"/>
            </a:spcBef>
            <a:spcAft>
              <a:spcPts val="0"/>
            </a:spcAft>
          </a:pPr>
          <a:r>
            <a:rPr lang="en-US" altLang="zh-CN" sz="1500" b="0" kern="1200" smtClean="0"/>
            <a:t>3. </a:t>
          </a:r>
          <a:r>
            <a:rPr lang="zh-CN" altLang="zh-CN" sz="1500" b="0" kern="1200" smtClean="0"/>
            <a:t>收集资料</a:t>
          </a:r>
          <a:endParaRPr lang="en-US" altLang="zh-CN" sz="1500" b="0" kern="1200" dirty="0" smtClean="0"/>
        </a:p>
      </dsp:txBody>
      <dsp:txXfrm>
        <a:off x="2617977" y="1910985"/>
        <a:ext cx="1241448" cy="2259372"/>
      </dsp:txXfrm>
    </dsp:sp>
    <dsp:sp modelId="{DC090C7E-743D-4D28-9793-52DA8656CDDF}">
      <dsp:nvSpPr>
        <dsp:cNvPr id="0" name=""/>
        <dsp:cNvSpPr/>
      </dsp:nvSpPr>
      <dsp:spPr>
        <a:xfrm>
          <a:off x="3660021" y="1277396"/>
          <a:ext cx="398807" cy="398807"/>
        </a:xfrm>
        <a:prstGeom prst="ellipse">
          <a:avLst/>
        </a:prstGeom>
        <a:solidFill>
          <a:schemeClr val="lt1">
            <a:hueOff val="0"/>
            <a:satOff val="0"/>
            <a:lumOff val="0"/>
            <a:alphaOff val="0"/>
          </a:schemeClr>
        </a:solidFill>
        <a:ln>
          <a:noFill/>
        </a:ln>
        <a:effectLst/>
        <a:sp3d extrusionH="50600" prstMaterial="metal">
          <a:bevelT w="101600" h="80600" prst="relaxedInset"/>
          <a:bevelB w="80600" h="80600" prst="relaxedInset"/>
        </a:sp3d>
      </dsp:spPr>
      <dsp:style>
        <a:lnRef idx="0">
          <a:scrgbClr r="0" g="0" b="0"/>
        </a:lnRef>
        <a:fillRef idx="1">
          <a:scrgbClr r="0" g="0" b="0"/>
        </a:fillRef>
        <a:effectRef idx="1">
          <a:scrgbClr r="0" g="0" b="0"/>
        </a:effectRef>
        <a:fontRef idx="minor">
          <a:schemeClr val="dk1"/>
        </a:fontRef>
      </dsp:style>
    </dsp:sp>
    <dsp:sp modelId="{4B89EAD1-B47B-41A5-9C1A-98996A03E8C4}">
      <dsp:nvSpPr>
        <dsp:cNvPr id="0" name=""/>
        <dsp:cNvSpPr/>
      </dsp:nvSpPr>
      <dsp:spPr>
        <a:xfrm>
          <a:off x="3859425" y="1476800"/>
          <a:ext cx="1286475" cy="269355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11320" tIns="0" rIns="0" bIns="0" numCol="1" spcCol="1270" anchor="t" anchorCtr="0">
          <a:noAutofit/>
        </a:bodyPr>
        <a:lstStyle/>
        <a:p>
          <a:pPr lvl="0" algn="l" defTabSz="666750">
            <a:lnSpc>
              <a:spcPct val="100000"/>
            </a:lnSpc>
            <a:spcBef>
              <a:spcPct val="0"/>
            </a:spcBef>
            <a:spcAft>
              <a:spcPts val="0"/>
            </a:spcAft>
          </a:pPr>
          <a:r>
            <a:rPr lang="en-US" altLang="zh-CN" sz="1500" b="0" kern="1200" smtClean="0">
              <a:sym typeface="+mn-ea"/>
            </a:rPr>
            <a:t>4. </a:t>
          </a:r>
          <a:r>
            <a:rPr lang="zh-CN" altLang="zh-CN" sz="1500" b="0" kern="1200" smtClean="0">
              <a:sym typeface="+mn-ea"/>
            </a:rPr>
            <a:t>整理资料</a:t>
          </a:r>
          <a:endParaRPr lang="zh-CN" altLang="zh-CN" sz="1500" b="0" kern="1200" dirty="0">
            <a:sym typeface="+mn-ea"/>
          </a:endParaRPr>
        </a:p>
      </dsp:txBody>
      <dsp:txXfrm>
        <a:off x="3859425" y="1476800"/>
        <a:ext cx="1286475" cy="2693557"/>
      </dsp:txXfrm>
    </dsp:sp>
    <dsp:sp modelId="{4A8D70DE-8E02-4491-8127-8BF657DEAE14}">
      <dsp:nvSpPr>
        <dsp:cNvPr id="0" name=""/>
        <dsp:cNvSpPr/>
      </dsp:nvSpPr>
      <dsp:spPr>
        <a:xfrm>
          <a:off x="4891821" y="957385"/>
          <a:ext cx="508157" cy="508157"/>
        </a:xfrm>
        <a:prstGeom prst="ellipse">
          <a:avLst/>
        </a:prstGeom>
        <a:solidFill>
          <a:schemeClr val="lt1">
            <a:hueOff val="0"/>
            <a:satOff val="0"/>
            <a:lumOff val="0"/>
            <a:alphaOff val="0"/>
          </a:schemeClr>
        </a:solidFill>
        <a:ln>
          <a:noFill/>
        </a:ln>
        <a:effectLst/>
        <a:sp3d extrusionH="50600" prstMaterial="metal">
          <a:bevelT w="101600" h="80600" prst="relaxedInset"/>
          <a:bevelB w="80600" h="80600" prst="relaxedInset"/>
        </a:sp3d>
      </dsp:spPr>
      <dsp:style>
        <a:lnRef idx="0">
          <a:scrgbClr r="0" g="0" b="0"/>
        </a:lnRef>
        <a:fillRef idx="1">
          <a:scrgbClr r="0" g="0" b="0"/>
        </a:fillRef>
        <a:effectRef idx="1">
          <a:scrgbClr r="0" g="0" b="0"/>
        </a:effectRef>
        <a:fontRef idx="minor">
          <a:schemeClr val="dk1"/>
        </a:fontRef>
      </dsp:style>
    </dsp:sp>
    <dsp:sp modelId="{4137FA07-0F66-4558-81F3-762010482E5D}">
      <dsp:nvSpPr>
        <dsp:cNvPr id="0" name=""/>
        <dsp:cNvSpPr/>
      </dsp:nvSpPr>
      <dsp:spPr>
        <a:xfrm>
          <a:off x="5145900" y="1211464"/>
          <a:ext cx="1286475" cy="295889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69262" tIns="0" rIns="0" bIns="0" numCol="1" spcCol="1270" anchor="t" anchorCtr="0">
          <a:noAutofit/>
        </a:bodyPr>
        <a:lstStyle/>
        <a:p>
          <a:pPr lvl="0" algn="l" defTabSz="666750">
            <a:lnSpc>
              <a:spcPct val="100000"/>
            </a:lnSpc>
            <a:spcBef>
              <a:spcPct val="0"/>
            </a:spcBef>
            <a:spcAft>
              <a:spcPts val="0"/>
            </a:spcAft>
          </a:pPr>
          <a:r>
            <a:rPr lang="en-US" altLang="zh-CN" sz="1500" b="0" kern="1200" dirty="0" smtClean="0">
              <a:sym typeface="+mn-ea"/>
            </a:rPr>
            <a:t>5. </a:t>
          </a:r>
          <a:r>
            <a:rPr lang="zh-CN" altLang="zh-CN" sz="1500" b="0" kern="1200" dirty="0" smtClean="0">
              <a:sym typeface="+mn-ea"/>
            </a:rPr>
            <a:t>趋势预测和评估</a:t>
          </a:r>
          <a:endParaRPr lang="zh-CN" altLang="zh-CN" sz="1500" b="0" kern="1200" dirty="0">
            <a:sym typeface="+mn-ea"/>
          </a:endParaRPr>
        </a:p>
      </dsp:txBody>
      <dsp:txXfrm>
        <a:off x="5145900" y="1211464"/>
        <a:ext cx="1286475" cy="2958892"/>
      </dsp:txXfrm>
    </dsp:sp>
  </dsp:spTree>
</dsp:drawing>
</file>

<file path=ppt/diagrams/drawing1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FA9F32C-C112-4E42-A819-B2B92F12316A}">
      <dsp:nvSpPr>
        <dsp:cNvPr id="0" name=""/>
        <dsp:cNvSpPr/>
      </dsp:nvSpPr>
      <dsp:spPr>
        <a:xfrm>
          <a:off x="964891" y="1811769"/>
          <a:ext cx="1121677" cy="962827"/>
        </a:xfrm>
        <a:prstGeom prst="hexagon">
          <a:avLst>
            <a:gd name="adj" fmla="val 25000"/>
            <a:gd name="vf" fmla="val 115470"/>
          </a:avLst>
        </a:prstGeom>
        <a:gradFill rotWithShape="0">
          <a:gsLst>
            <a:gs pos="0">
              <a:schemeClr val="accent2">
                <a:shade val="50000"/>
                <a:hueOff val="0"/>
                <a:satOff val="0"/>
                <a:lumOff val="0"/>
                <a:alphaOff val="0"/>
                <a:lumMod val="110000"/>
                <a:satMod val="105000"/>
                <a:tint val="67000"/>
              </a:schemeClr>
            </a:gs>
            <a:gs pos="50000">
              <a:schemeClr val="accent2">
                <a:shade val="50000"/>
                <a:hueOff val="0"/>
                <a:satOff val="0"/>
                <a:lumOff val="0"/>
                <a:alphaOff val="0"/>
                <a:lumMod val="105000"/>
                <a:satMod val="103000"/>
                <a:tint val="73000"/>
              </a:schemeClr>
            </a:gs>
            <a:gs pos="100000">
              <a:schemeClr val="accent2">
                <a:shade val="50000"/>
                <a:hueOff val="0"/>
                <a:satOff val="0"/>
                <a:lumOff val="0"/>
                <a:alphaOff val="0"/>
                <a:lumMod val="105000"/>
                <a:satMod val="109000"/>
                <a:tint val="81000"/>
              </a:schemeClr>
            </a:gs>
          </a:gsLst>
          <a:lin ang="5400000" scaled="0"/>
        </a:gradFill>
        <a:ln w="6350" cap="flat" cmpd="sng" algn="ctr">
          <a:solidFill>
            <a:schemeClr val="accent2">
              <a:shade val="50000"/>
              <a:hueOff val="0"/>
              <a:satOff val="0"/>
              <a:lumOff val="0"/>
              <a:alphaOff val="0"/>
            </a:schemeClr>
          </a:solidFill>
          <a:prstDash val="solid"/>
          <a:miter lim="800000"/>
        </a:ln>
        <a:effectLst/>
      </dsp:spPr>
      <dsp:style>
        <a:lnRef idx="1">
          <a:scrgbClr r="0" g="0" b="0"/>
        </a:lnRef>
        <a:fillRef idx="2">
          <a:scrgbClr r="0" g="0" b="0"/>
        </a:fillRef>
        <a:effectRef idx="1">
          <a:scrgbClr r="0" g="0" b="0"/>
        </a:effectRef>
        <a:fontRef idx="minor">
          <a:schemeClr val="dk1"/>
        </a:fontRef>
      </dsp:style>
      <dsp:txBody>
        <a:bodyPr spcFirstLastPara="0" vert="horz" wrap="square" lIns="0" tIns="15240" rIns="0" bIns="15240" numCol="1" spcCol="1270" anchor="ctr" anchorCtr="0">
          <a:noAutofit/>
        </a:bodyPr>
        <a:lstStyle/>
        <a:p>
          <a:pPr lvl="0" algn="ctr" defTabSz="533400">
            <a:lnSpc>
              <a:spcPct val="100000"/>
            </a:lnSpc>
            <a:spcBef>
              <a:spcPct val="0"/>
            </a:spcBef>
            <a:spcAft>
              <a:spcPts val="0"/>
            </a:spcAft>
          </a:pPr>
          <a:r>
            <a:rPr lang="zh-CN" altLang="en-US" sz="1200" kern="1200" dirty="0" smtClean="0"/>
            <a:t>行业和市场</a:t>
          </a:r>
          <a:endParaRPr lang="zh-CN" altLang="en-US" sz="1200" kern="1200" dirty="0"/>
        </a:p>
      </dsp:txBody>
      <dsp:txXfrm>
        <a:off x="1138600" y="1960877"/>
        <a:ext cx="774259" cy="664611"/>
      </dsp:txXfrm>
    </dsp:sp>
    <dsp:sp modelId="{E2D9AD25-7417-4B27-867B-7C5E6E5F29DB}">
      <dsp:nvSpPr>
        <dsp:cNvPr id="0" name=""/>
        <dsp:cNvSpPr/>
      </dsp:nvSpPr>
      <dsp:spPr>
        <a:xfrm>
          <a:off x="991827" y="2242402"/>
          <a:ext cx="130540" cy="112845"/>
        </a:xfrm>
        <a:prstGeom prst="hexagon">
          <a:avLst>
            <a:gd name="adj" fmla="val 25000"/>
            <a:gd name="vf" fmla="val 115470"/>
          </a:avLst>
        </a:prstGeom>
        <a:solidFill>
          <a:schemeClr val="lt1">
            <a:hueOff val="0"/>
            <a:satOff val="0"/>
            <a:lumOff val="0"/>
            <a:alphaOff val="0"/>
          </a:schemeClr>
        </a:solidFill>
        <a:ln w="6350" cap="flat" cmpd="sng" algn="ctr">
          <a:solidFill>
            <a:schemeClr val="accent2">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sp>
    <dsp:sp modelId="{C4DD06CF-52AE-4F11-A262-AD3606670AAC}">
      <dsp:nvSpPr>
        <dsp:cNvPr id="0" name=""/>
        <dsp:cNvSpPr/>
      </dsp:nvSpPr>
      <dsp:spPr>
        <a:xfrm>
          <a:off x="0" y="1279574"/>
          <a:ext cx="1121677" cy="962827"/>
        </a:xfrm>
        <a:prstGeom prst="hexagon">
          <a:avLst>
            <a:gd name="adj" fmla="val 25000"/>
            <a:gd name="vf" fmla="val 115470"/>
          </a:avLst>
        </a:prstGeom>
        <a:blipFill>
          <a:blip xmlns:r="http://schemas.openxmlformats.org/officeDocument/2006/relationships" r:embed="rId1" cstate="print">
            <a:extLst>
              <a:ext uri="{28A0092B-C50C-407E-A947-70E740481C1C}">
                <a14:useLocalDpi xmlns:a14="http://schemas.microsoft.com/office/drawing/2010/main" val="0"/>
              </a:ext>
            </a:extLst>
          </a:blip>
          <a:srcRect/>
          <a:stretch>
            <a:fillRect t="-9000" b="-9000"/>
          </a:stretch>
        </a:blipFill>
        <a:ln w="6350" cap="flat" cmpd="sng" algn="ctr">
          <a:solidFill>
            <a:schemeClr val="accent2">
              <a:shade val="50000"/>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sp>
    <dsp:sp modelId="{2BC3E6F1-705B-4457-BBDA-CB5339D3248D}">
      <dsp:nvSpPr>
        <dsp:cNvPr id="0" name=""/>
        <dsp:cNvSpPr/>
      </dsp:nvSpPr>
      <dsp:spPr>
        <a:xfrm>
          <a:off x="768045" y="2114632"/>
          <a:ext cx="130540" cy="112845"/>
        </a:xfrm>
        <a:prstGeom prst="hexagon">
          <a:avLst>
            <a:gd name="adj" fmla="val 25000"/>
            <a:gd name="vf" fmla="val 115470"/>
          </a:avLst>
        </a:prstGeom>
        <a:solidFill>
          <a:schemeClr val="lt1">
            <a:hueOff val="0"/>
            <a:satOff val="0"/>
            <a:lumOff val="0"/>
            <a:alphaOff val="0"/>
          </a:schemeClr>
        </a:solidFill>
        <a:ln w="6350" cap="flat" cmpd="sng" algn="ctr">
          <a:solidFill>
            <a:schemeClr val="accent2">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sp>
    <dsp:sp modelId="{60D976D9-FD63-43F2-9412-0EBB08129F8C}">
      <dsp:nvSpPr>
        <dsp:cNvPr id="0" name=""/>
        <dsp:cNvSpPr/>
      </dsp:nvSpPr>
      <dsp:spPr>
        <a:xfrm>
          <a:off x="1929782" y="1276662"/>
          <a:ext cx="1121677" cy="962827"/>
        </a:xfrm>
        <a:prstGeom prst="hexagon">
          <a:avLst>
            <a:gd name="adj" fmla="val 25000"/>
            <a:gd name="vf" fmla="val 115470"/>
          </a:avLst>
        </a:prstGeom>
        <a:gradFill rotWithShape="0">
          <a:gsLst>
            <a:gs pos="0">
              <a:schemeClr val="accent2">
                <a:shade val="50000"/>
                <a:hueOff val="-147793"/>
                <a:satOff val="1946"/>
                <a:lumOff val="11654"/>
                <a:alphaOff val="0"/>
                <a:lumMod val="110000"/>
                <a:satMod val="105000"/>
                <a:tint val="67000"/>
              </a:schemeClr>
            </a:gs>
            <a:gs pos="50000">
              <a:schemeClr val="accent2">
                <a:shade val="50000"/>
                <a:hueOff val="-147793"/>
                <a:satOff val="1946"/>
                <a:lumOff val="11654"/>
                <a:alphaOff val="0"/>
                <a:lumMod val="105000"/>
                <a:satMod val="103000"/>
                <a:tint val="73000"/>
              </a:schemeClr>
            </a:gs>
            <a:gs pos="100000">
              <a:schemeClr val="accent2">
                <a:shade val="50000"/>
                <a:hueOff val="-147793"/>
                <a:satOff val="1946"/>
                <a:lumOff val="11654"/>
                <a:alphaOff val="0"/>
                <a:lumMod val="105000"/>
                <a:satMod val="109000"/>
                <a:tint val="81000"/>
              </a:schemeClr>
            </a:gs>
          </a:gsLst>
          <a:lin ang="5400000" scaled="0"/>
        </a:gradFill>
        <a:ln w="6350" cap="flat" cmpd="sng" algn="ctr">
          <a:solidFill>
            <a:schemeClr val="accent2">
              <a:shade val="50000"/>
              <a:hueOff val="-147793"/>
              <a:satOff val="1946"/>
              <a:lumOff val="11654"/>
              <a:alphaOff val="0"/>
            </a:schemeClr>
          </a:solidFill>
          <a:prstDash val="solid"/>
          <a:miter lim="800000"/>
        </a:ln>
        <a:effectLst/>
      </dsp:spPr>
      <dsp:style>
        <a:lnRef idx="1">
          <a:scrgbClr r="0" g="0" b="0"/>
        </a:lnRef>
        <a:fillRef idx="2">
          <a:scrgbClr r="0" g="0" b="0"/>
        </a:fillRef>
        <a:effectRef idx="1">
          <a:scrgbClr r="0" g="0" b="0"/>
        </a:effectRef>
        <a:fontRef idx="minor">
          <a:schemeClr val="dk1"/>
        </a:fontRef>
      </dsp:style>
      <dsp:txBody>
        <a:bodyPr spcFirstLastPara="0" vert="horz" wrap="square" lIns="0" tIns="15240" rIns="0" bIns="15240" numCol="1" spcCol="1270" anchor="ctr" anchorCtr="0">
          <a:noAutofit/>
        </a:bodyPr>
        <a:lstStyle/>
        <a:p>
          <a:pPr lvl="0" algn="ctr" defTabSz="533400">
            <a:lnSpc>
              <a:spcPct val="100000"/>
            </a:lnSpc>
            <a:spcBef>
              <a:spcPct val="0"/>
            </a:spcBef>
            <a:spcAft>
              <a:spcPts val="0"/>
            </a:spcAft>
          </a:pPr>
          <a:r>
            <a:rPr lang="zh-CN" altLang="en-US" sz="1200" kern="1200" dirty="0" smtClean="0"/>
            <a:t>经济因素</a:t>
          </a:r>
          <a:endParaRPr lang="zh-CN" altLang="en-US" sz="1200" kern="1200" dirty="0"/>
        </a:p>
      </dsp:txBody>
      <dsp:txXfrm>
        <a:off x="2103491" y="1425770"/>
        <a:ext cx="774259" cy="664611"/>
      </dsp:txXfrm>
    </dsp:sp>
    <dsp:sp modelId="{41628875-198E-4B89-8AC2-3F85DF12FAC1}">
      <dsp:nvSpPr>
        <dsp:cNvPr id="0" name=""/>
        <dsp:cNvSpPr/>
      </dsp:nvSpPr>
      <dsp:spPr>
        <a:xfrm>
          <a:off x="2701971" y="2109535"/>
          <a:ext cx="130540" cy="112845"/>
        </a:xfrm>
        <a:prstGeom prst="hexagon">
          <a:avLst>
            <a:gd name="adj" fmla="val 25000"/>
            <a:gd name="vf" fmla="val 115470"/>
          </a:avLst>
        </a:prstGeom>
        <a:solidFill>
          <a:schemeClr val="lt1">
            <a:hueOff val="0"/>
            <a:satOff val="0"/>
            <a:lumOff val="0"/>
            <a:alphaOff val="0"/>
          </a:schemeClr>
        </a:solidFill>
        <a:ln w="6350" cap="flat" cmpd="sng" algn="ctr">
          <a:solidFill>
            <a:schemeClr val="accent2">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sp>
    <dsp:sp modelId="{64A37286-120A-43E3-89AE-0DC77FFA8A33}">
      <dsp:nvSpPr>
        <dsp:cNvPr id="0" name=""/>
        <dsp:cNvSpPr/>
      </dsp:nvSpPr>
      <dsp:spPr>
        <a:xfrm>
          <a:off x="2895364" y="1809948"/>
          <a:ext cx="1121677" cy="962827"/>
        </a:xfrm>
        <a:prstGeom prst="hexagon">
          <a:avLst>
            <a:gd name="adj" fmla="val 25000"/>
            <a:gd name="vf" fmla="val 115470"/>
          </a:avLst>
        </a:prstGeom>
        <a:blipFill>
          <a:blip xmlns:r="http://schemas.openxmlformats.org/officeDocument/2006/relationships" r:embed="rId2">
            <a:extLst>
              <a:ext uri="{28A0092B-C50C-407E-A947-70E740481C1C}">
                <a14:useLocalDpi xmlns:a14="http://schemas.microsoft.com/office/drawing/2010/main" val="0"/>
              </a:ext>
            </a:extLst>
          </a:blip>
          <a:srcRect/>
          <a:stretch>
            <a:fillRect l="-17000" r="-17000"/>
          </a:stretch>
        </a:blipFill>
        <a:ln w="6350" cap="flat" cmpd="sng" algn="ctr">
          <a:solidFill>
            <a:schemeClr val="accent2">
              <a:shade val="50000"/>
              <a:hueOff val="-138998"/>
              <a:satOff val="2165"/>
              <a:lumOff val="10781"/>
              <a:alphaOff val="0"/>
            </a:schemeClr>
          </a:solidFill>
          <a:prstDash val="solid"/>
          <a:miter lim="800000"/>
        </a:ln>
        <a:effectLst/>
      </dsp:spPr>
      <dsp:style>
        <a:lnRef idx="1">
          <a:scrgbClr r="0" g="0" b="0"/>
        </a:lnRef>
        <a:fillRef idx="1">
          <a:scrgbClr r="0" g="0" b="0"/>
        </a:fillRef>
        <a:effectRef idx="0">
          <a:scrgbClr r="0" g="0" b="0"/>
        </a:effectRef>
        <a:fontRef idx="minor"/>
      </dsp:style>
    </dsp:sp>
    <dsp:sp modelId="{5B561BB5-3C9B-49EA-B955-0FDB14255BFA}">
      <dsp:nvSpPr>
        <dsp:cNvPr id="0" name=""/>
        <dsp:cNvSpPr/>
      </dsp:nvSpPr>
      <dsp:spPr>
        <a:xfrm>
          <a:off x="2922300" y="2238398"/>
          <a:ext cx="130540" cy="112845"/>
        </a:xfrm>
        <a:prstGeom prst="hexagon">
          <a:avLst>
            <a:gd name="adj" fmla="val 25000"/>
            <a:gd name="vf" fmla="val 115470"/>
          </a:avLst>
        </a:prstGeom>
        <a:solidFill>
          <a:schemeClr val="lt1">
            <a:hueOff val="0"/>
            <a:satOff val="0"/>
            <a:lumOff val="0"/>
            <a:alphaOff val="0"/>
          </a:schemeClr>
        </a:solidFill>
        <a:ln w="6350" cap="flat" cmpd="sng" algn="ctr">
          <a:solidFill>
            <a:schemeClr val="accent2">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sp>
    <dsp:sp modelId="{2D6960EE-949E-46D8-8981-084D4CA3C7F1}">
      <dsp:nvSpPr>
        <dsp:cNvPr id="0" name=""/>
        <dsp:cNvSpPr/>
      </dsp:nvSpPr>
      <dsp:spPr>
        <a:xfrm>
          <a:off x="964891" y="747380"/>
          <a:ext cx="1121677" cy="962827"/>
        </a:xfrm>
        <a:prstGeom prst="hexagon">
          <a:avLst>
            <a:gd name="adj" fmla="val 25000"/>
            <a:gd name="vf" fmla="val 115470"/>
          </a:avLst>
        </a:prstGeom>
        <a:gradFill rotWithShape="0">
          <a:gsLst>
            <a:gs pos="0">
              <a:schemeClr val="accent2">
                <a:shade val="50000"/>
                <a:hueOff val="-295587"/>
                <a:satOff val="3892"/>
                <a:lumOff val="23309"/>
                <a:alphaOff val="0"/>
                <a:lumMod val="110000"/>
                <a:satMod val="105000"/>
                <a:tint val="67000"/>
              </a:schemeClr>
            </a:gs>
            <a:gs pos="50000">
              <a:schemeClr val="accent2">
                <a:shade val="50000"/>
                <a:hueOff val="-295587"/>
                <a:satOff val="3892"/>
                <a:lumOff val="23309"/>
                <a:alphaOff val="0"/>
                <a:lumMod val="105000"/>
                <a:satMod val="103000"/>
                <a:tint val="73000"/>
              </a:schemeClr>
            </a:gs>
            <a:gs pos="100000">
              <a:schemeClr val="accent2">
                <a:shade val="50000"/>
                <a:hueOff val="-295587"/>
                <a:satOff val="3892"/>
                <a:lumOff val="23309"/>
                <a:alphaOff val="0"/>
                <a:lumMod val="105000"/>
                <a:satMod val="109000"/>
                <a:tint val="81000"/>
              </a:schemeClr>
            </a:gs>
          </a:gsLst>
          <a:lin ang="5400000" scaled="0"/>
        </a:gradFill>
        <a:ln w="6350" cap="flat" cmpd="sng" algn="ctr">
          <a:solidFill>
            <a:schemeClr val="accent2">
              <a:shade val="50000"/>
              <a:hueOff val="-295587"/>
              <a:satOff val="3892"/>
              <a:lumOff val="23309"/>
              <a:alphaOff val="0"/>
            </a:schemeClr>
          </a:solidFill>
          <a:prstDash val="solid"/>
          <a:miter lim="800000"/>
        </a:ln>
        <a:effectLst/>
      </dsp:spPr>
      <dsp:style>
        <a:lnRef idx="1">
          <a:scrgbClr r="0" g="0" b="0"/>
        </a:lnRef>
        <a:fillRef idx="2">
          <a:scrgbClr r="0" g="0" b="0"/>
        </a:fillRef>
        <a:effectRef idx="1">
          <a:scrgbClr r="0" g="0" b="0"/>
        </a:effectRef>
        <a:fontRef idx="minor">
          <a:schemeClr val="dk1"/>
        </a:fontRef>
      </dsp:style>
      <dsp:txBody>
        <a:bodyPr spcFirstLastPara="0" vert="horz" wrap="square" lIns="0" tIns="15240" rIns="0" bIns="15240" numCol="1" spcCol="1270" anchor="ctr" anchorCtr="0">
          <a:noAutofit/>
        </a:bodyPr>
        <a:lstStyle/>
        <a:p>
          <a:pPr lvl="0" algn="ctr" defTabSz="533400">
            <a:lnSpc>
              <a:spcPct val="100000"/>
            </a:lnSpc>
            <a:spcBef>
              <a:spcPct val="0"/>
            </a:spcBef>
            <a:spcAft>
              <a:spcPts val="0"/>
            </a:spcAft>
          </a:pPr>
          <a:r>
            <a:rPr lang="zh-CN" altLang="en-US" sz="1200" kern="1200" dirty="0" smtClean="0"/>
            <a:t>收获条件</a:t>
          </a:r>
          <a:endParaRPr lang="zh-CN" altLang="en-US" sz="1200" kern="1200" dirty="0"/>
        </a:p>
      </dsp:txBody>
      <dsp:txXfrm>
        <a:off x="1138600" y="896488"/>
        <a:ext cx="774259" cy="664611"/>
      </dsp:txXfrm>
    </dsp:sp>
    <dsp:sp modelId="{AE68F8A1-0710-464E-B19A-1DBE240A1C35}">
      <dsp:nvSpPr>
        <dsp:cNvPr id="0" name=""/>
        <dsp:cNvSpPr/>
      </dsp:nvSpPr>
      <dsp:spPr>
        <a:xfrm>
          <a:off x="1728101" y="760484"/>
          <a:ext cx="130540" cy="112845"/>
        </a:xfrm>
        <a:prstGeom prst="hexagon">
          <a:avLst>
            <a:gd name="adj" fmla="val 25000"/>
            <a:gd name="vf" fmla="val 115470"/>
          </a:avLst>
        </a:prstGeom>
        <a:solidFill>
          <a:schemeClr val="lt1">
            <a:hueOff val="0"/>
            <a:satOff val="0"/>
            <a:lumOff val="0"/>
            <a:alphaOff val="0"/>
          </a:schemeClr>
        </a:solidFill>
        <a:ln w="6350" cap="flat" cmpd="sng" algn="ctr">
          <a:solidFill>
            <a:schemeClr val="accent2">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sp>
    <dsp:sp modelId="{5DD9DD80-967B-4B70-8C03-9C828FC4C082}">
      <dsp:nvSpPr>
        <dsp:cNvPr id="0" name=""/>
        <dsp:cNvSpPr/>
      </dsp:nvSpPr>
      <dsp:spPr>
        <a:xfrm>
          <a:off x="1929782" y="211909"/>
          <a:ext cx="1121677" cy="962827"/>
        </a:xfrm>
        <a:prstGeom prst="hexagon">
          <a:avLst>
            <a:gd name="adj" fmla="val 25000"/>
            <a:gd name="vf" fmla="val 115470"/>
          </a:avLst>
        </a:prstGeom>
        <a:blipFill>
          <a:blip xmlns:r="http://schemas.openxmlformats.org/officeDocument/2006/relationships" r:embed="rId3" cstate="print">
            <a:extLst>
              <a:ext uri="{28A0092B-C50C-407E-A947-70E740481C1C}">
                <a14:useLocalDpi xmlns:a14="http://schemas.microsoft.com/office/drawing/2010/main" val="0"/>
              </a:ext>
            </a:extLst>
          </a:blip>
          <a:srcRect/>
          <a:stretch>
            <a:fillRect t="-8000" b="-8000"/>
          </a:stretch>
        </a:blipFill>
        <a:ln w="6350" cap="flat" cmpd="sng" algn="ctr">
          <a:solidFill>
            <a:schemeClr val="accent2">
              <a:shade val="50000"/>
              <a:hueOff val="-277996"/>
              <a:satOff val="4329"/>
              <a:lumOff val="21562"/>
              <a:alphaOff val="0"/>
            </a:schemeClr>
          </a:solidFill>
          <a:prstDash val="solid"/>
          <a:miter lim="800000"/>
        </a:ln>
        <a:effectLst/>
      </dsp:spPr>
      <dsp:style>
        <a:lnRef idx="1">
          <a:scrgbClr r="0" g="0" b="0"/>
        </a:lnRef>
        <a:fillRef idx="1">
          <a:scrgbClr r="0" g="0" b="0"/>
        </a:fillRef>
        <a:effectRef idx="0">
          <a:scrgbClr r="0" g="0" b="0"/>
        </a:effectRef>
        <a:fontRef idx="minor"/>
      </dsp:style>
    </dsp:sp>
    <dsp:sp modelId="{E075ED17-4682-4B14-BE5E-0CDDEC67448C}">
      <dsp:nvSpPr>
        <dsp:cNvPr id="0" name=""/>
        <dsp:cNvSpPr/>
      </dsp:nvSpPr>
      <dsp:spPr>
        <a:xfrm>
          <a:off x="1962244" y="638538"/>
          <a:ext cx="130540" cy="112845"/>
        </a:xfrm>
        <a:prstGeom prst="hexagon">
          <a:avLst>
            <a:gd name="adj" fmla="val 25000"/>
            <a:gd name="vf" fmla="val 115470"/>
          </a:avLst>
        </a:prstGeom>
        <a:solidFill>
          <a:schemeClr val="lt1">
            <a:hueOff val="0"/>
            <a:satOff val="0"/>
            <a:lumOff val="0"/>
            <a:alphaOff val="0"/>
          </a:schemeClr>
        </a:solidFill>
        <a:ln w="6350" cap="flat" cmpd="sng" algn="ctr">
          <a:solidFill>
            <a:schemeClr val="accent2">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sp>
    <dsp:sp modelId="{BAF46150-016E-419C-A8F3-EBE878B62BC2}">
      <dsp:nvSpPr>
        <dsp:cNvPr id="0" name=""/>
        <dsp:cNvSpPr/>
      </dsp:nvSpPr>
      <dsp:spPr>
        <a:xfrm>
          <a:off x="2895364" y="745195"/>
          <a:ext cx="1121677" cy="962827"/>
        </a:xfrm>
        <a:prstGeom prst="hexagon">
          <a:avLst>
            <a:gd name="adj" fmla="val 25000"/>
            <a:gd name="vf" fmla="val 115470"/>
          </a:avLst>
        </a:prstGeom>
        <a:gradFill rotWithShape="0">
          <a:gsLst>
            <a:gs pos="0">
              <a:schemeClr val="accent2">
                <a:shade val="50000"/>
                <a:hueOff val="-443380"/>
                <a:satOff val="5837"/>
                <a:lumOff val="34963"/>
                <a:alphaOff val="0"/>
                <a:lumMod val="110000"/>
                <a:satMod val="105000"/>
                <a:tint val="67000"/>
              </a:schemeClr>
            </a:gs>
            <a:gs pos="50000">
              <a:schemeClr val="accent2">
                <a:shade val="50000"/>
                <a:hueOff val="-443380"/>
                <a:satOff val="5837"/>
                <a:lumOff val="34963"/>
                <a:alphaOff val="0"/>
                <a:lumMod val="105000"/>
                <a:satMod val="103000"/>
                <a:tint val="73000"/>
              </a:schemeClr>
            </a:gs>
            <a:gs pos="100000">
              <a:schemeClr val="accent2">
                <a:shade val="50000"/>
                <a:hueOff val="-443380"/>
                <a:satOff val="5837"/>
                <a:lumOff val="34963"/>
                <a:alphaOff val="0"/>
                <a:lumMod val="105000"/>
                <a:satMod val="109000"/>
                <a:tint val="81000"/>
              </a:schemeClr>
            </a:gs>
          </a:gsLst>
          <a:lin ang="5400000" scaled="0"/>
        </a:gradFill>
        <a:ln w="6350" cap="flat" cmpd="sng" algn="ctr">
          <a:solidFill>
            <a:schemeClr val="accent2">
              <a:shade val="50000"/>
              <a:hueOff val="-443380"/>
              <a:satOff val="5837"/>
              <a:lumOff val="34963"/>
              <a:alphaOff val="0"/>
            </a:schemeClr>
          </a:solidFill>
          <a:prstDash val="solid"/>
          <a:miter lim="800000"/>
        </a:ln>
        <a:effectLst/>
      </dsp:spPr>
      <dsp:style>
        <a:lnRef idx="1">
          <a:scrgbClr r="0" g="0" b="0"/>
        </a:lnRef>
        <a:fillRef idx="2">
          <a:scrgbClr r="0" g="0" b="0"/>
        </a:fillRef>
        <a:effectRef idx="1">
          <a:scrgbClr r="0" g="0" b="0"/>
        </a:effectRef>
        <a:fontRef idx="minor">
          <a:schemeClr val="dk1"/>
        </a:fontRef>
      </dsp:style>
      <dsp:txBody>
        <a:bodyPr spcFirstLastPara="0" vert="horz" wrap="square" lIns="0" tIns="15240" rIns="0" bIns="15240" numCol="1" spcCol="1270" anchor="ctr" anchorCtr="0">
          <a:noAutofit/>
        </a:bodyPr>
        <a:lstStyle/>
        <a:p>
          <a:pPr lvl="0" algn="ctr" defTabSz="533400">
            <a:lnSpc>
              <a:spcPct val="100000"/>
            </a:lnSpc>
            <a:spcBef>
              <a:spcPct val="0"/>
            </a:spcBef>
            <a:spcAft>
              <a:spcPts val="0"/>
            </a:spcAft>
          </a:pPr>
          <a:r>
            <a:rPr lang="zh-CN" altLang="en-US" sz="1200" kern="1200" dirty="0" smtClean="0"/>
            <a:t>竞争优势</a:t>
          </a:r>
          <a:endParaRPr lang="zh-CN" altLang="en-US" sz="1200" kern="1200" dirty="0"/>
        </a:p>
      </dsp:txBody>
      <dsp:txXfrm>
        <a:off x="3069073" y="894303"/>
        <a:ext cx="774259" cy="664611"/>
      </dsp:txXfrm>
    </dsp:sp>
    <dsp:sp modelId="{4D18C765-BD26-4D2F-94D4-A54FD347E661}">
      <dsp:nvSpPr>
        <dsp:cNvPr id="0" name=""/>
        <dsp:cNvSpPr/>
      </dsp:nvSpPr>
      <dsp:spPr>
        <a:xfrm>
          <a:off x="3865090" y="1171825"/>
          <a:ext cx="130540" cy="112845"/>
        </a:xfrm>
        <a:prstGeom prst="hexagon">
          <a:avLst>
            <a:gd name="adj" fmla="val 25000"/>
            <a:gd name="vf" fmla="val 115470"/>
          </a:avLst>
        </a:prstGeom>
        <a:solidFill>
          <a:schemeClr val="lt1">
            <a:hueOff val="0"/>
            <a:satOff val="0"/>
            <a:lumOff val="0"/>
            <a:alphaOff val="0"/>
          </a:schemeClr>
        </a:solidFill>
        <a:ln w="6350" cap="flat" cmpd="sng" algn="ctr">
          <a:solidFill>
            <a:schemeClr val="accent2">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sp>
    <dsp:sp modelId="{C9BC6C80-062B-49BD-8B6B-315385255F97}">
      <dsp:nvSpPr>
        <dsp:cNvPr id="0" name=""/>
        <dsp:cNvSpPr/>
      </dsp:nvSpPr>
      <dsp:spPr>
        <a:xfrm>
          <a:off x="3860255" y="1286490"/>
          <a:ext cx="1121677" cy="962827"/>
        </a:xfrm>
        <a:prstGeom prst="hexagon">
          <a:avLst>
            <a:gd name="adj" fmla="val 25000"/>
            <a:gd name="vf" fmla="val 115470"/>
          </a:avLst>
        </a:prstGeom>
        <a:blipFill>
          <a:blip xmlns:r="http://schemas.openxmlformats.org/officeDocument/2006/relationships" r:embed="rId4">
            <a:extLst>
              <a:ext uri="{28A0092B-C50C-407E-A947-70E740481C1C}">
                <a14:useLocalDpi xmlns:a14="http://schemas.microsoft.com/office/drawing/2010/main" val="0"/>
              </a:ext>
            </a:extLst>
          </a:blip>
          <a:srcRect/>
          <a:stretch>
            <a:fillRect l="-12000" r="-12000"/>
          </a:stretch>
        </a:blipFill>
        <a:ln w="6350" cap="flat" cmpd="sng" algn="ctr">
          <a:solidFill>
            <a:schemeClr val="accent2">
              <a:shade val="50000"/>
              <a:hueOff val="-416993"/>
              <a:satOff val="6494"/>
              <a:lumOff val="32343"/>
              <a:alphaOff val="0"/>
            </a:schemeClr>
          </a:solidFill>
          <a:prstDash val="solid"/>
          <a:miter lim="800000"/>
        </a:ln>
        <a:effectLst/>
      </dsp:spPr>
      <dsp:style>
        <a:lnRef idx="1">
          <a:scrgbClr r="0" g="0" b="0"/>
        </a:lnRef>
        <a:fillRef idx="1">
          <a:scrgbClr r="0" g="0" b="0"/>
        </a:fillRef>
        <a:effectRef idx="0">
          <a:scrgbClr r="0" g="0" b="0"/>
        </a:effectRef>
        <a:fontRef idx="minor"/>
      </dsp:style>
    </dsp:sp>
    <dsp:sp modelId="{3781A0B9-E9FD-481F-8A7D-22F113B741E9}">
      <dsp:nvSpPr>
        <dsp:cNvPr id="0" name=""/>
        <dsp:cNvSpPr/>
      </dsp:nvSpPr>
      <dsp:spPr>
        <a:xfrm>
          <a:off x="4078512" y="1303963"/>
          <a:ext cx="130540" cy="112845"/>
        </a:xfrm>
        <a:prstGeom prst="hexagon">
          <a:avLst>
            <a:gd name="adj" fmla="val 25000"/>
            <a:gd name="vf" fmla="val 115470"/>
          </a:avLst>
        </a:prstGeom>
        <a:solidFill>
          <a:schemeClr val="lt1">
            <a:hueOff val="0"/>
            <a:satOff val="0"/>
            <a:lumOff val="0"/>
            <a:alphaOff val="0"/>
          </a:schemeClr>
        </a:solidFill>
        <a:ln w="6350" cap="flat" cmpd="sng" algn="ctr">
          <a:solidFill>
            <a:schemeClr val="accent2">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sp>
    <dsp:sp modelId="{4828649F-888E-4F65-AC13-12C870DB4E94}">
      <dsp:nvSpPr>
        <dsp:cNvPr id="0" name=""/>
        <dsp:cNvSpPr/>
      </dsp:nvSpPr>
      <dsp:spPr>
        <a:xfrm>
          <a:off x="3860255" y="222101"/>
          <a:ext cx="1121677" cy="962827"/>
        </a:xfrm>
        <a:prstGeom prst="hexagon">
          <a:avLst>
            <a:gd name="adj" fmla="val 25000"/>
            <a:gd name="vf" fmla="val 115470"/>
          </a:avLst>
        </a:prstGeom>
        <a:gradFill rotWithShape="0">
          <a:gsLst>
            <a:gs pos="0">
              <a:schemeClr val="accent2">
                <a:shade val="50000"/>
                <a:hueOff val="-591173"/>
                <a:satOff val="7783"/>
                <a:lumOff val="46617"/>
                <a:alphaOff val="0"/>
                <a:lumMod val="110000"/>
                <a:satMod val="105000"/>
                <a:tint val="67000"/>
              </a:schemeClr>
            </a:gs>
            <a:gs pos="50000">
              <a:schemeClr val="accent2">
                <a:shade val="50000"/>
                <a:hueOff val="-591173"/>
                <a:satOff val="7783"/>
                <a:lumOff val="46617"/>
                <a:alphaOff val="0"/>
                <a:lumMod val="105000"/>
                <a:satMod val="103000"/>
                <a:tint val="73000"/>
              </a:schemeClr>
            </a:gs>
            <a:gs pos="100000">
              <a:schemeClr val="accent2">
                <a:shade val="50000"/>
                <a:hueOff val="-591173"/>
                <a:satOff val="7783"/>
                <a:lumOff val="46617"/>
                <a:alphaOff val="0"/>
                <a:lumMod val="105000"/>
                <a:satMod val="109000"/>
                <a:tint val="81000"/>
              </a:schemeClr>
            </a:gs>
          </a:gsLst>
          <a:lin ang="5400000" scaled="0"/>
        </a:gradFill>
        <a:ln w="6350" cap="flat" cmpd="sng" algn="ctr">
          <a:solidFill>
            <a:schemeClr val="accent2">
              <a:shade val="50000"/>
              <a:hueOff val="-591173"/>
              <a:satOff val="7783"/>
              <a:lumOff val="46617"/>
              <a:alphaOff val="0"/>
            </a:schemeClr>
          </a:solidFill>
          <a:prstDash val="solid"/>
          <a:miter lim="800000"/>
        </a:ln>
        <a:effectLst/>
      </dsp:spPr>
      <dsp:style>
        <a:lnRef idx="1">
          <a:scrgbClr r="0" g="0" b="0"/>
        </a:lnRef>
        <a:fillRef idx="2">
          <a:scrgbClr r="0" g="0" b="0"/>
        </a:fillRef>
        <a:effectRef idx="1">
          <a:scrgbClr r="0" g="0" b="0"/>
        </a:effectRef>
        <a:fontRef idx="minor">
          <a:schemeClr val="dk1"/>
        </a:fontRef>
      </dsp:style>
      <dsp:txBody>
        <a:bodyPr spcFirstLastPara="0" vert="horz" wrap="square" lIns="0" tIns="15240" rIns="0" bIns="15240" numCol="1" spcCol="1270" anchor="ctr" anchorCtr="0">
          <a:noAutofit/>
        </a:bodyPr>
        <a:lstStyle/>
        <a:p>
          <a:pPr lvl="0" algn="ctr" defTabSz="533400">
            <a:lnSpc>
              <a:spcPct val="100000"/>
            </a:lnSpc>
            <a:spcBef>
              <a:spcPct val="0"/>
            </a:spcBef>
            <a:spcAft>
              <a:spcPts val="0"/>
            </a:spcAft>
          </a:pPr>
          <a:r>
            <a:rPr lang="zh-CN" altLang="en-US" sz="1200" kern="1200" dirty="0" smtClean="0"/>
            <a:t>管理团队</a:t>
          </a:r>
          <a:endParaRPr lang="zh-CN" altLang="en-US" sz="1200" kern="1200" dirty="0"/>
        </a:p>
      </dsp:txBody>
      <dsp:txXfrm>
        <a:off x="4033964" y="371209"/>
        <a:ext cx="774259" cy="664611"/>
      </dsp:txXfrm>
    </dsp:sp>
    <dsp:sp modelId="{9D3B8355-5070-4BA7-A32A-515024ABB8EB}">
      <dsp:nvSpPr>
        <dsp:cNvPr id="0" name=""/>
        <dsp:cNvSpPr/>
      </dsp:nvSpPr>
      <dsp:spPr>
        <a:xfrm>
          <a:off x="4829981" y="653827"/>
          <a:ext cx="130540" cy="112845"/>
        </a:xfrm>
        <a:prstGeom prst="hexagon">
          <a:avLst>
            <a:gd name="adj" fmla="val 25000"/>
            <a:gd name="vf" fmla="val 115470"/>
          </a:avLst>
        </a:prstGeom>
        <a:solidFill>
          <a:schemeClr val="lt1">
            <a:hueOff val="0"/>
            <a:satOff val="0"/>
            <a:lumOff val="0"/>
            <a:alphaOff val="0"/>
          </a:schemeClr>
        </a:solidFill>
        <a:ln w="6350" cap="flat" cmpd="sng" algn="ctr">
          <a:solidFill>
            <a:schemeClr val="accent2">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sp>
    <dsp:sp modelId="{5A0929B1-3F8A-4755-9D92-9DA5430ADBAC}">
      <dsp:nvSpPr>
        <dsp:cNvPr id="0" name=""/>
        <dsp:cNvSpPr/>
      </dsp:nvSpPr>
      <dsp:spPr>
        <a:xfrm>
          <a:off x="4825146" y="759392"/>
          <a:ext cx="1121677" cy="962827"/>
        </a:xfrm>
        <a:prstGeom prst="hexagon">
          <a:avLst>
            <a:gd name="adj" fmla="val 25000"/>
            <a:gd name="vf" fmla="val 115470"/>
          </a:avLst>
        </a:prstGeom>
        <a:blipFill>
          <a:blip xmlns:r="http://schemas.openxmlformats.org/officeDocument/2006/relationships" r:embed="rId5">
            <a:extLst>
              <a:ext uri="{28A0092B-C50C-407E-A947-70E740481C1C}">
                <a14:useLocalDpi xmlns:a14="http://schemas.microsoft.com/office/drawing/2010/main" val="0"/>
              </a:ext>
            </a:extLst>
          </a:blip>
          <a:srcRect/>
          <a:stretch>
            <a:fillRect l="-36000" r="-36000"/>
          </a:stretch>
        </a:blipFill>
        <a:ln w="6350" cap="flat" cmpd="sng" algn="ctr">
          <a:solidFill>
            <a:schemeClr val="accent2">
              <a:shade val="50000"/>
              <a:hueOff val="-555991"/>
              <a:satOff val="8658"/>
              <a:lumOff val="43124"/>
              <a:alphaOff val="0"/>
            </a:schemeClr>
          </a:solidFill>
          <a:prstDash val="solid"/>
          <a:miter lim="800000"/>
        </a:ln>
        <a:effectLst/>
      </dsp:spPr>
      <dsp:style>
        <a:lnRef idx="1">
          <a:scrgbClr r="0" g="0" b="0"/>
        </a:lnRef>
        <a:fillRef idx="1">
          <a:scrgbClr r="0" g="0" b="0"/>
        </a:fillRef>
        <a:effectRef idx="0">
          <a:scrgbClr r="0" g="0" b="0"/>
        </a:effectRef>
        <a:fontRef idx="minor"/>
      </dsp:style>
    </dsp:sp>
    <dsp:sp modelId="{094C0076-9D6F-408E-819B-3DFFA13E8D83}">
      <dsp:nvSpPr>
        <dsp:cNvPr id="0" name=""/>
        <dsp:cNvSpPr/>
      </dsp:nvSpPr>
      <dsp:spPr>
        <a:xfrm>
          <a:off x="5048929" y="780869"/>
          <a:ext cx="130540" cy="112845"/>
        </a:xfrm>
        <a:prstGeom prst="hexagon">
          <a:avLst>
            <a:gd name="adj" fmla="val 25000"/>
            <a:gd name="vf" fmla="val 115470"/>
          </a:avLst>
        </a:prstGeom>
        <a:solidFill>
          <a:schemeClr val="lt1">
            <a:hueOff val="0"/>
            <a:satOff val="0"/>
            <a:lumOff val="0"/>
            <a:alphaOff val="0"/>
          </a:schemeClr>
        </a:solidFill>
        <a:ln w="6350" cap="flat" cmpd="sng" algn="ctr">
          <a:solidFill>
            <a:schemeClr val="accent2">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sp>
    <dsp:sp modelId="{DC8C91C7-857A-4404-A8E8-FE308475A819}">
      <dsp:nvSpPr>
        <dsp:cNvPr id="0" name=""/>
        <dsp:cNvSpPr/>
      </dsp:nvSpPr>
      <dsp:spPr>
        <a:xfrm>
          <a:off x="4825146" y="1822325"/>
          <a:ext cx="1121677" cy="962827"/>
        </a:xfrm>
        <a:prstGeom prst="hexagon">
          <a:avLst>
            <a:gd name="adj" fmla="val 25000"/>
            <a:gd name="vf" fmla="val 115470"/>
          </a:avLst>
        </a:prstGeom>
        <a:gradFill rotWithShape="0">
          <a:gsLst>
            <a:gs pos="0">
              <a:schemeClr val="accent2">
                <a:shade val="50000"/>
                <a:hueOff val="-443380"/>
                <a:satOff val="5837"/>
                <a:lumOff val="34963"/>
                <a:alphaOff val="0"/>
                <a:lumMod val="110000"/>
                <a:satMod val="105000"/>
                <a:tint val="67000"/>
              </a:schemeClr>
            </a:gs>
            <a:gs pos="50000">
              <a:schemeClr val="accent2">
                <a:shade val="50000"/>
                <a:hueOff val="-443380"/>
                <a:satOff val="5837"/>
                <a:lumOff val="34963"/>
                <a:alphaOff val="0"/>
                <a:lumMod val="105000"/>
                <a:satMod val="103000"/>
                <a:tint val="73000"/>
              </a:schemeClr>
            </a:gs>
            <a:gs pos="100000">
              <a:schemeClr val="accent2">
                <a:shade val="50000"/>
                <a:hueOff val="-443380"/>
                <a:satOff val="5837"/>
                <a:lumOff val="34963"/>
                <a:alphaOff val="0"/>
                <a:lumMod val="105000"/>
                <a:satMod val="109000"/>
                <a:tint val="81000"/>
              </a:schemeClr>
            </a:gs>
          </a:gsLst>
          <a:lin ang="5400000" scaled="0"/>
        </a:gradFill>
        <a:ln w="6350" cap="flat" cmpd="sng" algn="ctr">
          <a:solidFill>
            <a:schemeClr val="accent2">
              <a:shade val="50000"/>
              <a:hueOff val="-443380"/>
              <a:satOff val="5837"/>
              <a:lumOff val="34963"/>
              <a:alphaOff val="0"/>
            </a:schemeClr>
          </a:solidFill>
          <a:prstDash val="solid"/>
          <a:miter lim="800000"/>
        </a:ln>
        <a:effectLst/>
      </dsp:spPr>
      <dsp:style>
        <a:lnRef idx="1">
          <a:scrgbClr r="0" g="0" b="0"/>
        </a:lnRef>
        <a:fillRef idx="2">
          <a:scrgbClr r="0" g="0" b="0"/>
        </a:fillRef>
        <a:effectRef idx="1">
          <a:scrgbClr r="0" g="0" b="0"/>
        </a:effectRef>
        <a:fontRef idx="minor">
          <a:schemeClr val="dk1"/>
        </a:fontRef>
      </dsp:style>
      <dsp:txBody>
        <a:bodyPr spcFirstLastPara="0" vert="horz" wrap="square" lIns="0" tIns="15240" rIns="0" bIns="15240" numCol="1" spcCol="1270" anchor="ctr" anchorCtr="0">
          <a:noAutofit/>
        </a:bodyPr>
        <a:lstStyle/>
        <a:p>
          <a:pPr lvl="0" algn="ctr" defTabSz="533400">
            <a:lnSpc>
              <a:spcPct val="100000"/>
            </a:lnSpc>
            <a:spcBef>
              <a:spcPct val="0"/>
            </a:spcBef>
            <a:spcAft>
              <a:spcPts val="0"/>
            </a:spcAft>
          </a:pPr>
          <a:r>
            <a:rPr lang="zh-CN" altLang="en-US" sz="1200" kern="1200" dirty="0" smtClean="0"/>
            <a:t>致命缺陷问题</a:t>
          </a:r>
          <a:endParaRPr lang="zh-CN" altLang="en-US" sz="1200" kern="1200" dirty="0"/>
        </a:p>
      </dsp:txBody>
      <dsp:txXfrm>
        <a:off x="4998855" y="1971433"/>
        <a:ext cx="774259" cy="664611"/>
      </dsp:txXfrm>
    </dsp:sp>
    <dsp:sp modelId="{FC5EDFA6-62E2-48A8-92F4-7C15E33E844B}">
      <dsp:nvSpPr>
        <dsp:cNvPr id="0" name=""/>
        <dsp:cNvSpPr/>
      </dsp:nvSpPr>
      <dsp:spPr>
        <a:xfrm>
          <a:off x="5047547" y="2665755"/>
          <a:ext cx="130540" cy="112845"/>
        </a:xfrm>
        <a:prstGeom prst="hexagon">
          <a:avLst>
            <a:gd name="adj" fmla="val 25000"/>
            <a:gd name="vf" fmla="val 115470"/>
          </a:avLst>
        </a:prstGeom>
        <a:solidFill>
          <a:schemeClr val="lt1">
            <a:hueOff val="0"/>
            <a:satOff val="0"/>
            <a:lumOff val="0"/>
            <a:alphaOff val="0"/>
          </a:schemeClr>
        </a:solidFill>
        <a:ln w="6350" cap="flat" cmpd="sng" algn="ctr">
          <a:solidFill>
            <a:schemeClr val="accent2">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sp>
    <dsp:sp modelId="{D7C8D73B-F50E-40D1-958E-3F42B3568724}">
      <dsp:nvSpPr>
        <dsp:cNvPr id="0" name=""/>
        <dsp:cNvSpPr/>
      </dsp:nvSpPr>
      <dsp:spPr>
        <a:xfrm>
          <a:off x="3860255" y="2349423"/>
          <a:ext cx="1121677" cy="962827"/>
        </a:xfrm>
        <a:prstGeom prst="hexagon">
          <a:avLst>
            <a:gd name="adj" fmla="val 25000"/>
            <a:gd name="vf" fmla="val 115470"/>
          </a:avLst>
        </a:prstGeom>
        <a:blipFill>
          <a:blip xmlns:r="http://schemas.openxmlformats.org/officeDocument/2006/relationships" r:embed="rId6">
            <a:extLst>
              <a:ext uri="{28A0092B-C50C-407E-A947-70E740481C1C}">
                <a14:useLocalDpi xmlns:a14="http://schemas.microsoft.com/office/drawing/2010/main" val="0"/>
              </a:ext>
            </a:extLst>
          </a:blip>
          <a:srcRect/>
          <a:stretch>
            <a:fillRect t="-14000" b="-14000"/>
          </a:stretch>
        </a:blipFill>
        <a:ln w="6350" cap="flat" cmpd="sng" algn="ctr">
          <a:solidFill>
            <a:schemeClr val="accent2">
              <a:shade val="50000"/>
              <a:hueOff val="-416993"/>
              <a:satOff val="6494"/>
              <a:lumOff val="32343"/>
              <a:alphaOff val="0"/>
            </a:schemeClr>
          </a:solidFill>
          <a:prstDash val="solid"/>
          <a:miter lim="800000"/>
        </a:ln>
        <a:effectLst/>
      </dsp:spPr>
      <dsp:style>
        <a:lnRef idx="1">
          <a:scrgbClr r="0" g="0" b="0"/>
        </a:lnRef>
        <a:fillRef idx="1">
          <a:scrgbClr r="0" g="0" b="0"/>
        </a:fillRef>
        <a:effectRef idx="0">
          <a:scrgbClr r="0" g="0" b="0"/>
        </a:effectRef>
        <a:fontRef idx="minor"/>
      </dsp:style>
    </dsp:sp>
    <dsp:sp modelId="{A63A6C9A-95DF-4948-92D2-7E98ED9108AE}">
      <dsp:nvSpPr>
        <dsp:cNvPr id="0" name=""/>
        <dsp:cNvSpPr/>
      </dsp:nvSpPr>
      <dsp:spPr>
        <a:xfrm>
          <a:off x="4839650" y="2772048"/>
          <a:ext cx="130540" cy="112845"/>
        </a:xfrm>
        <a:prstGeom prst="hexagon">
          <a:avLst>
            <a:gd name="adj" fmla="val 25000"/>
            <a:gd name="vf" fmla="val 115470"/>
          </a:avLst>
        </a:prstGeom>
        <a:solidFill>
          <a:schemeClr val="lt1">
            <a:hueOff val="0"/>
            <a:satOff val="0"/>
            <a:lumOff val="0"/>
            <a:alphaOff val="0"/>
          </a:schemeClr>
        </a:solidFill>
        <a:ln w="6350" cap="flat" cmpd="sng" algn="ctr">
          <a:solidFill>
            <a:schemeClr val="accent2">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sp>
    <dsp:sp modelId="{E72503D0-B9C0-46B0-B3BC-EFCFA8292E40}">
      <dsp:nvSpPr>
        <dsp:cNvPr id="0" name=""/>
        <dsp:cNvSpPr/>
      </dsp:nvSpPr>
      <dsp:spPr>
        <a:xfrm>
          <a:off x="1929091" y="2343599"/>
          <a:ext cx="1121677" cy="962827"/>
        </a:xfrm>
        <a:prstGeom prst="hexagon">
          <a:avLst>
            <a:gd name="adj" fmla="val 25000"/>
            <a:gd name="vf" fmla="val 115470"/>
          </a:avLst>
        </a:prstGeom>
        <a:gradFill rotWithShape="0">
          <a:gsLst>
            <a:gs pos="0">
              <a:schemeClr val="accent2">
                <a:shade val="50000"/>
                <a:hueOff val="-295587"/>
                <a:satOff val="3892"/>
                <a:lumOff val="23309"/>
                <a:alphaOff val="0"/>
                <a:lumMod val="110000"/>
                <a:satMod val="105000"/>
                <a:tint val="67000"/>
              </a:schemeClr>
            </a:gs>
            <a:gs pos="50000">
              <a:schemeClr val="accent2">
                <a:shade val="50000"/>
                <a:hueOff val="-295587"/>
                <a:satOff val="3892"/>
                <a:lumOff val="23309"/>
                <a:alphaOff val="0"/>
                <a:lumMod val="105000"/>
                <a:satMod val="103000"/>
                <a:tint val="73000"/>
              </a:schemeClr>
            </a:gs>
            <a:gs pos="100000">
              <a:schemeClr val="accent2">
                <a:shade val="50000"/>
                <a:hueOff val="-295587"/>
                <a:satOff val="3892"/>
                <a:lumOff val="23309"/>
                <a:alphaOff val="0"/>
                <a:lumMod val="105000"/>
                <a:satMod val="109000"/>
                <a:tint val="81000"/>
              </a:schemeClr>
            </a:gs>
          </a:gsLst>
          <a:lin ang="5400000" scaled="0"/>
        </a:gradFill>
        <a:ln w="6350" cap="flat" cmpd="sng" algn="ctr">
          <a:solidFill>
            <a:schemeClr val="accent2">
              <a:shade val="50000"/>
              <a:hueOff val="-295587"/>
              <a:satOff val="3892"/>
              <a:lumOff val="23309"/>
              <a:alphaOff val="0"/>
            </a:schemeClr>
          </a:solidFill>
          <a:prstDash val="solid"/>
          <a:miter lim="800000"/>
        </a:ln>
        <a:effectLst/>
      </dsp:spPr>
      <dsp:style>
        <a:lnRef idx="1">
          <a:scrgbClr r="0" g="0" b="0"/>
        </a:lnRef>
        <a:fillRef idx="2">
          <a:scrgbClr r="0" g="0" b="0"/>
        </a:fillRef>
        <a:effectRef idx="1">
          <a:scrgbClr r="0" g="0" b="0"/>
        </a:effectRef>
        <a:fontRef idx="minor">
          <a:schemeClr val="dk1"/>
        </a:fontRef>
      </dsp:style>
      <dsp:txBody>
        <a:bodyPr spcFirstLastPara="0" vert="horz" wrap="square" lIns="0" tIns="15240" rIns="0" bIns="15240" numCol="1" spcCol="1270" anchor="ctr" anchorCtr="0">
          <a:noAutofit/>
        </a:bodyPr>
        <a:lstStyle/>
        <a:p>
          <a:pPr lvl="0" algn="ctr" defTabSz="533400">
            <a:lnSpc>
              <a:spcPct val="100000"/>
            </a:lnSpc>
            <a:spcBef>
              <a:spcPct val="0"/>
            </a:spcBef>
            <a:spcAft>
              <a:spcPts val="0"/>
            </a:spcAft>
          </a:pPr>
          <a:r>
            <a:rPr lang="zh-CN" altLang="en-US" sz="1200" kern="1200" dirty="0" smtClean="0"/>
            <a:t>个人标准</a:t>
          </a:r>
          <a:endParaRPr lang="zh-CN" altLang="en-US" sz="1200" kern="1200" dirty="0"/>
        </a:p>
      </dsp:txBody>
      <dsp:txXfrm>
        <a:off x="2102800" y="2492707"/>
        <a:ext cx="774259" cy="664611"/>
      </dsp:txXfrm>
    </dsp:sp>
    <dsp:sp modelId="{A1B966CE-5BB1-4B9F-AF8E-5161065CEFD5}">
      <dsp:nvSpPr>
        <dsp:cNvPr id="0" name=""/>
        <dsp:cNvSpPr/>
      </dsp:nvSpPr>
      <dsp:spPr>
        <a:xfrm>
          <a:off x="1961553" y="2770228"/>
          <a:ext cx="130540" cy="112845"/>
        </a:xfrm>
        <a:prstGeom prst="hexagon">
          <a:avLst>
            <a:gd name="adj" fmla="val 25000"/>
            <a:gd name="vf" fmla="val 115470"/>
          </a:avLst>
        </a:prstGeom>
        <a:solidFill>
          <a:schemeClr val="lt1">
            <a:hueOff val="0"/>
            <a:satOff val="0"/>
            <a:lumOff val="0"/>
            <a:alphaOff val="0"/>
          </a:schemeClr>
        </a:solidFill>
        <a:ln w="6350" cap="flat" cmpd="sng" algn="ctr">
          <a:solidFill>
            <a:schemeClr val="accent2">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sp>
    <dsp:sp modelId="{03AA7BAB-E5F6-4FAA-8973-141F98B33770}">
      <dsp:nvSpPr>
        <dsp:cNvPr id="0" name=""/>
        <dsp:cNvSpPr/>
      </dsp:nvSpPr>
      <dsp:spPr>
        <a:xfrm>
          <a:off x="964200" y="2878706"/>
          <a:ext cx="1121677" cy="962827"/>
        </a:xfrm>
        <a:prstGeom prst="hexagon">
          <a:avLst>
            <a:gd name="adj" fmla="val 25000"/>
            <a:gd name="vf" fmla="val 115470"/>
          </a:avLst>
        </a:prstGeom>
        <a:blipFill>
          <a:blip xmlns:r="http://schemas.openxmlformats.org/officeDocument/2006/relationships" r:embed="rId7">
            <a:extLst>
              <a:ext uri="{28A0092B-C50C-407E-A947-70E740481C1C}">
                <a14:useLocalDpi xmlns:a14="http://schemas.microsoft.com/office/drawing/2010/main" val="0"/>
              </a:ext>
            </a:extLst>
          </a:blip>
          <a:srcRect/>
          <a:stretch>
            <a:fillRect t="-28000" b="-28000"/>
          </a:stretch>
        </a:blipFill>
        <a:ln w="6350" cap="flat" cmpd="sng" algn="ctr">
          <a:solidFill>
            <a:schemeClr val="accent2">
              <a:shade val="50000"/>
              <a:hueOff val="-277996"/>
              <a:satOff val="4329"/>
              <a:lumOff val="21562"/>
              <a:alphaOff val="0"/>
            </a:schemeClr>
          </a:solidFill>
          <a:prstDash val="solid"/>
          <a:miter lim="800000"/>
        </a:ln>
        <a:effectLst/>
      </dsp:spPr>
      <dsp:style>
        <a:lnRef idx="1">
          <a:scrgbClr r="0" g="0" b="0"/>
        </a:lnRef>
        <a:fillRef idx="1">
          <a:scrgbClr r="0" g="0" b="0"/>
        </a:fillRef>
        <a:effectRef idx="0">
          <a:scrgbClr r="0" g="0" b="0"/>
        </a:effectRef>
        <a:fontRef idx="minor"/>
      </dsp:style>
    </dsp:sp>
    <dsp:sp modelId="{067335C3-988F-4DD2-93AC-7D90819901E9}">
      <dsp:nvSpPr>
        <dsp:cNvPr id="0" name=""/>
        <dsp:cNvSpPr/>
      </dsp:nvSpPr>
      <dsp:spPr>
        <a:xfrm>
          <a:off x="1727410" y="2892174"/>
          <a:ext cx="130540" cy="112845"/>
        </a:xfrm>
        <a:prstGeom prst="hexagon">
          <a:avLst>
            <a:gd name="adj" fmla="val 25000"/>
            <a:gd name="vf" fmla="val 115470"/>
          </a:avLst>
        </a:prstGeom>
        <a:solidFill>
          <a:schemeClr val="lt1">
            <a:hueOff val="0"/>
            <a:satOff val="0"/>
            <a:lumOff val="0"/>
            <a:alphaOff val="0"/>
          </a:schemeClr>
        </a:solidFill>
        <a:ln w="6350" cap="flat" cmpd="sng" algn="ctr">
          <a:solidFill>
            <a:schemeClr val="accent2">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sp>
    <dsp:sp modelId="{9B27F8B8-FB6A-4F66-A243-11F7E2F6C096}">
      <dsp:nvSpPr>
        <dsp:cNvPr id="0" name=""/>
        <dsp:cNvSpPr/>
      </dsp:nvSpPr>
      <dsp:spPr>
        <a:xfrm>
          <a:off x="5785202" y="2361800"/>
          <a:ext cx="1121677" cy="962827"/>
        </a:xfrm>
        <a:prstGeom prst="hexagon">
          <a:avLst>
            <a:gd name="adj" fmla="val 25000"/>
            <a:gd name="vf" fmla="val 115470"/>
          </a:avLst>
        </a:prstGeom>
        <a:gradFill rotWithShape="0">
          <a:gsLst>
            <a:gs pos="0">
              <a:schemeClr val="accent2">
                <a:shade val="50000"/>
                <a:hueOff val="-147793"/>
                <a:satOff val="1946"/>
                <a:lumOff val="11654"/>
                <a:alphaOff val="0"/>
                <a:lumMod val="110000"/>
                <a:satMod val="105000"/>
                <a:tint val="67000"/>
              </a:schemeClr>
            </a:gs>
            <a:gs pos="50000">
              <a:schemeClr val="accent2">
                <a:shade val="50000"/>
                <a:hueOff val="-147793"/>
                <a:satOff val="1946"/>
                <a:lumOff val="11654"/>
                <a:alphaOff val="0"/>
                <a:lumMod val="105000"/>
                <a:satMod val="103000"/>
                <a:tint val="73000"/>
              </a:schemeClr>
            </a:gs>
            <a:gs pos="100000">
              <a:schemeClr val="accent2">
                <a:shade val="50000"/>
                <a:hueOff val="-147793"/>
                <a:satOff val="1946"/>
                <a:lumOff val="11654"/>
                <a:alphaOff val="0"/>
                <a:lumMod val="105000"/>
                <a:satMod val="109000"/>
                <a:tint val="81000"/>
              </a:schemeClr>
            </a:gs>
          </a:gsLst>
          <a:lin ang="5400000" scaled="0"/>
        </a:gradFill>
        <a:ln w="6350" cap="flat" cmpd="sng" algn="ctr">
          <a:solidFill>
            <a:schemeClr val="accent2">
              <a:shade val="50000"/>
              <a:hueOff val="-147793"/>
              <a:satOff val="1946"/>
              <a:lumOff val="11654"/>
              <a:alphaOff val="0"/>
            </a:schemeClr>
          </a:solidFill>
          <a:prstDash val="solid"/>
          <a:miter lim="800000"/>
        </a:ln>
        <a:effectLst/>
      </dsp:spPr>
      <dsp:style>
        <a:lnRef idx="1">
          <a:scrgbClr r="0" g="0" b="0"/>
        </a:lnRef>
        <a:fillRef idx="2">
          <a:scrgbClr r="0" g="0" b="0"/>
        </a:fillRef>
        <a:effectRef idx="1">
          <a:scrgbClr r="0" g="0" b="0"/>
        </a:effectRef>
        <a:fontRef idx="minor">
          <a:schemeClr val="dk1"/>
        </a:fontRef>
      </dsp:style>
      <dsp:txBody>
        <a:bodyPr spcFirstLastPara="0" vert="horz" wrap="square" lIns="0" tIns="15240" rIns="0" bIns="15240" numCol="1" spcCol="1270" anchor="ctr" anchorCtr="0">
          <a:noAutofit/>
        </a:bodyPr>
        <a:lstStyle/>
        <a:p>
          <a:pPr lvl="0" algn="ctr" defTabSz="533400">
            <a:lnSpc>
              <a:spcPct val="100000"/>
            </a:lnSpc>
            <a:spcBef>
              <a:spcPct val="0"/>
            </a:spcBef>
            <a:spcAft>
              <a:spcPts val="0"/>
            </a:spcAft>
          </a:pPr>
          <a:r>
            <a:rPr lang="zh-CN" altLang="en-US" sz="1200" kern="1200" smtClean="0"/>
            <a:t>理想</a:t>
          </a:r>
          <a:r>
            <a:rPr lang="zh-CN" altLang="en-US" sz="1200" kern="1200" dirty="0" smtClean="0"/>
            <a:t>与现实的战略差异</a:t>
          </a:r>
          <a:endParaRPr lang="zh-CN" altLang="en-US" sz="1200" kern="1200" dirty="0"/>
        </a:p>
      </dsp:txBody>
      <dsp:txXfrm>
        <a:off x="5958911" y="2510908"/>
        <a:ext cx="774259" cy="664611"/>
      </dsp:txXfrm>
    </dsp:sp>
    <dsp:sp modelId="{6FE510A2-C37F-4067-A981-E7AD2A22CC15}">
      <dsp:nvSpPr>
        <dsp:cNvPr id="0" name=""/>
        <dsp:cNvSpPr/>
      </dsp:nvSpPr>
      <dsp:spPr>
        <a:xfrm>
          <a:off x="6007604" y="3205230"/>
          <a:ext cx="130540" cy="112845"/>
        </a:xfrm>
        <a:prstGeom prst="hexagon">
          <a:avLst>
            <a:gd name="adj" fmla="val 25000"/>
            <a:gd name="vf" fmla="val 115470"/>
          </a:avLst>
        </a:prstGeom>
        <a:solidFill>
          <a:schemeClr val="lt1">
            <a:hueOff val="0"/>
            <a:satOff val="0"/>
            <a:lumOff val="0"/>
            <a:alphaOff val="0"/>
          </a:schemeClr>
        </a:solidFill>
        <a:ln w="6350" cap="flat" cmpd="sng" algn="ctr">
          <a:solidFill>
            <a:schemeClr val="accent2">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sp>
    <dsp:sp modelId="{7BA09B01-D833-4B79-8F36-3A3AB32167A7}">
      <dsp:nvSpPr>
        <dsp:cNvPr id="0" name=""/>
        <dsp:cNvSpPr/>
      </dsp:nvSpPr>
      <dsp:spPr>
        <a:xfrm>
          <a:off x="4820311" y="2889262"/>
          <a:ext cx="1121677" cy="962827"/>
        </a:xfrm>
        <a:prstGeom prst="hexagon">
          <a:avLst>
            <a:gd name="adj" fmla="val 25000"/>
            <a:gd name="vf" fmla="val 115470"/>
          </a:avLst>
        </a:prstGeom>
        <a:blipFill>
          <a:blip xmlns:r="http://schemas.openxmlformats.org/officeDocument/2006/relationships" r:embed="rId8">
            <a:extLst>
              <a:ext uri="{28A0092B-C50C-407E-A947-70E740481C1C}">
                <a14:useLocalDpi xmlns:a14="http://schemas.microsoft.com/office/drawing/2010/main" val="0"/>
              </a:ext>
            </a:extLst>
          </a:blip>
          <a:srcRect/>
          <a:stretch>
            <a:fillRect l="-9000" r="-9000"/>
          </a:stretch>
        </a:blipFill>
        <a:ln w="6350" cap="flat" cmpd="sng" algn="ctr">
          <a:solidFill>
            <a:schemeClr val="accent2">
              <a:shade val="50000"/>
              <a:hueOff val="-138998"/>
              <a:satOff val="2165"/>
              <a:lumOff val="10781"/>
              <a:alphaOff val="0"/>
            </a:schemeClr>
          </a:solidFill>
          <a:prstDash val="solid"/>
          <a:miter lim="800000"/>
        </a:ln>
        <a:effectLst/>
      </dsp:spPr>
      <dsp:style>
        <a:lnRef idx="1">
          <a:scrgbClr r="0" g="0" b="0"/>
        </a:lnRef>
        <a:fillRef idx="1">
          <a:scrgbClr r="0" g="0" b="0"/>
        </a:fillRef>
        <a:effectRef idx="0">
          <a:scrgbClr r="0" g="0" b="0"/>
        </a:effectRef>
        <a:fontRef idx="minor"/>
      </dsp:style>
    </dsp:sp>
    <dsp:sp modelId="{D5CA0596-4826-4FBC-ADB8-D02B88EE6981}">
      <dsp:nvSpPr>
        <dsp:cNvPr id="0" name=""/>
        <dsp:cNvSpPr/>
      </dsp:nvSpPr>
      <dsp:spPr>
        <a:xfrm>
          <a:off x="5799707" y="3311887"/>
          <a:ext cx="130540" cy="112845"/>
        </a:xfrm>
        <a:prstGeom prst="hexagon">
          <a:avLst>
            <a:gd name="adj" fmla="val 25000"/>
            <a:gd name="vf" fmla="val 115470"/>
          </a:avLst>
        </a:prstGeom>
        <a:solidFill>
          <a:schemeClr val="lt1">
            <a:hueOff val="0"/>
            <a:satOff val="0"/>
            <a:lumOff val="0"/>
            <a:alphaOff val="0"/>
          </a:schemeClr>
        </a:solidFill>
        <a:ln w="6350" cap="flat" cmpd="sng" algn="ctr">
          <a:solidFill>
            <a:schemeClr val="accent2">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sp>
  </dsp:spTree>
</dsp:drawing>
</file>

<file path=ppt/diagrams/layout1.xml><?xml version="1.0" encoding="utf-8"?>
<dgm:layoutDef xmlns:dgm="http://schemas.openxmlformats.org/drawingml/2006/diagram" xmlns:a="http://schemas.openxmlformats.org/drawingml/2006/main" uniqueId="urn:microsoft.com/office/officeart/2009/3/layout/FramedTextPicture">
  <dgm:title val=""/>
  <dgm:desc val=""/>
  <dgm:catLst>
    <dgm:cat type="picture" pri="20000"/>
    <dgm:cat type="pictureconvert" pri="20000"/>
  </dgm:catLst>
  <dgm:sampData>
    <dgm:dataModel>
      <dgm:ptLst>
        <dgm:pt modelId="0" type="doc"/>
        <dgm:pt modelId="10">
          <dgm:prSet phldr="1"/>
        </dgm:pt>
      </dgm:ptLst>
      <dgm:cxnLst>
        <dgm:cxn modelId="20" srcId="0" destId="10" srcOrd="0" destOrd="0"/>
      </dgm:cxnLst>
      <dgm:bg/>
      <dgm:whole/>
    </dgm:dataModel>
  </dgm:sampData>
  <dgm:styleData>
    <dgm:dataModel>
      <dgm:ptLst>
        <dgm:pt modelId="0" type="doc"/>
        <dgm:pt modelId="10">
          <dgm:prSet phldr="1"/>
        </dgm:pt>
      </dgm:ptLst>
      <dgm:cxnLst>
        <dgm:cxn modelId="20" srcId="0" destId="10" srcOrd="0" destOrd="0"/>
      </dgm:cxnLst>
      <dgm:bg/>
      <dgm:whole/>
    </dgm:dataModel>
  </dgm:styleData>
  <dgm:clrData>
    <dgm:dataModel>
      <dgm:ptLst>
        <dgm:pt modelId="0" type="doc"/>
        <dgm:pt modelId="10">
          <dgm:prSet phldr="1"/>
        </dgm:pt>
      </dgm:ptLst>
      <dgm:cxnLst>
        <dgm:cxn modelId="20" srcId="0" destId="10" srcOrd="0" destOrd="0"/>
      </dgm:cxnLst>
      <dgm:bg/>
      <dgm:whole/>
    </dgm:dataModel>
  </dgm:clrData>
  <dgm:layoutNode name="Name0">
    <dgm:varLst>
      <dgm:chMax/>
      <dgm:chPref/>
      <dgm:dir/>
    </dgm:varLst>
    <dgm:choose name="Name1">
      <dgm:if name="Name2" func="var" arg="dir" op="equ" val="norm">
        <dgm:alg type="snake">
          <dgm:param type="off" val="ctr"/>
          <dgm:param type="grDir" val="tL"/>
        </dgm:alg>
      </dgm:if>
      <dgm:else name="Name3">
        <dgm:alg type="snake">
          <dgm:param type="off" val="ctr"/>
          <dgm:param type="grDir" val="tR"/>
        </dgm:alg>
      </dgm:else>
    </dgm:choose>
    <dgm:shape xmlns:r="http://schemas.openxmlformats.org/officeDocument/2006/relationships" r:blip="">
      <dgm:adjLst/>
    </dgm:shape>
    <dgm:constrLst>
      <dgm:constr type="w" for="ch" forName="composite" refType="w"/>
      <dgm:constr type="h" for="ch" forName="composite" refType="h"/>
      <dgm:constr type="primFontSz" for="des" ptType="node" op="equ" val="65"/>
      <dgm:constr type="sp" refType="w" refFor="ch" refForName="composite" op="equ" fact="0.1"/>
      <dgm:constr type="w" for="ch" forName="sibTrans" refType="w" refFor="ch" refForName="composite" op="equ" fact="0.1"/>
      <dgm:constr type="h" for="ch" forName="sibTrans" refType="w" refFor="ch" refForName="sibTrans" op="equ"/>
    </dgm:constrLst>
    <dgm:forEach name="nodesForEach" axis="ch" ptType="node">
      <dgm:layoutNode name="composite">
        <dgm:varLst>
          <dgm:chMax/>
          <dgm:chPref/>
        </dgm:varLst>
        <dgm:alg type="composite">
          <dgm:param type="ar" val="1.5179"/>
        </dgm:alg>
        <dgm:shape xmlns:r="http://schemas.openxmlformats.org/officeDocument/2006/relationships" r:blip="">
          <dgm:adjLst/>
        </dgm:shape>
        <dgm:choose name="Name4">
          <dgm:if name="Name5" func="var" arg="dir" op="equ" val="norm">
            <dgm:constrLst>
              <dgm:constr type="l" for="ch" forName="Image" refType="w" fact="0"/>
              <dgm:constr type="t" for="ch" forName="Image" refType="h" fact="0"/>
              <dgm:constr type="w" for="ch" forName="Image" refType="w" fact="0.3856"/>
              <dgm:constr type="h" for="ch" forName="Image" refType="h" fact="0.3902"/>
              <dgm:constr type="l" for="ch" forName="ParentText" refType="w" fact="0.4017"/>
              <dgm:constr type="t" for="ch" forName="ParentText" refType="h" fact="0.4146"/>
              <dgm:constr type="w" for="ch" forName="ParentText" refType="w" fact="0.5463"/>
              <dgm:constr type="h" for="ch" forName="ParentText" refType="h" fact="0.5122"/>
              <dgm:constr type="l" for="ch" forName="tlFrame" refType="w" fact="0.3535"/>
              <dgm:constr type="t" for="ch" forName="tlFrame" refType="h" fact="0.3415"/>
              <dgm:constr type="w" for="ch" forName="tlFrame" refType="w" fact="0.1312"/>
              <dgm:constr type="h" for="ch" forName="tlFrame" refType="h" fact="0.1992"/>
              <dgm:constr type="l" for="ch" forName="trFrame" refType="w" fact="0.8688"/>
              <dgm:constr type="t" for="ch" forName="trFrame" refType="h" fact="0.3415"/>
              <dgm:constr type="w" for="ch" forName="trFrame" refType="w" fact="0.1312"/>
              <dgm:constr type="h" for="ch" forName="trFrame" refType="h" fact="0.1992"/>
              <dgm:constr type="l" for="ch" forName="blFrame" refType="w" fact="0.3535"/>
              <dgm:constr type="t" for="ch" forName="blFrame" refType="h" fact="0.8008"/>
              <dgm:constr type="w" for="ch" forName="blFrame" refType="w" fact="0.1312"/>
              <dgm:constr type="h" for="ch" forName="blFrame" refType="h" fact="0.1992"/>
              <dgm:constr type="l" for="ch" forName="brFrame" refType="w" fact="0.8688"/>
              <dgm:constr type="t" for="ch" forName="brFrame" refType="h" fact="0.8008"/>
              <dgm:constr type="w" for="ch" forName="brFrame" refType="w" fact="0.1312"/>
              <dgm:constr type="h" for="ch" forName="brFrame" refType="h" fact="0.1992"/>
            </dgm:constrLst>
          </dgm:if>
          <dgm:else name="Name6">
            <dgm:constrLst>
              <dgm:constr type="l" for="ch" forName="Image" refType="w" fact="0.6144"/>
              <dgm:constr type="t" for="ch" forName="Image" refType="h" fact="0"/>
              <dgm:constr type="w" for="ch" forName="Image" refType="w" fact="0.3856"/>
              <dgm:constr type="h" for="ch" forName="Image" refType="h" fact="0.3902"/>
              <dgm:constr type="l" for="ch" forName="ParentText" refType="w" fact="0.0482"/>
              <dgm:constr type="t" for="ch" forName="ParentText" refType="h" fact="0.4146"/>
              <dgm:constr type="w" for="ch" forName="ParentText" refType="w" fact="0.5463"/>
              <dgm:constr type="h" for="ch" forName="ParentText" refType="h" fact="0.5122"/>
              <dgm:constr type="l" for="ch" forName="tlFrame" refType="w" fact="0"/>
              <dgm:constr type="t" for="ch" forName="tlFrame" refType="h" fact="0.3415"/>
              <dgm:constr type="w" for="ch" forName="tlFrame" refType="w" fact="0.1312"/>
              <dgm:constr type="h" for="ch" forName="tlFrame" refType="h" fact="0.1992"/>
              <dgm:constr type="l" for="ch" forName="trFrame" refType="w" fact="0.5153"/>
              <dgm:constr type="t" for="ch" forName="trFrame" refType="h" fact="0.3415"/>
              <dgm:constr type="w" for="ch" forName="trFrame" refType="w" fact="0.1312"/>
              <dgm:constr type="h" for="ch" forName="trFrame" refType="h" fact="0.1992"/>
              <dgm:constr type="l" for="ch" forName="blFrame" refType="w" fact="0"/>
              <dgm:constr type="t" for="ch" forName="blFrame" refType="h" fact="0.8008"/>
              <dgm:constr type="w" for="ch" forName="blFrame" refType="w" fact="0.1312"/>
              <dgm:constr type="h" for="ch" forName="blFrame" refType="h" fact="0.1992"/>
              <dgm:constr type="l" for="ch" forName="brFrame" refType="w" fact="0.5153"/>
              <dgm:constr type="t" for="ch" forName="brFrame" refType="h" fact="0.8008"/>
              <dgm:constr type="w" for="ch" forName="brFrame" refType="w" fact="0.1312"/>
              <dgm:constr type="h" for="ch" forName="brFrame" refType="h" fact="0.1992"/>
            </dgm:constrLst>
          </dgm:else>
        </dgm:choose>
        <dgm:layoutNode name="Image" styleLbl="bgImgPlace1">
          <dgm:alg type="sp"/>
          <dgm:shape xmlns:r="http://schemas.openxmlformats.org/officeDocument/2006/relationships" type="rect" r:blip="" blipPhldr="1">
            <dgm:adjLst/>
          </dgm:shape>
          <dgm:presOf/>
        </dgm:layoutNode>
        <dgm:layoutNode name="ParentText" styleLbl="revTx">
          <dgm:varLst>
            <dgm:chMax val="0"/>
            <dgm:chPref val="0"/>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lFrame" styleLbl="node1">
          <dgm:alg type="sp"/>
          <dgm:shape xmlns:r="http://schemas.openxmlformats.org/officeDocument/2006/relationships" type="halfFrame" r:blip="">
            <dgm:adjLst>
              <dgm:adj idx="1" val="0.2577"/>
              <dgm:adj idx="2" val="0.2577"/>
            </dgm:adjLst>
          </dgm:shape>
          <dgm:presOf/>
        </dgm:layoutNode>
        <dgm:layoutNode name="trFrame" styleLbl="node1">
          <dgm:alg type="sp"/>
          <dgm:shape xmlns:r="http://schemas.openxmlformats.org/officeDocument/2006/relationships" type="halfFrame" r:blip="" rot="90">
            <dgm:adjLst>
              <dgm:adj idx="1" val="0.2577"/>
              <dgm:adj idx="2" val="0.2577"/>
            </dgm:adjLst>
          </dgm:shape>
          <dgm:presOf/>
        </dgm:layoutNode>
        <dgm:layoutNode name="blFrame" styleLbl="node1">
          <dgm:alg type="sp"/>
          <dgm:shape xmlns:r="http://schemas.openxmlformats.org/officeDocument/2006/relationships" type="halfFrame" r:blip="" rot="270">
            <dgm:adjLst>
              <dgm:adj idx="1" val="0.2577"/>
              <dgm:adj idx="2" val="0.2577"/>
            </dgm:adjLst>
          </dgm:shape>
          <dgm:presOf/>
        </dgm:layoutNode>
        <dgm:layoutNode name="brFrame" styleLbl="node1">
          <dgm:alg type="sp"/>
          <dgm:shape xmlns:r="http://schemas.openxmlformats.org/officeDocument/2006/relationships" type="halfFrame" r:blip="" rot="180">
            <dgm:adjLst>
              <dgm:adj idx="1" val="0.2577"/>
              <dgm:adj idx="2" val="0.2577"/>
            </dgm:adjLst>
          </dgm:shape>
          <dgm:presOf/>
        </dgm:layoutNode>
      </dgm:layoutNode>
      <dgm:forEach name="sibTransForEach" axis="followSib" ptType="sibTrans" cnt="1">
        <dgm:layoutNode name="sibTrans">
          <dgm:alg type="sp"/>
          <dgm:shape xmlns:r="http://schemas.openxmlformats.org/officeDocument/2006/relationships" r:blip="">
            <dgm:adjLst/>
          </dgm:shap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9/3/layout/FramedTextPicture">
  <dgm:title val=""/>
  <dgm:desc val=""/>
  <dgm:catLst>
    <dgm:cat type="picture" pri="20000"/>
    <dgm:cat type="pictureconvert" pri="20000"/>
  </dgm:catLst>
  <dgm:sampData>
    <dgm:dataModel>
      <dgm:ptLst>
        <dgm:pt modelId="0" type="doc"/>
        <dgm:pt modelId="10">
          <dgm:prSet phldr="1"/>
        </dgm:pt>
      </dgm:ptLst>
      <dgm:cxnLst>
        <dgm:cxn modelId="20" srcId="0" destId="10" srcOrd="0" destOrd="0"/>
      </dgm:cxnLst>
      <dgm:bg/>
      <dgm:whole/>
    </dgm:dataModel>
  </dgm:sampData>
  <dgm:styleData>
    <dgm:dataModel>
      <dgm:ptLst>
        <dgm:pt modelId="0" type="doc"/>
        <dgm:pt modelId="10">
          <dgm:prSet phldr="1"/>
        </dgm:pt>
      </dgm:ptLst>
      <dgm:cxnLst>
        <dgm:cxn modelId="20" srcId="0" destId="10" srcOrd="0" destOrd="0"/>
      </dgm:cxnLst>
      <dgm:bg/>
      <dgm:whole/>
    </dgm:dataModel>
  </dgm:styleData>
  <dgm:clrData>
    <dgm:dataModel>
      <dgm:ptLst>
        <dgm:pt modelId="0" type="doc"/>
        <dgm:pt modelId="10">
          <dgm:prSet phldr="1"/>
        </dgm:pt>
      </dgm:ptLst>
      <dgm:cxnLst>
        <dgm:cxn modelId="20" srcId="0" destId="10" srcOrd="0" destOrd="0"/>
      </dgm:cxnLst>
      <dgm:bg/>
      <dgm:whole/>
    </dgm:dataModel>
  </dgm:clrData>
  <dgm:layoutNode name="Name0">
    <dgm:varLst>
      <dgm:chMax/>
      <dgm:chPref/>
      <dgm:dir/>
    </dgm:varLst>
    <dgm:choose name="Name1">
      <dgm:if name="Name2" func="var" arg="dir" op="equ" val="norm">
        <dgm:alg type="snake">
          <dgm:param type="off" val="ctr"/>
          <dgm:param type="grDir" val="tL"/>
        </dgm:alg>
      </dgm:if>
      <dgm:else name="Name3">
        <dgm:alg type="snake">
          <dgm:param type="off" val="ctr"/>
          <dgm:param type="grDir" val="tR"/>
        </dgm:alg>
      </dgm:else>
    </dgm:choose>
    <dgm:shape xmlns:r="http://schemas.openxmlformats.org/officeDocument/2006/relationships" r:blip="">
      <dgm:adjLst/>
    </dgm:shape>
    <dgm:constrLst>
      <dgm:constr type="w" for="ch" forName="composite" refType="w"/>
      <dgm:constr type="h" for="ch" forName="composite" refType="h"/>
      <dgm:constr type="primFontSz" for="des" ptType="node" op="equ" val="65"/>
      <dgm:constr type="sp" refType="w" refFor="ch" refForName="composite" op="equ" fact="0.1"/>
      <dgm:constr type="w" for="ch" forName="sibTrans" refType="w" refFor="ch" refForName="composite" op="equ" fact="0.1"/>
      <dgm:constr type="h" for="ch" forName="sibTrans" refType="w" refFor="ch" refForName="sibTrans" op="equ"/>
    </dgm:constrLst>
    <dgm:forEach name="nodesForEach" axis="ch" ptType="node">
      <dgm:layoutNode name="composite">
        <dgm:varLst>
          <dgm:chMax/>
          <dgm:chPref/>
        </dgm:varLst>
        <dgm:alg type="composite">
          <dgm:param type="ar" val="1.5179"/>
        </dgm:alg>
        <dgm:shape xmlns:r="http://schemas.openxmlformats.org/officeDocument/2006/relationships" r:blip="">
          <dgm:adjLst/>
        </dgm:shape>
        <dgm:choose name="Name4">
          <dgm:if name="Name5" func="var" arg="dir" op="equ" val="norm">
            <dgm:constrLst>
              <dgm:constr type="l" for="ch" forName="Image" refType="w" fact="0"/>
              <dgm:constr type="t" for="ch" forName="Image" refType="h" fact="0"/>
              <dgm:constr type="w" for="ch" forName="Image" refType="w" fact="0.3856"/>
              <dgm:constr type="h" for="ch" forName="Image" refType="h" fact="0.3902"/>
              <dgm:constr type="l" for="ch" forName="ParentText" refType="w" fact="0.4017"/>
              <dgm:constr type="t" for="ch" forName="ParentText" refType="h" fact="0.4146"/>
              <dgm:constr type="w" for="ch" forName="ParentText" refType="w" fact="0.5463"/>
              <dgm:constr type="h" for="ch" forName="ParentText" refType="h" fact="0.5122"/>
              <dgm:constr type="l" for="ch" forName="tlFrame" refType="w" fact="0.3535"/>
              <dgm:constr type="t" for="ch" forName="tlFrame" refType="h" fact="0.3415"/>
              <dgm:constr type="w" for="ch" forName="tlFrame" refType="w" fact="0.1312"/>
              <dgm:constr type="h" for="ch" forName="tlFrame" refType="h" fact="0.1992"/>
              <dgm:constr type="l" for="ch" forName="trFrame" refType="w" fact="0.8688"/>
              <dgm:constr type="t" for="ch" forName="trFrame" refType="h" fact="0.3415"/>
              <dgm:constr type="w" for="ch" forName="trFrame" refType="w" fact="0.1312"/>
              <dgm:constr type="h" for="ch" forName="trFrame" refType="h" fact="0.1992"/>
              <dgm:constr type="l" for="ch" forName="blFrame" refType="w" fact="0.3535"/>
              <dgm:constr type="t" for="ch" forName="blFrame" refType="h" fact="0.8008"/>
              <dgm:constr type="w" for="ch" forName="blFrame" refType="w" fact="0.1312"/>
              <dgm:constr type="h" for="ch" forName="blFrame" refType="h" fact="0.1992"/>
              <dgm:constr type="l" for="ch" forName="brFrame" refType="w" fact="0.8688"/>
              <dgm:constr type="t" for="ch" forName="brFrame" refType="h" fact="0.8008"/>
              <dgm:constr type="w" for="ch" forName="brFrame" refType="w" fact="0.1312"/>
              <dgm:constr type="h" for="ch" forName="brFrame" refType="h" fact="0.1992"/>
            </dgm:constrLst>
          </dgm:if>
          <dgm:else name="Name6">
            <dgm:constrLst>
              <dgm:constr type="l" for="ch" forName="Image" refType="w" fact="0.6144"/>
              <dgm:constr type="t" for="ch" forName="Image" refType="h" fact="0"/>
              <dgm:constr type="w" for="ch" forName="Image" refType="w" fact="0.3856"/>
              <dgm:constr type="h" for="ch" forName="Image" refType="h" fact="0.3902"/>
              <dgm:constr type="l" for="ch" forName="ParentText" refType="w" fact="0.0482"/>
              <dgm:constr type="t" for="ch" forName="ParentText" refType="h" fact="0.4146"/>
              <dgm:constr type="w" for="ch" forName="ParentText" refType="w" fact="0.5463"/>
              <dgm:constr type="h" for="ch" forName="ParentText" refType="h" fact="0.5122"/>
              <dgm:constr type="l" for="ch" forName="tlFrame" refType="w" fact="0"/>
              <dgm:constr type="t" for="ch" forName="tlFrame" refType="h" fact="0.3415"/>
              <dgm:constr type="w" for="ch" forName="tlFrame" refType="w" fact="0.1312"/>
              <dgm:constr type="h" for="ch" forName="tlFrame" refType="h" fact="0.1992"/>
              <dgm:constr type="l" for="ch" forName="trFrame" refType="w" fact="0.5153"/>
              <dgm:constr type="t" for="ch" forName="trFrame" refType="h" fact="0.3415"/>
              <dgm:constr type="w" for="ch" forName="trFrame" refType="w" fact="0.1312"/>
              <dgm:constr type="h" for="ch" forName="trFrame" refType="h" fact="0.1992"/>
              <dgm:constr type="l" for="ch" forName="blFrame" refType="w" fact="0"/>
              <dgm:constr type="t" for="ch" forName="blFrame" refType="h" fact="0.8008"/>
              <dgm:constr type="w" for="ch" forName="blFrame" refType="w" fact="0.1312"/>
              <dgm:constr type="h" for="ch" forName="blFrame" refType="h" fact="0.1992"/>
              <dgm:constr type="l" for="ch" forName="brFrame" refType="w" fact="0.5153"/>
              <dgm:constr type="t" for="ch" forName="brFrame" refType="h" fact="0.8008"/>
              <dgm:constr type="w" for="ch" forName="brFrame" refType="w" fact="0.1312"/>
              <dgm:constr type="h" for="ch" forName="brFrame" refType="h" fact="0.1992"/>
            </dgm:constrLst>
          </dgm:else>
        </dgm:choose>
        <dgm:layoutNode name="Image" styleLbl="bgImgPlace1">
          <dgm:alg type="sp"/>
          <dgm:shape xmlns:r="http://schemas.openxmlformats.org/officeDocument/2006/relationships" type="rect" r:blip="" blipPhldr="1">
            <dgm:adjLst/>
          </dgm:shape>
          <dgm:presOf/>
        </dgm:layoutNode>
        <dgm:layoutNode name="ParentText" styleLbl="revTx">
          <dgm:varLst>
            <dgm:chMax val="0"/>
            <dgm:chPref val="0"/>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lFrame" styleLbl="node1">
          <dgm:alg type="sp"/>
          <dgm:shape xmlns:r="http://schemas.openxmlformats.org/officeDocument/2006/relationships" type="halfFrame" r:blip="">
            <dgm:adjLst>
              <dgm:adj idx="1" val="0.2577"/>
              <dgm:adj idx="2" val="0.2577"/>
            </dgm:adjLst>
          </dgm:shape>
          <dgm:presOf/>
        </dgm:layoutNode>
        <dgm:layoutNode name="trFrame" styleLbl="node1">
          <dgm:alg type="sp"/>
          <dgm:shape xmlns:r="http://schemas.openxmlformats.org/officeDocument/2006/relationships" type="halfFrame" r:blip="" rot="90">
            <dgm:adjLst>
              <dgm:adj idx="1" val="0.2577"/>
              <dgm:adj idx="2" val="0.2577"/>
            </dgm:adjLst>
          </dgm:shape>
          <dgm:presOf/>
        </dgm:layoutNode>
        <dgm:layoutNode name="blFrame" styleLbl="node1">
          <dgm:alg type="sp"/>
          <dgm:shape xmlns:r="http://schemas.openxmlformats.org/officeDocument/2006/relationships" type="halfFrame" r:blip="" rot="270">
            <dgm:adjLst>
              <dgm:adj idx="1" val="0.2577"/>
              <dgm:adj idx="2" val="0.2577"/>
            </dgm:adjLst>
          </dgm:shape>
          <dgm:presOf/>
        </dgm:layoutNode>
        <dgm:layoutNode name="brFrame" styleLbl="node1">
          <dgm:alg type="sp"/>
          <dgm:shape xmlns:r="http://schemas.openxmlformats.org/officeDocument/2006/relationships" type="halfFrame" r:blip="" rot="180">
            <dgm:adjLst>
              <dgm:adj idx="1" val="0.2577"/>
              <dgm:adj idx="2" val="0.2577"/>
            </dgm:adjLst>
          </dgm:shape>
          <dgm:presOf/>
        </dgm:layoutNode>
      </dgm:layoutNode>
      <dgm:forEach name="sibTransForEach" axis="followSib" ptType="sibTrans" cnt="1">
        <dgm:layoutNode name="sibTrans">
          <dgm:alg type="sp"/>
          <dgm:shape xmlns:r="http://schemas.openxmlformats.org/officeDocument/2006/relationships" r:blip="">
            <dgm:adjLst/>
          </dgm:shape>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funnel1">
  <dgm:title val=""/>
  <dgm:desc val=""/>
  <dgm:catLst>
    <dgm:cat type="relationship" pri="2000"/>
    <dgm:cat type="process" pri="27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4"/>
      <dgm:resizeHandles val="exact"/>
    </dgm:varLst>
    <dgm:alg type="composite">
      <dgm:param type="ar" val="1.25"/>
    </dgm:alg>
    <dgm:shape xmlns:r="http://schemas.openxmlformats.org/officeDocument/2006/relationships" r:blip="">
      <dgm:adjLst/>
    </dgm:shape>
    <dgm:presOf/>
    <dgm:choose name="Name1">
      <dgm:if name="Name2" axis="ch" ptType="node" func="cnt" op="equ" val="2">
        <dgm:constrLst>
          <dgm:constr type="w" for="ch" forName="ellipse" refType="w" fact="0.645"/>
          <dgm:constr type="h" for="ch" forName="ellipse" refType="h" fact="0.28"/>
          <dgm:constr type="t" for="ch" forName="ellipse" refType="w" fact="0.0275"/>
          <dgm:constr type="l" for="ch" forName="ellipse" refType="w" fact="0.0265"/>
          <dgm:constr type="w" for="ch" forName="arrow1" refType="w" fact="0.125"/>
          <dgm:constr type="h" for="ch" forName="arrow1" refType="h" fact="0.1"/>
          <dgm:constr type="t" for="ch" forName="arrow1" refType="h" fact="0.72"/>
          <dgm:constr type="l" for="ch" forName="arrow1" refType="w" fact="0.2875"/>
          <dgm:constr type="w" for="ch" forName="rectangle" refType="w" fact="0.6"/>
          <dgm:constr type="h" for="ch" forName="rectangle" refType="w" refFor="ch" refForName="rectangle" fact="0.25"/>
          <dgm:constr type="t" for="ch" forName="rectangle" refType="h" fact="0.8"/>
          <dgm:constr type="l" for="ch" forName="rectangle" refType="w" fact="0.05"/>
          <dgm:constr type="w" for="ch" forName="item1" refType="w" fact="0.35"/>
          <dgm:constr type="h" for="ch" forName="item1" refType="w" fact="0.35"/>
          <dgm:constr type="t" for="ch" forName="item1" refType="h" fact="0.05"/>
          <dgm:constr type="l" for="ch" forName="item1" refType="w" fact="0.125"/>
          <dgm:constr type="primFontSz" for="ch" forName="item1" op="equ" val="65"/>
          <dgm:constr type="w" for="ch" forName="funnel" refType="w" fact="0.7"/>
          <dgm:constr type="h" for="ch" forName="funnel" refType="h" fact="0.7"/>
          <dgm:constr type="t" for="ch" forName="funnel"/>
          <dgm:constr type="l" for="ch" forName="funnel"/>
        </dgm:constrLst>
      </dgm:if>
      <dgm:else name="Name3">
        <dgm:constrLst>
          <dgm:constr type="w" for="ch" forName="ellipse" refType="w" fact="0.645"/>
          <dgm:constr type="h" for="ch" forName="ellipse" refType="h" fact="0.28"/>
          <dgm:constr type="t" for="ch" forName="ellipse" refType="w" fact="0.0275"/>
          <dgm:constr type="l" for="ch" forName="ellipse" refType="w" fact="0.0265"/>
          <dgm:constr type="w" for="ch" forName="arrow1" refType="w" fact="0.125"/>
          <dgm:constr type="h" for="ch" forName="arrow1" refType="h" fact="0.1"/>
          <dgm:constr type="t" for="ch" forName="arrow1" refType="h" fact="0.72"/>
          <dgm:constr type="l" for="ch" forName="arrow1" refType="w" fact="0.2875"/>
          <dgm:constr type="w" for="ch" forName="rectangle" refType="w" fact="0.6"/>
          <dgm:constr type="h" for="ch" forName="rectangle" refType="w" refFor="ch" refForName="rectangle" fact="0.25"/>
          <dgm:constr type="t" for="ch" forName="rectangle" refType="h" fact="0.8"/>
          <dgm:constr type="l" for="ch" forName="rectangle" refType="w" fact="0.05"/>
          <dgm:constr type="primFontSz" for="ch" forName="rectangle" val="65"/>
          <dgm:constr type="w" for="ch" forName="item1" refType="w" fact="0.225"/>
          <dgm:constr type="h" for="ch" forName="item1" refType="w" fact="0.225"/>
          <dgm:constr type="t" for="ch" forName="item1" refType="h" fact="0.336"/>
          <dgm:constr type="l" for="ch" forName="item1" refType="w" fact="0.261"/>
          <dgm:constr type="primFontSz" for="ch" forName="item1" val="65"/>
          <dgm:constr type="w" for="ch" forName="item2" refType="w" fact="0.225"/>
          <dgm:constr type="h" for="ch" forName="item2" refType="w" fact="0.225"/>
          <dgm:constr type="t" for="ch" forName="item2" refType="h" fact="0.125"/>
          <dgm:constr type="l" for="ch" forName="item2" refType="w" fact="0.1"/>
          <dgm:constr type="primFontSz" for="ch" forName="item2" refType="primFontSz" refFor="ch" refForName="item1" op="equ"/>
          <dgm:constr type="w" for="ch" forName="item3" refType="w" fact="0.225"/>
          <dgm:constr type="h" for="ch" forName="item3" refType="w" fact="0.225"/>
          <dgm:constr type="t" for="ch" forName="item3" refType="h" fact="0.057"/>
          <dgm:constr type="l" for="ch" forName="item3" refType="w" fact="0.33"/>
          <dgm:constr type="primFontSz" for="ch" forName="item3" refType="primFontSz" refFor="ch" refForName="item1" op="equ"/>
          <dgm:constr type="w" for="ch" forName="funnel" refType="w" fact="0.7"/>
          <dgm:constr type="h" for="ch" forName="funnel" refType="h" fact="0.7"/>
          <dgm:constr type="t" for="ch" forName="funnel"/>
          <dgm:constr type="l" for="ch" forName="funnel"/>
        </dgm:constrLst>
      </dgm:else>
    </dgm:choose>
    <dgm:ruleLst/>
    <dgm:choose name="Name4">
      <dgm:if name="Name5" axis="ch" ptType="node" func="cnt" op="gte" val="1">
        <dgm:layoutNode name="ellipse" styleLbl="trBgShp">
          <dgm:alg type="sp"/>
          <dgm:shape xmlns:r="http://schemas.openxmlformats.org/officeDocument/2006/relationships" type="ellipse" r:blip="">
            <dgm:adjLst/>
          </dgm:shape>
          <dgm:presOf/>
          <dgm:constrLst/>
          <dgm:ruleLst/>
        </dgm:layoutNode>
        <dgm:layoutNode name="arrow1" styleLbl="fgShp">
          <dgm:alg type="sp"/>
          <dgm:shape xmlns:r="http://schemas.openxmlformats.org/officeDocument/2006/relationships" type="downArrow" r:blip="">
            <dgm:adjLst/>
          </dgm:shape>
          <dgm:presOf/>
          <dgm:constrLst/>
          <dgm:ruleLst/>
        </dgm:layoutNode>
        <dgm:layoutNode name="rectangle" styleLbl="revTx">
          <dgm:varLst>
            <dgm:bulletEnabled val="1"/>
          </dgm:varLst>
          <dgm:alg type="tx">
            <dgm:param type="txAnchorHorzCh" val="ctr"/>
          </dgm:alg>
          <dgm:shape xmlns:r="http://schemas.openxmlformats.org/officeDocument/2006/relationships" type="rect" r:blip="">
            <dgm:adjLst/>
          </dgm:shape>
          <dgm:choose name="Name6">
            <dgm:if name="Name7" axis="ch" ptType="node" func="cnt" op="equ" val="1">
              <dgm:presOf axis="ch desOrSelf" ptType="node node" st="1 1" cnt="1 0"/>
            </dgm:if>
            <dgm:if name="Name8" axis="ch" ptType="node" func="cnt" op="equ" val="2">
              <dgm:presOf axis="ch desOrSelf" ptType="node node" st="2 1" cnt="1 0"/>
            </dgm:if>
            <dgm:if name="Name9" axis="ch" ptType="node" func="cnt" op="equ" val="3">
              <dgm:presOf axis="ch desOrSelf" ptType="node node" st="3 1" cnt="1 0"/>
            </dgm:if>
            <dgm:else name="Name10">
              <dgm:presOf axis="ch desOrSelf" ptType="node node" st="4 1" cnt="1 0"/>
            </dgm:else>
          </dgm:choose>
          <dgm:constrLst/>
          <dgm:ruleLst>
            <dgm:rule type="primFontSz" val="5" fact="NaN" max="NaN"/>
          </dgm:ruleLst>
        </dgm:layoutNode>
        <dgm:forEach name="Name11" axis="ch" ptType="node" st="2" cnt="1">
          <dgm:layoutNode name="item1" styleLbl="node1">
            <dgm:varLst>
              <dgm:bulletEnabled val="1"/>
            </dgm:varLst>
            <dgm:alg type="tx">
              <dgm:param type="txAnchorVertCh" val="mid"/>
            </dgm:alg>
            <dgm:shape xmlns:r="http://schemas.openxmlformats.org/officeDocument/2006/relationships" type="ellipse" r:blip="">
              <dgm:adjLst/>
            </dgm:shape>
            <dgm:choose name="Name12">
              <dgm:if name="Name13" axis="root ch" ptType="all node" func="cnt" op="equ" val="1">
                <dgm:presOf/>
              </dgm:if>
              <dgm:if name="Name14" axis="root ch" ptType="all node" func="cnt" op="equ" val="2">
                <dgm:presOf axis="root ch desOrSelf" ptType="all node node" st="1 1 1" cnt="0 1 0"/>
              </dgm:if>
              <dgm:if name="Name15" axis="root ch" ptType="all node" func="cnt" op="equ" val="3">
                <dgm:presOf axis="root ch desOrSelf" ptType="all node node" st="1 2 1" cnt="0 1 0"/>
              </dgm:if>
              <dgm:else name="Name16">
                <dgm:presOf axis="root ch desOrSelf" ptType="all node node" st="1 3 1" cnt="0 1 0"/>
              </dgm:else>
            </dgm:choose>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dgm:forEach name="Name17" axis="ch" ptType="node" st="3" cnt="1">
          <dgm:layoutNode name="item2" styleLbl="node1">
            <dgm:varLst>
              <dgm:bulletEnabled val="1"/>
            </dgm:varLst>
            <dgm:alg type="tx">
              <dgm:param type="txAnchorVertCh" val="mid"/>
            </dgm:alg>
            <dgm:shape xmlns:r="http://schemas.openxmlformats.org/officeDocument/2006/relationships" type="ellipse" r:blip="">
              <dgm:adjLst/>
            </dgm:shape>
            <dgm:choose name="Name18">
              <dgm:if name="Name19" axis="root ch" ptType="all node" func="cnt" op="equ" val="1">
                <dgm:presOf/>
              </dgm:if>
              <dgm:if name="Name20" axis="root ch" ptType="all node" func="cnt" op="equ" val="2">
                <dgm:presOf/>
              </dgm:if>
              <dgm:if name="Name21" axis="root ch" ptType="all node" func="cnt" op="equ" val="3">
                <dgm:presOf axis="root ch desOrSelf" ptType="all node node" st="1 1 1" cnt="0 1 0"/>
              </dgm:if>
              <dgm:else name="Name22">
                <dgm:presOf axis="root ch desOrSelf" ptType="all node node" st="1 2 1" cnt="0 1 0"/>
              </dgm:else>
            </dgm:choose>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dgm:forEach name="Name23" axis="ch" ptType="node" st="4" cnt="1">
          <dgm:layoutNode name="item3" styleLbl="node1">
            <dgm:varLst>
              <dgm:bulletEnabled val="1"/>
            </dgm:varLst>
            <dgm:alg type="tx">
              <dgm:param type="txAnchorVertCh" val="mid"/>
            </dgm:alg>
            <dgm:shape xmlns:r="http://schemas.openxmlformats.org/officeDocument/2006/relationships" type="ellipse" r:blip="">
              <dgm:adjLst/>
            </dgm:shape>
            <dgm:choose name="Name24">
              <dgm:if name="Name25" axis="root ch" ptType="all node" func="cnt" op="equ" val="1">
                <dgm:presOf/>
              </dgm:if>
              <dgm:if name="Name26" axis="root ch" ptType="all node" func="cnt" op="equ" val="2">
                <dgm:presOf/>
              </dgm:if>
              <dgm:if name="Name27" axis="root ch" ptType="all node" func="cnt" op="equ" val="3">
                <dgm:presOf/>
              </dgm:if>
              <dgm:else name="Name28">
                <dgm:presOf axis="root ch desOrSelf" ptType="all node node" st="1 1 1" cnt="0 1 0"/>
              </dgm:else>
            </dgm:choose>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dgm:layoutNode name="funnel" styleLbl="trAlignAcc1">
          <dgm:alg type="sp"/>
          <dgm:shape xmlns:r="http://schemas.openxmlformats.org/officeDocument/2006/relationships" type="funnel" r:blip="">
            <dgm:adjLst/>
          </dgm:shape>
          <dgm:presOf/>
          <dgm:constrLst/>
          <dgm:ruleLst/>
        </dgm:layoutNode>
      </dgm:if>
      <dgm:else name="Name29"/>
    </dgm:choose>
  </dgm:layoutNode>
</dgm:layoutDef>
</file>

<file path=ppt/diagrams/layout4.xml><?xml version="1.0" encoding="utf-8"?>
<dgm:layoutDef xmlns:dgm="http://schemas.openxmlformats.org/drawingml/2006/diagram" xmlns:a="http://schemas.openxmlformats.org/drawingml/2006/main" uniqueId="urn:microsoft.com/office/officeart/2005/8/layout/funnel1">
  <dgm:title val=""/>
  <dgm:desc val=""/>
  <dgm:catLst>
    <dgm:cat type="relationship" pri="2000"/>
    <dgm:cat type="process" pri="27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4"/>
      <dgm:resizeHandles val="exact"/>
    </dgm:varLst>
    <dgm:alg type="composite">
      <dgm:param type="ar" val="1.25"/>
    </dgm:alg>
    <dgm:shape xmlns:r="http://schemas.openxmlformats.org/officeDocument/2006/relationships" r:blip="">
      <dgm:adjLst/>
    </dgm:shape>
    <dgm:presOf/>
    <dgm:choose name="Name1">
      <dgm:if name="Name2" axis="ch" ptType="node" func="cnt" op="equ" val="2">
        <dgm:constrLst>
          <dgm:constr type="w" for="ch" forName="ellipse" refType="w" fact="0.645"/>
          <dgm:constr type="h" for="ch" forName="ellipse" refType="h" fact="0.28"/>
          <dgm:constr type="t" for="ch" forName="ellipse" refType="w" fact="0.0275"/>
          <dgm:constr type="l" for="ch" forName="ellipse" refType="w" fact="0.0265"/>
          <dgm:constr type="w" for="ch" forName="arrow1" refType="w" fact="0.125"/>
          <dgm:constr type="h" for="ch" forName="arrow1" refType="h" fact="0.1"/>
          <dgm:constr type="t" for="ch" forName="arrow1" refType="h" fact="0.72"/>
          <dgm:constr type="l" for="ch" forName="arrow1" refType="w" fact="0.2875"/>
          <dgm:constr type="w" for="ch" forName="rectangle" refType="w" fact="0.6"/>
          <dgm:constr type="h" for="ch" forName="rectangle" refType="w" refFor="ch" refForName="rectangle" fact="0.25"/>
          <dgm:constr type="t" for="ch" forName="rectangle" refType="h" fact="0.8"/>
          <dgm:constr type="l" for="ch" forName="rectangle" refType="w" fact="0.05"/>
          <dgm:constr type="w" for="ch" forName="item1" refType="w" fact="0.35"/>
          <dgm:constr type="h" for="ch" forName="item1" refType="w" fact="0.35"/>
          <dgm:constr type="t" for="ch" forName="item1" refType="h" fact="0.05"/>
          <dgm:constr type="l" for="ch" forName="item1" refType="w" fact="0.125"/>
          <dgm:constr type="primFontSz" for="ch" forName="item1" op="equ" val="65"/>
          <dgm:constr type="w" for="ch" forName="funnel" refType="w" fact="0.7"/>
          <dgm:constr type="h" for="ch" forName="funnel" refType="h" fact="0.7"/>
          <dgm:constr type="t" for="ch" forName="funnel"/>
          <dgm:constr type="l" for="ch" forName="funnel"/>
        </dgm:constrLst>
      </dgm:if>
      <dgm:else name="Name3">
        <dgm:constrLst>
          <dgm:constr type="w" for="ch" forName="ellipse" refType="w" fact="0.645"/>
          <dgm:constr type="h" for="ch" forName="ellipse" refType="h" fact="0.28"/>
          <dgm:constr type="t" for="ch" forName="ellipse" refType="w" fact="0.0275"/>
          <dgm:constr type="l" for="ch" forName="ellipse" refType="w" fact="0.0265"/>
          <dgm:constr type="w" for="ch" forName="arrow1" refType="w" fact="0.125"/>
          <dgm:constr type="h" for="ch" forName="arrow1" refType="h" fact="0.1"/>
          <dgm:constr type="t" for="ch" forName="arrow1" refType="h" fact="0.72"/>
          <dgm:constr type="l" for="ch" forName="arrow1" refType="w" fact="0.2875"/>
          <dgm:constr type="w" for="ch" forName="rectangle" refType="w" fact="0.6"/>
          <dgm:constr type="h" for="ch" forName="rectangle" refType="w" refFor="ch" refForName="rectangle" fact="0.25"/>
          <dgm:constr type="t" for="ch" forName="rectangle" refType="h" fact="0.8"/>
          <dgm:constr type="l" for="ch" forName="rectangle" refType="w" fact="0.05"/>
          <dgm:constr type="primFontSz" for="ch" forName="rectangle" val="65"/>
          <dgm:constr type="w" for="ch" forName="item1" refType="w" fact="0.225"/>
          <dgm:constr type="h" for="ch" forName="item1" refType="w" fact="0.225"/>
          <dgm:constr type="t" for="ch" forName="item1" refType="h" fact="0.336"/>
          <dgm:constr type="l" for="ch" forName="item1" refType="w" fact="0.261"/>
          <dgm:constr type="primFontSz" for="ch" forName="item1" val="65"/>
          <dgm:constr type="w" for="ch" forName="item2" refType="w" fact="0.225"/>
          <dgm:constr type="h" for="ch" forName="item2" refType="w" fact="0.225"/>
          <dgm:constr type="t" for="ch" forName="item2" refType="h" fact="0.125"/>
          <dgm:constr type="l" for="ch" forName="item2" refType="w" fact="0.1"/>
          <dgm:constr type="primFontSz" for="ch" forName="item2" refType="primFontSz" refFor="ch" refForName="item1" op="equ"/>
          <dgm:constr type="w" for="ch" forName="item3" refType="w" fact="0.225"/>
          <dgm:constr type="h" for="ch" forName="item3" refType="w" fact="0.225"/>
          <dgm:constr type="t" for="ch" forName="item3" refType="h" fact="0.057"/>
          <dgm:constr type="l" for="ch" forName="item3" refType="w" fact="0.33"/>
          <dgm:constr type="primFontSz" for="ch" forName="item3" refType="primFontSz" refFor="ch" refForName="item1" op="equ"/>
          <dgm:constr type="w" for="ch" forName="funnel" refType="w" fact="0.7"/>
          <dgm:constr type="h" for="ch" forName="funnel" refType="h" fact="0.7"/>
          <dgm:constr type="t" for="ch" forName="funnel"/>
          <dgm:constr type="l" for="ch" forName="funnel"/>
        </dgm:constrLst>
      </dgm:else>
    </dgm:choose>
    <dgm:ruleLst/>
    <dgm:choose name="Name4">
      <dgm:if name="Name5" axis="ch" ptType="node" func="cnt" op="gte" val="1">
        <dgm:layoutNode name="ellipse" styleLbl="trBgShp">
          <dgm:alg type="sp"/>
          <dgm:shape xmlns:r="http://schemas.openxmlformats.org/officeDocument/2006/relationships" type="ellipse" r:blip="">
            <dgm:adjLst/>
          </dgm:shape>
          <dgm:presOf/>
          <dgm:constrLst/>
          <dgm:ruleLst/>
        </dgm:layoutNode>
        <dgm:layoutNode name="arrow1" styleLbl="fgShp">
          <dgm:alg type="sp"/>
          <dgm:shape xmlns:r="http://schemas.openxmlformats.org/officeDocument/2006/relationships" type="downArrow" r:blip="">
            <dgm:adjLst/>
          </dgm:shape>
          <dgm:presOf/>
          <dgm:constrLst/>
          <dgm:ruleLst/>
        </dgm:layoutNode>
        <dgm:layoutNode name="rectangle" styleLbl="revTx">
          <dgm:varLst>
            <dgm:bulletEnabled val="1"/>
          </dgm:varLst>
          <dgm:alg type="tx">
            <dgm:param type="txAnchorHorzCh" val="ctr"/>
          </dgm:alg>
          <dgm:shape xmlns:r="http://schemas.openxmlformats.org/officeDocument/2006/relationships" type="rect" r:blip="">
            <dgm:adjLst/>
          </dgm:shape>
          <dgm:choose name="Name6">
            <dgm:if name="Name7" axis="ch" ptType="node" func="cnt" op="equ" val="1">
              <dgm:presOf axis="ch desOrSelf" ptType="node node" st="1 1" cnt="1 0"/>
            </dgm:if>
            <dgm:if name="Name8" axis="ch" ptType="node" func="cnt" op="equ" val="2">
              <dgm:presOf axis="ch desOrSelf" ptType="node node" st="2 1" cnt="1 0"/>
            </dgm:if>
            <dgm:if name="Name9" axis="ch" ptType="node" func="cnt" op="equ" val="3">
              <dgm:presOf axis="ch desOrSelf" ptType="node node" st="3 1" cnt="1 0"/>
            </dgm:if>
            <dgm:else name="Name10">
              <dgm:presOf axis="ch desOrSelf" ptType="node node" st="4 1" cnt="1 0"/>
            </dgm:else>
          </dgm:choose>
          <dgm:constrLst/>
          <dgm:ruleLst>
            <dgm:rule type="primFontSz" val="5" fact="NaN" max="NaN"/>
          </dgm:ruleLst>
        </dgm:layoutNode>
        <dgm:forEach name="Name11" axis="ch" ptType="node" st="2" cnt="1">
          <dgm:layoutNode name="item1" styleLbl="node1">
            <dgm:varLst>
              <dgm:bulletEnabled val="1"/>
            </dgm:varLst>
            <dgm:alg type="tx">
              <dgm:param type="txAnchorVertCh" val="mid"/>
            </dgm:alg>
            <dgm:shape xmlns:r="http://schemas.openxmlformats.org/officeDocument/2006/relationships" type="ellipse" r:blip="">
              <dgm:adjLst/>
            </dgm:shape>
            <dgm:choose name="Name12">
              <dgm:if name="Name13" axis="root ch" ptType="all node" func="cnt" op="equ" val="1">
                <dgm:presOf/>
              </dgm:if>
              <dgm:if name="Name14" axis="root ch" ptType="all node" func="cnt" op="equ" val="2">
                <dgm:presOf axis="root ch desOrSelf" ptType="all node node" st="1 1 1" cnt="0 1 0"/>
              </dgm:if>
              <dgm:if name="Name15" axis="root ch" ptType="all node" func="cnt" op="equ" val="3">
                <dgm:presOf axis="root ch desOrSelf" ptType="all node node" st="1 2 1" cnt="0 1 0"/>
              </dgm:if>
              <dgm:else name="Name16">
                <dgm:presOf axis="root ch desOrSelf" ptType="all node node" st="1 3 1" cnt="0 1 0"/>
              </dgm:else>
            </dgm:choose>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dgm:forEach name="Name17" axis="ch" ptType="node" st="3" cnt="1">
          <dgm:layoutNode name="item2" styleLbl="node1">
            <dgm:varLst>
              <dgm:bulletEnabled val="1"/>
            </dgm:varLst>
            <dgm:alg type="tx">
              <dgm:param type="txAnchorVertCh" val="mid"/>
            </dgm:alg>
            <dgm:shape xmlns:r="http://schemas.openxmlformats.org/officeDocument/2006/relationships" type="ellipse" r:blip="">
              <dgm:adjLst/>
            </dgm:shape>
            <dgm:choose name="Name18">
              <dgm:if name="Name19" axis="root ch" ptType="all node" func="cnt" op="equ" val="1">
                <dgm:presOf/>
              </dgm:if>
              <dgm:if name="Name20" axis="root ch" ptType="all node" func="cnt" op="equ" val="2">
                <dgm:presOf/>
              </dgm:if>
              <dgm:if name="Name21" axis="root ch" ptType="all node" func="cnt" op="equ" val="3">
                <dgm:presOf axis="root ch desOrSelf" ptType="all node node" st="1 1 1" cnt="0 1 0"/>
              </dgm:if>
              <dgm:else name="Name22">
                <dgm:presOf axis="root ch desOrSelf" ptType="all node node" st="1 2 1" cnt="0 1 0"/>
              </dgm:else>
            </dgm:choose>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dgm:forEach name="Name23" axis="ch" ptType="node" st="4" cnt="1">
          <dgm:layoutNode name="item3" styleLbl="node1">
            <dgm:varLst>
              <dgm:bulletEnabled val="1"/>
            </dgm:varLst>
            <dgm:alg type="tx">
              <dgm:param type="txAnchorVertCh" val="mid"/>
            </dgm:alg>
            <dgm:shape xmlns:r="http://schemas.openxmlformats.org/officeDocument/2006/relationships" type="ellipse" r:blip="">
              <dgm:adjLst/>
            </dgm:shape>
            <dgm:choose name="Name24">
              <dgm:if name="Name25" axis="root ch" ptType="all node" func="cnt" op="equ" val="1">
                <dgm:presOf/>
              </dgm:if>
              <dgm:if name="Name26" axis="root ch" ptType="all node" func="cnt" op="equ" val="2">
                <dgm:presOf/>
              </dgm:if>
              <dgm:if name="Name27" axis="root ch" ptType="all node" func="cnt" op="equ" val="3">
                <dgm:presOf/>
              </dgm:if>
              <dgm:else name="Name28">
                <dgm:presOf axis="root ch desOrSelf" ptType="all node node" st="1 1 1" cnt="0 1 0"/>
              </dgm:else>
            </dgm:choose>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dgm:layoutNode name="funnel" styleLbl="trAlignAcc1">
          <dgm:alg type="sp"/>
          <dgm:shape xmlns:r="http://schemas.openxmlformats.org/officeDocument/2006/relationships" type="funnel" r:blip="">
            <dgm:adjLst/>
          </dgm:shape>
          <dgm:presOf/>
          <dgm:constrLst/>
          <dgm:ruleLst/>
        </dgm:layoutNode>
      </dgm:if>
      <dgm:else name="Name29"/>
    </dgm:choose>
  </dgm:layoutNode>
</dgm:layoutDef>
</file>

<file path=ppt/diagrams/layout5.xml><?xml version="1.0" encoding="utf-8"?>
<dgm:layoutDef xmlns:dgm="http://schemas.openxmlformats.org/drawingml/2006/diagram" xmlns:a="http://schemas.openxmlformats.org/drawingml/2006/main" uniqueId="urn:microsoft.com/office/officeart/2009/layout/ReverseList">
  <dgm:title val=""/>
  <dgm:desc val=""/>
  <dgm:catLst>
    <dgm:cat type="relationship" pri="3800"/>
  </dgm:catLst>
  <dgm:sampData>
    <dgm:dataModel>
      <dgm:ptLst>
        <dgm:pt modelId="0" type="doc"/>
        <dgm:pt modelId="10">
          <dgm:prSet phldr="1"/>
        </dgm:pt>
        <dgm:pt modelId="20">
          <dgm:prSet phldr="1"/>
        </dgm:pt>
      </dgm:ptLst>
      <dgm:cxnLst>
        <dgm:cxn modelId="40" srcId="0" destId="10" srcOrd="0" destOrd="0"/>
        <dgm:cxn modelId="50" srcId="0" destId="20" srcOrd="1" destOrd="0"/>
      </dgm:cxnLst>
      <dgm:bg/>
      <dgm:whole/>
    </dgm:dataModel>
  </dgm:sampData>
  <dgm:styleData>
    <dgm:dataModel>
      <dgm:ptLst>
        <dgm:pt modelId="0" type="doc"/>
        <dgm:pt modelId="10">
          <dgm:prSet phldr="1"/>
        </dgm:pt>
        <dgm:pt modelId="20">
          <dgm:prSet phldr="1"/>
        </dgm:pt>
      </dgm:ptLst>
      <dgm:cxnLst>
        <dgm:cxn modelId="40" srcId="0" destId="10" srcOrd="0" destOrd="0"/>
        <dgm:cxn modelId="50" srcId="0" destId="20" srcOrd="1" destOrd="0"/>
      </dgm:cxnLst>
      <dgm:bg/>
      <dgm:whole/>
    </dgm:dataModel>
  </dgm:styleData>
  <dgm:clrData>
    <dgm:dataModel>
      <dgm:ptLst>
        <dgm:pt modelId="0" type="doc"/>
        <dgm:pt modelId="10">
          <dgm:prSet phldr="1"/>
        </dgm:pt>
        <dgm:pt modelId="20">
          <dgm:prSet phldr="1"/>
        </dgm:pt>
      </dgm:ptLst>
      <dgm:cxnLst>
        <dgm:cxn modelId="40" srcId="0" destId="10" srcOrd="0" destOrd="0"/>
        <dgm:cxn modelId="50" srcId="0" destId="20" srcOrd="1" destOrd="0"/>
      </dgm:cxnLst>
      <dgm:bg/>
      <dgm:whole/>
    </dgm:dataModel>
  </dgm:clrData>
  <dgm:layoutNode name="Name0">
    <dgm:varLst>
      <dgm:chMax val="2"/>
      <dgm:chPref val="2"/>
      <dgm:animLvl val="lvl"/>
    </dgm:varLst>
    <dgm:choose name="Name1">
      <dgm:if name="Name2" axis="ch" ptType="node" func="cnt" op="lte" val="1">
        <dgm:alg type="composite">
          <dgm:param type="ar" val="0.9993"/>
        </dgm:alg>
      </dgm:if>
      <dgm:else name="Name3">
        <dgm:alg type="composite">
          <dgm:param type="ar" val="0.8036"/>
        </dgm:alg>
      </dgm:else>
    </dgm:choose>
    <dgm:shape xmlns:r="http://schemas.openxmlformats.org/officeDocument/2006/relationships" r:blip="">
      <dgm:adjLst/>
    </dgm:shape>
    <dgm:choose name="Name4">
      <dgm:if name="Name5" axis="ch" ptType="node" func="cnt" op="lte" val="1">
        <dgm:constrLst>
          <dgm:constr type="primFontSz" for="des" ptType="node" op="equ" val="65"/>
          <dgm:constr type="l" for="ch" forName="LeftNode" refType="w" fact="0"/>
          <dgm:constr type="t" for="ch" forName="LeftNode" refType="h" fact="0.25"/>
          <dgm:constr type="w" for="ch" forName="LeftNode" refType="w" fact="0.5"/>
          <dgm:constr type="h" for="ch" forName="LeftNode" refType="h"/>
          <dgm:constr type="l" for="ch" forName="LeftText" refType="w" fact="0"/>
          <dgm:constr type="t" for="ch" forName="LeftText" refType="h" fact="0.25"/>
          <dgm:constr type="w" for="ch" forName="LeftText" refType="w" fact="0.5"/>
          <dgm:constr type="h" for="ch" forName="LeftText" refType="h"/>
        </dgm:constrLst>
      </dgm:if>
      <dgm:else name="Name6">
        <dgm:constrLst>
          <dgm:constr type="primFontSz" for="des" ptType="node" op="equ" val="65"/>
          <dgm:constr type="l" for="ch" forName="LeftNode" refType="w" fact="0"/>
          <dgm:constr type="t" for="ch" forName="LeftNode" refType="h" fact="0.1786"/>
          <dgm:constr type="w" for="ch" forName="LeftNode" refType="w" fact="0.4889"/>
          <dgm:constr type="h" for="ch" forName="LeftNode" refType="h" fact="0.6429"/>
          <dgm:constr type="l" for="ch" forName="LeftText" refType="w" fact="0"/>
          <dgm:constr type="t" for="ch" forName="LeftText" refType="h" fact="0.1786"/>
          <dgm:constr type="w" for="ch" forName="LeftText" refType="w" fact="0.4889"/>
          <dgm:constr type="h" for="ch" forName="LeftText" refType="h" fact="0.6429"/>
          <dgm:constr type="l" for="ch" forName="RightNode" refType="w" fact="0.5111"/>
          <dgm:constr type="t" for="ch" forName="RightNode" refType="h" fact="0.1786"/>
          <dgm:constr type="w" for="ch" forName="RightNode" refType="w" fact="0.4889"/>
          <dgm:constr type="h" for="ch" forName="RightNode" refType="h" fact="0.6429"/>
          <dgm:constr type="l" for="ch" forName="RightText" refType="w" fact="0.5111"/>
          <dgm:constr type="t" for="ch" forName="RightText" refType="h" fact="0.1786"/>
          <dgm:constr type="w" for="ch" forName="RightText" refType="w" fact="0.4889"/>
          <dgm:constr type="h" for="ch" forName="RightText" refType="h" fact="0.6429"/>
          <dgm:constr type="l" for="ch" forName="TopArrow" refType="w" fact="0.2444"/>
          <dgm:constr type="t" for="ch" forName="TopArrow" refType="h" fact="0"/>
          <dgm:constr type="w" for="ch" forName="TopArrow" refType="w" fact="0.5111"/>
          <dgm:constr type="h" for="ch" forName="TopArrow" refType="h" fact="0.4107"/>
          <dgm:constr type="l" for="ch" forName="BottomArrow" refType="w" fact="0.2444"/>
          <dgm:constr type="t" for="ch" forName="BottomArrow" refType="h" fact="0.5893"/>
          <dgm:constr type="w" for="ch" forName="BottomArrow" refType="w" fact="0.5111"/>
          <dgm:constr type="h" for="ch" forName="BottomArrow" refType="h" fact="0.4107"/>
        </dgm:constrLst>
      </dgm:else>
    </dgm:choose>
    <dgm:choose name="Name7">
      <dgm:if name="Name8" axis="ch" ptType="node" func="cnt" op="gte" val="1">
        <dgm:layoutNode name="LeftText" styleLbl="revTx" moveWith="LeftNode">
          <dgm:varLst>
            <dgm:bulletEnabled val="1"/>
          </dgm:varLst>
          <dgm:alg type="tx">
            <dgm:param type="parTxLTRAlign" val="l"/>
            <dgm:param type="txAnchorVert" val="t"/>
          </dgm:alg>
          <dgm:choose name="Name9">
            <dgm:if name="Name10" axis="ch" ptType="node" func="cnt" op="lte" val="1">
              <dgm:shape xmlns:r="http://schemas.openxmlformats.org/officeDocument/2006/relationships" type="roundRect" r:blip="" hideGeom="1">
                <dgm:adjLst>
                  <dgm:adj idx="1" val="0.1667"/>
                  <dgm:adj idx="2" val="0"/>
                </dgm:adjLst>
              </dgm:shape>
              <dgm:presOf axis="ch desOrSelf" ptType="node node" st="1 1" cnt="1 0"/>
              <dgm:constrLst>
                <dgm:constr type="lMarg" refType="primFontSz" fact="0.3"/>
                <dgm:constr type="rMarg" refType="primFontSz" fact="0.3"/>
                <dgm:constr type="tMarg" refType="primFontSz" fact="0.5"/>
                <dgm:constr type="bMarg" refType="primFontSz" fact="0.5"/>
              </dgm:constrLst>
            </dgm:if>
            <dgm:else name="Name11">
              <dgm:shape xmlns:r="http://schemas.openxmlformats.org/officeDocument/2006/relationships" type="round2SameRect" r:blip="" rot="270" hideGeom="1">
                <dgm:adjLst>
                  <dgm:adj idx="1" val="0.1667"/>
                  <dgm:adj idx="2" val="0"/>
                </dgm:adjLst>
              </dgm:shape>
              <dgm:presOf axis="ch desOrSelf" ptType="node node" st="1 1" cnt="1 0"/>
              <dgm:constrLst>
                <dgm:constr type="lMarg" refType="primFontSz" fact="0.3"/>
                <dgm:constr type="rMarg" refType="primFontSz" fact="0.45"/>
                <dgm:constr type="tMarg" refType="primFontSz" fact="0.5"/>
                <dgm:constr type="bMarg" refType="primFontSz" fact="0.5"/>
              </dgm:constrLst>
            </dgm:else>
          </dgm:choose>
          <dgm:ruleLst>
            <dgm:rule type="primFontSz" val="5" fact="NaN" max="NaN"/>
          </dgm:ruleLst>
        </dgm:layoutNode>
        <dgm:layoutNode name="LeftNode" styleLbl="bgImgPlace1">
          <dgm:varLst>
            <dgm:chMax val="2"/>
            <dgm:chPref val="2"/>
          </dgm:varLst>
          <dgm:alg type="sp"/>
          <dgm:choose name="Name12">
            <dgm:if name="Name13" axis="ch" ptType="node" func="cnt" op="lte" val="1">
              <dgm:shape xmlns:r="http://schemas.openxmlformats.org/officeDocument/2006/relationships" type="roundRect" r:blip="">
                <dgm:adjLst>
                  <dgm:adj idx="1" val="0.1667"/>
                  <dgm:adj idx="2" val="0"/>
                </dgm:adjLst>
              </dgm:shape>
            </dgm:if>
            <dgm:else name="Name14">
              <dgm:shape xmlns:r="http://schemas.openxmlformats.org/officeDocument/2006/relationships" type="round2SameRect" r:blip="" rot="270">
                <dgm:adjLst>
                  <dgm:adj idx="1" val="0.1667"/>
                  <dgm:adj idx="2" val="0"/>
                </dgm:adjLst>
              </dgm:shape>
            </dgm:else>
          </dgm:choose>
          <dgm:presOf axis="ch desOrSelf" ptType="node node" st="1 1" cnt="1 0"/>
        </dgm:layoutNode>
        <dgm:choose name="Name15">
          <dgm:if name="Name16" axis="ch" ptType="node" func="cnt" op="gte" val="2">
            <dgm:layoutNode name="RightText" styleLbl="revTx" moveWith="RightNode">
              <dgm:varLst>
                <dgm:bulletEnabled val="1"/>
              </dgm:varLst>
              <dgm:alg type="tx">
                <dgm:param type="parTxLTRAlign" val="l"/>
                <dgm:param type="txAnchorVert" val="t"/>
              </dgm:alg>
              <dgm:shape xmlns:r="http://schemas.openxmlformats.org/officeDocument/2006/relationships" type="round2SameRect" r:blip="" rot="90" hideGeom="1">
                <dgm:adjLst>
                  <dgm:adj idx="1" val="0.1667"/>
                  <dgm:adj idx="2" val="0"/>
                </dgm:adjLst>
              </dgm:shape>
              <dgm:presOf axis="ch desOrSelf" ptType="node node" st="2 1" cnt="1 0"/>
              <dgm:constrLst>
                <dgm:constr type="lMarg" refType="primFontSz" fact="0.45"/>
                <dgm:constr type="rMarg" refType="primFontSz" fact="0.3"/>
                <dgm:constr type="tMarg" refType="primFontSz" fact="0.5"/>
                <dgm:constr type="bMarg" refType="primFontSz" fact="0.5"/>
              </dgm:constrLst>
              <dgm:ruleLst>
                <dgm:rule type="primFontSz" val="5" fact="NaN" max="NaN"/>
              </dgm:ruleLst>
            </dgm:layoutNode>
            <dgm:layoutNode name="RightNode" styleLbl="bgImgPlace1">
              <dgm:varLst>
                <dgm:chMax val="0"/>
                <dgm:chPref val="0"/>
              </dgm:varLst>
              <dgm:alg type="sp"/>
              <dgm:shape xmlns:r="http://schemas.openxmlformats.org/officeDocument/2006/relationships" type="round2SameRect" r:blip="" rot="90">
                <dgm:adjLst>
                  <dgm:adj idx="1" val="0.1667"/>
                  <dgm:adj idx="2" val="0"/>
                </dgm:adjLst>
              </dgm:shape>
              <dgm:presOf axis="ch desOrSelf" ptType="node node" st="2 1" cnt="1 0"/>
            </dgm:layoutNode>
            <dgm:layoutNode name="TopArrow">
              <dgm:alg type="sp"/>
              <dgm:shape xmlns:r="http://schemas.openxmlformats.org/officeDocument/2006/relationships" type="circularArrow" r:blip="">
                <dgm:adjLst>
                  <dgm:adj idx="1" val="0.125"/>
                  <dgm:adj idx="2" val="19.0387"/>
                  <dgm:adj idx="3" val="-19.0387"/>
                  <dgm:adj idx="4" val="180"/>
                  <dgm:adj idx="5" val="0.125"/>
                </dgm:adjLst>
              </dgm:shape>
              <dgm:presOf/>
            </dgm:layoutNode>
            <dgm:layoutNode name="BottomArrow">
              <dgm:alg type="sp"/>
              <dgm:shape xmlns:r="http://schemas.openxmlformats.org/officeDocument/2006/relationships" type="circularArrow" r:blip="" rot="180">
                <dgm:adjLst>
                  <dgm:adj idx="1" val="0.125"/>
                  <dgm:adj idx="2" val="19.0387"/>
                  <dgm:adj idx="3" val="-19.0387"/>
                  <dgm:adj idx="4" val="180"/>
                  <dgm:adj idx="5" val="0.125"/>
                </dgm:adjLst>
              </dgm:shape>
              <dgm:presOf/>
            </dgm:layoutNode>
          </dgm:if>
          <dgm:else name="Name17"/>
        </dgm:choose>
      </dgm:if>
      <dgm:else name="Name18"/>
    </dgm:choose>
  </dgm:layoutNode>
</dgm:layoutDef>
</file>

<file path=ppt/diagrams/layout6.xml><?xml version="1.0" encoding="utf-8"?>
<dgm:layoutDef xmlns:dgm="http://schemas.openxmlformats.org/drawingml/2006/diagram" xmlns:a="http://schemas.openxmlformats.org/drawingml/2006/main" uniqueId="urn:microsoft.com/office/officeart/2009/3/layout/OpposingIdeas">
  <dgm:title val=""/>
  <dgm:desc val=""/>
  <dgm:catLst>
    <dgm:cat type="relationship" pri="3400"/>
  </dgm:catLst>
  <dgm:sampData>
    <dgm:dataModel>
      <dgm:ptLst>
        <dgm:pt modelId="0" type="doc"/>
        <dgm:pt modelId="10">
          <dgm:prSet phldr="1"/>
        </dgm:pt>
        <dgm:pt modelId="11">
          <dgm:prSet phldr="1"/>
        </dgm:pt>
        <dgm:pt modelId="20">
          <dgm:prSet phldr="1"/>
        </dgm:pt>
        <dgm:pt modelId="21">
          <dgm:prSet phldr="1"/>
        </dgm:pt>
      </dgm:ptLst>
      <dgm:cxnLst>
        <dgm:cxn modelId="30" srcId="0" destId="10" srcOrd="0" destOrd="0"/>
        <dgm:cxn modelId="12" srcId="10" destId="11" srcOrd="0" destOrd="0"/>
        <dgm:cxn modelId="40" srcId="0" destId="20" srcOrd="1" destOrd="0"/>
        <dgm:cxn modelId="22" srcId="20" destId="21" srcOrd="0" destOrd="0"/>
      </dgm:cxnLst>
      <dgm:bg/>
      <dgm:whole/>
    </dgm:dataModel>
  </dgm:sampData>
  <dgm:styleData>
    <dgm:dataModel>
      <dgm:ptLst>
        <dgm:pt modelId="0" type="doc"/>
        <dgm:pt modelId="10">
          <dgm:prSet phldr="1"/>
        </dgm:pt>
        <dgm:pt modelId="11">
          <dgm:prSet phldr="1"/>
        </dgm:pt>
        <dgm:pt modelId="20">
          <dgm:prSet phldr="1"/>
        </dgm:pt>
        <dgm:pt modelId="21">
          <dgm:prSet phldr="1"/>
        </dgm:pt>
      </dgm:ptLst>
      <dgm:cxnLst>
        <dgm:cxn modelId="30" srcId="0" destId="10" srcOrd="0" destOrd="0"/>
        <dgm:cxn modelId="12" srcId="10" destId="11" srcOrd="0" destOrd="0"/>
        <dgm:cxn modelId="40" srcId="0" destId="20" srcOrd="1" destOrd="0"/>
        <dgm:cxn modelId="22" srcId="20" destId="21" srcOrd="0" destOrd="0"/>
      </dgm:cxnLst>
      <dgm:bg/>
      <dgm:whole/>
    </dgm:dataModel>
  </dgm:styleData>
  <dgm:clrData>
    <dgm:dataModel>
      <dgm:ptLst>
        <dgm:pt modelId="0" type="doc"/>
        <dgm:pt modelId="10">
          <dgm:prSet phldr="1"/>
        </dgm:pt>
        <dgm:pt modelId="11">
          <dgm:prSet phldr="1"/>
        </dgm:pt>
        <dgm:pt modelId="20">
          <dgm:prSet phldr="1"/>
        </dgm:pt>
        <dgm:pt modelId="21">
          <dgm:prSet phldr="1"/>
        </dgm:pt>
      </dgm:ptLst>
      <dgm:cxnLst>
        <dgm:cxn modelId="30" srcId="0" destId="10" srcOrd="0" destOrd="0"/>
        <dgm:cxn modelId="12" srcId="10" destId="11" srcOrd="0" destOrd="0"/>
        <dgm:cxn modelId="40" srcId="0" destId="20" srcOrd="1" destOrd="0"/>
        <dgm:cxn modelId="22" srcId="20" destId="21" srcOrd="0" destOrd="0"/>
      </dgm:cxnLst>
      <dgm:bg/>
      <dgm:whole/>
    </dgm:dataModel>
  </dgm:clrData>
  <dgm:layoutNode name="Name0">
    <dgm:varLst>
      <dgm:chMax val="2"/>
      <dgm:dir/>
      <dgm:animOne val="branch"/>
      <dgm:animLvl val="lvl"/>
      <dgm:resizeHandles val="exact"/>
    </dgm:varLst>
    <dgm:choose name="Name1">
      <dgm:if name="Name2" axis="ch" ptType="node" func="cnt" op="lte" val="1">
        <dgm:alg type="composite">
          <dgm:param type="ar" val="0.9928"/>
        </dgm:alg>
      </dgm:if>
      <dgm:else name="Name3">
        <dgm:alg type="composite">
          <dgm:param type="ar" val="1.6364"/>
        </dgm:alg>
      </dgm:else>
    </dgm:choose>
    <dgm:shape xmlns:r="http://schemas.openxmlformats.org/officeDocument/2006/relationships" r:blip="">
      <dgm:adjLst/>
    </dgm:shape>
    <dgm:choose name="Name4">
      <dgm:if name="Name5" func="var" arg="dir" op="equ" val="norm">
        <dgm:choose name="Name6">
          <dgm:if name="Name7" axis="ch" ptType="node" func="cnt" op="lte" val="1">
            <dgm:constrLst>
              <dgm:constr type="primFontSz" for="des" forName="ParentText1" op="equ" val="65"/>
              <dgm:constr type="primFontSz" for="des" forName="ParentText2" refType="primFontSz" refFor="des" refForName="ParentText1" op="equ"/>
              <dgm:constr type="primFontSz" for="des" forName="ChildText1" op="equ" val="65"/>
              <dgm:constr type="primFontSz" for="des" forName="ChildText2" refType="primFontSz" refFor="des" refForName="ChildText1" op="equ"/>
              <dgm:constr type="l" for="ch" forName="ChildText1" refType="w" fact="0.2963"/>
              <dgm:constr type="t" for="ch" forName="ChildText1" refType="h" fact="0.2722"/>
              <dgm:constr type="w" for="ch" forName="ChildText1" refType="w" fact="0.6534"/>
              <dgm:constr type="h" for="ch" forName="ChildText1" refType="h" fact="0.6682"/>
              <dgm:constr type="l" for="ch" forName="Background" refType="w" fact="0.246"/>
              <dgm:constr type="t" for="ch" forName="Background" refType="h" fact="0.2125"/>
              <dgm:constr type="w" for="ch" forName="Background" refType="w" fact="0.754"/>
              <dgm:constr type="h" for="ch" forName="Background" refType="h" fact="0.7875"/>
              <dgm:constr type="l" for="ch" forName="ParentText1" refType="w" fact="0"/>
              <dgm:constr type="t" for="ch" forName="ParentText1" refType="h" fact="0"/>
              <dgm:constr type="w" for="ch" forName="ParentText1" refType="w" fact="0.234"/>
              <dgm:constr type="h" for="ch" forName="ParentText1" refType="h" fact="0.8713"/>
              <dgm:constr type="l" for="ch" forName="ParentShape1" refType="w" fact="0"/>
              <dgm:constr type="t" for="ch" forName="ParentShape1" refType="h" fact="0"/>
              <dgm:constr type="w" for="ch" forName="ParentShape1" refType="w" fact="0.234"/>
              <dgm:constr type="h" for="ch" forName="ParentShape1" refType="h" fact="0.8713"/>
            </dgm:constrLst>
          </dgm:if>
          <dgm:else name="Name8">
            <dgm:constrLst>
              <dgm:constr type="primFontSz" for="des" forName="ParentText1" op="equ" val="65"/>
              <dgm:constr type="primFontSz" for="des" forName="ParentText2" refType="primFontSz" refFor="des" refForName="ParentText1" op="equ"/>
              <dgm:constr type="primFontSz" for="des" forName="ChildText1" op="equ" val="65"/>
              <dgm:constr type="primFontSz" for="des" forName="ChildText2" refType="primFontSz" refFor="des" refForName="ChildText1" op="equ"/>
              <dgm:constr type="l" for="ch" forName="ChildText1" refType="w" fact="0.15"/>
              <dgm:constr type="t" for="ch" forName="ChildText1" refType="h" fact="0.22"/>
              <dgm:constr type="w" for="ch" forName="ChildText1" refType="w" fact="0.325"/>
              <dgm:constr type="h" for="ch" forName="ChildText1" refType="h" fact="0.56"/>
              <dgm:constr type="l" for="ch" forName="ChildText2" refType="w" fact="0.525"/>
              <dgm:constr type="t" for="ch" forName="ChildText2" refType="h" fact="0.22"/>
              <dgm:constr type="w" for="ch" forName="ChildText2" refType="w" fact="0.325"/>
              <dgm:constr type="h" for="ch" forName="ChildText2" refType="h" fact="0.56"/>
              <dgm:constr type="l" for="ch" forName="Background" refType="w" fact="0.125"/>
              <dgm:constr type="t" for="ch" forName="Background" refType="h" fact="0.17"/>
              <dgm:constr type="w" for="ch" forName="Background" refType="w" fact="0.75"/>
              <dgm:constr type="h" for="ch" forName="Background" refType="h" fact="0.66"/>
              <dgm:constr type="l" for="ch" forName="ParentText1" refType="w" fact="0"/>
              <dgm:constr type="t" for="ch" forName="ParentText1" refType="h" fact="0"/>
              <dgm:constr type="w" for="ch" forName="ParentText1" refType="w" fact="0.125"/>
              <dgm:constr type="h" for="ch" forName="ParentText1" refType="h" fact="0.72"/>
              <dgm:constr type="l" for="ch" forName="ParentShape1" refType="w" fact="0"/>
              <dgm:constr type="t" for="ch" forName="ParentShape1" refType="h" fact="0"/>
              <dgm:constr type="w" for="ch" forName="ParentShape1" refType="w" fact="0.125"/>
              <dgm:constr type="h" for="ch" forName="ParentShape1" refType="h" fact="0.72"/>
              <dgm:constr type="l" for="ch" forName="ParentText2" refType="w" fact="0.875"/>
              <dgm:constr type="t" for="ch" forName="ParentText2" refType="h" fact="0.28"/>
              <dgm:constr type="w" for="ch" forName="ParentText2" refType="w" fact="0.125"/>
              <dgm:constr type="h" for="ch" forName="ParentText2" refType="h" fact="0.72"/>
              <dgm:constr type="l" for="ch" forName="ParentShape2" refType="w" fact="0.875"/>
              <dgm:constr type="t" for="ch" forName="ParentShape2" refType="h" fact="0.28"/>
              <dgm:constr type="w" for="ch" forName="ParentShape2" refType="w" fact="0.125"/>
              <dgm:constr type="h" for="ch" forName="ParentShape2" refType="h" fact="0.72"/>
              <dgm:constr type="l" for="ch" forName="Divider" refType="w" fact="0.5"/>
              <dgm:constr type="t" for="ch" forName="Divider" refType="h" fact="0.24"/>
              <dgm:constr type="w" for="ch" forName="Divider" refType="w" fact="0.0001"/>
              <dgm:constr type="h" for="ch" forName="Divider" refType="h" fact="0.52"/>
            </dgm:constrLst>
          </dgm:else>
        </dgm:choose>
      </dgm:if>
      <dgm:else name="Name9">
        <dgm:choose name="Name10">
          <dgm:if name="Name11" axis="ch" ptType="node" func="cnt" op="lte" val="1">
            <dgm:constrLst>
              <dgm:constr type="primFontSz" for="des" forName="ParentText1" op="equ" val="65"/>
              <dgm:constr type="primFontSz" for="des" forName="ParentText2" refType="primFontSz" refFor="des" refForName="ParentText1" op="equ"/>
              <dgm:constr type="primFontSz" for="des" forName="ChildText1" op="equ" val="65"/>
              <dgm:constr type="primFontSz" for="des" forName="ChildText2" refType="primFontSz" refFor="des" refForName="ChildText1" op="equ"/>
              <dgm:constr type="r" for="ch" forName="ChildText1" refType="w" fact="-0.2455"/>
              <dgm:constr type="t" for="ch" forName="ChildText1" refType="h" fact="0.2651"/>
              <dgm:constr type="w" for="ch" forName="ChildText1" refType="w" fact="0.5351"/>
              <dgm:constr type="h" for="ch" forName="ChildText1" refType="h" fact="0.56"/>
              <dgm:constr type="r" for="ch" forName="Background" refType="w" fact="-0.246"/>
              <dgm:constr type="t" for="ch" forName="Background" refType="h" fact="0.2125"/>
              <dgm:constr type="w" for="ch" forName="Background" refType="w" fact="0.754"/>
              <dgm:constr type="h" for="ch" forName="Background" refType="h" fact="0.7875"/>
              <dgm:constr type="r" for="ch" forName="ParentText1" refType="w" fact="0"/>
              <dgm:constr type="t" for="ch" forName="ParentText1" refType="h" fact="0"/>
              <dgm:constr type="w" for="ch" forName="ParentText1" refType="w" fact="0.234"/>
              <dgm:constr type="h" for="ch" forName="ParentText1" refType="h" fact="0.8713"/>
              <dgm:constr type="r" for="ch" forName="ParentShape1" refType="w" fact="0"/>
              <dgm:constr type="t" for="ch" forName="ParentShape1" refType="h" fact="0"/>
              <dgm:constr type="w" for="ch" forName="ParentShape1" refType="w" fact="0.234"/>
              <dgm:constr type="h" for="ch" forName="ParentShape1" refType="h" fact="0.8713"/>
            </dgm:constrLst>
          </dgm:if>
          <dgm:else name="Name12">
            <dgm:constrLst>
              <dgm:constr type="primFontSz" for="des" forName="ParentText1" op="equ" val="65"/>
              <dgm:constr type="primFontSz" for="des" forName="ParentText2" refType="primFontSz" refFor="des" refForName="ParentText1" op="equ"/>
              <dgm:constr type="primFontSz" for="des" forName="ChildText1" op="equ" val="65"/>
              <dgm:constr type="primFontSz" for="des" forName="ChildText2" refType="primFontSz" refFor="des" refForName="ChildText1" op="equ"/>
              <dgm:constr type="r" for="ch" forName="ChildText1" refType="w" fact="-0.15"/>
              <dgm:constr type="t" for="ch" forName="ChildText1" refType="h" fact="0.22"/>
              <dgm:constr type="w" for="ch" forName="ChildText1" refType="w" fact="0.325"/>
              <dgm:constr type="h" for="ch" forName="ChildText1" refType="h" fact="0.56"/>
              <dgm:constr type="r" for="ch" forName="ChildText2" refType="w" fact="-0.525"/>
              <dgm:constr type="t" for="ch" forName="ChildText2" refType="h" fact="0.22"/>
              <dgm:constr type="w" for="ch" forName="ChildText2" refType="w" fact="0.325"/>
              <dgm:constr type="h" for="ch" forName="ChildText2" refType="h" fact="0.56"/>
              <dgm:constr type="r" for="ch" forName="Background" refType="w" fact="-0.125"/>
              <dgm:constr type="t" for="ch" forName="Background" refType="h" fact="0.17"/>
              <dgm:constr type="w" for="ch" forName="Background" refType="w" fact="0.75"/>
              <dgm:constr type="h" for="ch" forName="Background" refType="h" fact="0.66"/>
              <dgm:constr type="r" for="ch" forName="ParentText1" refType="w" fact="0"/>
              <dgm:constr type="t" for="ch" forName="ParentText1" refType="h" fact="0"/>
              <dgm:constr type="w" for="ch" forName="ParentText1" refType="w" fact="0.125"/>
              <dgm:constr type="h" for="ch" forName="ParentText1" refType="h" fact="0.72"/>
              <dgm:constr type="r" for="ch" forName="ParentShape1" refType="w" fact="0"/>
              <dgm:constr type="t" for="ch" forName="ParentShape1" refType="h" fact="0"/>
              <dgm:constr type="w" for="ch" forName="ParentShape1" refType="w" fact="0.125"/>
              <dgm:constr type="h" for="ch" forName="ParentShape1" refType="h" fact="0.72"/>
              <dgm:constr type="r" for="ch" forName="ParentText2" refType="w" fact="-0.875"/>
              <dgm:constr type="t" for="ch" forName="ParentText2" refType="h" fact="0.28"/>
              <dgm:constr type="w" for="ch" forName="ParentText2" refType="w" fact="0.125"/>
              <dgm:constr type="h" for="ch" forName="ParentText2" refType="h" fact="0.72"/>
              <dgm:constr type="r" for="ch" forName="ParentShape2" refType="w" fact="-0.875"/>
              <dgm:constr type="t" for="ch" forName="ParentShape2" refType="h" fact="0.28"/>
              <dgm:constr type="w" for="ch" forName="ParentShape2" refType="w" fact="0.125"/>
              <dgm:constr type="h" for="ch" forName="ParentShape2" refType="h" fact="0.72"/>
              <dgm:constr type="r" for="ch" forName="Divider" refType="w" fact="-0.5"/>
              <dgm:constr type="t" for="ch" forName="Divider" refType="h" fact="0.24"/>
              <dgm:constr type="w" for="ch" forName="Divider" refType="w" fact="0.0001"/>
              <dgm:constr type="h" for="ch" forName="Divider" refType="h" fact="0.52"/>
            </dgm:constrLst>
          </dgm:else>
        </dgm:choose>
      </dgm:else>
    </dgm:choose>
    <dgm:choose name="Name13">
      <dgm:if name="Name14" axis="ch" ptType="node" func="cnt" op="gte" val="1">
        <dgm:layoutNode name="Background" styleLbl="node1">
          <dgm:alg type="sp"/>
          <dgm:choose name="Name15">
            <dgm:if name="Name16" func="var" arg="dir" op="equ" val="norm">
              <dgm:shape xmlns:r="http://schemas.openxmlformats.org/officeDocument/2006/relationships" type="round2DiagRect" r:blip="">
                <dgm:adjLst>
                  <dgm:adj idx="1" val="0"/>
                  <dgm:adj idx="2" val="0.1667"/>
                </dgm:adjLst>
              </dgm:shape>
            </dgm:if>
            <dgm:else name="Name17">
              <dgm:shape xmlns:r="http://schemas.openxmlformats.org/officeDocument/2006/relationships" type="round2DiagRect" r:blip="">
                <dgm:adjLst>
                  <dgm:adj idx="1" val="0.1667"/>
                  <dgm:adj idx="2" val="0"/>
                </dgm:adjLst>
              </dgm:shape>
            </dgm:else>
          </dgm:choose>
          <dgm:presOf/>
        </dgm:layoutNode>
        <dgm:choose name="Name18">
          <dgm:if name="Name19" axis="ch" ptType="node" func="cnt" op="gte" val="2">
            <dgm:layoutNode name="Divider" styleLbl="callout">
              <dgm:alg type="sp"/>
              <dgm:shape xmlns:r="http://schemas.openxmlformats.org/officeDocument/2006/relationships" type="line" r:blip="">
                <dgm:adjLst/>
              </dgm:shape>
              <dgm:presOf/>
            </dgm:layoutNode>
          </dgm:if>
          <dgm:else name="Name20"/>
        </dgm:choose>
        <dgm:layoutNode name="ChildText1" styleLbl="revTx">
          <dgm:varLst>
            <dgm:chMax val="0"/>
            <dgm:chPref val="0"/>
            <dgm:bulletEnabled val="1"/>
          </dgm:varLst>
          <dgm:alg type="tx">
            <dgm:param type="parTxLTRAlign" val="l"/>
            <dgm:param type="txAnchorVert" val="t"/>
          </dgm:alg>
          <dgm:shape xmlns:r="http://schemas.openxmlformats.org/officeDocument/2006/relationships" type="rect" r:blip="" hideGeom="1">
            <dgm:adjLst/>
          </dgm:shape>
          <dgm:presOf axis="ch des"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choose name="Name21">
          <dgm:if name="Name22" axis="ch" ptType="node" func="cnt" op="gte" val="2">
            <dgm:layoutNode name="ChildText2" styleLbl="revTx">
              <dgm:varLst>
                <dgm:chMax val="0"/>
                <dgm:chPref val="0"/>
                <dgm:bulletEnabled val="1"/>
              </dgm:varLst>
              <dgm:alg type="tx">
                <dgm:param type="parTxLTRAlign" val="l"/>
                <dgm:param type="txAnchorVert" val="t"/>
              </dgm:alg>
              <dgm:shape xmlns:r="http://schemas.openxmlformats.org/officeDocument/2006/relationships" type="rect" r:blip="" hideGeom="1">
                <dgm:adjLst/>
              </dgm:shape>
              <dgm:presOf axis="ch des"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23"/>
        </dgm:choose>
        <dgm:layoutNode name="ParentText1" styleLbl="revTx">
          <dgm:varLst>
            <dgm:chMax val="1"/>
            <dgm:chPref val="1"/>
          </dgm:varLst>
          <dgm:choose name="Name24">
            <dgm:if name="Name25" func="var" arg="dir" op="equ" val="norm">
              <dgm:alg type="tx">
                <dgm:param type="autoTxRot" val="grav"/>
                <dgm:param type="parTxLTRAlign" val="r"/>
                <dgm:param type="shpTxLTRAlignCh" val="r"/>
                <dgm:param type="txAnchorVertCh" val="mid"/>
              </dgm:alg>
            </dgm:if>
            <dgm:else name="Name26">
              <dgm:alg type="tx">
                <dgm:param type="autoTxRot" val="grav"/>
                <dgm:param type="parTxLTRAlign" val="l"/>
                <dgm:param type="shpTxLTRAlignCh" val="r"/>
                <dgm:param type="txAnchorVertCh" val="mid"/>
              </dgm:alg>
            </dgm:else>
          </dgm:choose>
          <dgm:choose name="Name27">
            <dgm:if name="Name28" func="var" arg="dir" op="equ" val="norm">
              <dgm:shape xmlns:r="http://schemas.openxmlformats.org/officeDocument/2006/relationships" type="rightArrow" r:blip="" rot="-90" hideGeom="1">
                <dgm:adjLst>
                  <dgm:adj idx="1" val="0.4983"/>
                  <dgm:adj idx="2" val="0.6066"/>
                </dgm:adjLst>
              </dgm:shape>
            </dgm:if>
            <dgm:else name="Name29">
              <dgm:shape xmlns:r="http://schemas.openxmlformats.org/officeDocument/2006/relationships" type="leftArrow" r:blip="" rot="90" hideGeom="1">
                <dgm:adjLst>
                  <dgm:adj idx="1" val="0.4983"/>
                  <dgm:adj idx="2" val="0.6066"/>
                </dgm:adjLst>
              </dgm:shape>
            </dgm:else>
          </dgm:choose>
          <dgm:presOf axis="ch 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ParentShape1" styleLbl="alignImgPlace1">
          <dgm:varLst/>
          <dgm:alg type="sp"/>
          <dgm:presOf axis="ch self" ptType="node node" st="1 1" cnt="1 0"/>
          <dgm:choose name="Name30">
            <dgm:if name="Name31" func="var" arg="dir" op="equ" val="norm">
              <dgm:shape xmlns:r="http://schemas.openxmlformats.org/officeDocument/2006/relationships" type="rightArrow" r:blip="" rot="-90">
                <dgm:adjLst>
                  <dgm:adj idx="1" val="0.4983"/>
                  <dgm:adj idx="2" val="0.6066"/>
                </dgm:adjLst>
              </dgm:shape>
            </dgm:if>
            <dgm:else name="Name32">
              <dgm:shape xmlns:r="http://schemas.openxmlformats.org/officeDocument/2006/relationships" type="leftArrow" r:blip="" rot="90">
                <dgm:adjLst>
                  <dgm:adj idx="1" val="0.4983"/>
                  <dgm:adj idx="2" val="0.6066"/>
                </dgm:adjLst>
              </dgm:shape>
            </dgm:else>
          </dgm:choose>
        </dgm:layoutNode>
        <dgm:choose name="Name33">
          <dgm:if name="Name34" axis="ch" ptType="node" func="cnt" op="gte" val="2">
            <dgm:layoutNode name="ParentText2" styleLbl="revTx">
              <dgm:varLst>
                <dgm:chMax val="1"/>
                <dgm:chPref val="1"/>
              </dgm:varLst>
              <dgm:choose name="Name35">
                <dgm:if name="Name36" func="var" arg="dir" op="equ" val="norm">
                  <dgm:alg type="tx">
                    <dgm:param type="autoTxRot" val="grav"/>
                    <dgm:param type="parTxLTRAlign" val="r"/>
                    <dgm:param type="shpTxLTRAlignCh" val="r"/>
                    <dgm:param type="txAnchorVertCh" val="mid"/>
                  </dgm:alg>
                </dgm:if>
                <dgm:else name="Name37">
                  <dgm:alg type="tx">
                    <dgm:param type="autoTxRot" val="grav"/>
                    <dgm:param type="parTxLTRAlign" val="l"/>
                    <dgm:param type="shpTxLTRAlignCh" val="r"/>
                    <dgm:param type="txAnchorVertCh" val="mid"/>
                  </dgm:alg>
                </dgm:else>
              </dgm:choose>
              <dgm:choose name="Name38">
                <dgm:if name="Name39" func="var" arg="dir" op="equ" val="norm">
                  <dgm:shape xmlns:r="http://schemas.openxmlformats.org/officeDocument/2006/relationships" type="rightArrow" r:blip="" rot="90" hideGeom="1">
                    <dgm:adjLst>
                      <dgm:adj idx="1" val="0.4983"/>
                      <dgm:adj idx="2" val="0.6066"/>
                    </dgm:adjLst>
                  </dgm:shape>
                </dgm:if>
                <dgm:else name="Name40">
                  <dgm:shape xmlns:r="http://schemas.openxmlformats.org/officeDocument/2006/relationships" type="leftArrow" r:blip="" rot="-90" hideGeom="1">
                    <dgm:adjLst>
                      <dgm:adj idx="1" val="0.4983"/>
                      <dgm:adj idx="2" val="0.6066"/>
                    </dgm:adjLst>
                  </dgm:shape>
                </dgm:else>
              </dgm:choose>
              <dgm:presOf axis="ch 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ParentShape2" styleLbl="alignImgPlace1">
              <dgm:varLst/>
              <dgm:alg type="sp"/>
              <dgm:choose name="Name41">
                <dgm:if name="Name42" func="var" arg="dir" op="equ" val="norm">
                  <dgm:shape xmlns:r="http://schemas.openxmlformats.org/officeDocument/2006/relationships" type="rightArrow" r:blip="" rot="90">
                    <dgm:adjLst>
                      <dgm:adj idx="1" val="0.4983"/>
                      <dgm:adj idx="2" val="0.6066"/>
                    </dgm:adjLst>
                  </dgm:shape>
                </dgm:if>
                <dgm:else name="Name43">
                  <dgm:shape xmlns:r="http://schemas.openxmlformats.org/officeDocument/2006/relationships" type="leftArrow" r:blip="" rot="-90">
                    <dgm:adjLst>
                      <dgm:adj idx="1" val="0.4983"/>
                      <dgm:adj idx="2" val="0.6066"/>
                    </dgm:adjLst>
                  </dgm:shape>
                </dgm:else>
              </dgm:choose>
              <dgm:presOf axis="ch self" ptType="node node" st="2 1" cnt="1 0"/>
            </dgm:layoutNode>
          </dgm:if>
          <dgm:else name="Name44"/>
        </dgm:choose>
      </dgm:if>
      <dgm:else name="Name45"/>
    </dgm:choose>
  </dgm:layoutNode>
</dgm:layoutDef>
</file>

<file path=ppt/diagrams/layout7.xml><?xml version="1.0" encoding="utf-8"?>
<dgm:layoutDef xmlns:dgm="http://schemas.openxmlformats.org/drawingml/2006/diagram" xmlns:a="http://schemas.openxmlformats.org/drawingml/2006/main" uniqueId="urn:microsoft.com/office/officeart/2005/8/layout/pList1">
  <dgm:title val=""/>
  <dgm:desc val=""/>
  <dgm:catLst>
    <dgm:cat type="list" pri="2000"/>
    <dgm:cat type="picture" pri="2500"/>
    <dgm:cat type="pictureconvert" pri="2500"/>
  </dgm:catLst>
  <dgm:sampData>
    <dgm:dataModel>
      <dgm:ptLst>
        <dgm:pt modelId="0" type="doc"/>
        <dgm:pt modelId="1">
          <dgm:prSet phldr="1"/>
        </dgm:pt>
        <dgm:pt modelId="2">
          <dgm:prSet phldr="1"/>
        </dgm:pt>
        <dgm:pt modelId="3">
          <dgm:prSet phldr="1"/>
        </dgm:pt>
        <dgm:pt modelId="4">
          <dgm:prSet phldr="1"/>
        </dgm:pt>
      </dgm:ptLst>
      <dgm:cxnLst>
        <dgm:cxn modelId="7" srcId="0" destId="1" srcOrd="0" destOrd="0"/>
        <dgm:cxn modelId="8" srcId="0" destId="2" srcOrd="1" destOrd="0"/>
        <dgm:cxn modelId="9" srcId="0" destId="3" srcOrd="2" destOrd="0"/>
        <dgm:cxn modelId="10" srcId="0" destId="4" srcOrd="3"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useDef="1">
    <dgm:dataModel>
      <dgm:ptLst/>
      <dgm:bg/>
      <dgm:whole/>
    </dgm:dataModel>
  </dgm:clrData>
  <dgm:layoutNode name="Name0">
    <dgm:varLst>
      <dgm:dir/>
      <dgm:resizeHandles val="exact"/>
    </dgm:varLst>
    <dgm:choose name="Name1">
      <dgm:if name="Name2" axis="self" func="var" arg="dir" op="equ" val="norm">
        <dgm:alg type="snake">
          <dgm:param type="off" val="ctr"/>
          <dgm:param type="contDir" val="sameDir"/>
          <dgm:param type="grDir" val="tL"/>
          <dgm:param type="flowDir" val="row"/>
          <dgm:param type="horzAlign" val="ctr"/>
          <dgm:param type="vertAlign" val="mid"/>
        </dgm:alg>
      </dgm:if>
      <dgm:else name="Name3">
        <dgm:alg type="snake">
          <dgm:param type="off" val="ctr"/>
          <dgm:param type="contDir" val="sameDir"/>
          <dgm:param type="grDir" val="tR"/>
          <dgm:param type="flowDir" val="row"/>
          <dgm:param type="horzAlign" val="ctr"/>
          <dgm:param type="vertAlign" val="mid"/>
        </dgm:alg>
      </dgm:else>
    </dgm:choose>
    <dgm:shape xmlns:r="http://schemas.openxmlformats.org/officeDocument/2006/relationships" r:blip="">
      <dgm:adjLst/>
    </dgm:shape>
    <dgm:presOf/>
    <dgm:constrLst>
      <dgm:constr type="w" for="ch" forName="compNode" refType="w"/>
      <dgm:constr type="w" for="ch" ptType="sibTrans" refType="w" refFor="ch" refForName="compNode" op="equ" fact="0.1"/>
      <dgm:constr type="sp" refType="w" refFor="ch" refForName="compNode" op="equ" fact="0.1"/>
      <dgm:constr type="primFontSz" for="des" ptType="node" op="equ" val="65"/>
    </dgm:constrLst>
    <dgm:ruleLst/>
    <dgm:forEach name="Name4" axis="ch" ptType="node">
      <dgm:layoutNode name="compNode">
        <dgm:alg type="composite">
          <dgm:param type="ar" val="0.943"/>
        </dgm:alg>
        <dgm:shape xmlns:r="http://schemas.openxmlformats.org/officeDocument/2006/relationships" r:blip="">
          <dgm:adjLst/>
        </dgm:shape>
        <dgm:presOf axis="self"/>
        <dgm:constrLst>
          <dgm:constr type="h" refType="w" fact="1.06"/>
          <dgm:constr type="h" for="ch" forName="pictRect" refType="h" fact="0.65"/>
          <dgm:constr type="w" for="ch" forName="pictRect" refType="w"/>
          <dgm:constr type="l" for="ch" forName="pictRect"/>
          <dgm:constr type="t" for="ch" forName="pictRect"/>
          <dgm:constr type="w" for="ch" forName="textRect" refType="w"/>
          <dgm:constr type="h" for="ch" forName="textRect" refType="h" fact="0.35"/>
          <dgm:constr type="l" for="ch" forName="textRect"/>
          <dgm:constr type="t" for="ch" forName="textRect" refType="b" refFor="ch" refForName="pictRect"/>
        </dgm:constrLst>
        <dgm:ruleLst/>
        <dgm:layoutNode name="pictRect">
          <dgm:alg type="sp"/>
          <dgm:shape xmlns:r="http://schemas.openxmlformats.org/officeDocument/2006/relationships" type="roundRect" r:blip="" blipPhldr="1">
            <dgm:adjLst/>
          </dgm:shape>
          <dgm:presOf/>
          <dgm:constrLst/>
          <dgm:ruleLst/>
        </dgm:layoutNode>
        <dgm:layoutNode name="textRect" styleLbl="revTx">
          <dgm:varLst>
            <dgm:bulletEnabled val="1"/>
          </dgm:varLst>
          <dgm:alg type="tx">
            <dgm:param type="txAnchorVert" val="t"/>
          </dgm:alg>
          <dgm:shape xmlns:r="http://schemas.openxmlformats.org/officeDocument/2006/relationships" type="rect" r:blip="">
            <dgm:adjLst/>
          </dgm:shape>
          <dgm:presOf axis="desOrSelf" ptType="node"/>
          <dgm:constrLst>
            <dgm:constr type="bMarg"/>
          </dgm:constrLst>
          <dgm:ruleLst>
            <dgm:rule type="primFontSz" val="5" fact="NaN" max="NaN"/>
          </dgm:ruleLst>
        </dgm:layoutNode>
      </dgm:layoutNode>
      <dgm:forEach name="Name5"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layoutDef>
</file>

<file path=ppt/diagrams/layout8.xml><?xml version="1.0" encoding="utf-8"?>
<dgm:layoutDef xmlns:dgm="http://schemas.openxmlformats.org/drawingml/2006/diagram" xmlns:a="http://schemas.openxmlformats.org/drawingml/2006/main" uniqueId="urn:microsoft.com/office/officeart/2005/8/layout/radial4">
  <dgm:title val=""/>
  <dgm:desc val=""/>
  <dgm:catLst>
    <dgm:cat type="relationship" pri="190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t modelId="11"/>
        <dgm:pt modelId="12"/>
      </dgm:ptLst>
      <dgm:cxnLst>
        <dgm:cxn modelId="2" srcId="0" destId="1" srcOrd="0" destOrd="0"/>
        <dgm:cxn modelId="15" srcId="1" destId="11" srcOrd="0" destOrd="0"/>
        <dgm:cxn modelId="16" srcId="1" destId="12" srcOrd="1" destOrd="0"/>
      </dgm:cxnLst>
      <dgm:bg/>
      <dgm:whole/>
    </dgm:dataModel>
  </dgm:styleData>
  <dgm:clrData>
    <dgm:dataModel>
      <dgm:ptLst>
        <dgm:pt modelId="0" type="doc"/>
        <dgm:pt modelId="1"/>
        <dgm:pt modelId="11"/>
        <dgm:pt modelId="12"/>
        <dgm:pt modelId="13"/>
        <dgm:pt modelId="14"/>
        <dgm:pt modelId="15"/>
        <dgm:pt modelId="16"/>
      </dgm:ptLst>
      <dgm:cxnLst>
        <dgm:cxn modelId="2" srcId="0" destId="1" srcOrd="0" destOrd="0"/>
        <dgm:cxn modelId="16" srcId="1" destId="11" srcOrd="0" destOrd="0"/>
        <dgm:cxn modelId="17" srcId="1" destId="12" srcOrd="1" destOrd="0"/>
        <dgm:cxn modelId="18" srcId="1" destId="13" srcOrd="2" destOrd="0"/>
        <dgm:cxn modelId="19" srcId="1" destId="14" srcOrd="3" destOrd="0"/>
        <dgm:cxn modelId="20" srcId="1" destId="15" srcOrd="4" destOrd="0"/>
        <dgm:cxn modelId="21" srcId="1" destId="16" srcOrd="5" destOrd="0"/>
      </dgm:cxnLst>
      <dgm:bg/>
      <dgm:whole/>
    </dgm:dataModel>
  </dgm:clrData>
  <dgm:layoutNode name="cycle">
    <dgm:varLst>
      <dgm:chMax val="1"/>
      <dgm:dir/>
      <dgm:animLvl val="ctr"/>
      <dgm:resizeHandles val="exact"/>
    </dgm:varLst>
    <dgm:choose name="Name0">
      <dgm:if name="Name1" func="var" arg="dir" op="equ" val="norm">
        <dgm:choose name="Name2">
          <dgm:if name="Name3" axis="ch ch" ptType="node node" st="1 1" cnt="1 0" func="cnt" op="lte" val="1">
            <dgm:alg type="cycle">
              <dgm:param type="stAng" val="0"/>
              <dgm:param type="spanAng" val="360"/>
              <dgm:param type="ctrShpMap" val="fNode"/>
            </dgm:alg>
          </dgm:if>
          <dgm:else name="Name4">
            <dgm:choose name="Name5">
              <dgm:if name="Name6" axis="ch ch" ptType="node node" st="1 1" cnt="1 0" func="cnt" op="lte" val="3">
                <dgm:alg type="cycle">
                  <dgm:param type="stAng" val="-55"/>
                  <dgm:param type="spanAng" val="110"/>
                  <dgm:param type="ctrShpMap" val="fNode"/>
                </dgm:alg>
              </dgm:if>
              <dgm:else name="Name7">
                <dgm:choose name="Name8">
                  <dgm:if name="Name9" axis="ch ch" ptType="node node" st="1 1" cnt="1 0" func="cnt" op="equ" val="4">
                    <dgm:alg type="cycle">
                      <dgm:param type="stAng" val="-75"/>
                      <dgm:param type="spanAng" val="150"/>
                      <dgm:param type="ctrShpMap" val="fNode"/>
                    </dgm:alg>
                  </dgm:if>
                  <dgm:else name="Name10">
                    <dgm:alg type="cycle">
                      <dgm:param type="stAng" val="-90"/>
                      <dgm:param type="spanAng" val="180"/>
                      <dgm:param type="ctrShpMap" val="fNode"/>
                    </dgm:alg>
                  </dgm:else>
                </dgm:choose>
              </dgm:else>
            </dgm:choose>
          </dgm:else>
        </dgm:choose>
      </dgm:if>
      <dgm:else name="Name11">
        <dgm:choose name="Name12">
          <dgm:if name="Name13" axis="ch ch" ptType="node node" st="1 1" cnt="1 0" func="cnt" op="lte" val="1">
            <dgm:alg type="cycle">
              <dgm:param type="stAng" val="0"/>
              <dgm:param type="spanAng" val="-360"/>
              <dgm:param type="ctrShpMap" val="fNode"/>
            </dgm:alg>
          </dgm:if>
          <dgm:else name="Name14">
            <dgm:choose name="Name15">
              <dgm:if name="Name16" axis="ch ch" ptType="node node" st="1 1" cnt="1 0" func="cnt" op="lte" val="3">
                <dgm:alg type="cycle">
                  <dgm:param type="stAng" val="55"/>
                  <dgm:param type="spanAng" val="-110"/>
                  <dgm:param type="ctrShpMap" val="fNode"/>
                </dgm:alg>
              </dgm:if>
              <dgm:else name="Name17">
                <dgm:choose name="Name18">
                  <dgm:if name="Name19" axis="ch ch" ptType="node node" st="1 1" cnt="1 0" func="cnt" op="equ" val="4">
                    <dgm:alg type="cycle">
                      <dgm:param type="stAng" val="75"/>
                      <dgm:param type="spanAng" val="-150"/>
                      <dgm:param type="ctrShpMap" val="fNode"/>
                    </dgm:alg>
                  </dgm:if>
                  <dgm:else name="Name20">
                    <dgm:alg type="cycle">
                      <dgm:param type="stAng" val="90"/>
                      <dgm:param type="spanAng" val="-180"/>
                      <dgm:param type="ctrShpMap" val="fNode"/>
                    </dgm:alg>
                  </dgm:else>
                </dgm:choose>
              </dgm:else>
            </dgm:choose>
          </dgm:else>
        </dgm:choose>
      </dgm:else>
    </dgm:choose>
    <dgm:shape xmlns:r="http://schemas.openxmlformats.org/officeDocument/2006/relationships" r:blip="">
      <dgm:adjLst/>
    </dgm:shape>
    <dgm:presOf/>
    <dgm:constrLst>
      <dgm:constr type="w" for="ch" forName="centerShape" refType="w"/>
      <dgm:constr type="w" for="ch" forName="node" refType="w" refFor="ch" refForName="centerShape" fact="0.95"/>
      <dgm:constr type="h" for="ch" forName="parTrans" refType="w" refFor="ch" refForName="centerShape" fact="0.285"/>
      <dgm:constr type="sp" refType="w" refFor="ch" refForName="centerShape" op="equ" fact="0.23"/>
      <dgm:constr type="sibSp" refType="w" refFor="ch" refForName="node" fact="0.1"/>
      <dgm:constr type="primFontSz" for="ch" forName="node" op="equ"/>
    </dgm:constrLst>
    <dgm:choose name="Name21">
      <dgm:if name="Name22" axis="ch ch" ptType="node node" st="1 1" cnt="1 0" func="cnt" op="lte" val="5">
        <dgm:ruleLst>
          <dgm:rule type="w" for="ch" forName="centerShape" val="NaN" fact="0.27" max="NaN"/>
        </dgm:ruleLst>
      </dgm:if>
      <dgm:else name="Name23">
        <dgm:ruleLst>
          <dgm:rule type="w" for="ch" forName="centerShape" val="NaN" fact="0.27" max="NaN"/>
          <dgm:rule type="w" for="ch" forName="node" val="NaN" fact="0.7" max="NaN"/>
        </dgm:ruleLst>
      </dgm:else>
    </dgm:choose>
    <dgm:forEach name="Name24" axis="ch" ptType="node" cnt="1">
      <dgm:layoutNode name="centerShape" styleLbl="node0">
        <dgm:alg type="tx"/>
        <dgm:shape xmlns:r="http://schemas.openxmlformats.org/officeDocument/2006/relationships" type="ellipse" r:blip="">
          <dgm:adjLst/>
        </dgm:shape>
        <dgm:presOf axis="self"/>
        <dgm:constrLst>
          <dgm:constr type="tMarg" refType="primFontSz" fact="0.05"/>
          <dgm:constr type="bMarg" refType="primFontSz" fact="0.05"/>
          <dgm:constr type="lMarg" refType="primFontSz" fact="0.05"/>
          <dgm:constr type="rMarg" refType="primFontSz" fact="0.05"/>
          <dgm:constr type="primFontSz" val="65"/>
          <dgm:constr type="h" refType="w"/>
        </dgm:constrLst>
        <dgm:ruleLst>
          <dgm:rule type="primFontSz" val="5" fact="NaN" max="NaN"/>
        </dgm:ruleLst>
      </dgm:layoutNode>
      <dgm:forEach name="Name25" axis="ch">
        <dgm:forEach name="Name26" axis="self" ptType="parTrans">
          <dgm:layoutNode name="parTrans" styleLbl="bgSibTrans2D1">
            <dgm:alg type="conn">
              <dgm:param type="begSty" val="arr"/>
              <dgm:param type="endSty" val="noArr"/>
              <dgm:param type="begPts" val="auto"/>
              <dgm:param type="endPts" val="ctr"/>
            </dgm:alg>
            <dgm:shape xmlns:r="http://schemas.openxmlformats.org/officeDocument/2006/relationships" type="conn" r:blip="">
              <dgm:adjLst/>
            </dgm:shape>
            <dgm:presOf axis="self"/>
            <dgm:constrLst>
              <dgm:constr type="begPad" refType="connDist" fact="0.055"/>
              <dgm:constr type="endPad"/>
            </dgm:constrLst>
            <dgm:ruleLst/>
          </dgm:layoutNode>
        </dgm:forEach>
        <dgm:forEach name="Name27" axis="self" ptType="node">
          <dgm:layoutNode name="node" styleLbl="node1">
            <dgm:varLst>
              <dgm:bulletEnabled val="1"/>
            </dgm:varLst>
            <dgm:alg type="tx"/>
            <dgm:shape xmlns:r="http://schemas.openxmlformats.org/officeDocument/2006/relationships" type="roundRect" r:blip="">
              <dgm:adjLst>
                <dgm:adj idx="1" val="0.1"/>
              </dgm:adjLst>
            </dgm:shape>
            <dgm:presOf axis="desOrSelf" ptType="node"/>
            <dgm:constrLst>
              <dgm:constr type="primFontSz" val="65"/>
              <dgm:constr type="h" refType="w" fact="0.8"/>
              <dgm:constr type="tMarg" refType="primFontSz" fact="0.15"/>
              <dgm:constr type="bMarg" refType="primFontSz" fact="0.15"/>
              <dgm:constr type="lMarg" refType="primFontSz" fact="0.15"/>
              <dgm:constr type="rMarg" refType="primFontSz" fact="0.15"/>
            </dgm:constrLst>
            <dgm:ruleLst>
              <dgm:rule type="primFontSz" val="5" fact="NaN" max="NaN"/>
            </dgm:ruleLst>
          </dgm:layoutNode>
        </dgm:forEach>
      </dgm:forEach>
    </dgm:forEach>
  </dgm:layoutNode>
</dgm:layoutDef>
</file>

<file path=ppt/diagrams/layout9.xml><?xml version="1.0" encoding="utf-8"?>
<dgm:layoutDef xmlns:dgm="http://schemas.openxmlformats.org/drawingml/2006/diagram" xmlns:a="http://schemas.openxmlformats.org/drawingml/2006/main" uniqueId="urn:microsoft.com/office/officeart/2005/8/layout/bProcess3">
  <dgm:title val=""/>
  <dgm:desc val=""/>
  <dgm:catLst>
    <dgm:cat type="process" pri="18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axis="self" func="var" arg="dir" op="equ" val="norm">
        <dgm:alg type="snake">
          <dgm:param type="bkpt" val="endCnv"/>
          <dgm:param type="contDir" val="sameDir"/>
          <dgm:param type="grDir" val="tL"/>
          <dgm:param type="flowDir" val="row"/>
        </dgm:alg>
      </dgm:if>
      <dgm:else name="Name3">
        <dgm:alg type="snake">
          <dgm:param type="bkpt" val="endCnv"/>
          <dgm:param type="contDir" val="sameDir"/>
          <dgm:param type="grDir" val="tR"/>
          <dgm:param type="flowDir" val="row"/>
        </dgm:alg>
      </dgm:else>
    </dgm:choose>
    <dgm:shape xmlns:r="http://schemas.openxmlformats.org/officeDocument/2006/relationships" r:blip="">
      <dgm:adjLst/>
    </dgm:shape>
    <dgm:presOf/>
    <dgm:constrLst>
      <dgm:constr type="w" for="ch" ptType="node" refType="w"/>
      <dgm:constr type="w" for="ch" forName="sibTrans" refType="w" refFor="ch" refPtType="node" op="equ" fact="0.23"/>
      <dgm:constr type="sp" refType="w" refFor="ch" refForName="sibTrans" op="equ"/>
      <dgm:constr type="userB" for="des" forName="connectorText" refType="sp"/>
      <dgm:constr type="primFontSz" for="ch" ptType="node" op="equ" val="65"/>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ect" r:blip="">
          <dgm:adjLst/>
        </dgm:shape>
        <dgm:presOf axis="desOrSelf" ptType="node"/>
        <dgm:constrLst>
          <dgm:constr type="h" refType="w" fact="0.6"/>
        </dgm:constrLst>
        <dgm:ruleLst>
          <dgm:rule type="primFontSz" val="5" fact="NaN" max="NaN"/>
        </dgm:ruleLst>
      </dgm:layoutNode>
      <dgm:forEach name="sibTransForEach" axis="followSib" ptType="sibTrans" cnt="1">
        <dgm:layoutNode name="sibTrans">
          <dgm:choose name="Name4">
            <dgm:if name="Name5" axis="self" func="var" arg="dir" op="equ" val="norm">
              <dgm:alg type="conn">
                <dgm:param type="dim" val="1D"/>
                <dgm:param type="connRout" val="bend"/>
                <dgm:param type="begPts" val="midR bCtr"/>
                <dgm:param type="endPts" val="midL tCtr"/>
              </dgm:alg>
            </dgm:if>
            <dgm:else name="Name6">
              <dgm:alg type="conn">
                <dgm:param type="dim" val="1D"/>
                <dgm:param type="connRout" val="bend"/>
                <dgm:param type="begPts" val="midL bCtr"/>
                <dgm:param type="endPts" val="midR tCtr"/>
              </dgm:alg>
            </dgm:else>
          </dgm:choose>
          <dgm:shape xmlns:r="http://schemas.openxmlformats.org/officeDocument/2006/relationships" type="conn" r:blip="" zOrderOff="-2">
            <dgm:adjLst/>
          </dgm:shape>
          <dgm:presOf axis="self"/>
          <dgm:constrLst>
            <dgm:constr type="begPad" val="-0.05"/>
            <dgm:constr type="endPad" val="0.9"/>
            <dgm:constr type="userA" for="ch" refType="connDist"/>
          </dgm:constrLst>
          <dgm:ruleLst/>
          <dgm:layoutNode name="connectorText">
            <dgm:alg type="tx">
              <dgm:param type="autoTxRot" val="upr"/>
            </dgm:alg>
            <dgm:shape xmlns:r="http://schemas.openxmlformats.org/officeDocument/2006/relationships" type="rect" r:blip="" hideGeom="1">
              <dgm:adjLst/>
            </dgm:shape>
            <dgm:presOf axis="self"/>
            <dgm:constrLst>
              <dgm:constr type="userA"/>
              <dgm:constr type="userB"/>
              <dgm:constr type="w" refType="userA" fact="0.05"/>
              <dgm:constr type="h" refType="userB" fact="0.01"/>
              <dgm:constr type="lMarg" val="1"/>
              <dgm:constr type="rMarg" val="1"/>
              <dgm:constr type="tMarg"/>
              <dgm:constr type="bMarg"/>
            </dgm:constrLst>
            <dgm:ruleLst>
              <dgm:rule type="w" val="NaN" fact="0.6" max="NaN"/>
              <dgm:rule type="h" val="NaN" fact="0.6" max="NaN"/>
              <dgm:rule type="primFontSz" val="5" fact="NaN" max="NaN"/>
            </dgm:ruleLst>
          </dgm:layoutNode>
        </dgm:layoutNode>
      </dgm:forEach>
    </dgm:forEach>
  </dgm:layoutNode>
</dgm:layoutDef>
</file>

<file path=ppt/diagrams/layout10.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nodeHorzAlign" val="l"/>
          <dgm:param type="horzAlign" val="l"/>
        </dgm:alg>
      </dgm:if>
      <dgm:else name="Name2">
        <dgm:alg type="lin">
          <dgm:param type="linDir" val="fromT"/>
          <dgm:param type="vertAlign" val="mid"/>
          <dgm:param type="nodeHorzAlign" val="r"/>
          <dgm:param typ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nodeHorzAlign" val="l"/>
              <dgm:param type="horzAlign" val="l"/>
            </dgm:alg>
          </dgm:if>
          <dgm:else name="Name6">
            <dgm:alg type="lin">
              <dgm:param type="linDir" val="fromR"/>
              <dgm:param type="nodeHorzAlign" val="r"/>
              <dgm:param typ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11.xml><?xml version="1.0" encoding="utf-8"?>
<dgm:layoutDef xmlns:dgm="http://schemas.openxmlformats.org/drawingml/2006/diagram" xmlns:a="http://schemas.openxmlformats.org/drawingml/2006/main" uniqueId="urn:microsoft.com/office/officeart/2005/8/layout/radial4">
  <dgm:title val=""/>
  <dgm:desc val=""/>
  <dgm:catLst>
    <dgm:cat type="relationship" pri="190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t modelId="11"/>
        <dgm:pt modelId="12"/>
      </dgm:ptLst>
      <dgm:cxnLst>
        <dgm:cxn modelId="2" srcId="0" destId="1" srcOrd="0" destOrd="0"/>
        <dgm:cxn modelId="15" srcId="1" destId="11" srcOrd="0" destOrd="0"/>
        <dgm:cxn modelId="16" srcId="1" destId="12" srcOrd="1" destOrd="0"/>
      </dgm:cxnLst>
      <dgm:bg/>
      <dgm:whole/>
    </dgm:dataModel>
  </dgm:styleData>
  <dgm:clrData>
    <dgm:dataModel>
      <dgm:ptLst>
        <dgm:pt modelId="0" type="doc"/>
        <dgm:pt modelId="1"/>
        <dgm:pt modelId="11"/>
        <dgm:pt modelId="12"/>
        <dgm:pt modelId="13"/>
        <dgm:pt modelId="14"/>
        <dgm:pt modelId="15"/>
        <dgm:pt modelId="16"/>
      </dgm:ptLst>
      <dgm:cxnLst>
        <dgm:cxn modelId="2" srcId="0" destId="1" srcOrd="0" destOrd="0"/>
        <dgm:cxn modelId="16" srcId="1" destId="11" srcOrd="0" destOrd="0"/>
        <dgm:cxn modelId="17" srcId="1" destId="12" srcOrd="1" destOrd="0"/>
        <dgm:cxn modelId="18" srcId="1" destId="13" srcOrd="2" destOrd="0"/>
        <dgm:cxn modelId="19" srcId="1" destId="14" srcOrd="3" destOrd="0"/>
        <dgm:cxn modelId="20" srcId="1" destId="15" srcOrd="4" destOrd="0"/>
        <dgm:cxn modelId="21" srcId="1" destId="16" srcOrd="5" destOrd="0"/>
      </dgm:cxnLst>
      <dgm:bg/>
      <dgm:whole/>
    </dgm:dataModel>
  </dgm:clrData>
  <dgm:layoutNode name="cycle">
    <dgm:varLst>
      <dgm:chMax val="1"/>
      <dgm:dir/>
      <dgm:animLvl val="ctr"/>
      <dgm:resizeHandles val="exact"/>
    </dgm:varLst>
    <dgm:choose name="Name0">
      <dgm:if name="Name1" func="var" arg="dir" op="equ" val="norm">
        <dgm:choose name="Name2">
          <dgm:if name="Name3" axis="ch ch" ptType="node node" st="1 1" cnt="1 0" func="cnt" op="lte" val="1">
            <dgm:alg type="cycle">
              <dgm:param type="stAng" val="0"/>
              <dgm:param type="spanAng" val="360"/>
              <dgm:param type="ctrShpMap" val="fNode"/>
            </dgm:alg>
          </dgm:if>
          <dgm:else name="Name4">
            <dgm:choose name="Name5">
              <dgm:if name="Name6" axis="ch ch" ptType="node node" st="1 1" cnt="1 0" func="cnt" op="lte" val="3">
                <dgm:alg type="cycle">
                  <dgm:param type="stAng" val="-55"/>
                  <dgm:param type="spanAng" val="110"/>
                  <dgm:param type="ctrShpMap" val="fNode"/>
                </dgm:alg>
              </dgm:if>
              <dgm:else name="Name7">
                <dgm:choose name="Name8">
                  <dgm:if name="Name9" axis="ch ch" ptType="node node" st="1 1" cnt="1 0" func="cnt" op="equ" val="4">
                    <dgm:alg type="cycle">
                      <dgm:param type="stAng" val="-75"/>
                      <dgm:param type="spanAng" val="150"/>
                      <dgm:param type="ctrShpMap" val="fNode"/>
                    </dgm:alg>
                  </dgm:if>
                  <dgm:else name="Name10">
                    <dgm:alg type="cycle">
                      <dgm:param type="stAng" val="-90"/>
                      <dgm:param type="spanAng" val="180"/>
                      <dgm:param type="ctrShpMap" val="fNode"/>
                    </dgm:alg>
                  </dgm:else>
                </dgm:choose>
              </dgm:else>
            </dgm:choose>
          </dgm:else>
        </dgm:choose>
      </dgm:if>
      <dgm:else name="Name11">
        <dgm:choose name="Name12">
          <dgm:if name="Name13" axis="ch ch" ptType="node node" st="1 1" cnt="1 0" func="cnt" op="lte" val="1">
            <dgm:alg type="cycle">
              <dgm:param type="stAng" val="0"/>
              <dgm:param type="spanAng" val="-360"/>
              <dgm:param type="ctrShpMap" val="fNode"/>
            </dgm:alg>
          </dgm:if>
          <dgm:else name="Name14">
            <dgm:choose name="Name15">
              <dgm:if name="Name16" axis="ch ch" ptType="node node" st="1 1" cnt="1 0" func="cnt" op="lte" val="3">
                <dgm:alg type="cycle">
                  <dgm:param type="stAng" val="55"/>
                  <dgm:param type="spanAng" val="-110"/>
                  <dgm:param type="ctrShpMap" val="fNode"/>
                </dgm:alg>
              </dgm:if>
              <dgm:else name="Name17">
                <dgm:choose name="Name18">
                  <dgm:if name="Name19" axis="ch ch" ptType="node node" st="1 1" cnt="1 0" func="cnt" op="equ" val="4">
                    <dgm:alg type="cycle">
                      <dgm:param type="stAng" val="75"/>
                      <dgm:param type="spanAng" val="-150"/>
                      <dgm:param type="ctrShpMap" val="fNode"/>
                    </dgm:alg>
                  </dgm:if>
                  <dgm:else name="Name20">
                    <dgm:alg type="cycle">
                      <dgm:param type="stAng" val="90"/>
                      <dgm:param type="spanAng" val="-180"/>
                      <dgm:param type="ctrShpMap" val="fNode"/>
                    </dgm:alg>
                  </dgm:else>
                </dgm:choose>
              </dgm:else>
            </dgm:choose>
          </dgm:else>
        </dgm:choose>
      </dgm:else>
    </dgm:choose>
    <dgm:shape xmlns:r="http://schemas.openxmlformats.org/officeDocument/2006/relationships" r:blip="">
      <dgm:adjLst/>
    </dgm:shape>
    <dgm:presOf/>
    <dgm:constrLst>
      <dgm:constr type="w" for="ch" forName="centerShape" refType="w"/>
      <dgm:constr type="w" for="ch" forName="node" refType="w" refFor="ch" refForName="centerShape" fact="0.95"/>
      <dgm:constr type="h" for="ch" forName="parTrans" refType="w" refFor="ch" refForName="centerShape" fact="0.285"/>
      <dgm:constr type="sp" refType="w" refFor="ch" refForName="centerShape" op="equ" fact="0.23"/>
      <dgm:constr type="sibSp" refType="w" refFor="ch" refForName="node" fact="0.1"/>
      <dgm:constr type="primFontSz" for="ch" forName="node" op="equ"/>
    </dgm:constrLst>
    <dgm:choose name="Name21">
      <dgm:if name="Name22" axis="ch ch" ptType="node node" st="1 1" cnt="1 0" func="cnt" op="lte" val="5">
        <dgm:ruleLst>
          <dgm:rule type="w" for="ch" forName="centerShape" val="NaN" fact="0.27" max="NaN"/>
        </dgm:ruleLst>
      </dgm:if>
      <dgm:else name="Name23">
        <dgm:ruleLst>
          <dgm:rule type="w" for="ch" forName="centerShape" val="NaN" fact="0.27" max="NaN"/>
          <dgm:rule type="w" for="ch" forName="node" val="NaN" fact="0.7" max="NaN"/>
        </dgm:ruleLst>
      </dgm:else>
    </dgm:choose>
    <dgm:forEach name="Name24" axis="ch" ptType="node" cnt="1">
      <dgm:layoutNode name="centerShape" styleLbl="node0">
        <dgm:alg type="tx"/>
        <dgm:shape xmlns:r="http://schemas.openxmlformats.org/officeDocument/2006/relationships" type="ellipse" r:blip="">
          <dgm:adjLst/>
        </dgm:shape>
        <dgm:presOf axis="self"/>
        <dgm:constrLst>
          <dgm:constr type="tMarg" refType="primFontSz" fact="0.05"/>
          <dgm:constr type="bMarg" refType="primFontSz" fact="0.05"/>
          <dgm:constr type="lMarg" refType="primFontSz" fact="0.05"/>
          <dgm:constr type="rMarg" refType="primFontSz" fact="0.05"/>
          <dgm:constr type="primFontSz" val="65"/>
          <dgm:constr type="h" refType="w"/>
        </dgm:constrLst>
        <dgm:ruleLst>
          <dgm:rule type="primFontSz" val="5" fact="NaN" max="NaN"/>
        </dgm:ruleLst>
      </dgm:layoutNode>
      <dgm:forEach name="Name25" axis="ch">
        <dgm:forEach name="Name26" axis="self" ptType="parTrans">
          <dgm:layoutNode name="parTrans" styleLbl="bgSibTrans2D1">
            <dgm:alg type="conn">
              <dgm:param type="begSty" val="arr"/>
              <dgm:param type="endSty" val="noArr"/>
              <dgm:param type="begPts" val="auto"/>
              <dgm:param type="endPts" val="ctr"/>
            </dgm:alg>
            <dgm:shape xmlns:r="http://schemas.openxmlformats.org/officeDocument/2006/relationships" type="conn" r:blip="">
              <dgm:adjLst/>
            </dgm:shape>
            <dgm:presOf axis="self"/>
            <dgm:constrLst>
              <dgm:constr type="begPad" refType="connDist" fact="0.055"/>
              <dgm:constr type="endPad"/>
            </dgm:constrLst>
            <dgm:ruleLst/>
          </dgm:layoutNode>
        </dgm:forEach>
        <dgm:forEach name="Name27" axis="self" ptType="node">
          <dgm:layoutNode name="node" styleLbl="node1">
            <dgm:varLst>
              <dgm:bulletEnabled val="1"/>
            </dgm:varLst>
            <dgm:alg type="tx"/>
            <dgm:shape xmlns:r="http://schemas.openxmlformats.org/officeDocument/2006/relationships" type="roundRect" r:blip="">
              <dgm:adjLst>
                <dgm:adj idx="1" val="0.1"/>
              </dgm:adjLst>
            </dgm:shape>
            <dgm:presOf axis="desOrSelf" ptType="node"/>
            <dgm:constrLst>
              <dgm:constr type="primFontSz" val="65"/>
              <dgm:constr type="h" refType="w" fact="0.8"/>
              <dgm:constr type="tMarg" refType="primFontSz" fact="0.15"/>
              <dgm:constr type="bMarg" refType="primFontSz" fact="0.15"/>
              <dgm:constr type="lMarg" refType="primFontSz" fact="0.15"/>
              <dgm:constr type="rMarg" refType="primFontSz" fact="0.15"/>
            </dgm:constrLst>
            <dgm:ruleLst>
              <dgm:rule type="primFontSz" val="5" fact="NaN" max="NaN"/>
            </dgm:ruleLst>
          </dgm:layoutNode>
        </dgm:forEach>
      </dgm:forEach>
    </dgm:forEach>
  </dgm:layoutNode>
</dgm:layoutDef>
</file>

<file path=ppt/diagrams/layout12.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nodeHorzAlign" val="l"/>
          <dgm:param type="horzAlign" val="l"/>
        </dgm:alg>
      </dgm:if>
      <dgm:else name="Name2">
        <dgm:alg type="lin">
          <dgm:param type="linDir" val="fromT"/>
          <dgm:param type="vertAlign" val="mid"/>
          <dgm:param type="nodeHorzAlign" val="r"/>
          <dgm:param typ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nodeHorzAlign" val="l"/>
              <dgm:param type="horzAlign" val="l"/>
            </dgm:alg>
          </dgm:if>
          <dgm:else name="Name6">
            <dgm:alg type="lin">
              <dgm:param type="linDir" val="fromR"/>
              <dgm:param type="nodeHorzAlign" val="r"/>
              <dgm:param typ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13.xml><?xml version="1.0" encoding="utf-8"?>
<dgm:layoutDef xmlns:dgm="http://schemas.openxmlformats.org/drawingml/2006/diagram" xmlns:a="http://schemas.openxmlformats.org/drawingml/2006/main" uniqueId="urn:microsoft.com/office/officeart/2005/8/layout/radial4">
  <dgm:title val=""/>
  <dgm:desc val=""/>
  <dgm:catLst>
    <dgm:cat type="relationship" pri="190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t modelId="11"/>
        <dgm:pt modelId="12"/>
      </dgm:ptLst>
      <dgm:cxnLst>
        <dgm:cxn modelId="2" srcId="0" destId="1" srcOrd="0" destOrd="0"/>
        <dgm:cxn modelId="15" srcId="1" destId="11" srcOrd="0" destOrd="0"/>
        <dgm:cxn modelId="16" srcId="1" destId="12" srcOrd="1" destOrd="0"/>
      </dgm:cxnLst>
      <dgm:bg/>
      <dgm:whole/>
    </dgm:dataModel>
  </dgm:styleData>
  <dgm:clrData>
    <dgm:dataModel>
      <dgm:ptLst>
        <dgm:pt modelId="0" type="doc"/>
        <dgm:pt modelId="1"/>
        <dgm:pt modelId="11"/>
        <dgm:pt modelId="12"/>
        <dgm:pt modelId="13"/>
        <dgm:pt modelId="14"/>
        <dgm:pt modelId="15"/>
        <dgm:pt modelId="16"/>
      </dgm:ptLst>
      <dgm:cxnLst>
        <dgm:cxn modelId="2" srcId="0" destId="1" srcOrd="0" destOrd="0"/>
        <dgm:cxn modelId="16" srcId="1" destId="11" srcOrd="0" destOrd="0"/>
        <dgm:cxn modelId="17" srcId="1" destId="12" srcOrd="1" destOrd="0"/>
        <dgm:cxn modelId="18" srcId="1" destId="13" srcOrd="2" destOrd="0"/>
        <dgm:cxn modelId="19" srcId="1" destId="14" srcOrd="3" destOrd="0"/>
        <dgm:cxn modelId="20" srcId="1" destId="15" srcOrd="4" destOrd="0"/>
        <dgm:cxn modelId="21" srcId="1" destId="16" srcOrd="5" destOrd="0"/>
      </dgm:cxnLst>
      <dgm:bg/>
      <dgm:whole/>
    </dgm:dataModel>
  </dgm:clrData>
  <dgm:layoutNode name="cycle">
    <dgm:varLst>
      <dgm:chMax val="1"/>
      <dgm:dir/>
      <dgm:animLvl val="ctr"/>
      <dgm:resizeHandles val="exact"/>
    </dgm:varLst>
    <dgm:choose name="Name0">
      <dgm:if name="Name1" func="var" arg="dir" op="equ" val="norm">
        <dgm:choose name="Name2">
          <dgm:if name="Name3" axis="ch ch" ptType="node node" st="1 1" cnt="1 0" func="cnt" op="lte" val="1">
            <dgm:alg type="cycle">
              <dgm:param type="stAng" val="0"/>
              <dgm:param type="spanAng" val="360"/>
              <dgm:param type="ctrShpMap" val="fNode"/>
            </dgm:alg>
          </dgm:if>
          <dgm:else name="Name4">
            <dgm:choose name="Name5">
              <dgm:if name="Name6" axis="ch ch" ptType="node node" st="1 1" cnt="1 0" func="cnt" op="lte" val="3">
                <dgm:alg type="cycle">
                  <dgm:param type="stAng" val="-55"/>
                  <dgm:param type="spanAng" val="110"/>
                  <dgm:param type="ctrShpMap" val="fNode"/>
                </dgm:alg>
              </dgm:if>
              <dgm:else name="Name7">
                <dgm:choose name="Name8">
                  <dgm:if name="Name9" axis="ch ch" ptType="node node" st="1 1" cnt="1 0" func="cnt" op="equ" val="4">
                    <dgm:alg type="cycle">
                      <dgm:param type="stAng" val="-75"/>
                      <dgm:param type="spanAng" val="150"/>
                      <dgm:param type="ctrShpMap" val="fNode"/>
                    </dgm:alg>
                  </dgm:if>
                  <dgm:else name="Name10">
                    <dgm:alg type="cycle">
                      <dgm:param type="stAng" val="-90"/>
                      <dgm:param type="spanAng" val="180"/>
                      <dgm:param type="ctrShpMap" val="fNode"/>
                    </dgm:alg>
                  </dgm:else>
                </dgm:choose>
              </dgm:else>
            </dgm:choose>
          </dgm:else>
        </dgm:choose>
      </dgm:if>
      <dgm:else name="Name11">
        <dgm:choose name="Name12">
          <dgm:if name="Name13" axis="ch ch" ptType="node node" st="1 1" cnt="1 0" func="cnt" op="lte" val="1">
            <dgm:alg type="cycle">
              <dgm:param type="stAng" val="0"/>
              <dgm:param type="spanAng" val="-360"/>
              <dgm:param type="ctrShpMap" val="fNode"/>
            </dgm:alg>
          </dgm:if>
          <dgm:else name="Name14">
            <dgm:choose name="Name15">
              <dgm:if name="Name16" axis="ch ch" ptType="node node" st="1 1" cnt="1 0" func="cnt" op="lte" val="3">
                <dgm:alg type="cycle">
                  <dgm:param type="stAng" val="55"/>
                  <dgm:param type="spanAng" val="-110"/>
                  <dgm:param type="ctrShpMap" val="fNode"/>
                </dgm:alg>
              </dgm:if>
              <dgm:else name="Name17">
                <dgm:choose name="Name18">
                  <dgm:if name="Name19" axis="ch ch" ptType="node node" st="1 1" cnt="1 0" func="cnt" op="equ" val="4">
                    <dgm:alg type="cycle">
                      <dgm:param type="stAng" val="75"/>
                      <dgm:param type="spanAng" val="-150"/>
                      <dgm:param type="ctrShpMap" val="fNode"/>
                    </dgm:alg>
                  </dgm:if>
                  <dgm:else name="Name20">
                    <dgm:alg type="cycle">
                      <dgm:param type="stAng" val="90"/>
                      <dgm:param type="spanAng" val="-180"/>
                      <dgm:param type="ctrShpMap" val="fNode"/>
                    </dgm:alg>
                  </dgm:else>
                </dgm:choose>
              </dgm:else>
            </dgm:choose>
          </dgm:else>
        </dgm:choose>
      </dgm:else>
    </dgm:choose>
    <dgm:shape xmlns:r="http://schemas.openxmlformats.org/officeDocument/2006/relationships" r:blip="">
      <dgm:adjLst/>
    </dgm:shape>
    <dgm:presOf/>
    <dgm:constrLst>
      <dgm:constr type="w" for="ch" forName="centerShape" refType="w"/>
      <dgm:constr type="w" for="ch" forName="node" refType="w" refFor="ch" refForName="centerShape" fact="0.95"/>
      <dgm:constr type="h" for="ch" forName="parTrans" refType="w" refFor="ch" refForName="centerShape" fact="0.285"/>
      <dgm:constr type="sp" refType="w" refFor="ch" refForName="centerShape" op="equ" fact="0.23"/>
      <dgm:constr type="sibSp" refType="w" refFor="ch" refForName="node" fact="0.1"/>
      <dgm:constr type="primFontSz" for="ch" forName="node" op="equ"/>
    </dgm:constrLst>
    <dgm:choose name="Name21">
      <dgm:if name="Name22" axis="ch ch" ptType="node node" st="1 1" cnt="1 0" func="cnt" op="lte" val="5">
        <dgm:ruleLst>
          <dgm:rule type="w" for="ch" forName="centerShape" val="NaN" fact="0.27" max="NaN"/>
        </dgm:ruleLst>
      </dgm:if>
      <dgm:else name="Name23">
        <dgm:ruleLst>
          <dgm:rule type="w" for="ch" forName="centerShape" val="NaN" fact="0.27" max="NaN"/>
          <dgm:rule type="w" for="ch" forName="node" val="NaN" fact="0.7" max="NaN"/>
        </dgm:ruleLst>
      </dgm:else>
    </dgm:choose>
    <dgm:forEach name="Name24" axis="ch" ptType="node" cnt="1">
      <dgm:layoutNode name="centerShape" styleLbl="node0">
        <dgm:alg type="tx"/>
        <dgm:shape xmlns:r="http://schemas.openxmlformats.org/officeDocument/2006/relationships" type="ellipse" r:blip="">
          <dgm:adjLst/>
        </dgm:shape>
        <dgm:presOf axis="self"/>
        <dgm:constrLst>
          <dgm:constr type="tMarg" refType="primFontSz" fact="0.05"/>
          <dgm:constr type="bMarg" refType="primFontSz" fact="0.05"/>
          <dgm:constr type="lMarg" refType="primFontSz" fact="0.05"/>
          <dgm:constr type="rMarg" refType="primFontSz" fact="0.05"/>
          <dgm:constr type="primFontSz" val="65"/>
          <dgm:constr type="h" refType="w"/>
        </dgm:constrLst>
        <dgm:ruleLst>
          <dgm:rule type="primFontSz" val="5" fact="NaN" max="NaN"/>
        </dgm:ruleLst>
      </dgm:layoutNode>
      <dgm:forEach name="Name25" axis="ch">
        <dgm:forEach name="Name26" axis="self" ptType="parTrans">
          <dgm:layoutNode name="parTrans" styleLbl="bgSibTrans2D1">
            <dgm:alg type="conn">
              <dgm:param type="begSty" val="arr"/>
              <dgm:param type="endSty" val="noArr"/>
              <dgm:param type="begPts" val="auto"/>
              <dgm:param type="endPts" val="ctr"/>
            </dgm:alg>
            <dgm:shape xmlns:r="http://schemas.openxmlformats.org/officeDocument/2006/relationships" type="conn" r:blip="">
              <dgm:adjLst/>
            </dgm:shape>
            <dgm:presOf axis="self"/>
            <dgm:constrLst>
              <dgm:constr type="begPad" refType="connDist" fact="0.055"/>
              <dgm:constr type="endPad"/>
            </dgm:constrLst>
            <dgm:ruleLst/>
          </dgm:layoutNode>
        </dgm:forEach>
        <dgm:forEach name="Name27" axis="self" ptType="node">
          <dgm:layoutNode name="node" styleLbl="node1">
            <dgm:varLst>
              <dgm:bulletEnabled val="1"/>
            </dgm:varLst>
            <dgm:alg type="tx"/>
            <dgm:shape xmlns:r="http://schemas.openxmlformats.org/officeDocument/2006/relationships" type="roundRect" r:blip="">
              <dgm:adjLst>
                <dgm:adj idx="1" val="0.1"/>
              </dgm:adjLst>
            </dgm:shape>
            <dgm:presOf axis="desOrSelf" ptType="node"/>
            <dgm:constrLst>
              <dgm:constr type="primFontSz" val="65"/>
              <dgm:constr type="h" refType="w" fact="0.8"/>
              <dgm:constr type="tMarg" refType="primFontSz" fact="0.15"/>
              <dgm:constr type="bMarg" refType="primFontSz" fact="0.15"/>
              <dgm:constr type="lMarg" refType="primFontSz" fact="0.15"/>
              <dgm:constr type="rMarg" refType="primFontSz" fact="0.15"/>
            </dgm:constrLst>
            <dgm:ruleLst>
              <dgm:rule type="primFontSz" val="5" fact="NaN" max="NaN"/>
            </dgm:ruleLst>
          </dgm:layoutNode>
        </dgm:forEach>
      </dgm:forEach>
    </dgm:forEach>
  </dgm:layoutNode>
</dgm:layoutDef>
</file>

<file path=ppt/diagrams/layout14.xml><?xml version="1.0" encoding="utf-8"?>
<dgm:layoutDef xmlns:dgm="http://schemas.openxmlformats.org/drawingml/2006/diagram" xmlns:a="http://schemas.openxmlformats.org/drawingml/2006/main" uniqueId="urn:microsoft.com/office/officeart/2005/8/layout/equation2">
  <dgm:title val=""/>
  <dgm:desc val=""/>
  <dgm:catLst>
    <dgm:cat type="relationship" pri="18000"/>
    <dgm:cat type="process" pri="26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param type="linDir" val="fromL"/>
          <dgm:param type="fallback" val="2D"/>
        </dgm:alg>
      </dgm:if>
      <dgm:else name="Name3">
        <dgm:alg type="lin">
          <dgm:param type="linDir" val="fromR"/>
          <dgm:param type="fallback" val="2D"/>
        </dgm:alg>
      </dgm:else>
    </dgm:choose>
    <dgm:shape xmlns:r="http://schemas.openxmlformats.org/officeDocument/2006/relationships" r:blip="">
      <dgm:adjLst/>
    </dgm:shape>
    <dgm:presOf/>
    <dgm:choose name="Name4">
      <dgm:if name="Name5" axis="ch" ptType="node" func="cnt" op="gte" val="3">
        <dgm:constrLst>
          <dgm:constr type="h" for="des" forName="node" refType="w" fact="0.5"/>
          <dgm:constr type="w" for="ch" forName="lastNode" refType="w"/>
          <dgm:constr type="w" for="des" forName="node" refType="h" refFor="des" refForName="node"/>
          <dgm:constr type="w" for="ch" forName="sibTransLast" refType="h" refFor="des" refForName="node" fact="0.6"/>
          <dgm:constr type="h" for="des" forName="sibTrans" refType="h" refFor="des" refForName="node" op="equ" fact="0.58"/>
          <dgm:constr type="w" for="des" forName="sibTrans" refType="h" refFor="des" refForName="sibTrans" op="equ"/>
          <dgm:constr type="primFontSz" for="ch" forName="lastNode" op="equ" val="65"/>
          <dgm:constr type="primFontSz" for="des" forName="node" op="equ" val="65"/>
          <dgm:constr type="primFontSz" for="des" forName="sibTrans" val="55"/>
          <dgm:constr type="primFontSz" for="des" forName="sibTrans" refType="primFontSz" refFor="des" refForName="node" op="lte" fact="0.8"/>
          <dgm:constr type="primFontSz" for="des" forName="connectorText" refType="primFontSz" refFor="des" refForName="node" op="lte" fact="0.8"/>
          <dgm:constr type="primFontSz" for="des" forName="connectorText" refType="primFontSz" refFor="des" refForName="sibTrans" op="equ"/>
          <dgm:constr type="h" for="des" forName="spacerT" refType="h" refFor="des" refForName="sibTrans" fact="0.14"/>
          <dgm:constr type="h" for="des" forName="spacerB" refType="h" refFor="des" refForName="sibTrans" fact="0.14"/>
        </dgm:constrLst>
      </dgm:if>
      <dgm:else name="Name6">
        <dgm:constrLst>
          <dgm:constr type="h" for="des" forName="node" refType="w"/>
          <dgm:constr type="w" for="ch" forName="lastNode" refType="w"/>
          <dgm:constr type="w" for="des" forName="node" refType="h" refFor="des" refForName="node"/>
          <dgm:constr type="w" for="ch" forName="sibTransLast" refType="h" refFor="des" refForName="node" fact="0.6"/>
          <dgm:constr type="h" for="des" forName="sibTrans" refType="h" refFor="des" refForName="node" op="equ" fact="0.58"/>
          <dgm:constr type="w" for="des" forName="sibTrans" refType="h" refFor="des" refForName="sibTrans" op="equ"/>
          <dgm:constr type="primFontSz" for="des" forName="node" val="65"/>
          <dgm:constr type="primFontSz" for="ch" forName="lastNode" refType="primFontSz" refFor="des" refForName="node" op="equ"/>
          <dgm:constr type="primFontSz" for="des" forName="sibTrans" val="55"/>
          <dgm:constr type="primFontSz" for="des" forName="connectorText" refType="primFontSz" refFor="des" refForName="node" op="lte" fact="0.8"/>
          <dgm:constr type="primFontSz" for="des" forName="connectorText" refType="primFontSz" refFor="des" refForName="sibTrans" op="equ"/>
          <dgm:constr type="h" for="des" forName="spacerT" refType="h" refFor="des" refForName="sibTrans" fact="0.14"/>
          <dgm:constr type="h" for="des" forName="spacerB" refType="h" refFor="des" refForName="sibTrans" fact="0.14"/>
        </dgm:constrLst>
      </dgm:else>
    </dgm:choose>
    <dgm:ruleLst/>
    <dgm:choose name="Name7">
      <dgm:if name="Name8" axis="ch" ptType="node" func="cnt" op="gte" val="1">
        <dgm:layoutNode name="vNodes">
          <dgm:alg type="lin">
            <dgm:param type="linDir" val="fromT"/>
            <dgm:param type="fallback" val="2D"/>
          </dgm:alg>
          <dgm:shape xmlns:r="http://schemas.openxmlformats.org/officeDocument/2006/relationships" r:blip="">
            <dgm:adjLst/>
          </dgm:shape>
          <dgm:presOf/>
          <dgm:constrLst/>
          <dgm:ruleLst/>
          <dgm:forEach name="Name9" axis="ch" ptType="node">
            <dgm:choose name="Name10">
              <dgm:if name="Name11" axis="self" func="revPos" op="neq" val="1">
                <dgm:layoutNode name="node">
                  <dgm:varLst>
                    <dgm:bulletEnabled val="1"/>
                  </dgm:varLst>
                  <dgm:alg type="tx">
                    <dgm:param type="txAnchorVertCh" val="mid"/>
                  </dgm:alg>
                  <dgm:shape xmlns:r="http://schemas.openxmlformats.org/officeDocument/2006/relationships" type="ellipse" r:blip="">
                    <dgm:adjLst/>
                  </dgm:shape>
                  <dgm:presOf axis="desOrSelf" ptType="node"/>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choose name="Name12">
                  <dgm:if name="Name13" axis="self" ptType="node" func="revPos" op="gt" val="2">
                    <dgm:forEach name="sibTransForEach" axis="followSib" ptType="sibTrans" cnt="1">
                      <dgm:layoutNode name="spacerT">
                        <dgm:alg type="sp"/>
                        <dgm:shape xmlns:r="http://schemas.openxmlformats.org/officeDocument/2006/relationships" r:blip="">
                          <dgm:adjLst/>
                        </dgm:shape>
                        <dgm:presOf axis="self"/>
                        <dgm:constrLst/>
                        <dgm:ruleLst/>
                      </dgm:layoutNode>
                      <dgm:layoutNode name="sibTrans">
                        <dgm:alg type="tx"/>
                        <dgm:shape xmlns:r="http://schemas.openxmlformats.org/officeDocument/2006/relationships" type="mathPlus" r:blip="">
                          <dgm:adjLst/>
                        </dgm:shape>
                        <dgm:presOf axis="self"/>
                        <dgm:constrLst>
                          <dgm:constr type="h" refType="w"/>
                          <dgm:constr type="lMarg"/>
                          <dgm:constr type="rMarg"/>
                          <dgm:constr type="tMarg"/>
                          <dgm:constr type="bMarg"/>
                        </dgm:constrLst>
                        <dgm:ruleLst>
                          <dgm:rule type="primFontSz" val="5" fact="NaN" max="NaN"/>
                        </dgm:ruleLst>
                      </dgm:layoutNode>
                      <dgm:layoutNode name="spacerB">
                        <dgm:alg type="sp"/>
                        <dgm:shape xmlns:r="http://schemas.openxmlformats.org/officeDocument/2006/relationships" r:blip="">
                          <dgm:adjLst/>
                        </dgm:shape>
                        <dgm:presOf axis="self"/>
                        <dgm:constrLst/>
                        <dgm:ruleLst/>
                      </dgm:layoutNode>
                    </dgm:forEach>
                  </dgm:if>
                  <dgm:else name="Name14"/>
                </dgm:choose>
              </dgm:if>
              <dgm:else name="Name15"/>
            </dgm:choose>
          </dgm:forEach>
        </dgm:layoutNode>
        <dgm:choose name="Name16">
          <dgm:if name="Name17" axis="ch" ptType="node" func="cnt" op="gt" val="1">
            <dgm:layoutNode name="sibTransLast">
              <dgm:alg type="conn">
                <dgm:param type="srcNode" val="vNodes"/>
                <dgm:param type="dstNode" val="lastNode"/>
                <dgm:param type="begPts" val="auto"/>
                <dgm:param type="endPts" val="auto"/>
              </dgm:alg>
              <dgm:shape xmlns:r="http://schemas.openxmlformats.org/officeDocument/2006/relationships" type="conn" r:blip="">
                <dgm:adjLst/>
              </dgm:shape>
              <dgm:presOf axis="ch" ptType="sibTrans" st="-1" cnt="1"/>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ch desOrSelf" ptType="sibTrans sibTrans" st="-1 1" cnt="1 0"/>
                <dgm:constrLst>
                  <dgm:constr type="lMarg"/>
                  <dgm:constr type="rMarg"/>
                  <dgm:constr type="tMarg"/>
                  <dgm:constr type="bMarg"/>
                </dgm:constrLst>
                <dgm:ruleLst>
                  <dgm:rule type="primFontSz" val="5" fact="NaN" max="NaN"/>
                </dgm:ruleLst>
              </dgm:layoutNode>
            </dgm:layoutNode>
          </dgm:if>
          <dgm:else name="Name18"/>
        </dgm:choose>
        <dgm:layoutNode name="lastNode">
          <dgm:varLst>
            <dgm:bulletEnabled val="1"/>
          </dgm:varLst>
          <dgm:alg type="tx">
            <dgm:param type="txAnchorVertCh" val="mid"/>
          </dgm:alg>
          <dgm:shape xmlns:r="http://schemas.openxmlformats.org/officeDocument/2006/relationships" type="ellipse" r:blip="">
            <dgm:adjLst/>
          </dgm:shape>
          <dgm:presOf axis="ch desOrSelf" ptType="node node" st="-1 1" cnt="1 0"/>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if>
      <dgm:else name="Name19"/>
    </dgm:choose>
  </dgm:layoutNode>
</dgm:layoutDef>
</file>

<file path=ppt/diagrams/layout15.xml><?xml version="1.0" encoding="utf-8"?>
<dgm:layoutDef xmlns:dgm="http://schemas.openxmlformats.org/drawingml/2006/diagram" xmlns:a="http://schemas.openxmlformats.org/drawingml/2006/main" uniqueId="urn:microsoft.com/office/officeart/2005/8/layout/radial4">
  <dgm:title val=""/>
  <dgm:desc val=""/>
  <dgm:catLst>
    <dgm:cat type="relationship" pri="190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t modelId="11"/>
        <dgm:pt modelId="12"/>
      </dgm:ptLst>
      <dgm:cxnLst>
        <dgm:cxn modelId="2" srcId="0" destId="1" srcOrd="0" destOrd="0"/>
        <dgm:cxn modelId="15" srcId="1" destId="11" srcOrd="0" destOrd="0"/>
        <dgm:cxn modelId="16" srcId="1" destId="12" srcOrd="1" destOrd="0"/>
      </dgm:cxnLst>
      <dgm:bg/>
      <dgm:whole/>
    </dgm:dataModel>
  </dgm:styleData>
  <dgm:clrData>
    <dgm:dataModel>
      <dgm:ptLst>
        <dgm:pt modelId="0" type="doc"/>
        <dgm:pt modelId="1"/>
        <dgm:pt modelId="11"/>
        <dgm:pt modelId="12"/>
        <dgm:pt modelId="13"/>
        <dgm:pt modelId="14"/>
        <dgm:pt modelId="15"/>
        <dgm:pt modelId="16"/>
      </dgm:ptLst>
      <dgm:cxnLst>
        <dgm:cxn modelId="2" srcId="0" destId="1" srcOrd="0" destOrd="0"/>
        <dgm:cxn modelId="16" srcId="1" destId="11" srcOrd="0" destOrd="0"/>
        <dgm:cxn modelId="17" srcId="1" destId="12" srcOrd="1" destOrd="0"/>
        <dgm:cxn modelId="18" srcId="1" destId="13" srcOrd="2" destOrd="0"/>
        <dgm:cxn modelId="19" srcId="1" destId="14" srcOrd="3" destOrd="0"/>
        <dgm:cxn modelId="20" srcId="1" destId="15" srcOrd="4" destOrd="0"/>
        <dgm:cxn modelId="21" srcId="1" destId="16" srcOrd="5" destOrd="0"/>
      </dgm:cxnLst>
      <dgm:bg/>
      <dgm:whole/>
    </dgm:dataModel>
  </dgm:clrData>
  <dgm:layoutNode name="cycle">
    <dgm:varLst>
      <dgm:chMax val="1"/>
      <dgm:dir/>
      <dgm:animLvl val="ctr"/>
      <dgm:resizeHandles val="exact"/>
    </dgm:varLst>
    <dgm:choose name="Name0">
      <dgm:if name="Name1" func="var" arg="dir" op="equ" val="norm">
        <dgm:choose name="Name2">
          <dgm:if name="Name3" axis="ch ch" ptType="node node" st="1 1" cnt="1 0" func="cnt" op="lte" val="1">
            <dgm:alg type="cycle">
              <dgm:param type="stAng" val="0"/>
              <dgm:param type="spanAng" val="360"/>
              <dgm:param type="ctrShpMap" val="fNode"/>
            </dgm:alg>
          </dgm:if>
          <dgm:else name="Name4">
            <dgm:choose name="Name5">
              <dgm:if name="Name6" axis="ch ch" ptType="node node" st="1 1" cnt="1 0" func="cnt" op="lte" val="3">
                <dgm:alg type="cycle">
                  <dgm:param type="stAng" val="-55"/>
                  <dgm:param type="spanAng" val="110"/>
                  <dgm:param type="ctrShpMap" val="fNode"/>
                </dgm:alg>
              </dgm:if>
              <dgm:else name="Name7">
                <dgm:choose name="Name8">
                  <dgm:if name="Name9" axis="ch ch" ptType="node node" st="1 1" cnt="1 0" func="cnt" op="equ" val="4">
                    <dgm:alg type="cycle">
                      <dgm:param type="stAng" val="-75"/>
                      <dgm:param type="spanAng" val="150"/>
                      <dgm:param type="ctrShpMap" val="fNode"/>
                    </dgm:alg>
                  </dgm:if>
                  <dgm:else name="Name10">
                    <dgm:alg type="cycle">
                      <dgm:param type="stAng" val="-90"/>
                      <dgm:param type="spanAng" val="180"/>
                      <dgm:param type="ctrShpMap" val="fNode"/>
                    </dgm:alg>
                  </dgm:else>
                </dgm:choose>
              </dgm:else>
            </dgm:choose>
          </dgm:else>
        </dgm:choose>
      </dgm:if>
      <dgm:else name="Name11">
        <dgm:choose name="Name12">
          <dgm:if name="Name13" axis="ch ch" ptType="node node" st="1 1" cnt="1 0" func="cnt" op="lte" val="1">
            <dgm:alg type="cycle">
              <dgm:param type="stAng" val="0"/>
              <dgm:param type="spanAng" val="-360"/>
              <dgm:param type="ctrShpMap" val="fNode"/>
            </dgm:alg>
          </dgm:if>
          <dgm:else name="Name14">
            <dgm:choose name="Name15">
              <dgm:if name="Name16" axis="ch ch" ptType="node node" st="1 1" cnt="1 0" func="cnt" op="lte" val="3">
                <dgm:alg type="cycle">
                  <dgm:param type="stAng" val="55"/>
                  <dgm:param type="spanAng" val="-110"/>
                  <dgm:param type="ctrShpMap" val="fNode"/>
                </dgm:alg>
              </dgm:if>
              <dgm:else name="Name17">
                <dgm:choose name="Name18">
                  <dgm:if name="Name19" axis="ch ch" ptType="node node" st="1 1" cnt="1 0" func="cnt" op="equ" val="4">
                    <dgm:alg type="cycle">
                      <dgm:param type="stAng" val="75"/>
                      <dgm:param type="spanAng" val="-150"/>
                      <dgm:param type="ctrShpMap" val="fNode"/>
                    </dgm:alg>
                  </dgm:if>
                  <dgm:else name="Name20">
                    <dgm:alg type="cycle">
                      <dgm:param type="stAng" val="90"/>
                      <dgm:param type="spanAng" val="-180"/>
                      <dgm:param type="ctrShpMap" val="fNode"/>
                    </dgm:alg>
                  </dgm:else>
                </dgm:choose>
              </dgm:else>
            </dgm:choose>
          </dgm:else>
        </dgm:choose>
      </dgm:else>
    </dgm:choose>
    <dgm:shape xmlns:r="http://schemas.openxmlformats.org/officeDocument/2006/relationships" r:blip="">
      <dgm:adjLst/>
    </dgm:shape>
    <dgm:presOf/>
    <dgm:constrLst>
      <dgm:constr type="w" for="ch" forName="centerShape" refType="w"/>
      <dgm:constr type="w" for="ch" forName="node" refType="w" refFor="ch" refForName="centerShape" fact="0.95"/>
      <dgm:constr type="h" for="ch" forName="parTrans" refType="w" refFor="ch" refForName="centerShape" fact="0.285"/>
      <dgm:constr type="sp" refType="w" refFor="ch" refForName="centerShape" op="equ" fact="0.23"/>
      <dgm:constr type="sibSp" refType="w" refFor="ch" refForName="node" fact="0.1"/>
      <dgm:constr type="primFontSz" for="ch" forName="node" op="equ"/>
    </dgm:constrLst>
    <dgm:choose name="Name21">
      <dgm:if name="Name22" axis="ch ch" ptType="node node" st="1 1" cnt="1 0" func="cnt" op="lte" val="5">
        <dgm:ruleLst>
          <dgm:rule type="w" for="ch" forName="centerShape" val="NaN" fact="0.27" max="NaN"/>
        </dgm:ruleLst>
      </dgm:if>
      <dgm:else name="Name23">
        <dgm:ruleLst>
          <dgm:rule type="w" for="ch" forName="centerShape" val="NaN" fact="0.27" max="NaN"/>
          <dgm:rule type="w" for="ch" forName="node" val="NaN" fact="0.7" max="NaN"/>
        </dgm:ruleLst>
      </dgm:else>
    </dgm:choose>
    <dgm:forEach name="Name24" axis="ch" ptType="node" cnt="1">
      <dgm:layoutNode name="centerShape" styleLbl="node0">
        <dgm:alg type="tx"/>
        <dgm:shape xmlns:r="http://schemas.openxmlformats.org/officeDocument/2006/relationships" type="ellipse" r:blip="">
          <dgm:adjLst/>
        </dgm:shape>
        <dgm:presOf axis="self"/>
        <dgm:constrLst>
          <dgm:constr type="tMarg" refType="primFontSz" fact="0.05"/>
          <dgm:constr type="bMarg" refType="primFontSz" fact="0.05"/>
          <dgm:constr type="lMarg" refType="primFontSz" fact="0.05"/>
          <dgm:constr type="rMarg" refType="primFontSz" fact="0.05"/>
          <dgm:constr type="primFontSz" val="65"/>
          <dgm:constr type="h" refType="w"/>
        </dgm:constrLst>
        <dgm:ruleLst>
          <dgm:rule type="primFontSz" val="5" fact="NaN" max="NaN"/>
        </dgm:ruleLst>
      </dgm:layoutNode>
      <dgm:forEach name="Name25" axis="ch">
        <dgm:forEach name="Name26" axis="self" ptType="parTrans">
          <dgm:layoutNode name="parTrans" styleLbl="bgSibTrans2D1">
            <dgm:alg type="conn">
              <dgm:param type="begSty" val="arr"/>
              <dgm:param type="endSty" val="noArr"/>
              <dgm:param type="begPts" val="auto"/>
              <dgm:param type="endPts" val="ctr"/>
            </dgm:alg>
            <dgm:shape xmlns:r="http://schemas.openxmlformats.org/officeDocument/2006/relationships" type="conn" r:blip="">
              <dgm:adjLst/>
            </dgm:shape>
            <dgm:presOf axis="self"/>
            <dgm:constrLst>
              <dgm:constr type="begPad" refType="connDist" fact="0.055"/>
              <dgm:constr type="endPad"/>
            </dgm:constrLst>
            <dgm:ruleLst/>
          </dgm:layoutNode>
        </dgm:forEach>
        <dgm:forEach name="Name27" axis="self" ptType="node">
          <dgm:layoutNode name="node" styleLbl="node1">
            <dgm:varLst>
              <dgm:bulletEnabled val="1"/>
            </dgm:varLst>
            <dgm:alg type="tx"/>
            <dgm:shape xmlns:r="http://schemas.openxmlformats.org/officeDocument/2006/relationships" type="roundRect" r:blip="">
              <dgm:adjLst>
                <dgm:adj idx="1" val="0.1"/>
              </dgm:adjLst>
            </dgm:shape>
            <dgm:presOf axis="desOrSelf" ptType="node"/>
            <dgm:constrLst>
              <dgm:constr type="primFontSz" val="65"/>
              <dgm:constr type="h" refType="w" fact="0.8"/>
              <dgm:constr type="tMarg" refType="primFontSz" fact="0.15"/>
              <dgm:constr type="bMarg" refType="primFontSz" fact="0.15"/>
              <dgm:constr type="lMarg" refType="primFontSz" fact="0.15"/>
              <dgm:constr type="rMarg" refType="primFontSz" fact="0.15"/>
            </dgm:constrLst>
            <dgm:ruleLst>
              <dgm:rule type="primFontSz" val="5" fact="NaN" max="NaN"/>
            </dgm:ruleLst>
          </dgm:layoutNode>
        </dgm:forEach>
      </dgm:forEach>
    </dgm:forEach>
  </dgm:layoutNode>
</dgm:layoutDef>
</file>

<file path=ppt/diagrams/layout16.xml><?xml version="1.0" encoding="utf-8"?>
<dgm:layoutDef xmlns:dgm="http://schemas.openxmlformats.org/drawingml/2006/diagram" xmlns:a="http://schemas.openxmlformats.org/drawingml/2006/main" uniqueId="urn:microsoft.com/office/officeart/2005/8/layout/arrow2">
  <dgm:title val=""/>
  <dgm:desc val=""/>
  <dgm:catLst>
    <dgm:cat type="process" pri="2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arrowDiagram">
    <dgm:varLst>
      <dgm:chMax val="5"/>
      <dgm:dir/>
      <dgm:resizeHandles val="exact"/>
    </dgm:varLst>
    <dgm:alg type="composite">
      <dgm:param type="ar" val="1.6"/>
    </dgm:alg>
    <dgm:shape xmlns:r="http://schemas.openxmlformats.org/officeDocument/2006/relationships" r:blip="">
      <dgm:adjLst/>
    </dgm:shape>
    <dgm:presOf/>
    <dgm:constrLst>
      <dgm:constr type="l" for="ch" forName="arrow"/>
      <dgm:constr type="t" for="ch" forName="arrow"/>
      <dgm:constr type="w" for="ch" forName="arrow" refType="w"/>
      <dgm:constr type="h" for="ch" forName="arrow" refType="h"/>
      <dgm:constr type="ctrX" for="ch" forName="arrowDiagram1" refType="w" fact="0.5"/>
      <dgm:constr type="ctrY" for="ch" forName="arrowDiagram1" refType="h" fact="0.5"/>
      <dgm:constr type="w" for="ch" forName="arrowDiagram1" refType="w"/>
      <dgm:constr type="h" for="ch" forName="arrowDiagram1" refType="h"/>
      <dgm:constr type="ctrX" for="ch" forName="arrowDiagram2" refType="w" fact="0.5"/>
      <dgm:constr type="ctrY" for="ch" forName="arrowDiagram2" refType="h" fact="0.5"/>
      <dgm:constr type="w" for="ch" forName="arrowDiagram2" refType="w"/>
      <dgm:constr type="h" for="ch" forName="arrowDiagram2" refType="h"/>
      <dgm:constr type="ctrX" for="ch" forName="arrowDiagram3" refType="w" fact="0.5"/>
      <dgm:constr type="ctrY" for="ch" forName="arrowDiagram3" refType="h" fact="0.5"/>
      <dgm:constr type="w" for="ch" forName="arrowDiagram3" refType="w"/>
      <dgm:constr type="h" for="ch" forName="arrowDiagram3" refType="h"/>
      <dgm:constr type="ctrX" for="ch" forName="arrowDiagram4" refType="w" fact="0.5"/>
      <dgm:constr type="ctrY" for="ch" forName="arrowDiagram4" refType="h" fact="0.5"/>
      <dgm:constr type="w" for="ch" forName="arrowDiagram4" refType="w"/>
      <dgm:constr type="h" for="ch" forName="arrowDiagram4" refType="h"/>
      <dgm:constr type="ctrX" for="ch" forName="arrowDiagram5" refType="w" fact="0.5"/>
      <dgm:constr type="ctrY" for="ch" forName="arrowDiagram5" refType="h" fact="0.5"/>
      <dgm:constr type="w" for="ch" forName="arrowDiagram5" refType="w"/>
      <dgm:constr type="h" for="ch" forName="arrowDiagram5" refType="h"/>
    </dgm:constrLst>
    <dgm:ruleLst/>
    <dgm:choose name="Name0">
      <dgm:if name="Name1" axis="ch" ptType="node" func="cnt" op="gte" val="1">
        <dgm:layoutNode name="arrow" styleLbl="bgShp">
          <dgm:alg type="sp"/>
          <dgm:shape xmlns:r="http://schemas.openxmlformats.org/officeDocument/2006/relationships" type="swooshArrow" r:blip="">
            <dgm:adjLst>
              <dgm:adj idx="2" val="0.25"/>
            </dgm:adjLst>
          </dgm:shape>
          <dgm:presOf/>
          <dgm:constrLst/>
          <dgm:ruleLst/>
        </dgm:layoutNode>
        <dgm:choose name="Name2">
          <dgm:if name="Name3" axis="ch" ptType="node" func="cnt" op="lt" val="1"/>
          <dgm:if name="Name4" axis="ch" ptType="node" func="cnt" op="equ" val="1">
            <dgm:layoutNode name="arrowDiagram1">
              <dgm:varLst>
                <dgm:bulletEnabled val="1"/>
              </dgm:varLst>
              <dgm:alg type="composite">
                <dgm:param type="vertAlign" val="none"/>
                <dgm:param type="horzAlign" val="none"/>
              </dgm:alg>
              <dgm:shape xmlns:r="http://schemas.openxmlformats.org/officeDocument/2006/relationships" r:blip="">
                <dgm:adjLst/>
              </dgm:shape>
              <dgm:presOf/>
              <dgm:constrLst>
                <dgm:constr type="ctrX" for="ch" forName="bullet1" refType="w" fact="0.8"/>
                <dgm:constr type="ctrY" for="ch" forName="bullet1" refType="h" fact="0.262"/>
                <dgm:constr type="w" for="ch" forName="bullet1" refType="w" fact="0.074"/>
                <dgm:constr type="h" for="ch" forName="bullet1" refType="w" refFor="ch" refForName="bullet1"/>
                <dgm:constr type="r" for="ch" forName="textBox1" refType="ctrX" refFor="ch" refForName="bullet1"/>
                <dgm:constr type="t" for="ch" forName="textBox1" refType="ctrY" refFor="ch" refForName="bullet1"/>
                <dgm:constr type="w" for="ch" forName="textBox1" refType="w" fact="0.4"/>
                <dgm:constr type="h" for="ch" forName="textBox1" refType="h" fact="0.738"/>
                <dgm:constr type="userA" refType="h" refFor="ch" refForName="bullet1" fact="0.53"/>
                <dgm:constr type="rMarg" for="ch" forName="textBox1" refType="userA" fact="2.834"/>
                <dgm:constr type="primFontSz" for="ch" ptType="node" op="equ" val="65"/>
              </dgm:constrLst>
              <dgm:ruleLst/>
              <dgm:forEach name="Name5" axis="ch" ptType="node" cnt="1">
                <dgm:layoutNode name="bullet1" styleLbl="node1">
                  <dgm:alg type="sp"/>
                  <dgm:shape xmlns:r="http://schemas.openxmlformats.org/officeDocument/2006/relationships" type="ellipse" r:blip="">
                    <dgm:adjLst/>
                  </dgm:shape>
                  <dgm:presOf/>
                  <dgm:constrLst/>
                  <dgm:ruleLst/>
                </dgm:layoutNode>
                <dgm:layoutNode name="textBox1" styleLbl="revTx">
                  <dgm:varLst>
                    <dgm:bulletEnabled val="1"/>
                  </dgm:varLst>
                  <dgm:alg type="tx">
                    <dgm:param type="parTxLTRAlign" val="r"/>
                    <dgm:param type="parTxRTLAlign" val="r"/>
                    <dgm:param type="txAnchorVert" val="t"/>
                  </dgm:alg>
                  <dgm:shape xmlns:r="http://schemas.openxmlformats.org/officeDocument/2006/relationships" type="round2DiagRect" r:blip="">
                    <dgm:adjLst/>
                  </dgm:shape>
                  <dgm:presOf axis="desOrSelf" ptType="node"/>
                  <dgm:constrLst>
                    <dgm:constr type="lMarg"/>
                    <dgm:constr type="tMarg"/>
                    <dgm:constr type="bMarg"/>
                  </dgm:constrLst>
                  <dgm:ruleLst>
                    <dgm:rule type="primFontSz" val="5" fact="NaN" max="NaN"/>
                  </dgm:ruleLst>
                </dgm:layoutNode>
              </dgm:forEach>
            </dgm:layoutNode>
          </dgm:if>
          <dgm:if name="Name6" axis="ch" ptType="node" func="cnt" op="equ" val="2">
            <dgm:layoutNode name="arrowDiagram2">
              <dgm:alg type="composite">
                <dgm:param type="vertAlign" val="none"/>
                <dgm:param type="horzAlign" val="none"/>
              </dgm:alg>
              <dgm:shape xmlns:r="http://schemas.openxmlformats.org/officeDocument/2006/relationships" r:blip="">
                <dgm:adjLst/>
              </dgm:shape>
              <dgm:presOf/>
              <dgm:choose name="Name7">
                <dgm:if name="Name8" func="var" arg="dir" op="equ" val="norm">
                  <dgm:constrLst>
                    <dgm:constr type="ctrX" for="ch" forName="bullet2a" refType="w" fact="0.25"/>
                    <dgm:constr type="ctrY" for="ch" forName="bullet2a" refType="h" fact="0.573"/>
                    <dgm:constr type="w" for="ch" forName="bullet2a" refType="w" fact="0.035"/>
                    <dgm:constr type="h" for="ch" forName="bullet2a" refType="w" refFor="ch" refForName="bullet2a"/>
                    <dgm:constr type="l" for="ch" forName="textBox2a" refType="ctrX" refFor="ch" refForName="bullet2a"/>
                    <dgm:constr type="t" for="ch" forName="textBox2a" refType="ctrY" refFor="ch" refForName="bullet2a"/>
                    <dgm:constr type="w" for="ch" forName="textBox2a" refType="w" fact="0.325"/>
                    <dgm:constr type="h" for="ch" forName="textBox2a" refType="h" fact="0.427"/>
                    <dgm:constr type="userA" refType="h" refFor="ch" refForName="bullet2a" fact="0.53"/>
                    <dgm:constr type="lMarg" for="ch" forName="textBox2a" refType="userA" fact="2.834"/>
                    <dgm:constr type="ctrX" for="ch" forName="bullet2b" refType="w" fact="0.585"/>
                    <dgm:constr type="ctrY" for="ch" forName="bullet2b" refType="h" fact="0.338"/>
                    <dgm:constr type="w" for="ch" forName="bullet2b" refType="w" fact="0.06"/>
                    <dgm:constr type="h" for="ch" forName="bullet2b" refType="w" refFor="ch" refForName="bullet2b"/>
                    <dgm:constr type="l" for="ch" forName="textBox2b" refType="ctrX" refFor="ch" refForName="bullet2b"/>
                    <dgm:constr type="t" for="ch" forName="textBox2b" refType="ctrY" refFor="ch" refForName="bullet2b"/>
                    <dgm:constr type="w" for="ch" forName="textBox2b" refType="w" fact="0.325"/>
                    <dgm:constr type="h" for="ch" forName="textBox2b" refType="h" fact="0.662"/>
                    <dgm:constr type="userB" refType="h" refFor="ch" refForName="bullet2b" fact="0.53"/>
                    <dgm:constr type="lMarg" for="ch" forName="textBox2b" refType="userB" fact="2.834"/>
                    <dgm:constr type="primFontSz" for="ch" ptType="node" op="equ" val="65"/>
                  </dgm:constrLst>
                </dgm:if>
                <dgm:else name="Name9">
                  <dgm:constrLst>
                    <dgm:constr type="ctrX" for="ch" forName="bullet2a" refType="w" fact="0.25"/>
                    <dgm:constr type="ctrY" for="ch" forName="bullet2a" refType="h" fact="0.573"/>
                    <dgm:constr type="w" for="ch" forName="bullet2a" refType="w" fact="0.035"/>
                    <dgm:constr type="h" for="ch" forName="bullet2a" refType="w" refFor="ch" refForName="bullet2a"/>
                    <dgm:constr type="r" for="ch" forName="textBox2a" refType="ctrX" refFor="ch" refForName="bullet2a"/>
                    <dgm:constr type="b" for="ch" forName="textBox2a" refType="ctrY" refFor="ch" refForName="bullet2a"/>
                    <dgm:constr type="w" for="ch" forName="textBox2a" refType="w" fact="0.25"/>
                    <dgm:constr type="h" for="ch" forName="textBox2a" refType="h" fact="0.573"/>
                    <dgm:constr type="userA" refType="h" refFor="ch" refForName="bullet2a" fact="0.53"/>
                    <dgm:constr type="rMarg" for="ch" forName="textBox2a" refType="userA" fact="2.834"/>
                    <dgm:constr type="ctrX" for="ch" forName="bullet2b" refType="w" fact="0.585"/>
                    <dgm:constr type="ctrY" for="ch" forName="bullet2b" refType="h" fact="0.338"/>
                    <dgm:constr type="w" for="ch" forName="bullet2b" refType="w" fact="0.06"/>
                    <dgm:constr type="h" for="ch" forName="bullet2b" refType="w" refFor="ch" refForName="bullet2b"/>
                    <dgm:constr type="r" for="ch" forName="textBox2b" refType="ctrX" refFor="ch" refForName="bullet2b"/>
                    <dgm:constr type="b" for="ch" forName="textBox2b" refType="ctrY" refFor="ch" refForName="bullet2b"/>
                    <dgm:constr type="w" for="ch" forName="textBox2b" refType="w" fact="0.28"/>
                    <dgm:constr type="h" for="ch" forName="textBox2b" refType="h" fact="0.338"/>
                    <dgm:constr type="userB" refType="h" refFor="ch" refForName="bullet2b" fact="0.53"/>
                    <dgm:constr type="rMarg" for="ch" forName="textBox2b" refType="userB" fact="2.834"/>
                    <dgm:constr type="primFontSz" for="ch" ptType="node" op="equ" val="65"/>
                  </dgm:constrLst>
                </dgm:else>
              </dgm:choose>
              <dgm:ruleLst/>
              <dgm:forEach name="Name10" axis="ch" ptType="node" cnt="1">
                <dgm:layoutNode name="bullet2a" styleLbl="node1">
                  <dgm:alg type="sp"/>
                  <dgm:shape xmlns:r="http://schemas.openxmlformats.org/officeDocument/2006/relationships" type="ellipse" r:blip="">
                    <dgm:adjLst/>
                  </dgm:shape>
                  <dgm:presOf/>
                  <dgm:constrLst/>
                  <dgm:ruleLst/>
                </dgm:layoutNode>
                <dgm:layoutNode name="textBox2a" styleLbl="revTx">
                  <dgm:varLst>
                    <dgm:bulletEnabled val="1"/>
                  </dgm:varLst>
                  <dgm:choose name="Name11">
                    <dgm:if name="Name12" func="var" arg="dir" op="equ" val="norm">
                      <dgm:choose name="Name13">
                        <dgm:if name="Name14" axis="root des" ptType="all node" func="maxDepth" op="gt" val="1">
                          <dgm:alg type="tx">
                            <dgm:param type="parTxLTRAlign" val="l"/>
                            <dgm:param type="parTxRTLAlign" val="r"/>
                            <dgm:param type="txAnchorVert" val="t"/>
                          </dgm:alg>
                        </dgm:if>
                        <dgm:else name="Name15">
                          <dgm:alg type="tx">
                            <dgm:param type="parTxLTRAlign" val="l"/>
                            <dgm:param type="parTxRTLAlign" val="l"/>
                            <dgm:param type="txAnchorVert" val="t"/>
                          </dgm:alg>
                        </dgm:else>
                      </dgm:choose>
                    </dgm:if>
                    <dgm:else name="Name16">
                      <dgm:choose name="Name17">
                        <dgm:if name="Name18" axis="root des" ptType="all node" func="maxDepth" op="gt" val="1">
                          <dgm:alg type="tx">
                            <dgm:param type="parTxLTRAlign" val="l"/>
                            <dgm:param type="parTxRTLAlign" val="r"/>
                            <dgm:param type="txAnchorVertCh" val="b"/>
                            <dgm:param type="txAnchorVert" val="b"/>
                          </dgm:alg>
                        </dgm:if>
                        <dgm:else name="Name19">
                          <dgm:alg type="tx">
                            <dgm:param type="parTxLTRAlign" val="r"/>
                            <dgm:param type="parTxRTLAlign" val="r"/>
                            <dgm:param type="txAnchorVert" val="b"/>
                          </dgm:alg>
                        </dgm:else>
                      </dgm:choose>
                    </dgm:else>
                  </dgm:choose>
                  <dgm:shape xmlns:r="http://schemas.openxmlformats.org/officeDocument/2006/relationships" type="rect" r:blip="">
                    <dgm:adjLst/>
                  </dgm:shape>
                  <dgm:presOf axis="desOrSelf" ptType="node"/>
                  <dgm:choose name="Name20">
                    <dgm:if name="Name21" func="var" arg="dir" op="equ" val="norm">
                      <dgm:constrLst>
                        <dgm:constr type="rMarg"/>
                        <dgm:constr type="tMarg"/>
                        <dgm:constr type="bMarg"/>
                      </dgm:constrLst>
                    </dgm:if>
                    <dgm:else name="Name22">
                      <dgm:constrLst>
                        <dgm:constr type="lMarg"/>
                        <dgm:constr type="tMarg"/>
                        <dgm:constr type="bMarg"/>
                      </dgm:constrLst>
                    </dgm:else>
                  </dgm:choose>
                  <dgm:ruleLst>
                    <dgm:rule type="primFontSz" val="5" fact="NaN" max="NaN"/>
                  </dgm:ruleLst>
                </dgm:layoutNode>
              </dgm:forEach>
              <dgm:forEach name="Name23" axis="ch" ptType="node" st="2" cnt="1">
                <dgm:layoutNode name="bullet2b" styleLbl="node1">
                  <dgm:alg type="sp"/>
                  <dgm:shape xmlns:r="http://schemas.openxmlformats.org/officeDocument/2006/relationships" type="ellipse" r:blip="">
                    <dgm:adjLst/>
                  </dgm:shape>
                  <dgm:presOf/>
                  <dgm:constrLst/>
                  <dgm:ruleLst/>
                </dgm:layoutNode>
                <dgm:layoutNode name="textBox2b" styleLbl="revTx">
                  <dgm:varLst>
                    <dgm:bulletEnabled val="1"/>
                  </dgm:varLst>
                  <dgm:choose name="Name24">
                    <dgm:if name="Name25" func="var" arg="dir" op="equ" val="norm">
                      <dgm:choose name="Name26">
                        <dgm:if name="Name27" axis="root des" ptType="all node" func="maxDepth" op="gt" val="1">
                          <dgm:alg type="tx">
                            <dgm:param type="parTxLTRAlign" val="l"/>
                            <dgm:param type="parTxRTLAlign" val="r"/>
                            <dgm:param type="txAnchorVert" val="t"/>
                          </dgm:alg>
                        </dgm:if>
                        <dgm:else name="Name28">
                          <dgm:alg type="tx">
                            <dgm:param type="parTxLTRAlign" val="l"/>
                            <dgm:param type="parTxRTLAlign" val="l"/>
                            <dgm:param type="txAnchorVert" val="t"/>
                          </dgm:alg>
                        </dgm:else>
                      </dgm:choose>
                    </dgm:if>
                    <dgm:else name="Name29">
                      <dgm:choose name="Name30">
                        <dgm:if name="Name31" axis="root des" ptType="all node" func="maxDepth" op="gt" val="1">
                          <dgm:alg type="tx">
                            <dgm:param type="parTxLTRAlign" val="l"/>
                            <dgm:param type="parTxRTLAlign" val="r"/>
                            <dgm:param type="txAnchorVertCh" val="b"/>
                            <dgm:param type="txAnchorVert" val="b"/>
                          </dgm:alg>
                        </dgm:if>
                        <dgm:else name="Name32">
                          <dgm:alg type="tx">
                            <dgm:param type="parTxLTRAlign" val="r"/>
                            <dgm:param type="parTxRTLAlign" val="r"/>
                            <dgm:param type="txAnchorVert" val="b"/>
                          </dgm:alg>
                        </dgm:else>
                      </dgm:choose>
                    </dgm:else>
                  </dgm:choose>
                  <dgm:shape xmlns:r="http://schemas.openxmlformats.org/officeDocument/2006/relationships" type="rect" r:blip="">
                    <dgm:adjLst/>
                  </dgm:shape>
                  <dgm:presOf axis="desOrSelf" ptType="node"/>
                  <dgm:choose name="Name33">
                    <dgm:if name="Name34" func="var" arg="dir" op="equ" val="norm">
                      <dgm:constrLst>
                        <dgm:constr type="rMarg"/>
                        <dgm:constr type="tMarg"/>
                        <dgm:constr type="bMarg"/>
                      </dgm:constrLst>
                    </dgm:if>
                    <dgm:else name="Name35">
                      <dgm:constrLst>
                        <dgm:constr type="lMarg"/>
                        <dgm:constr type="tMarg"/>
                        <dgm:constr type="bMarg"/>
                      </dgm:constrLst>
                    </dgm:else>
                  </dgm:choose>
                  <dgm:ruleLst>
                    <dgm:rule type="primFontSz" val="5" fact="NaN" max="NaN"/>
                  </dgm:ruleLst>
                </dgm:layoutNode>
              </dgm:forEach>
            </dgm:layoutNode>
          </dgm:if>
          <dgm:if name="Name36" axis="ch" ptType="node" func="cnt" op="equ" val="3">
            <dgm:layoutNode name="arrowDiagram3">
              <dgm:alg type="composite">
                <dgm:param type="vertAlign" val="none"/>
                <dgm:param type="horzAlign" val="none"/>
              </dgm:alg>
              <dgm:shape xmlns:r="http://schemas.openxmlformats.org/officeDocument/2006/relationships" r:blip="">
                <dgm:adjLst/>
              </dgm:shape>
              <dgm:presOf/>
              <dgm:choose name="Name37">
                <dgm:if name="Name38" func="var" arg="dir" op="equ" val="norm">
                  <dgm:constrLst>
                    <dgm:constr type="ctrX" for="ch" forName="bullet3a" refType="w" fact="0.14"/>
                    <dgm:constr type="ctrY" for="ch" forName="bullet3a" refType="h" fact="0.711"/>
                    <dgm:constr type="w" for="ch" forName="bullet3a" refType="w" fact="0.026"/>
                    <dgm:constr type="h" for="ch" forName="bullet3a" refType="w" refFor="ch" refForName="bullet3a"/>
                    <dgm:constr type="l" for="ch" forName="textBox3a" refType="ctrX" refFor="ch" refForName="bullet3a"/>
                    <dgm:constr type="t" for="ch" forName="textBox3a" refType="ctrY" refFor="ch" refForName="bullet3a"/>
                    <dgm:constr type="w" for="ch" forName="textBox3a" refType="w" fact="0.233"/>
                    <dgm:constr type="h" for="ch" forName="textBox3a" refType="h" fact="0.289"/>
                    <dgm:constr type="userA" refType="h" refFor="ch" refForName="bullet3a" fact="0.53"/>
                    <dgm:constr type="lMarg" for="ch" forName="textBox3a" refType="userA" fact="2.834"/>
                    <dgm:constr type="ctrX" for="ch" forName="bullet3b" refType="w" fact="0.38"/>
                    <dgm:constr type="ctrY" for="ch" forName="bullet3b" refType="h" fact="0.456"/>
                    <dgm:constr type="w" for="ch" forName="bullet3b" refType="w" fact="0.047"/>
                    <dgm:constr type="h" for="ch" forName="bullet3b" refType="w" refFor="ch" refForName="bullet3b"/>
                    <dgm:constr type="l" for="ch" forName="textBox3b" refType="ctrX" refFor="ch" refForName="bullet3b"/>
                    <dgm:constr type="t" for="ch" forName="textBox3b" refType="ctrY" refFor="ch" refForName="bullet3b"/>
                    <dgm:constr type="w" for="ch" forName="textBox3b" refType="w" fact="0.24"/>
                    <dgm:constr type="h" for="ch" forName="textBox3b" refType="h" fact="0.544"/>
                    <dgm:constr type="userB" refType="h" refFor="ch" refForName="bullet3b" fact="0.53"/>
                    <dgm:constr type="lMarg" for="ch" forName="textBox3b" refType="userB" fact="2.834"/>
                    <dgm:constr type="ctrX" for="ch" forName="bullet3c" refType="w" fact="0.665"/>
                    <dgm:constr type="ctrY" for="ch" forName="bullet3c" refType="h" fact="0.305"/>
                    <dgm:constr type="w" for="ch" forName="bullet3c" refType="w" fact="0.065"/>
                    <dgm:constr type="h" for="ch" forName="bullet3c" refType="w" refFor="ch" refForName="bullet3c"/>
                    <dgm:constr type="l" for="ch" forName="textBox3c" refType="ctrX" refFor="ch" refForName="bullet3c"/>
                    <dgm:constr type="t" for="ch" forName="textBox3c" refType="ctrY" refFor="ch" refForName="bullet3c"/>
                    <dgm:constr type="w" for="ch" forName="textBox3c" refType="w" fact="0.24"/>
                    <dgm:constr type="h" for="ch" forName="textBox3c" refType="h" fact="0.695"/>
                    <dgm:constr type="userC" refType="h" refFor="ch" refForName="bullet3c" fact="0.53"/>
                    <dgm:constr type="lMarg" for="ch" forName="textBox3c" refType="userC" fact="2.834"/>
                    <dgm:constr type="primFontSz" for="ch" ptType="node" op="equ" val="65"/>
                  </dgm:constrLst>
                </dgm:if>
                <dgm:else name="Name39">
                  <dgm:constrLst>
                    <dgm:constr type="ctrX" for="ch" forName="bullet3a" refType="w" fact="0.14"/>
                    <dgm:constr type="ctrY" for="ch" forName="bullet3a" refType="h" fact="0.711"/>
                    <dgm:constr type="w" for="ch" forName="bullet3a" refType="w" fact="0.026"/>
                    <dgm:constr type="h" for="ch" forName="bullet3a" refType="w" refFor="ch" refForName="bullet3a"/>
                    <dgm:constr type="r" for="ch" forName="textBox3a" refType="ctrX" refFor="ch" refForName="bullet3a"/>
                    <dgm:constr type="b" for="ch" forName="textBox3a" refType="ctrY" refFor="ch" refForName="bullet3a"/>
                    <dgm:constr type="w" for="ch" forName="textBox3a" refType="w" fact="0.14"/>
                    <dgm:constr type="h" for="ch" forName="textBox3a" refType="h" fact="0.711"/>
                    <dgm:constr type="userA" refType="h" refFor="ch" refForName="bullet3a" fact="0.53"/>
                    <dgm:constr type="rMarg" for="ch" forName="textBox3a" refType="userA" fact="2.834"/>
                    <dgm:constr type="ctrX" for="ch" forName="bullet3b" refType="w" fact="0.38"/>
                    <dgm:constr type="ctrY" for="ch" forName="bullet3b" refType="h" fact="0.456"/>
                    <dgm:constr type="w" for="ch" forName="bullet3b" refType="w" fact="0.047"/>
                    <dgm:constr type="h" for="ch" forName="bullet3b" refType="w" refFor="ch" refForName="bullet3b"/>
                    <dgm:constr type="r" for="ch" forName="textBox3b" refType="ctrX" refFor="ch" refForName="bullet3b"/>
                    <dgm:constr type="b" for="ch" forName="textBox3b" refType="ctrY" refFor="ch" refForName="bullet3b"/>
                    <dgm:constr type="w" for="ch" forName="textBox3b" refType="w" fact="0.24"/>
                    <dgm:constr type="h" for="ch" forName="textBox3b" refType="h" fact="0.456"/>
                    <dgm:constr type="userB" refType="h" refFor="ch" refForName="bullet3b" fact="0.53"/>
                    <dgm:constr type="rMarg" for="ch" forName="textBox3b" refType="userB" fact="2.834"/>
                    <dgm:constr type="ctrX" for="ch" forName="bullet3c" refType="w" fact="0.665"/>
                    <dgm:constr type="ctrY" for="ch" forName="bullet3c" refType="h" fact="0.305"/>
                    <dgm:constr type="w" for="ch" forName="bullet3c" refType="w" fact="0.065"/>
                    <dgm:constr type="h" for="ch" forName="bullet3c" refType="w" refFor="ch" refForName="bullet3c"/>
                    <dgm:constr type="r" for="ch" forName="textBox3c" refType="ctrX" refFor="ch" refForName="bullet3c"/>
                    <dgm:constr type="b" for="ch" forName="textBox3c" refType="ctrY" refFor="ch" refForName="bullet3c"/>
                    <dgm:constr type="w" for="ch" forName="textBox3c" refType="w" fact="0.24"/>
                    <dgm:constr type="h" for="ch" forName="textBox3c" refType="h" fact="0.305"/>
                    <dgm:constr type="userC" refType="h" refFor="ch" refForName="bullet3c" fact="0.53"/>
                    <dgm:constr type="rMarg" for="ch" forName="textBox3c" refType="userC" fact="2.834"/>
                    <dgm:constr type="primFontSz" for="ch" ptType="node" op="equ" val="65"/>
                  </dgm:constrLst>
                </dgm:else>
              </dgm:choose>
              <dgm:ruleLst/>
              <dgm:forEach name="Name40" axis="ch" ptType="node" cnt="1">
                <dgm:layoutNode name="bullet3a" styleLbl="node1">
                  <dgm:alg type="sp"/>
                  <dgm:shape xmlns:r="http://schemas.openxmlformats.org/officeDocument/2006/relationships" type="ellipse" r:blip="">
                    <dgm:adjLst/>
                  </dgm:shape>
                  <dgm:presOf/>
                  <dgm:constrLst/>
                  <dgm:ruleLst/>
                </dgm:layoutNode>
                <dgm:layoutNode name="textBox3a" styleLbl="revTx">
                  <dgm:varLst>
                    <dgm:bulletEnabled val="1"/>
                  </dgm:varLst>
                  <dgm:choose name="Name41">
                    <dgm:if name="Name42" func="var" arg="dir" op="equ" val="norm">
                      <dgm:choose name="Name43">
                        <dgm:if name="Name44" axis="root des" ptType="all node" func="maxDepth" op="gt" val="1">
                          <dgm:alg type="tx">
                            <dgm:param type="parTxLTRAlign" val="l"/>
                            <dgm:param type="parTxRTLAlign" val="r"/>
                            <dgm:param type="txAnchorVert" val="t"/>
                          </dgm:alg>
                        </dgm:if>
                        <dgm:else name="Name45">
                          <dgm:alg type="tx">
                            <dgm:param type="parTxLTRAlign" val="l"/>
                            <dgm:param type="parTxRTLAlign" val="l"/>
                            <dgm:param type="txAnchorVert" val="t"/>
                          </dgm:alg>
                        </dgm:else>
                      </dgm:choose>
                    </dgm:if>
                    <dgm:else name="Name46">
                      <dgm:choose name="Name47">
                        <dgm:if name="Name48" axis="root des" ptType="all node" func="maxDepth" op="gt" val="1">
                          <dgm:alg type="tx">
                            <dgm:param type="parTxLTRAlign" val="l"/>
                            <dgm:param type="parTxRTLAlign" val="r"/>
                            <dgm:param type="txAnchorVertCh" val="b"/>
                            <dgm:param type="txAnchorVert" val="b"/>
                          </dgm:alg>
                        </dgm:if>
                        <dgm:else name="Name49">
                          <dgm:alg type="tx">
                            <dgm:param type="parTxLTRAlign" val="r"/>
                            <dgm:param type="parTxRTLAlign" val="r"/>
                            <dgm:param type="txAnchorVert" val="b"/>
                          </dgm:alg>
                        </dgm:else>
                      </dgm:choose>
                    </dgm:else>
                  </dgm:choose>
                  <dgm:shape xmlns:r="http://schemas.openxmlformats.org/officeDocument/2006/relationships" type="rect" r:blip="">
                    <dgm:adjLst/>
                  </dgm:shape>
                  <dgm:presOf axis="desOrSelf" ptType="node"/>
                  <dgm:choose name="Name50">
                    <dgm:if name="Name51" func="var" arg="dir" op="equ" val="norm">
                      <dgm:constrLst>
                        <dgm:constr type="rMarg"/>
                        <dgm:constr type="tMarg"/>
                        <dgm:constr type="bMarg"/>
                      </dgm:constrLst>
                    </dgm:if>
                    <dgm:else name="Name52">
                      <dgm:constrLst>
                        <dgm:constr type="lMarg"/>
                        <dgm:constr type="tMarg"/>
                        <dgm:constr type="bMarg"/>
                      </dgm:constrLst>
                    </dgm:else>
                  </dgm:choose>
                  <dgm:ruleLst>
                    <dgm:rule type="primFontSz" val="5" fact="NaN" max="NaN"/>
                  </dgm:ruleLst>
                </dgm:layoutNode>
              </dgm:forEach>
              <dgm:forEach name="Name53" axis="ch" ptType="node" st="2" cnt="1">
                <dgm:layoutNode name="bullet3b" styleLbl="node1">
                  <dgm:alg type="sp"/>
                  <dgm:shape xmlns:r="http://schemas.openxmlformats.org/officeDocument/2006/relationships" type="ellipse" r:blip="">
                    <dgm:adjLst/>
                  </dgm:shape>
                  <dgm:presOf/>
                  <dgm:constrLst/>
                  <dgm:ruleLst/>
                </dgm:layoutNode>
                <dgm:layoutNode name="textBox3b" styleLbl="revTx">
                  <dgm:varLst>
                    <dgm:bulletEnabled val="1"/>
                  </dgm:varLst>
                  <dgm:choose name="Name54">
                    <dgm:if name="Name55" func="var" arg="dir" op="equ" val="norm">
                      <dgm:choose name="Name56">
                        <dgm:if name="Name57" axis="root des" ptType="all node" func="maxDepth" op="gt" val="1">
                          <dgm:alg type="tx">
                            <dgm:param type="parTxLTRAlign" val="l"/>
                            <dgm:param type="parTxRTLAlign" val="r"/>
                            <dgm:param type="txAnchorVert" val="t"/>
                          </dgm:alg>
                        </dgm:if>
                        <dgm:else name="Name58">
                          <dgm:alg type="tx">
                            <dgm:param type="parTxLTRAlign" val="l"/>
                            <dgm:param type="parTxRTLAlign" val="l"/>
                            <dgm:param type="txAnchorVert" val="t"/>
                          </dgm:alg>
                        </dgm:else>
                      </dgm:choose>
                    </dgm:if>
                    <dgm:else name="Name59">
                      <dgm:choose name="Name60">
                        <dgm:if name="Name61" axis="root des" ptType="all node" func="maxDepth" op="gt" val="1">
                          <dgm:alg type="tx">
                            <dgm:param type="parTxLTRAlign" val="l"/>
                            <dgm:param type="parTxRTLAlign" val="r"/>
                            <dgm:param type="txAnchorVertCh" val="b"/>
                            <dgm:param type="txAnchorVert" val="b"/>
                          </dgm:alg>
                        </dgm:if>
                        <dgm:else name="Name62">
                          <dgm:alg type="tx">
                            <dgm:param type="parTxLTRAlign" val="r"/>
                            <dgm:param type="parTxRTLAlign" val="r"/>
                            <dgm:param type="txAnchorVert" val="b"/>
                          </dgm:alg>
                        </dgm:else>
                      </dgm:choose>
                    </dgm:else>
                  </dgm:choose>
                  <dgm:shape xmlns:r="http://schemas.openxmlformats.org/officeDocument/2006/relationships" type="rect" r:blip="">
                    <dgm:adjLst/>
                  </dgm:shape>
                  <dgm:presOf axis="desOrSelf" ptType="node"/>
                  <dgm:choose name="Name63">
                    <dgm:if name="Name64" func="var" arg="dir" op="equ" val="norm">
                      <dgm:constrLst>
                        <dgm:constr type="rMarg"/>
                        <dgm:constr type="tMarg"/>
                        <dgm:constr type="bMarg"/>
                      </dgm:constrLst>
                    </dgm:if>
                    <dgm:else name="Name65">
                      <dgm:constrLst>
                        <dgm:constr type="lMarg"/>
                        <dgm:constr type="tMarg"/>
                        <dgm:constr type="bMarg"/>
                      </dgm:constrLst>
                    </dgm:else>
                  </dgm:choose>
                  <dgm:ruleLst>
                    <dgm:rule type="primFontSz" val="5" fact="NaN" max="NaN"/>
                  </dgm:ruleLst>
                </dgm:layoutNode>
              </dgm:forEach>
              <dgm:forEach name="Name66" axis="ch" ptType="node" st="3" cnt="1">
                <dgm:layoutNode name="bullet3c" styleLbl="node1">
                  <dgm:alg type="sp"/>
                  <dgm:shape xmlns:r="http://schemas.openxmlformats.org/officeDocument/2006/relationships" type="ellipse" r:blip="">
                    <dgm:adjLst/>
                  </dgm:shape>
                  <dgm:presOf/>
                  <dgm:constrLst/>
                  <dgm:ruleLst/>
                </dgm:layoutNode>
                <dgm:layoutNode name="textBox3c" styleLbl="revTx">
                  <dgm:varLst>
                    <dgm:bulletEnabled val="1"/>
                  </dgm:varLst>
                  <dgm:choose name="Name67">
                    <dgm:if name="Name68" func="var" arg="dir" op="equ" val="norm">
                      <dgm:choose name="Name69">
                        <dgm:if name="Name70" axis="root des" ptType="all node" func="maxDepth" op="gt" val="1">
                          <dgm:alg type="tx">
                            <dgm:param type="parTxLTRAlign" val="l"/>
                            <dgm:param type="parTxRTLAlign" val="r"/>
                            <dgm:param type="txAnchorVert" val="t"/>
                          </dgm:alg>
                        </dgm:if>
                        <dgm:else name="Name71">
                          <dgm:alg type="tx">
                            <dgm:param type="parTxLTRAlign" val="l"/>
                            <dgm:param type="parTxRTLAlign" val="l"/>
                            <dgm:param type="txAnchorVert" val="t"/>
                          </dgm:alg>
                        </dgm:else>
                      </dgm:choose>
                    </dgm:if>
                    <dgm:else name="Name72">
                      <dgm:choose name="Name73">
                        <dgm:if name="Name74" axis="root des" ptType="all node" func="maxDepth" op="gt" val="1">
                          <dgm:alg type="tx">
                            <dgm:param type="parTxLTRAlign" val="l"/>
                            <dgm:param type="parTxRTLAlign" val="r"/>
                            <dgm:param type="txAnchorVertCh" val="b"/>
                            <dgm:param type="txAnchorVert" val="b"/>
                          </dgm:alg>
                        </dgm:if>
                        <dgm:else name="Name75">
                          <dgm:alg type="tx">
                            <dgm:param type="parTxLTRAlign" val="r"/>
                            <dgm:param type="parTxRTLAlign" val="r"/>
                            <dgm:param type="txAnchorVert" val="b"/>
                          </dgm:alg>
                        </dgm:else>
                      </dgm:choose>
                    </dgm:else>
                  </dgm:choose>
                  <dgm:shape xmlns:r="http://schemas.openxmlformats.org/officeDocument/2006/relationships" type="rect" r:blip="">
                    <dgm:adjLst/>
                  </dgm:shape>
                  <dgm:presOf axis="desOrSelf" ptType="node"/>
                  <dgm:choose name="Name76">
                    <dgm:if name="Name77" func="var" arg="dir" op="equ" val="norm">
                      <dgm:constrLst>
                        <dgm:constr type="rMarg"/>
                        <dgm:constr type="tMarg"/>
                        <dgm:constr type="bMarg"/>
                      </dgm:constrLst>
                    </dgm:if>
                    <dgm:else name="Name78">
                      <dgm:constrLst>
                        <dgm:constr type="lMarg"/>
                        <dgm:constr type="tMarg"/>
                        <dgm:constr type="bMarg"/>
                      </dgm:constrLst>
                    </dgm:else>
                  </dgm:choose>
                  <dgm:ruleLst>
                    <dgm:rule type="primFontSz" val="5" fact="NaN" max="NaN"/>
                  </dgm:ruleLst>
                </dgm:layoutNode>
              </dgm:forEach>
            </dgm:layoutNode>
          </dgm:if>
          <dgm:if name="Name79" axis="ch" ptType="node" func="cnt" op="equ" val="4">
            <dgm:layoutNode name="arrowDiagram4">
              <dgm:alg type="composite">
                <dgm:param type="vertAlign" val="none"/>
                <dgm:param type="horzAlign" val="none"/>
              </dgm:alg>
              <dgm:shape xmlns:r="http://schemas.openxmlformats.org/officeDocument/2006/relationships" r:blip="">
                <dgm:adjLst/>
              </dgm:shape>
              <dgm:presOf/>
              <dgm:choose name="Name80">
                <dgm:if name="Name81" func="var" arg="dir" op="equ" val="norm">
                  <dgm:constrLst>
                    <dgm:constr type="ctrX" for="ch" forName="bullet4a" refType="w" fact="0.11"/>
                    <dgm:constr type="ctrY" for="ch" forName="bullet4a" refType="h" fact="0.762"/>
                    <dgm:constr type="w" for="ch" forName="bullet4a" refType="w" fact="0.023"/>
                    <dgm:constr type="h" for="ch" forName="bullet4a" refType="w" refFor="ch" refForName="bullet4a"/>
                    <dgm:constr type="l" for="ch" forName="textBox4a" refType="ctrX" refFor="ch" refForName="bullet4a"/>
                    <dgm:constr type="t" for="ch" forName="textBox4a" refType="ctrY" refFor="ch" refForName="bullet4a"/>
                    <dgm:constr type="w" for="ch" forName="textBox4a" refType="w" fact="0.171"/>
                    <dgm:constr type="h" for="ch" forName="textBox4a" refType="h" fact="0.238"/>
                    <dgm:constr type="userA" refType="h" refFor="ch" refForName="bullet4a" fact="0.53"/>
                    <dgm:constr type="lMarg" for="ch" forName="textBox4a" refType="userA" fact="2.834"/>
                    <dgm:constr type="ctrX" for="ch" forName="bullet4b" refType="w" fact="0.281"/>
                    <dgm:constr type="ctrY" for="ch" forName="bullet4b" refType="h" fact="0.543"/>
                    <dgm:constr type="w" for="ch" forName="bullet4b" refType="w" fact="0.04"/>
                    <dgm:constr type="h" for="ch" forName="bullet4b" refType="w" refFor="ch" refForName="bullet4b"/>
                    <dgm:constr type="l" for="ch" forName="textBox4b" refType="ctrX" refFor="ch" refForName="bullet4b"/>
                    <dgm:constr type="t" for="ch" forName="textBox4b" refType="ctrY" refFor="ch" refForName="bullet4b"/>
                    <dgm:constr type="w" for="ch" forName="textBox4b" refType="w" fact="0.21"/>
                    <dgm:constr type="h" for="ch" forName="textBox4b" refType="h" fact="0.457"/>
                    <dgm:constr type="userB" refType="h" refFor="ch" refForName="bullet4b" fact="0.53"/>
                    <dgm:constr type="lMarg" for="ch" forName="textBox4b" refType="userB" fact="2.834"/>
                    <dgm:constr type="ctrX" for="ch" forName="bullet4c" refType="w" fact="0.495"/>
                    <dgm:constr type="ctrY" for="ch" forName="bullet4c" refType="h" fact="0.382"/>
                    <dgm:constr type="w" for="ch" forName="bullet4c" refType="w" fact="0.053"/>
                    <dgm:constr type="h" for="ch" forName="bullet4c" refType="w" refFor="ch" refForName="bullet4c"/>
                    <dgm:constr type="l" for="ch" forName="textBox4c" refType="ctrX" refFor="ch" refForName="bullet4c"/>
                    <dgm:constr type="t" for="ch" forName="textBox4c" refType="ctrY" refFor="ch" refForName="bullet4c"/>
                    <dgm:constr type="w" for="ch" forName="textBox4c" refType="w" fact="0.21"/>
                    <dgm:constr type="h" for="ch" forName="textBox4c" refType="h" fact="0.618"/>
                    <dgm:constr type="userC" refType="h" refFor="ch" refForName="bullet4c" fact="0.53"/>
                    <dgm:constr type="lMarg" for="ch" forName="textBox4c" refType="userC" fact="2.834"/>
                    <dgm:constr type="ctrX" for="ch" forName="bullet4d" refType="w" fact="0.73"/>
                    <dgm:constr type="ctrY" for="ch" forName="bullet4d" refType="h" fact="0.283"/>
                    <dgm:constr type="w" for="ch" forName="bullet4d" refType="w" fact="0.071"/>
                    <dgm:constr type="h" for="ch" forName="bullet4d" refType="w" refFor="ch" refForName="bullet4d"/>
                    <dgm:constr type="l" for="ch" forName="textBox4d" refType="ctrX" refFor="ch" refForName="bullet4d"/>
                    <dgm:constr type="t" for="ch" forName="textBox4d" refType="ctrY" refFor="ch" refForName="bullet4d"/>
                    <dgm:constr type="w" for="ch" forName="textBox4d" refType="w" fact="0.21"/>
                    <dgm:constr type="h" for="ch" forName="textBox4d" refType="h" fact="0.717"/>
                    <dgm:constr type="userD" refType="h" refFor="ch" refForName="bullet4d" fact="0.53"/>
                    <dgm:constr type="lMarg" for="ch" forName="textBox4d" refType="userD" fact="2.834"/>
                    <dgm:constr type="primFontSz" for="ch" ptType="node" op="equ" val="65"/>
                  </dgm:constrLst>
                </dgm:if>
                <dgm:else name="Name82">
                  <dgm:constrLst>
                    <dgm:constr type="ctrX" for="ch" forName="bullet4a" refType="w" fact="0.11"/>
                    <dgm:constr type="ctrY" for="ch" forName="bullet4a" refType="h" fact="0.762"/>
                    <dgm:constr type="w" for="ch" forName="bullet4a" refType="w" fact="0.023"/>
                    <dgm:constr type="h" for="ch" forName="bullet4a" refType="w" refFor="ch" refForName="bullet4a"/>
                    <dgm:constr type="r" for="ch" forName="textBox4a" refType="ctrX" refFor="ch" refForName="bullet4a"/>
                    <dgm:constr type="b" for="ch" forName="textBox4a" refType="ctrY" refFor="ch" refForName="bullet4a"/>
                    <dgm:constr type="w" for="ch" forName="textBox4a" refType="w" fact="0.11"/>
                    <dgm:constr type="h" for="ch" forName="textBox4a" refType="h" fact="0.762"/>
                    <dgm:constr type="userA" refType="h" refFor="ch" refForName="bullet4a" fact="0.53"/>
                    <dgm:constr type="rMarg" for="ch" forName="textBox4a" refType="userA" fact="2.834"/>
                    <dgm:constr type="ctrX" for="ch" forName="bullet4b" refType="w" fact="0.281"/>
                    <dgm:constr type="ctrY" for="ch" forName="bullet4b" refType="h" fact="0.543"/>
                    <dgm:constr type="w" for="ch" forName="bullet4b" refType="w" fact="0.04"/>
                    <dgm:constr type="h" for="ch" forName="bullet4b" refType="w" refFor="ch" refForName="bullet4b"/>
                    <dgm:constr type="r" for="ch" forName="textBox4b" refType="ctrX" refFor="ch" refForName="bullet4b"/>
                    <dgm:constr type="b" for="ch" forName="textBox4b" refType="ctrY" refFor="ch" refForName="bullet4b"/>
                    <dgm:constr type="w" for="ch" forName="textBox4b" refType="w" fact="0.171"/>
                    <dgm:constr type="h" for="ch" forName="textBox4b" refType="h" fact="0.543"/>
                    <dgm:constr type="userB" refType="h" refFor="ch" refForName="bullet4b" fact="0.53"/>
                    <dgm:constr type="rMarg" for="ch" forName="textBox4b" refType="userB" fact="2.834"/>
                    <dgm:constr type="ctrX" for="ch" forName="bullet4c" refType="w" fact="0.495"/>
                    <dgm:constr type="ctrY" for="ch" forName="bullet4c" refType="h" fact="0.382"/>
                    <dgm:constr type="w" for="ch" forName="bullet4c" refType="w" fact="0.053"/>
                    <dgm:constr type="h" for="ch" forName="bullet4c" refType="w" refFor="ch" refForName="bullet4c"/>
                    <dgm:constr type="r" for="ch" forName="textBox4c" refType="ctrX" refFor="ch" refForName="bullet4c"/>
                    <dgm:constr type="b" for="ch" forName="textBox4c" refType="ctrY" refFor="ch" refForName="bullet4c"/>
                    <dgm:constr type="w" for="ch" forName="textBox4c" refType="w" fact="0.21"/>
                    <dgm:constr type="h" for="ch" forName="textBox4c" refType="h" fact="0.382"/>
                    <dgm:constr type="userC" refType="h" refFor="ch" refForName="bullet4c" fact="0.53"/>
                    <dgm:constr type="rMarg" for="ch" forName="textBox4c" refType="userC" fact="2.834"/>
                    <dgm:constr type="ctrX" for="ch" forName="bullet4d" refType="w" fact="0.73"/>
                    <dgm:constr type="ctrY" for="ch" forName="bullet4d" refType="h" fact="0.283"/>
                    <dgm:constr type="w" for="ch" forName="bullet4d" refType="w" fact="0.071"/>
                    <dgm:constr type="h" for="ch" forName="bullet4d" refType="w" refFor="ch" refForName="bullet4d"/>
                    <dgm:constr type="r" for="ch" forName="textBox4d" refType="ctrX" refFor="ch" refForName="bullet4d"/>
                    <dgm:constr type="b" for="ch" forName="textBox4d" refType="ctrY" refFor="ch" refForName="bullet4d"/>
                    <dgm:constr type="w" for="ch" forName="textBox4d" refType="w" fact="0.21"/>
                    <dgm:constr type="h" for="ch" forName="textBox4d" refType="h" fact="0.283"/>
                    <dgm:constr type="userD" refType="h" refFor="ch" refForName="bullet4d" fact="0.53"/>
                    <dgm:constr type="rMarg" for="ch" forName="textBox4d" refType="userD" fact="2.834"/>
                    <dgm:constr type="primFontSz" for="ch" ptType="node" op="equ" val="65"/>
                  </dgm:constrLst>
                </dgm:else>
              </dgm:choose>
              <dgm:ruleLst/>
              <dgm:forEach name="Name83" axis="ch" ptType="node" cnt="1">
                <dgm:layoutNode name="bullet4a" styleLbl="node1">
                  <dgm:alg type="sp"/>
                  <dgm:shape xmlns:r="http://schemas.openxmlformats.org/officeDocument/2006/relationships" type="ellipse" r:blip="">
                    <dgm:adjLst/>
                  </dgm:shape>
                  <dgm:presOf/>
                  <dgm:constrLst/>
                  <dgm:ruleLst/>
                </dgm:layoutNode>
                <dgm:layoutNode name="textBox4a" styleLbl="revTx">
                  <dgm:varLst>
                    <dgm:bulletEnabled val="1"/>
                  </dgm:varLst>
                  <dgm:choose name="Name84">
                    <dgm:if name="Name85" func="var" arg="dir" op="equ" val="norm">
                      <dgm:choose name="Name86">
                        <dgm:if name="Name87" axis="root des" ptType="all node" func="maxDepth" op="gt" val="1">
                          <dgm:alg type="tx">
                            <dgm:param type="parTxLTRAlign" val="l"/>
                            <dgm:param type="parTxRTLAlign" val="r"/>
                            <dgm:param type="txAnchorVert" val="t"/>
                          </dgm:alg>
                        </dgm:if>
                        <dgm:else name="Name88">
                          <dgm:alg type="tx">
                            <dgm:param type="parTxLTRAlign" val="l"/>
                            <dgm:param type="parTxRTLAlign" val="l"/>
                            <dgm:param type="txAnchorVert" val="t"/>
                          </dgm:alg>
                        </dgm:else>
                      </dgm:choose>
                    </dgm:if>
                    <dgm:else name="Name89">
                      <dgm:choose name="Name90">
                        <dgm:if name="Name91" axis="root des" ptType="all node" func="maxDepth" op="gt" val="1">
                          <dgm:alg type="tx">
                            <dgm:param type="parTxLTRAlign" val="l"/>
                            <dgm:param type="parTxRTLAlign" val="r"/>
                            <dgm:param type="txAnchorVertCh" val="b"/>
                            <dgm:param type="txAnchorVert" val="b"/>
                          </dgm:alg>
                        </dgm:if>
                        <dgm:else name="Name92">
                          <dgm:alg type="tx">
                            <dgm:param type="parTxLTRAlign" val="r"/>
                            <dgm:param type="parTxRTLAlign" val="r"/>
                            <dgm:param type="txAnchorVert" val="b"/>
                          </dgm:alg>
                        </dgm:else>
                      </dgm:choose>
                    </dgm:else>
                  </dgm:choose>
                  <dgm:shape xmlns:r="http://schemas.openxmlformats.org/officeDocument/2006/relationships" type="rect" r:blip="">
                    <dgm:adjLst/>
                  </dgm:shape>
                  <dgm:presOf axis="desOrSelf" ptType="node"/>
                  <dgm:choose name="Name93">
                    <dgm:if name="Name94" func="var" arg="dir" op="equ" val="norm">
                      <dgm:constrLst>
                        <dgm:constr type="rMarg"/>
                        <dgm:constr type="tMarg"/>
                        <dgm:constr type="bMarg"/>
                      </dgm:constrLst>
                    </dgm:if>
                    <dgm:else name="Name95">
                      <dgm:constrLst>
                        <dgm:constr type="lMarg"/>
                        <dgm:constr type="tMarg"/>
                        <dgm:constr type="bMarg"/>
                      </dgm:constrLst>
                    </dgm:else>
                  </dgm:choose>
                  <dgm:ruleLst>
                    <dgm:rule type="primFontSz" val="5" fact="NaN" max="NaN"/>
                  </dgm:ruleLst>
                </dgm:layoutNode>
              </dgm:forEach>
              <dgm:forEach name="Name96" axis="ch" ptType="node" st="2" cnt="1">
                <dgm:layoutNode name="bullet4b" styleLbl="node1">
                  <dgm:alg type="sp"/>
                  <dgm:shape xmlns:r="http://schemas.openxmlformats.org/officeDocument/2006/relationships" type="ellipse" r:blip="">
                    <dgm:adjLst/>
                  </dgm:shape>
                  <dgm:presOf/>
                  <dgm:constrLst/>
                  <dgm:ruleLst/>
                </dgm:layoutNode>
                <dgm:layoutNode name="textBox4b" styleLbl="revTx">
                  <dgm:varLst>
                    <dgm:bulletEnabled val="1"/>
                  </dgm:varLst>
                  <dgm:choose name="Name97">
                    <dgm:if name="Name98" func="var" arg="dir" op="equ" val="norm">
                      <dgm:choose name="Name99">
                        <dgm:if name="Name100" axis="root des" ptType="all node" func="maxDepth" op="gt" val="1">
                          <dgm:alg type="tx">
                            <dgm:param type="parTxLTRAlign" val="l"/>
                            <dgm:param type="parTxRTLAlign" val="r"/>
                            <dgm:param type="txAnchorVert" val="t"/>
                          </dgm:alg>
                        </dgm:if>
                        <dgm:else name="Name101">
                          <dgm:alg type="tx">
                            <dgm:param type="parTxLTRAlign" val="l"/>
                            <dgm:param type="parTxRTLAlign" val="l"/>
                            <dgm:param type="txAnchorVert" val="t"/>
                          </dgm:alg>
                        </dgm:else>
                      </dgm:choose>
                    </dgm:if>
                    <dgm:else name="Name102">
                      <dgm:choose name="Name103">
                        <dgm:if name="Name104" axis="root des" ptType="all node" func="maxDepth" op="gt" val="1">
                          <dgm:alg type="tx">
                            <dgm:param type="parTxLTRAlign" val="l"/>
                            <dgm:param type="parTxRTLAlign" val="r"/>
                            <dgm:param type="txAnchorVertCh" val="b"/>
                            <dgm:param type="txAnchorVert" val="b"/>
                          </dgm:alg>
                        </dgm:if>
                        <dgm:else name="Name105">
                          <dgm:alg type="tx">
                            <dgm:param type="parTxLTRAlign" val="r"/>
                            <dgm:param type="parTxRTLAlign" val="r"/>
                            <dgm:param type="txAnchorVert" val="b"/>
                          </dgm:alg>
                        </dgm:else>
                      </dgm:choose>
                    </dgm:else>
                  </dgm:choose>
                  <dgm:shape xmlns:r="http://schemas.openxmlformats.org/officeDocument/2006/relationships" type="rect" r:blip="">
                    <dgm:adjLst/>
                  </dgm:shape>
                  <dgm:presOf axis="desOrSelf" ptType="node"/>
                  <dgm:choose name="Name106">
                    <dgm:if name="Name107" func="var" arg="dir" op="equ" val="norm">
                      <dgm:constrLst>
                        <dgm:constr type="rMarg"/>
                        <dgm:constr type="tMarg"/>
                        <dgm:constr type="bMarg"/>
                      </dgm:constrLst>
                    </dgm:if>
                    <dgm:else name="Name108">
                      <dgm:constrLst>
                        <dgm:constr type="lMarg"/>
                        <dgm:constr type="tMarg"/>
                        <dgm:constr type="bMarg"/>
                      </dgm:constrLst>
                    </dgm:else>
                  </dgm:choose>
                  <dgm:ruleLst>
                    <dgm:rule type="primFontSz" val="5" fact="NaN" max="NaN"/>
                  </dgm:ruleLst>
                </dgm:layoutNode>
              </dgm:forEach>
              <dgm:forEach name="Name109" axis="ch" ptType="node" st="3" cnt="1">
                <dgm:layoutNode name="bullet4c" styleLbl="node1">
                  <dgm:alg type="sp"/>
                  <dgm:shape xmlns:r="http://schemas.openxmlformats.org/officeDocument/2006/relationships" type="ellipse" r:blip="">
                    <dgm:adjLst/>
                  </dgm:shape>
                  <dgm:presOf/>
                  <dgm:constrLst/>
                  <dgm:ruleLst/>
                </dgm:layoutNode>
                <dgm:layoutNode name="textBox4c" styleLbl="revTx">
                  <dgm:varLst>
                    <dgm:bulletEnabled val="1"/>
                  </dgm:varLst>
                  <dgm:choose name="Name110">
                    <dgm:if name="Name111" func="var" arg="dir" op="equ" val="norm">
                      <dgm:choose name="Name112">
                        <dgm:if name="Name113" axis="root des" ptType="all node" func="maxDepth" op="gt" val="1">
                          <dgm:alg type="tx">
                            <dgm:param type="parTxLTRAlign" val="l"/>
                            <dgm:param type="parTxRTLAlign" val="r"/>
                            <dgm:param type="txAnchorVert" val="t"/>
                          </dgm:alg>
                        </dgm:if>
                        <dgm:else name="Name114">
                          <dgm:alg type="tx">
                            <dgm:param type="parTxLTRAlign" val="l"/>
                            <dgm:param type="parTxRTLAlign" val="l"/>
                            <dgm:param type="txAnchorVert" val="t"/>
                          </dgm:alg>
                        </dgm:else>
                      </dgm:choose>
                    </dgm:if>
                    <dgm:else name="Name115">
                      <dgm:choose name="Name116">
                        <dgm:if name="Name117" axis="root des" ptType="all node" func="maxDepth" op="gt" val="1">
                          <dgm:alg type="tx">
                            <dgm:param type="parTxLTRAlign" val="l"/>
                            <dgm:param type="parTxRTLAlign" val="r"/>
                            <dgm:param type="txAnchorVertCh" val="b"/>
                            <dgm:param type="txAnchorVert" val="b"/>
                          </dgm:alg>
                        </dgm:if>
                        <dgm:else name="Name118">
                          <dgm:alg type="tx">
                            <dgm:param type="parTxLTRAlign" val="r"/>
                            <dgm:param type="parTxRTLAlign" val="r"/>
                            <dgm:param type="txAnchorVert" val="b"/>
                          </dgm:alg>
                        </dgm:else>
                      </dgm:choose>
                    </dgm:else>
                  </dgm:choose>
                  <dgm:shape xmlns:r="http://schemas.openxmlformats.org/officeDocument/2006/relationships" type="rect" r:blip="">
                    <dgm:adjLst/>
                  </dgm:shape>
                  <dgm:presOf axis="desOrSelf" ptType="node"/>
                  <dgm:choose name="Name119">
                    <dgm:if name="Name120" func="var" arg="dir" op="equ" val="norm">
                      <dgm:constrLst>
                        <dgm:constr type="rMarg"/>
                        <dgm:constr type="tMarg"/>
                        <dgm:constr type="bMarg"/>
                      </dgm:constrLst>
                    </dgm:if>
                    <dgm:else name="Name121">
                      <dgm:constrLst>
                        <dgm:constr type="lMarg"/>
                        <dgm:constr type="tMarg"/>
                        <dgm:constr type="bMarg"/>
                      </dgm:constrLst>
                    </dgm:else>
                  </dgm:choose>
                  <dgm:ruleLst>
                    <dgm:rule type="primFontSz" val="5" fact="NaN" max="NaN"/>
                  </dgm:ruleLst>
                </dgm:layoutNode>
              </dgm:forEach>
              <dgm:forEach name="Name122" axis="ch" ptType="node" st="4" cnt="1">
                <dgm:layoutNode name="bullet4d" styleLbl="node1">
                  <dgm:alg type="sp"/>
                  <dgm:shape xmlns:r="http://schemas.openxmlformats.org/officeDocument/2006/relationships" type="ellipse" r:blip="">
                    <dgm:adjLst/>
                  </dgm:shape>
                  <dgm:presOf/>
                  <dgm:constrLst/>
                  <dgm:ruleLst/>
                </dgm:layoutNode>
                <dgm:layoutNode name="textBox4d" styleLbl="revTx">
                  <dgm:varLst>
                    <dgm:bulletEnabled val="1"/>
                  </dgm:varLst>
                  <dgm:choose name="Name123">
                    <dgm:if name="Name124" func="var" arg="dir" op="equ" val="norm">
                      <dgm:choose name="Name125">
                        <dgm:if name="Name126" axis="root des" ptType="all node" func="maxDepth" op="gt" val="1">
                          <dgm:alg type="tx">
                            <dgm:param type="parTxLTRAlign" val="l"/>
                            <dgm:param type="parTxRTLAlign" val="r"/>
                            <dgm:param type="txAnchorVert" val="t"/>
                          </dgm:alg>
                        </dgm:if>
                        <dgm:else name="Name127">
                          <dgm:alg type="tx">
                            <dgm:param type="parTxLTRAlign" val="l"/>
                            <dgm:param type="parTxRTLAlign" val="l"/>
                            <dgm:param type="txAnchorVert" val="t"/>
                          </dgm:alg>
                        </dgm:else>
                      </dgm:choose>
                    </dgm:if>
                    <dgm:else name="Name128">
                      <dgm:choose name="Name129">
                        <dgm:if name="Name130" axis="root des" ptType="all node" func="maxDepth" op="gt" val="1">
                          <dgm:alg type="tx">
                            <dgm:param type="parTxLTRAlign" val="l"/>
                            <dgm:param type="parTxRTLAlign" val="r"/>
                            <dgm:param type="txAnchorVertCh" val="b"/>
                            <dgm:param type="txAnchorVert" val="b"/>
                          </dgm:alg>
                        </dgm:if>
                        <dgm:else name="Name131">
                          <dgm:alg type="tx">
                            <dgm:param type="parTxLTRAlign" val="r"/>
                            <dgm:param type="parTxRTLAlign" val="r"/>
                            <dgm:param type="txAnchorVert" val="b"/>
                          </dgm:alg>
                        </dgm:else>
                      </dgm:choose>
                    </dgm:else>
                  </dgm:choose>
                  <dgm:shape xmlns:r="http://schemas.openxmlformats.org/officeDocument/2006/relationships" type="rect" r:blip="">
                    <dgm:adjLst/>
                  </dgm:shape>
                  <dgm:presOf axis="desOrSelf" ptType="node"/>
                  <dgm:choose name="Name132">
                    <dgm:if name="Name133" func="var" arg="dir" op="equ" val="norm">
                      <dgm:constrLst>
                        <dgm:constr type="rMarg"/>
                        <dgm:constr type="tMarg"/>
                        <dgm:constr type="bMarg"/>
                      </dgm:constrLst>
                    </dgm:if>
                    <dgm:else name="Name134">
                      <dgm:constrLst>
                        <dgm:constr type="lMarg"/>
                        <dgm:constr type="tMarg"/>
                        <dgm:constr type="bMarg"/>
                      </dgm:constrLst>
                    </dgm:else>
                  </dgm:choose>
                  <dgm:ruleLst>
                    <dgm:rule type="primFontSz" val="5" fact="NaN" max="NaN"/>
                  </dgm:ruleLst>
                </dgm:layoutNode>
              </dgm:forEach>
            </dgm:layoutNode>
          </dgm:if>
          <dgm:else name="Name135">
            <dgm:layoutNode name="arrowDiagram5">
              <dgm:alg type="composite">
                <dgm:param type="vertAlign" val="none"/>
                <dgm:param type="horzAlign" val="none"/>
              </dgm:alg>
              <dgm:shape xmlns:r="http://schemas.openxmlformats.org/officeDocument/2006/relationships" r:blip="">
                <dgm:adjLst/>
              </dgm:shape>
              <dgm:presOf/>
              <dgm:choose name="Name136">
                <dgm:if name="Name137" func="var" arg="dir" op="equ" val="norm">
                  <dgm:constrLst>
                    <dgm:constr type="ctrX" for="ch" forName="bullet5a" refType="w" fact="0.11"/>
                    <dgm:constr type="ctrY" for="ch" forName="bullet5a" refType="h" fact="0.762"/>
                    <dgm:constr type="w" for="ch" forName="bullet5a" refType="w" fact="0.023"/>
                    <dgm:constr type="h" for="ch" forName="bullet5a" refType="w" refFor="ch" refForName="bullet5a"/>
                    <dgm:constr type="l" for="ch" forName="textBox5a" refType="ctrX" refFor="ch" refForName="bullet5a"/>
                    <dgm:constr type="t" for="ch" forName="textBox5a" refType="ctrY" refFor="ch" refForName="bullet5a"/>
                    <dgm:constr type="w" for="ch" forName="textBox5a" refType="w" fact="0.131"/>
                    <dgm:constr type="h" for="ch" forName="textBox5a" refType="h" fact="0.238"/>
                    <dgm:constr type="userA" refType="h" refFor="ch" refForName="bullet5a" fact="0.53"/>
                    <dgm:constr type="lMarg" for="ch" forName="textBox5a" refType="userA" fact="2.834"/>
                    <dgm:constr type="ctrX" for="ch" forName="bullet5b" refType="w" fact="0.241"/>
                    <dgm:constr type="ctrY" for="ch" forName="bullet5b" refType="h" fact="0.581"/>
                    <dgm:constr type="w" for="ch" forName="bullet5b" refType="w" fact="0.036"/>
                    <dgm:constr type="h" for="ch" forName="bullet5b" refType="w" refFor="ch" refForName="bullet5b"/>
                    <dgm:constr type="l" for="ch" forName="textBox5b" refType="ctrX" refFor="ch" refForName="bullet5b"/>
                    <dgm:constr type="t" for="ch" forName="textBox5b" refType="ctrY" refFor="ch" refForName="bullet5b"/>
                    <dgm:constr type="w" for="ch" forName="textBox5b" refType="w" fact="0.166"/>
                    <dgm:constr type="h" for="ch" forName="textBox5b" refType="h" fact="0.419"/>
                    <dgm:constr type="userB" refType="h" refFor="ch" refForName="bullet5b" fact="0.53"/>
                    <dgm:constr type="lMarg" for="ch" forName="textBox5b" refType="userB" fact="2.834"/>
                    <dgm:constr type="ctrX" for="ch" forName="bullet5c" refType="w" fact="0.407"/>
                    <dgm:constr type="ctrY" for="ch" forName="bullet5c" refType="h" fact="0.438"/>
                    <dgm:constr type="w" for="ch" forName="bullet5c" refType="w" fact="0.048"/>
                    <dgm:constr type="h" for="ch" forName="bullet5c" refType="w" refFor="ch" refForName="bullet5c"/>
                    <dgm:constr type="l" for="ch" forName="textBox5c" refType="ctrX" refFor="ch" refForName="bullet5c"/>
                    <dgm:constr type="t" for="ch" forName="textBox5c" refType="ctrY" refFor="ch" refForName="bullet5c"/>
                    <dgm:constr type="w" for="ch" forName="textBox5c" refType="w" fact="0.193"/>
                    <dgm:constr type="h" for="ch" forName="textBox5c" refType="h" fact="0.562"/>
                    <dgm:constr type="userC" refType="h" refFor="ch" refForName="bullet5c" fact="0.53"/>
                    <dgm:constr type="lMarg" for="ch" forName="textBox5c" refType="userC" fact="2.834"/>
                    <dgm:constr type="ctrX" for="ch" forName="bullet5d" refType="w" fact="0.6"/>
                    <dgm:constr type="ctrY" for="ch" forName="bullet5d" refType="h" fact="0.33"/>
                    <dgm:constr type="w" for="ch" forName="bullet5d" refType="w" fact="0.062"/>
                    <dgm:constr type="h" for="ch" forName="bullet5d" refType="w" refFor="ch" refForName="bullet5d"/>
                    <dgm:constr type="l" for="ch" forName="textBox5d" refType="ctrX" refFor="ch" refForName="bullet5d"/>
                    <dgm:constr type="t" for="ch" forName="textBox5d" refType="ctrY" refFor="ch" refForName="bullet5d"/>
                    <dgm:constr type="w" for="ch" forName="textBox5d" refType="w" fact="0.2"/>
                    <dgm:constr type="h" for="ch" forName="textBox5d" refType="h" fact="0.67"/>
                    <dgm:constr type="userD" refType="h" refFor="ch" refForName="bullet5d" fact="0.53"/>
                    <dgm:constr type="lMarg" for="ch" forName="textBox5d" refType="userD" fact="2.834"/>
                    <dgm:constr type="ctrX" for="ch" forName="bullet5e" refType="w" fact="0.8"/>
                    <dgm:constr type="ctrY" for="ch" forName="bullet5e" refType="h" fact="0.264"/>
                    <dgm:constr type="w" for="ch" forName="bullet5e" refType="w" fact="0.079"/>
                    <dgm:constr type="h" for="ch" forName="bullet5e" refType="w" refFor="ch" refForName="bullet5e"/>
                    <dgm:constr type="l" for="ch" forName="textBox5e" refType="ctrX" refFor="ch" refForName="bullet5e"/>
                    <dgm:constr type="t" for="ch" forName="textBox5e" refType="ctrY" refFor="ch" refForName="bullet5e"/>
                    <dgm:constr type="w" for="ch" forName="textBox5e" refType="w" fact="0.2"/>
                    <dgm:constr type="h" for="ch" forName="textBox5e" refType="h" fact="0.736"/>
                    <dgm:constr type="userE" refType="h" refFor="ch" refForName="bullet5e" fact="0.53"/>
                    <dgm:constr type="lMarg" for="ch" forName="textBox5e" refType="userE" fact="2.834"/>
                    <dgm:constr type="primFontSz" for="ch" ptType="node" op="equ" val="65"/>
                  </dgm:constrLst>
                </dgm:if>
                <dgm:else name="Name138">
                  <dgm:constrLst>
                    <dgm:constr type="ctrX" for="ch" forName="bullet5a" refType="w" fact="0.11"/>
                    <dgm:constr type="ctrY" for="ch" forName="bullet5a" refType="h" fact="0.762"/>
                    <dgm:constr type="w" for="ch" forName="bullet5a" refType="w" fact="0.023"/>
                    <dgm:constr type="h" for="ch" forName="bullet5a" refType="w" refFor="ch" refForName="bullet5a"/>
                    <dgm:constr type="r" for="ch" forName="textBox5a" refType="ctrX" refFor="ch" refForName="bullet5a"/>
                    <dgm:constr type="b" for="ch" forName="textBox5a" refType="ctrY" refFor="ch" refForName="bullet5a"/>
                    <dgm:constr type="w" for="ch" forName="textBox5a" refType="w" fact="0.11"/>
                    <dgm:constr type="h" for="ch" forName="textBox5a" refType="h" fact="0.762"/>
                    <dgm:constr type="userA" refType="h" refFor="ch" refForName="bullet5a" fact="0.53"/>
                    <dgm:constr type="rMarg" for="ch" forName="textBox5a" refType="userA" fact="2.834"/>
                    <dgm:constr type="ctrX" for="ch" forName="bullet5b" refType="w" fact="0.241"/>
                    <dgm:constr type="ctrY" for="ch" forName="bullet5b" refType="h" fact="0.581"/>
                    <dgm:constr type="w" for="ch" forName="bullet5b" refType="w" fact="0.036"/>
                    <dgm:constr type="h" for="ch" forName="bullet5b" refType="w" refFor="ch" refForName="bullet5b"/>
                    <dgm:constr type="r" for="ch" forName="textBox5b" refType="ctrX" refFor="ch" refForName="bullet5b"/>
                    <dgm:constr type="b" for="ch" forName="textBox5b" refType="ctrY" refFor="ch" refForName="bullet5b"/>
                    <dgm:constr type="w" for="ch" forName="textBox5b" refType="w" fact="0.131"/>
                    <dgm:constr type="h" for="ch" forName="textBox5b" refType="h" fact="0.581"/>
                    <dgm:constr type="userB" refType="h" refFor="ch" refForName="bullet5b" fact="0.53"/>
                    <dgm:constr type="rMarg" for="ch" forName="textBox5b" refType="userB" fact="2.834"/>
                    <dgm:constr type="ctrX" for="ch" forName="bullet5c" refType="w" fact="0.407"/>
                    <dgm:constr type="ctrY" for="ch" forName="bullet5c" refType="h" fact="0.438"/>
                    <dgm:constr type="w" for="ch" forName="bullet5c" refType="w" fact="0.048"/>
                    <dgm:constr type="h" for="ch" forName="bullet5c" refType="w" refFor="ch" refForName="bullet5c"/>
                    <dgm:constr type="r" for="ch" forName="textBox5c" refType="ctrX" refFor="ch" refForName="bullet5c"/>
                    <dgm:constr type="b" for="ch" forName="textBox5c" refType="ctrY" refFor="ch" refForName="bullet5c"/>
                    <dgm:constr type="w" for="ch" forName="textBox5c" refType="w" fact="0.166"/>
                    <dgm:constr type="h" for="ch" forName="textBox5c" refType="h" fact="0.438"/>
                    <dgm:constr type="userC" refType="h" refFor="ch" refForName="bullet5c" fact="0.53"/>
                    <dgm:constr type="rMarg" for="ch" forName="textBox5c" refType="userC" fact="2.834"/>
                    <dgm:constr type="ctrX" for="ch" forName="bullet5d" refType="w" fact="0.6"/>
                    <dgm:constr type="ctrY" for="ch" forName="bullet5d" refType="h" fact="0.33"/>
                    <dgm:constr type="w" for="ch" forName="bullet5d" refType="w" fact="0.062"/>
                    <dgm:constr type="h" for="ch" forName="bullet5d" refType="w" refFor="ch" refForName="bullet5d"/>
                    <dgm:constr type="r" for="ch" forName="textBox5d" refType="ctrX" refFor="ch" refForName="bullet5d"/>
                    <dgm:constr type="b" for="ch" forName="textBox5d" refType="ctrY" refFor="ch" refForName="bullet5d"/>
                    <dgm:constr type="w" for="ch" forName="textBox5d" refType="w" fact="0.193"/>
                    <dgm:constr type="h" for="ch" forName="textBox5d" refType="h" fact="0.33"/>
                    <dgm:constr type="userD" refType="h" refFor="ch" refForName="bullet5d" fact="0.53"/>
                    <dgm:constr type="rMarg" for="ch" forName="textBox5d" refType="userD" fact="2.834"/>
                    <dgm:constr type="ctrX" for="ch" forName="bullet5e" refType="w" fact="0.8"/>
                    <dgm:constr type="ctrY" for="ch" forName="bullet5e" refType="h" fact="0.264"/>
                    <dgm:constr type="w" for="ch" forName="bullet5e" refType="w" fact="0.079"/>
                    <dgm:constr type="h" for="ch" forName="bullet5e" refType="w" refFor="ch" refForName="bullet5e"/>
                    <dgm:constr type="r" for="ch" forName="textBox5e" refType="ctrX" refFor="ch" refForName="bullet5e"/>
                    <dgm:constr type="b" for="ch" forName="textBox5e" refType="ctrY" refFor="ch" refForName="bullet5e"/>
                    <dgm:constr type="w" for="ch" forName="textBox5e" refType="w" fact="0.2"/>
                    <dgm:constr type="h" for="ch" forName="textBox5e" refType="h" fact="0.264"/>
                    <dgm:constr type="userE" refType="h" refFor="ch" refForName="bullet5e" fact="0.53"/>
                    <dgm:constr type="rMarg" for="ch" forName="textBox5e" refType="userE" fact="2.834"/>
                    <dgm:constr type="primFontSz" for="ch" ptType="node" op="equ" val="65"/>
                  </dgm:constrLst>
                </dgm:else>
              </dgm:choose>
              <dgm:ruleLst/>
              <dgm:forEach name="Name139" axis="ch" ptType="node" cnt="1">
                <dgm:layoutNode name="bullet5a" styleLbl="node1">
                  <dgm:alg type="sp"/>
                  <dgm:shape xmlns:r="http://schemas.openxmlformats.org/officeDocument/2006/relationships" type="ellipse" r:blip="">
                    <dgm:adjLst/>
                  </dgm:shape>
                  <dgm:presOf/>
                  <dgm:constrLst/>
                  <dgm:ruleLst/>
                </dgm:layoutNode>
                <dgm:layoutNode name="textBox5a" styleLbl="revTx">
                  <dgm:varLst>
                    <dgm:bulletEnabled val="1"/>
                  </dgm:varLst>
                  <dgm:choose name="Name140">
                    <dgm:if name="Name141" func="var" arg="dir" op="equ" val="norm">
                      <dgm:choose name="Name142">
                        <dgm:if name="Name143" axis="root des" ptType="all node" func="maxDepth" op="gt" val="1">
                          <dgm:alg type="tx">
                            <dgm:param type="parTxLTRAlign" val="l"/>
                            <dgm:param type="parTxRTLAlign" val="r"/>
                            <dgm:param type="txAnchorVert" val="t"/>
                          </dgm:alg>
                        </dgm:if>
                        <dgm:else name="Name144">
                          <dgm:alg type="tx">
                            <dgm:param type="parTxLTRAlign" val="l"/>
                            <dgm:param type="parTxRTLAlign" val="l"/>
                            <dgm:param type="txAnchorVert" val="t"/>
                          </dgm:alg>
                        </dgm:else>
                      </dgm:choose>
                    </dgm:if>
                    <dgm:else name="Name145">
                      <dgm:choose name="Name146">
                        <dgm:if name="Name147" axis="root des" ptType="all node" func="maxDepth" op="gt" val="1">
                          <dgm:alg type="tx">
                            <dgm:param type="parTxLTRAlign" val="l"/>
                            <dgm:param type="parTxRTLAlign" val="r"/>
                            <dgm:param type="txAnchorVertCh" val="b"/>
                            <dgm:param type="txAnchorVert" val="b"/>
                          </dgm:alg>
                        </dgm:if>
                        <dgm:else name="Name148">
                          <dgm:alg type="tx">
                            <dgm:param type="parTxLTRAlign" val="r"/>
                            <dgm:param type="parTxRTLAlign" val="r"/>
                            <dgm:param type="txAnchorVert" val="b"/>
                          </dgm:alg>
                        </dgm:else>
                      </dgm:choose>
                    </dgm:else>
                  </dgm:choose>
                  <dgm:shape xmlns:r="http://schemas.openxmlformats.org/officeDocument/2006/relationships" type="rect" r:blip="">
                    <dgm:adjLst/>
                  </dgm:shape>
                  <dgm:presOf axis="desOrSelf" ptType="node"/>
                  <dgm:choose name="Name149">
                    <dgm:if name="Name150" func="var" arg="dir" op="equ" val="norm">
                      <dgm:constrLst>
                        <dgm:constr type="rMarg"/>
                        <dgm:constr type="tMarg"/>
                        <dgm:constr type="bMarg"/>
                      </dgm:constrLst>
                    </dgm:if>
                    <dgm:else name="Name151">
                      <dgm:constrLst>
                        <dgm:constr type="lMarg"/>
                        <dgm:constr type="tMarg"/>
                        <dgm:constr type="bMarg"/>
                      </dgm:constrLst>
                    </dgm:else>
                  </dgm:choose>
                  <dgm:ruleLst>
                    <dgm:rule type="primFontSz" val="5" fact="NaN" max="NaN"/>
                  </dgm:ruleLst>
                </dgm:layoutNode>
              </dgm:forEach>
              <dgm:forEach name="Name152" axis="ch" ptType="node" st="2" cnt="1">
                <dgm:layoutNode name="bullet5b" styleLbl="node1">
                  <dgm:alg type="sp"/>
                  <dgm:shape xmlns:r="http://schemas.openxmlformats.org/officeDocument/2006/relationships" type="ellipse" r:blip="">
                    <dgm:adjLst/>
                  </dgm:shape>
                  <dgm:presOf/>
                  <dgm:constrLst/>
                  <dgm:ruleLst/>
                </dgm:layoutNode>
                <dgm:layoutNode name="textBox5b" styleLbl="revTx">
                  <dgm:varLst>
                    <dgm:bulletEnabled val="1"/>
                  </dgm:varLst>
                  <dgm:choose name="Name153">
                    <dgm:if name="Name154" func="var" arg="dir" op="equ" val="norm">
                      <dgm:choose name="Name155">
                        <dgm:if name="Name156" axis="root des" ptType="all node" func="maxDepth" op="gt" val="1">
                          <dgm:alg type="tx">
                            <dgm:param type="parTxLTRAlign" val="l"/>
                            <dgm:param type="parTxRTLAlign" val="r"/>
                            <dgm:param type="txAnchorVert" val="t"/>
                          </dgm:alg>
                        </dgm:if>
                        <dgm:else name="Name157">
                          <dgm:alg type="tx">
                            <dgm:param type="parTxLTRAlign" val="l"/>
                            <dgm:param type="parTxRTLAlign" val="l"/>
                            <dgm:param type="txAnchorVert" val="t"/>
                          </dgm:alg>
                        </dgm:else>
                      </dgm:choose>
                    </dgm:if>
                    <dgm:else name="Name158">
                      <dgm:choose name="Name159">
                        <dgm:if name="Name160" axis="root des" ptType="all node" func="maxDepth" op="gt" val="1">
                          <dgm:alg type="tx">
                            <dgm:param type="parTxLTRAlign" val="l"/>
                            <dgm:param type="parTxRTLAlign" val="r"/>
                            <dgm:param type="txAnchorVertCh" val="b"/>
                            <dgm:param type="txAnchorVert" val="b"/>
                          </dgm:alg>
                        </dgm:if>
                        <dgm:else name="Name161">
                          <dgm:alg type="tx">
                            <dgm:param type="parTxLTRAlign" val="r"/>
                            <dgm:param type="parTxRTLAlign" val="r"/>
                            <dgm:param type="txAnchorVert" val="b"/>
                          </dgm:alg>
                        </dgm:else>
                      </dgm:choose>
                    </dgm:else>
                  </dgm:choose>
                  <dgm:shape xmlns:r="http://schemas.openxmlformats.org/officeDocument/2006/relationships" type="rect" r:blip="">
                    <dgm:adjLst/>
                  </dgm:shape>
                  <dgm:presOf axis="desOrSelf" ptType="node"/>
                  <dgm:choose name="Name162">
                    <dgm:if name="Name163" func="var" arg="dir" op="equ" val="norm">
                      <dgm:constrLst>
                        <dgm:constr type="rMarg"/>
                        <dgm:constr type="tMarg"/>
                        <dgm:constr type="bMarg"/>
                      </dgm:constrLst>
                    </dgm:if>
                    <dgm:else name="Name164">
                      <dgm:constrLst>
                        <dgm:constr type="lMarg"/>
                        <dgm:constr type="tMarg"/>
                        <dgm:constr type="bMarg"/>
                      </dgm:constrLst>
                    </dgm:else>
                  </dgm:choose>
                  <dgm:ruleLst>
                    <dgm:rule type="primFontSz" val="5" fact="NaN" max="NaN"/>
                  </dgm:ruleLst>
                </dgm:layoutNode>
              </dgm:forEach>
              <dgm:forEach name="Name165" axis="ch" ptType="node" st="3" cnt="1">
                <dgm:layoutNode name="bullet5c" styleLbl="node1">
                  <dgm:alg type="sp"/>
                  <dgm:shape xmlns:r="http://schemas.openxmlformats.org/officeDocument/2006/relationships" type="ellipse" r:blip="">
                    <dgm:adjLst/>
                  </dgm:shape>
                  <dgm:presOf/>
                  <dgm:constrLst/>
                  <dgm:ruleLst/>
                </dgm:layoutNode>
                <dgm:layoutNode name="textBox5c" styleLbl="revTx">
                  <dgm:varLst>
                    <dgm:bulletEnabled val="1"/>
                  </dgm:varLst>
                  <dgm:choose name="Name166">
                    <dgm:if name="Name167" func="var" arg="dir" op="equ" val="norm">
                      <dgm:choose name="Name168">
                        <dgm:if name="Name169" axis="root des" ptType="all node" func="maxDepth" op="gt" val="1">
                          <dgm:alg type="tx">
                            <dgm:param type="parTxLTRAlign" val="l"/>
                            <dgm:param type="parTxRTLAlign" val="r"/>
                            <dgm:param type="txAnchorVert" val="t"/>
                          </dgm:alg>
                        </dgm:if>
                        <dgm:else name="Name170">
                          <dgm:alg type="tx">
                            <dgm:param type="parTxLTRAlign" val="l"/>
                            <dgm:param type="parTxRTLAlign" val="l"/>
                            <dgm:param type="txAnchorVert" val="t"/>
                          </dgm:alg>
                        </dgm:else>
                      </dgm:choose>
                    </dgm:if>
                    <dgm:else name="Name171">
                      <dgm:choose name="Name172">
                        <dgm:if name="Name173" axis="root des" ptType="all node" func="maxDepth" op="gt" val="1">
                          <dgm:alg type="tx">
                            <dgm:param type="parTxLTRAlign" val="l"/>
                            <dgm:param type="parTxRTLAlign" val="r"/>
                            <dgm:param type="txAnchorVertCh" val="b"/>
                            <dgm:param type="txAnchorVert" val="b"/>
                          </dgm:alg>
                        </dgm:if>
                        <dgm:else name="Name174">
                          <dgm:alg type="tx">
                            <dgm:param type="parTxLTRAlign" val="r"/>
                            <dgm:param type="parTxRTLAlign" val="r"/>
                            <dgm:param type="txAnchorVert" val="b"/>
                          </dgm:alg>
                        </dgm:else>
                      </dgm:choose>
                    </dgm:else>
                  </dgm:choose>
                  <dgm:shape xmlns:r="http://schemas.openxmlformats.org/officeDocument/2006/relationships" type="rect" r:blip="">
                    <dgm:adjLst/>
                  </dgm:shape>
                  <dgm:presOf axis="desOrSelf" ptType="node"/>
                  <dgm:choose name="Name175">
                    <dgm:if name="Name176" func="var" arg="dir" op="equ" val="norm">
                      <dgm:constrLst>
                        <dgm:constr type="rMarg"/>
                        <dgm:constr type="tMarg"/>
                        <dgm:constr type="bMarg"/>
                      </dgm:constrLst>
                    </dgm:if>
                    <dgm:else name="Name177">
                      <dgm:constrLst>
                        <dgm:constr type="lMarg"/>
                        <dgm:constr type="tMarg"/>
                        <dgm:constr type="bMarg"/>
                      </dgm:constrLst>
                    </dgm:else>
                  </dgm:choose>
                  <dgm:ruleLst>
                    <dgm:rule type="primFontSz" val="5" fact="NaN" max="NaN"/>
                  </dgm:ruleLst>
                </dgm:layoutNode>
              </dgm:forEach>
              <dgm:forEach name="Name178" axis="ch" ptType="node" st="4" cnt="1">
                <dgm:layoutNode name="bullet5d" styleLbl="node1">
                  <dgm:alg type="sp"/>
                  <dgm:shape xmlns:r="http://schemas.openxmlformats.org/officeDocument/2006/relationships" type="ellipse" r:blip="">
                    <dgm:adjLst/>
                  </dgm:shape>
                  <dgm:presOf/>
                  <dgm:constrLst/>
                  <dgm:ruleLst/>
                </dgm:layoutNode>
                <dgm:layoutNode name="textBox5d" styleLbl="revTx">
                  <dgm:varLst>
                    <dgm:bulletEnabled val="1"/>
                  </dgm:varLst>
                  <dgm:choose name="Name179">
                    <dgm:if name="Name180" func="var" arg="dir" op="equ" val="norm">
                      <dgm:choose name="Name181">
                        <dgm:if name="Name182" axis="root des" ptType="all node" func="maxDepth" op="gt" val="1">
                          <dgm:alg type="tx">
                            <dgm:param type="parTxLTRAlign" val="l"/>
                            <dgm:param type="parTxRTLAlign" val="r"/>
                            <dgm:param type="txAnchorVert" val="t"/>
                          </dgm:alg>
                        </dgm:if>
                        <dgm:else name="Name183">
                          <dgm:alg type="tx">
                            <dgm:param type="parTxLTRAlign" val="l"/>
                            <dgm:param type="parTxRTLAlign" val="l"/>
                            <dgm:param type="txAnchorVert" val="t"/>
                          </dgm:alg>
                        </dgm:else>
                      </dgm:choose>
                    </dgm:if>
                    <dgm:else name="Name184">
                      <dgm:choose name="Name185">
                        <dgm:if name="Name186" axis="root des" ptType="all node" func="maxDepth" op="gt" val="1">
                          <dgm:alg type="tx">
                            <dgm:param type="parTxLTRAlign" val="l"/>
                            <dgm:param type="parTxRTLAlign" val="r"/>
                            <dgm:param type="txAnchorVertCh" val="b"/>
                            <dgm:param type="txAnchorVert" val="b"/>
                          </dgm:alg>
                        </dgm:if>
                        <dgm:else name="Name187">
                          <dgm:alg type="tx">
                            <dgm:param type="parTxLTRAlign" val="r"/>
                            <dgm:param type="parTxRTLAlign" val="r"/>
                            <dgm:param type="txAnchorVert" val="b"/>
                          </dgm:alg>
                        </dgm:else>
                      </dgm:choose>
                    </dgm:else>
                  </dgm:choose>
                  <dgm:shape xmlns:r="http://schemas.openxmlformats.org/officeDocument/2006/relationships" type="rect" r:blip="">
                    <dgm:adjLst/>
                  </dgm:shape>
                  <dgm:presOf axis="desOrSelf" ptType="node"/>
                  <dgm:choose name="Name188">
                    <dgm:if name="Name189" func="var" arg="dir" op="equ" val="norm">
                      <dgm:constrLst>
                        <dgm:constr type="rMarg"/>
                        <dgm:constr type="tMarg"/>
                        <dgm:constr type="bMarg"/>
                      </dgm:constrLst>
                    </dgm:if>
                    <dgm:else name="Name190">
                      <dgm:constrLst>
                        <dgm:constr type="lMarg"/>
                        <dgm:constr type="tMarg"/>
                        <dgm:constr type="bMarg"/>
                      </dgm:constrLst>
                    </dgm:else>
                  </dgm:choose>
                  <dgm:ruleLst>
                    <dgm:rule type="primFontSz" val="5" fact="NaN" max="NaN"/>
                  </dgm:ruleLst>
                </dgm:layoutNode>
              </dgm:forEach>
              <dgm:forEach name="Name191" axis="ch" ptType="node" st="5" cnt="1">
                <dgm:layoutNode name="bullet5e" styleLbl="node1">
                  <dgm:alg type="sp"/>
                  <dgm:shape xmlns:r="http://schemas.openxmlformats.org/officeDocument/2006/relationships" type="ellipse" r:blip="">
                    <dgm:adjLst/>
                  </dgm:shape>
                  <dgm:presOf/>
                  <dgm:constrLst/>
                  <dgm:ruleLst/>
                </dgm:layoutNode>
                <dgm:layoutNode name="textBox5e" styleLbl="revTx">
                  <dgm:varLst>
                    <dgm:bulletEnabled val="1"/>
                  </dgm:varLst>
                  <dgm:choose name="Name192">
                    <dgm:if name="Name193" func="var" arg="dir" op="equ" val="norm">
                      <dgm:choose name="Name194">
                        <dgm:if name="Name195" axis="root des" ptType="all node" func="maxDepth" op="gt" val="1">
                          <dgm:alg type="tx">
                            <dgm:param type="parTxLTRAlign" val="l"/>
                            <dgm:param type="parTxRTLAlign" val="r"/>
                            <dgm:param type="txAnchorVert" val="t"/>
                          </dgm:alg>
                        </dgm:if>
                        <dgm:else name="Name196">
                          <dgm:alg type="tx">
                            <dgm:param type="parTxLTRAlign" val="l"/>
                            <dgm:param type="parTxRTLAlign" val="l"/>
                            <dgm:param type="txAnchorVert" val="t"/>
                          </dgm:alg>
                        </dgm:else>
                      </dgm:choose>
                    </dgm:if>
                    <dgm:else name="Name197">
                      <dgm:choose name="Name198">
                        <dgm:if name="Name199" axis="root des" ptType="all node" func="maxDepth" op="gt" val="1">
                          <dgm:alg type="tx">
                            <dgm:param type="parTxLTRAlign" val="l"/>
                            <dgm:param type="parTxRTLAlign" val="r"/>
                            <dgm:param type="txAnchorVertCh" val="b"/>
                            <dgm:param type="txAnchorVert" val="b"/>
                          </dgm:alg>
                        </dgm:if>
                        <dgm:else name="Name200">
                          <dgm:alg type="tx">
                            <dgm:param type="parTxLTRAlign" val="r"/>
                            <dgm:param type="parTxRTLAlign" val="r"/>
                            <dgm:param type="txAnchorVert" val="b"/>
                          </dgm:alg>
                        </dgm:else>
                      </dgm:choose>
                    </dgm:else>
                  </dgm:choose>
                  <dgm:shape xmlns:r="http://schemas.openxmlformats.org/officeDocument/2006/relationships" type="rect" r:blip="">
                    <dgm:adjLst/>
                  </dgm:shape>
                  <dgm:presOf axis="desOrSelf" ptType="node"/>
                  <dgm:choose name="Name201">
                    <dgm:if name="Name202" func="var" arg="dir" op="equ" val="norm">
                      <dgm:constrLst>
                        <dgm:constr type="rMarg"/>
                        <dgm:constr type="tMarg"/>
                        <dgm:constr type="bMarg"/>
                      </dgm:constrLst>
                    </dgm:if>
                    <dgm:else name="Name203">
                      <dgm:constrLst>
                        <dgm:constr type="lMarg"/>
                        <dgm:constr type="tMarg"/>
                        <dgm:constr type="bMarg"/>
                      </dgm:constrLst>
                    </dgm:else>
                  </dgm:choose>
                  <dgm:ruleLst>
                    <dgm:rule type="primFontSz" val="5" fact="NaN" max="NaN"/>
                  </dgm:ruleLst>
                </dgm:layoutNode>
              </dgm:forEach>
            </dgm:layoutNode>
          </dgm:else>
        </dgm:choose>
      </dgm:if>
      <dgm:else name="Name204"/>
    </dgm:choose>
  </dgm:layoutNode>
</dgm:layoutDef>
</file>

<file path=ppt/diagrams/layout17.xml><?xml version="1.0" encoding="utf-8"?>
<dgm:layoutDef xmlns:dgm="http://schemas.openxmlformats.org/drawingml/2006/diagram" xmlns:a="http://schemas.openxmlformats.org/drawingml/2006/main" uniqueId="urn:microsoft.com/office/officeart/2008/layout/HexagonCluster">
  <dgm:title val=""/>
  <dgm:desc val=""/>
  <dgm:catLst>
    <dgm:cat type="picture" pri="21000"/>
    <dgm:cat type="relationship" pri="3200"/>
    <dgm:cat type="pictureconvert" pri="21000"/>
  </dgm:catLst>
  <dgm:sampData>
    <dgm:dataModel>
      <dgm:ptLst>
        <dgm:pt modelId="0" type="doc"/>
        <dgm:pt modelId="10">
          <dgm:prSet phldr="1"/>
        </dgm:pt>
        <dgm:pt modelId="20">
          <dgm:prSet phldr="1"/>
        </dgm:pt>
        <dgm:pt modelId="30">
          <dgm:prSet phldr="1"/>
        </dgm:pt>
      </dgm:ptLst>
      <dgm:cxnLst>
        <dgm:cxn modelId="40" srcId="0" destId="10" srcOrd="0" destOrd="0"/>
        <dgm:cxn modelId="50" srcId="0" destId="20" srcOrd="1" destOrd="0"/>
        <dgm:cxn modelId="60" srcId="0" destId="30" srcOrd="2" destOrd="0"/>
      </dgm:cxnLst>
      <dgm:bg/>
      <dgm:whole/>
    </dgm:dataModel>
  </dgm:sampData>
  <dgm:styleData>
    <dgm:dataModel>
      <dgm:ptLst>
        <dgm:pt modelId="0" type="doc"/>
        <dgm:pt modelId="10">
          <dgm:prSet phldr="1"/>
        </dgm:pt>
        <dgm:pt modelId="20">
          <dgm:prSet phldr="1"/>
        </dgm:pt>
        <dgm:pt modelId="30">
          <dgm:prSet phldr="1"/>
        </dgm:pt>
      </dgm:ptLst>
      <dgm:cxnLst>
        <dgm:cxn modelId="40" srcId="0" destId="10" srcOrd="0" destOrd="0"/>
        <dgm:cxn modelId="50" srcId="0" destId="20" srcOrd="1" destOrd="0"/>
        <dgm:cxn modelId="60" srcId="0" destId="30" srcOrd="2" destOrd="0"/>
      </dgm:cxnLst>
      <dgm:bg/>
      <dgm:whole/>
    </dgm:dataModel>
  </dgm:styleData>
  <dgm:clrData>
    <dgm:dataModel>
      <dgm:ptLst>
        <dgm:pt modelId="0" type="doc"/>
        <dgm:pt modelId="10">
          <dgm:prSet phldr="1"/>
        </dgm:pt>
        <dgm:pt modelId="20">
          <dgm:prSet phldr="1"/>
        </dgm:pt>
        <dgm:pt modelId="30">
          <dgm:prSet phldr="1"/>
        </dgm:pt>
      </dgm:ptLst>
      <dgm:cxnLst>
        <dgm:cxn modelId="40" srcId="0" destId="10" srcOrd="0" destOrd="0"/>
        <dgm:cxn modelId="50" srcId="0" destId="20" srcOrd="1" destOrd="0"/>
        <dgm:cxn modelId="60" srcId="0" destId="30" srcOrd="2" destOrd="0"/>
      </dgm:cxnLst>
      <dgm:bg/>
      <dgm:whole/>
    </dgm:dataModel>
  </dgm:clrData>
  <dgm:layoutNode name="Name0">
    <dgm:varLst>
      <dgm:chMax val="21"/>
      <dgm:chPref val="21"/>
    </dgm:varLst>
    <dgm:shape xmlns:r="http://schemas.openxmlformats.org/officeDocument/2006/relationships" r:blip="">
      <dgm:adjLst/>
    </dgm:shape>
    <dgm:choose name="Name1">
      <dgm:if name="Name2" axis="ch" ptType="node" func="cnt" op="equ" val="1">
        <dgm:alg type="composite">
          <dgm:param type="ar" val="1.3871"/>
        </dgm:alg>
        <dgm:constrLst>
          <dgm:constr type="primFontSz" for="des" ptType="node" op="equ" val="65"/>
          <dgm:constr type="l" for="ch" forName="text1" refType="w" fact="0.4525"/>
          <dgm:constr type="t" for="ch" forName="text1" refType="h" fact="0.346"/>
          <dgm:constr type="w" for="ch" forName="text1" refType="w" fact="0.5475"/>
          <dgm:constr type="h" for="ch" forName="text1" refType="h" fact="0.654"/>
          <dgm:constr type="l" for="ch" forName="textaccent1" refType="w" fact="0.4652"/>
          <dgm:constr type="t" for="ch" forName="textaccent1" refType="h" fact="0.6348"/>
          <dgm:constr type="w" for="ch" forName="textaccent1" refType="w" fact="0.0639"/>
          <dgm:constr type="h" for="ch" forName="textaccent1" refType="h" fact="0.0765"/>
          <dgm:constr type="l" for="ch" forName="image1" refType="w" fact="0"/>
          <dgm:constr type="t" for="ch" forName="image1" refType="h" fact="0"/>
          <dgm:constr type="w" for="ch" forName="image1" refType="w" fact="0.5468"/>
          <dgm:constr type="h" for="ch" forName="image1" refType="h" fact="0.6538"/>
          <dgm:constr type="l" for="ch" forName="imageaccent1" refType="w" fact="0.3702"/>
          <dgm:constr type="t" for="ch" forName="imageaccent1" refType="h" fact="0.5633"/>
          <dgm:constr type="w" for="ch" forName="imageaccent1" refType="w" fact="0.0639"/>
          <dgm:constr type="h" for="ch" forName="imageaccent1" refType="h" fact="0.0765"/>
        </dgm:constrLst>
      </dgm:if>
      <dgm:if name="Name3" axis="ch" ptType="node" func="cnt" op="equ" val="2">
        <dgm:alg type="composite">
          <dgm:param type="ar" val="2.6443"/>
        </dgm:alg>
        <dgm:constrLst>
          <dgm:constr type="primFontSz" for="des" ptType="node" op="equ" val="65"/>
          <dgm:constr type="l" for="ch" forName="text1" refType="w" fact="0.2383"/>
          <dgm:constr type="t" for="ch" forName="text1" refType="h" fact="0.3501"/>
          <dgm:constr type="w" for="ch" forName="text1" refType="w" fact="0.285"/>
          <dgm:constr type="h" for="ch" forName="text1" refType="h" fact="0.6499"/>
          <dgm:constr type="l" for="ch" forName="textaccent1" refType="w" fact="0.2472"/>
          <dgm:constr type="t" for="ch" forName="textaccent1" refType="h" fact="0.6371"/>
          <dgm:constr type="w" for="ch" forName="textaccent1" refType="w" fact="0.0333"/>
          <dgm:constr type="h" for="ch" forName="textaccent1" refType="h" fact="0.076"/>
          <dgm:constr type="l" for="ch" forName="image1" refType="w" fact="0"/>
          <dgm:constr type="t" for="ch" forName="image1" refType="h" fact="0"/>
          <dgm:constr type="w" for="ch" forName="image1" refType="w" fact="0.285"/>
          <dgm:constr type="h" for="ch" forName="image1" refType="h" fact="0.6499"/>
          <dgm:constr type="l" for="ch" forName="imageaccent1" refType="w" fact="0.1942"/>
          <dgm:constr type="t" for="ch" forName="imageaccent1" refType="h" fact="0.5602"/>
          <dgm:constr type="w" for="ch" forName="imageaccent1" refType="w" fact="0.0333"/>
          <dgm:constr type="h" for="ch" forName="imageaccent1" refType="h" fact="0.076"/>
          <dgm:constr type="l" for="ch" forName="text2" refType="w" fact="0.4767"/>
          <dgm:constr type="t" for="ch" forName="text2" refType="h" fact="0"/>
          <dgm:constr type="w" for="ch" forName="text2" refType="w" fact="0.285"/>
          <dgm:constr type="h" for="ch" forName="text2" refType="h" fact="0.6499"/>
          <dgm:constr type="l" for="ch" forName="textaccent2" refType="w" fact="0.6709"/>
          <dgm:constr type="t" for="ch" forName="textaccent2" refType="h" fact="0.5602"/>
          <dgm:constr type="w" for="ch" forName="textaccent2" refType="w" fact="0.0333"/>
          <dgm:constr type="h" for="ch" forName="textaccent2" refType="h" fact="0.076"/>
          <dgm:constr type="l" for="ch" forName="image2" refType="w" fact="0.715"/>
          <dgm:constr type="t" for="ch" forName="image2" refType="h" fact="0.3501"/>
          <dgm:constr type="w" for="ch" forName="image2" refType="w" fact="0.285"/>
          <dgm:constr type="h" for="ch" forName="image2" refType="h" fact="0.6499"/>
          <dgm:constr type="l" for="ch" forName="imageaccent2" refType="w" fact="0.7239"/>
          <dgm:constr type="t" for="ch" forName="imageaccent2" refType="h" fact="0.6371"/>
          <dgm:constr type="w" for="ch" forName="imageaccent2" refType="w" fact="0.0333"/>
          <dgm:constr type="h" for="ch" forName="imageaccent2" refType="h" fact="0.076"/>
        </dgm:constrLst>
      </dgm:if>
      <dgm:if name="Name4" axis="ch" ptType="node" func="cnt" op="equ" val="3">
        <dgm:alg type="composite">
          <dgm:param type="ar" val="1.5623"/>
        </dgm:alg>
        <dgm:constrLst>
          <dgm:constr type="primFontSz" for="des" ptType="node" op="equ" val="65"/>
          <dgm:constr type="l" for="ch" forName="text1" refType="w" fact="0.2402"/>
          <dgm:constr type="t" for="ch" forName="text1" refType="h" fact="0.6215"/>
          <dgm:constr type="w" for="ch" forName="text1" refType="w" fact="0.281"/>
          <dgm:constr type="h" for="ch" forName="text1" refType="h" fact="0.3785"/>
          <dgm:constr type="l" for="ch" forName="textaccent1" refType="w" fact="0.2475"/>
          <dgm:constr type="t" for="ch" forName="textaccent1" refType="h" fact="0.7886"/>
          <dgm:constr type="w" for="ch" forName="textaccent1" refType="w" fact="0.0329"/>
          <dgm:constr type="h" for="ch" forName="textaccent1" refType="h" fact="0.0443"/>
          <dgm:constr type="l" for="ch" forName="image1" refType="w" fact="0"/>
          <dgm:constr type="t" for="ch" forName="image1" refType="h" fact="0.4182"/>
          <dgm:constr type="w" for="ch" forName="image1" refType="w" fact="0.281"/>
          <dgm:constr type="h" for="ch" forName="image1" refType="h" fact="0.3785"/>
          <dgm:constr type="l" for="ch" forName="imageaccent1" refType="w" fact="0.1913"/>
          <dgm:constr type="t" for="ch" forName="imageaccent1" refType="h" fact="0.7467"/>
          <dgm:constr type="w" for="ch" forName="imageaccent1" refType="w" fact="0.0329"/>
          <dgm:constr type="h" for="ch" forName="imageaccent1" refType="h" fact="0.0443"/>
          <dgm:constr type="l" for="ch" forName="text2" refType="w" fact="0.4796"/>
          <dgm:constr type="t" for="ch" forName="text2" refType="h" fact="0.4137"/>
          <dgm:constr type="w" for="ch" forName="text2" refType="w" fact="0.281"/>
          <dgm:constr type="h" for="ch" forName="text2" refType="h" fact="0.3785"/>
          <dgm:constr type="l" for="ch" forName="textaccent2" refType="w" fact="0.6717"/>
          <dgm:constr type="t" for="ch" forName="textaccent2" refType="h" fact="0.7418"/>
          <dgm:constr type="w" for="ch" forName="textaccent2" refType="w" fact="0.0329"/>
          <dgm:constr type="h" for="ch" forName="textaccent2" refType="h" fact="0.0443"/>
          <dgm:constr type="l" for="ch" forName="image2" refType="w" fact="0.719"/>
          <dgm:constr type="t" for="ch" forName="image2" refType="h" fact="0.6215"/>
          <dgm:constr type="w" for="ch" forName="image2" refType="w" fact="0.281"/>
          <dgm:constr type="h" for="ch" forName="image2" refType="h" fact="0.3785"/>
          <dgm:constr type="l" for="ch" forName="imageaccent2" refType="w" fact="0.7263"/>
          <dgm:constr type="t" for="ch" forName="imageaccent2" refType="h" fact="0.7886"/>
          <dgm:constr type="w" for="ch" forName="imageaccent2" refType="w" fact="0.0329"/>
          <dgm:constr type="h" for="ch" forName="imageaccent2" refType="h" fact="0.0443"/>
          <dgm:constr type="l" for="ch" forName="text3" refType="w" fact="0.2402"/>
          <dgm:constr type="t" for="ch" forName="text3" refType="h" fact="0.2068"/>
          <dgm:constr type="w" for="ch" forName="text3" refType="w" fact="0.281"/>
          <dgm:constr type="h" for="ch" forName="text3" refType="h" fact="0.3785"/>
          <dgm:constr type="l" for="ch" forName="textaccent3" refType="w" fact="0.4307"/>
          <dgm:constr type="t" for="ch" forName="textaccent3" refType="h" fact="0.215"/>
          <dgm:constr type="w" for="ch" forName="textaccent3" refType="w" fact="0.0329"/>
          <dgm:constr type="h" for="ch" forName="textaccent3" refType="h" fact="0.0443"/>
          <dgm:constr type="l" for="ch" forName="image3" refType="w" fact="0.4796"/>
          <dgm:constr type="t" for="ch" forName="image3" refType="h" fact="0"/>
          <dgm:constr type="w" for="ch" forName="image3" refType="w" fact="0.281"/>
          <dgm:constr type="h" for="ch" forName="image3" refType="h" fact="0.3785"/>
          <dgm:constr type="l" for="ch" forName="imageaccent3" refType="w" fact="0.4879"/>
          <dgm:constr type="t" for="ch" forName="imageaccent3" refType="h" fact="0.1662"/>
          <dgm:constr type="w" for="ch" forName="imageaccent3" refType="w" fact="0.0329"/>
          <dgm:constr type="h" for="ch" forName="imageaccent3" refType="h" fact="0.0443"/>
        </dgm:constrLst>
      </dgm:if>
      <dgm:if name="Name5" axis="ch" ptType="node" func="cnt" op="equ" val="4">
        <dgm:alg type="composite">
          <dgm:param type="ar" val="1.943"/>
        </dgm:alg>
        <dgm:constrLst>
          <dgm:constr type="primFontSz" for="des" ptType="node" op="equ" val="65"/>
          <dgm:constr type="l" for="ch" forName="image2" refType="w" fact="0.5787"/>
          <dgm:constr type="t" for="ch" forName="image2" refType="h" fact="0.6208"/>
          <dgm:constr type="w" for="ch" forName="image2" refType="w" fact="0.227"/>
          <dgm:constr type="h" for="ch" forName="image2" refType="h" fact="0.3786"/>
          <dgm:constr type="l" for="ch" forName="text4" refType="w" fact="0.5787"/>
          <dgm:constr type="t" for="ch" forName="text4" refType="h" fact="0.2081"/>
          <dgm:constr type="w" for="ch" forName="text4" refType="w" fact="0.227"/>
          <dgm:constr type="h" for="ch" forName="text4" refType="h" fact="0.3786"/>
          <dgm:constr type="l" for="ch" forName="text2" refType="w" fact="0.3852"/>
          <dgm:constr type="t" for="ch" forName="text2" refType="h" fact="0.4127"/>
          <dgm:constr type="w" for="ch" forName="text2" refType="w" fact="0.227"/>
          <dgm:constr type="h" for="ch" forName="text2" refType="h" fact="0.3786"/>
          <dgm:constr type="l" for="ch" forName="image3" refType="w" fact="0.3852"/>
          <dgm:constr type="t" for="ch" forName="image3" refType="h" fact="0"/>
          <dgm:constr type="w" for="ch" forName="image3" refType="w" fact="0.227"/>
          <dgm:constr type="h" for="ch" forName="image3" refType="h" fact="0.3786"/>
          <dgm:constr type="l" for="ch" forName="text1" refType="w" fact="0.1927"/>
          <dgm:constr type="t" for="ch" forName="text1" refType="h" fact="0.6214"/>
          <dgm:constr type="w" for="ch" forName="text1" refType="w" fact="0.227"/>
          <dgm:constr type="h" for="ch" forName="text1" refType="h" fact="0.3786"/>
          <dgm:constr type="l" for="ch" forName="textaccent1" refType="w" fact="0.1998"/>
          <dgm:constr type="t" for="ch" forName="textaccent1" refType="h" fact="0.7887"/>
          <dgm:constr type="w" for="ch" forName="textaccent1" refType="w" fact="0.0265"/>
          <dgm:constr type="h" for="ch" forName="textaccent1" refType="h" fact="0.0444"/>
          <dgm:constr type="l" for="ch" forName="image1" refType="w" fact="0"/>
          <dgm:constr type="t" for="ch" forName="image1" refType="h" fact="0.4156"/>
          <dgm:constr type="w" for="ch" forName="image1" refType="w" fact="0.227"/>
          <dgm:constr type="h" for="ch" forName="image1" refType="h" fact="0.3786"/>
          <dgm:constr type="l" for="ch" forName="imageaccent1" refType="w" fact="0.1537"/>
          <dgm:constr type="t" for="ch" forName="imageaccent1" refType="h" fact="0.7417"/>
          <dgm:constr type="w" for="ch" forName="imageaccent1" refType="w" fact="0.0265"/>
          <dgm:constr type="h" for="ch" forName="imageaccent1" refType="h" fact="0.0444"/>
          <dgm:constr type="l" for="ch" forName="textaccent2" refType="w" fact="0.5407"/>
          <dgm:constr type="t" for="ch" forName="textaccent2" refType="h" fact="0.7384"/>
          <dgm:constr type="w" for="ch" forName="textaccent2" refType="w" fact="0.0265"/>
          <dgm:constr type="h" for="ch" forName="textaccent2" refType="h" fact="0.0444"/>
          <dgm:constr type="l" for="ch" forName="imageaccent2" refType="w" fact="0.5839"/>
          <dgm:constr type="t" for="ch" forName="imageaccent2" refType="h" fact="0.7904"/>
          <dgm:constr type="w" for="ch" forName="imageaccent2" refType="w" fact="0.0265"/>
          <dgm:constr type="h" for="ch" forName="imageaccent2" refType="h" fact="0.0444"/>
          <dgm:constr type="l" for="ch" forName="text3" refType="w" fact="0.1927"/>
          <dgm:constr type="t" for="ch" forName="text3" refType="h" fact="0.2087"/>
          <dgm:constr type="w" for="ch" forName="text3" refType="w" fact="0.227"/>
          <dgm:constr type="h" for="ch" forName="text3" refType="h" fact="0.3786"/>
          <dgm:constr type="l" for="ch" forName="textaccent3" refType="w" fact="0.3472"/>
          <dgm:constr type="t" for="ch" forName="textaccent3" refType="h" fact="0.2165"/>
          <dgm:constr type="w" for="ch" forName="textaccent3" refType="w" fact="0.0265"/>
          <dgm:constr type="h" for="ch" forName="textaccent3" refType="h" fact="0.0444"/>
          <dgm:constr type="l" for="ch" forName="imageaccent3" refType="w" fact="0.3904"/>
          <dgm:constr type="t" for="ch" forName="imageaccent3" refType="h" fact="0.1678"/>
          <dgm:constr type="w" for="ch" forName="imageaccent3" refType="w" fact="0.0265"/>
          <dgm:constr type="h" for="ch" forName="imageaccent3" refType="h" fact="0.0444"/>
          <dgm:constr type="l" for="ch" forName="textaccent4" refType="w" fact="0.7739"/>
          <dgm:constr type="t" for="ch" forName="textaccent4" refType="h" fact="0.3752"/>
          <dgm:constr type="w" for="ch" forName="textaccent4" refType="w" fact="0.0265"/>
          <dgm:constr type="h" for="ch" forName="textaccent4" refType="h" fact="0.0444"/>
          <dgm:constr type="l" for="ch" forName="image4" refType="w" fact="0.773"/>
          <dgm:constr type="t" for="ch" forName="image4" refType="h" fact="0.4162"/>
          <dgm:constr type="w" for="ch" forName="image4" refType="w" fact="0.227"/>
          <dgm:constr type="h" for="ch" forName="image4" refType="h" fact="0.3786"/>
          <dgm:constr type="l" for="ch" forName="imageaccent4" refType="w" fact="0.8188"/>
          <dgm:constr type="t" for="ch" forName="imageaccent4" refType="h" fact="0.4229"/>
          <dgm:constr type="w" for="ch" forName="imageaccent4" refType="w" fact="0.0265"/>
          <dgm:constr type="h" for="ch" forName="imageaccent4" refType="h" fact="0.0444"/>
        </dgm:constrLst>
      </dgm:if>
      <dgm:if name="Name6" axis="ch" ptType="node" func="cnt" op="equ" val="5">
        <dgm:alg type="composite">
          <dgm:param type="ar" val="2.3203"/>
        </dgm:alg>
        <dgm:constrLst>
          <dgm:constr type="primFontSz" for="des" ptType="node" op="equ" val="65"/>
          <dgm:constr type="l" for="ch" forName="image4" refType="w" fact="0.6491"/>
          <dgm:constr type="t" for="ch" forName="image4" refType="h" fact="0.4193"/>
          <dgm:constr type="w" for="ch" forName="image4" refType="w" fact="0.1886"/>
          <dgm:constr type="h" for="ch" forName="image4" refType="h" fact="0.3757"/>
          <dgm:constr type="l" for="ch" forName="text5" refType="w" fact="0.6491"/>
          <dgm:constr type="t" for="ch" forName="text5" refType="h" fact="0.004"/>
          <dgm:constr type="w" for="ch" forName="text5" refType="w" fact="0.1886"/>
          <dgm:constr type="h" for="ch" forName="text5" refType="h" fact="0.3757"/>
          <dgm:constr type="l" for="ch" forName="image5" refType="w" fact="0.8114"/>
          <dgm:constr type="t" for="ch" forName="image5" refType="h" fact="0.2136"/>
          <dgm:constr type="w" for="ch" forName="image5" refType="w" fact="0.1886"/>
          <dgm:constr type="h" for="ch" forName="image5" refType="h" fact="0.3757"/>
          <dgm:constr type="l" for="ch" forName="image2" refType="w" fact="0.4868"/>
          <dgm:constr type="t" for="ch" forName="image2" refType="h" fact="0.6235"/>
          <dgm:constr type="w" for="ch" forName="image2" refType="w" fact="0.1886"/>
          <dgm:constr type="h" for="ch" forName="image2" refType="h" fact="0.3757"/>
          <dgm:constr type="l" for="ch" forName="text4" refType="w" fact="0.4868"/>
          <dgm:constr type="t" for="ch" forName="text4" refType="h" fact="0.2081"/>
          <dgm:constr type="w" for="ch" forName="text4" refType="w" fact="0.1886"/>
          <dgm:constr type="h" for="ch" forName="text4" refType="h" fact="0.3757"/>
          <dgm:constr type="l" for="ch" forName="text2" refType="w" fact="0.3246"/>
          <dgm:constr type="t" for="ch" forName="text2" refType="h" fact="0.4154"/>
          <dgm:constr type="w" for="ch" forName="text2" refType="w" fact="0.1886"/>
          <dgm:constr type="h" for="ch" forName="text2" refType="h" fact="0.3757"/>
          <dgm:constr type="l" for="ch" forName="image3" refType="w" fact="0.3246"/>
          <dgm:constr type="t" for="ch" forName="image3" refType="h" fact="0"/>
          <dgm:constr type="w" for="ch" forName="image3" refType="w" fact="0.1886"/>
          <dgm:constr type="h" for="ch" forName="image3" refType="h" fact="0.3757"/>
          <dgm:constr type="l" for="ch" forName="text1" refType="w" fact="0.1623"/>
          <dgm:constr type="t" for="ch" forName="text1" refType="h" fact="0.6243"/>
          <dgm:constr type="w" for="ch" forName="text1" refType="w" fact="0.1886"/>
          <dgm:constr type="h" for="ch" forName="text1" refType="h" fact="0.3757"/>
          <dgm:constr type="l" for="ch" forName="text3" refType="w" fact="0.1623"/>
          <dgm:constr type="t" for="ch" forName="text3" refType="h" fact="0.2089"/>
          <dgm:constr type="w" for="ch" forName="text3" refType="w" fact="0.1886"/>
          <dgm:constr type="h" for="ch" forName="text3" refType="h" fact="0.3757"/>
          <dgm:constr type="l" for="ch" forName="textaccent1" refType="w" fact="0.1668"/>
          <dgm:constr type="t" for="ch" forName="textaccent1" refType="h" fact="0.7923"/>
          <dgm:constr type="w" for="ch" forName="textaccent1" refType="w" fact="0.022"/>
          <dgm:constr type="h" for="ch" forName="textaccent1" refType="h" fact="0.044"/>
          <dgm:constr type="l" for="ch" forName="image1" refType="w" fact="0"/>
          <dgm:constr type="t" for="ch" forName="image1" refType="h" fact="0.4166"/>
          <dgm:constr type="w" for="ch" forName="image1" refType="w" fact="0.1886"/>
          <dgm:constr type="h" for="ch" forName="image1" refType="h" fact="0.3757"/>
          <dgm:constr type="l" for="ch" forName="imageaccent1" refType="w" fact="0.1292"/>
          <dgm:constr type="t" for="ch" forName="imageaccent1" refType="h" fact="0.7424"/>
          <dgm:constr type="w" for="ch" forName="imageaccent1" refType="w" fact="0.022"/>
          <dgm:constr type="h" for="ch" forName="imageaccent1" refType="h" fact="0.044"/>
          <dgm:constr type="l" for="ch" forName="textaccent2" refType="w" fact="0.4544"/>
          <dgm:constr type="t" for="ch" forName="textaccent2" refType="h" fact="0.7404"/>
          <dgm:constr type="w" for="ch" forName="textaccent2" refType="w" fact="0.022"/>
          <dgm:constr type="h" for="ch" forName="textaccent2" refType="h" fact="0.044"/>
          <dgm:constr type="l" for="ch" forName="imageaccent2" refType="w" fact="0.4914"/>
          <dgm:constr type="t" for="ch" forName="imageaccent2" refType="h" fact="0.7907"/>
          <dgm:constr type="w" for="ch" forName="imageaccent2" refType="w" fact="0.022"/>
          <dgm:constr type="h" for="ch" forName="imageaccent2" refType="h" fact="0.044"/>
          <dgm:constr type="l" for="ch" forName="textaccent3" refType="w" fact="0.2915"/>
          <dgm:constr type="t" for="ch" forName="textaccent3" refType="h" fact="0.216"/>
          <dgm:constr type="w" for="ch" forName="textaccent3" refType="w" fact="0.022"/>
          <dgm:constr type="h" for="ch" forName="textaccent3" refType="h" fact="0.044"/>
          <dgm:constr type="l" for="ch" forName="imageaccent3" refType="w" fact="0.3299"/>
          <dgm:constr type="t" for="ch" forName="imageaccent3" refType="h" fact="0.1665"/>
          <dgm:constr type="w" for="ch" forName="imageaccent3" refType="w" fact="0.022"/>
          <dgm:constr type="h" for="ch" forName="imageaccent3" refType="h" fact="0.044"/>
          <dgm:constr type="l" for="ch" forName="textaccent4" refType="w" fact="0.65"/>
          <dgm:constr type="t" for="ch" forName="textaccent4" refType="h" fact="0.3746"/>
          <dgm:constr type="w" for="ch" forName="textaccent4" refType="w" fact="0.022"/>
          <dgm:constr type="h" for="ch" forName="textaccent4" refType="h" fact="0.044"/>
          <dgm:constr type="l" for="ch" forName="imageaccent4" refType="w" fact="0.6859"/>
          <dgm:constr type="t" for="ch" forName="imageaccent4" refType="h" fact="0.4261"/>
          <dgm:constr type="w" for="ch" forName="imageaccent4" refType="w" fact="0.022"/>
          <dgm:constr type="h" for="ch" forName="imageaccent4" refType="h" fact="0.044"/>
          <dgm:constr type="l" for="ch" forName="textaccent5" refType="w" fact="0.8123"/>
          <dgm:constr type="t" for="ch" forName="textaccent5" refType="h" fact="0.1724"/>
          <dgm:constr type="w" for="ch" forName="textaccent5" refType="w" fact="0.022"/>
          <dgm:constr type="h" for="ch" forName="textaccent5" refType="h" fact="0.044"/>
          <dgm:constr type="l" for="ch" forName="imageaccent5" refType="w" fact="0.849"/>
          <dgm:constr type="t" for="ch" forName="imageaccent5" refType="h" fact="0.222"/>
          <dgm:constr type="w" for="ch" forName="imageaccent5" refType="w" fact="0.022"/>
          <dgm:constr type="h" for="ch" forName="imageaccent5" refType="h" fact="0.044"/>
        </dgm:constrLst>
      </dgm:if>
      <dgm:if name="Name7" axis="ch" ptType="node" func="cnt" op="equ" val="6">
        <dgm:alg type="composite">
          <dgm:param type="ar" val="1.9179"/>
        </dgm:alg>
        <dgm:constrLst>
          <dgm:constr type="primFontSz" for="des" ptType="node" op="equ" val="65"/>
          <dgm:constr type="l" for="ch" forName="image4" refType="w" fact="0.6491"/>
          <dgm:constr type="t" for="ch" forName="image4" refType="h" fact="0.3466"/>
          <dgm:constr type="w" for="ch" forName="image4" refType="w" fact="0.1886"/>
          <dgm:constr type="h" for="ch" forName="image4" refType="h" fact="0.3106"/>
          <dgm:constr type="l" for="ch" forName="text5" refType="w" fact="0.6491"/>
          <dgm:constr type="t" for="ch" forName="text5" refType="h" fact="0.0033"/>
          <dgm:constr type="w" for="ch" forName="text5" refType="w" fact="0.1886"/>
          <dgm:constr type="h" for="ch" forName="text5" refType="h" fact="0.3106"/>
          <dgm:constr type="l" for="ch" forName="image5" refType="w" fact="0.8114"/>
          <dgm:constr type="t" for="ch" forName="image5" refType="h" fact="0.1766"/>
          <dgm:constr type="w" for="ch" forName="image5" refType="w" fact="0.1886"/>
          <dgm:constr type="h" for="ch" forName="image5" refType="h" fact="0.3106"/>
          <dgm:constr type="l" for="ch" forName="image2" refType="w" fact="0.4868"/>
          <dgm:constr type="t" for="ch" forName="image2" refType="h" fact="0.5154"/>
          <dgm:constr type="w" for="ch" forName="image2" refType="w" fact="0.1886"/>
          <dgm:constr type="h" for="ch" forName="image2" refType="h" fact="0.3106"/>
          <dgm:constr type="l" for="ch" forName="text4" refType="w" fact="0.4868"/>
          <dgm:constr type="t" for="ch" forName="text4" refType="h" fact="0.172"/>
          <dgm:constr type="w" for="ch" forName="text4" refType="w" fact="0.1886"/>
          <dgm:constr type="h" for="ch" forName="text4" refType="h" fact="0.3106"/>
          <dgm:constr type="l" for="ch" forName="text2" refType="w" fact="0.3246"/>
          <dgm:constr type="t" for="ch" forName="text2" refType="h" fact="0.3434"/>
          <dgm:constr type="w" for="ch" forName="text2" refType="w" fact="0.1886"/>
          <dgm:constr type="h" for="ch" forName="text2" refType="h" fact="0.3106"/>
          <dgm:constr type="l" for="ch" forName="image3" refType="w" fact="0.3246"/>
          <dgm:constr type="t" for="ch" forName="image3" refType="h" fact="0"/>
          <dgm:constr type="w" for="ch" forName="image3" refType="w" fact="0.1886"/>
          <dgm:constr type="h" for="ch" forName="image3" refType="h" fact="0.3106"/>
          <dgm:constr type="l" for="ch" forName="text1" refType="w" fact="0.1623"/>
          <dgm:constr type="t" for="ch" forName="text1" refType="h" fact="0.516"/>
          <dgm:constr type="w" for="ch" forName="text1" refType="w" fact="0.1886"/>
          <dgm:constr type="h" for="ch" forName="text1" refType="h" fact="0.3106"/>
          <dgm:constr type="l" for="ch" forName="text3" refType="w" fact="0.1623"/>
          <dgm:constr type="t" for="ch" forName="text3" refType="h" fact="0.1727"/>
          <dgm:constr type="w" for="ch" forName="text3" refType="w" fact="0.1886"/>
          <dgm:constr type="h" for="ch" forName="text3" refType="h" fact="0.3106"/>
          <dgm:constr type="l" for="ch" forName="textaccent1" refType="w" fact="0.1668"/>
          <dgm:constr type="t" for="ch" forName="textaccent1" refType="h" fact="0.6549"/>
          <dgm:constr type="w" for="ch" forName="textaccent1" refType="w" fact="0.022"/>
          <dgm:constr type="h" for="ch" forName="textaccent1" refType="h" fact="0.0364"/>
          <dgm:constr type="l" for="ch" forName="image1" refType="w" fact="0"/>
          <dgm:constr type="t" for="ch" forName="image1" refType="h" fact="0.3443"/>
          <dgm:constr type="w" for="ch" forName="image1" refType="w" fact="0.1886"/>
          <dgm:constr type="h" for="ch" forName="image1" refType="h" fact="0.3106"/>
          <dgm:constr type="l" for="ch" forName="imageaccent1" refType="w" fact="0.1292"/>
          <dgm:constr type="t" for="ch" forName="imageaccent1" refType="h" fact="0.6137"/>
          <dgm:constr type="w" for="ch" forName="imageaccent1" refType="w" fact="0.022"/>
          <dgm:constr type="h" for="ch" forName="imageaccent1" refType="h" fact="0.0364"/>
          <dgm:constr type="l" for="ch" forName="textaccent2" refType="w" fact="0.4544"/>
          <dgm:constr type="t" for="ch" forName="textaccent2" refType="h" fact="0.612"/>
          <dgm:constr type="w" for="ch" forName="textaccent2" refType="w" fact="0.022"/>
          <dgm:constr type="h" for="ch" forName="textaccent2" refType="h" fact="0.0364"/>
          <dgm:constr type="l" for="ch" forName="imageaccent2" refType="w" fact="0.4914"/>
          <dgm:constr type="t" for="ch" forName="imageaccent2" refType="h" fact="0.6536"/>
          <dgm:constr type="w" for="ch" forName="imageaccent2" refType="w" fact="0.022"/>
          <dgm:constr type="h" for="ch" forName="imageaccent2" refType="h" fact="0.0364"/>
          <dgm:constr type="l" for="ch" forName="textaccent3" refType="w" fact="0.2915"/>
          <dgm:constr type="t" for="ch" forName="textaccent3" refType="h" fact="0.1786"/>
          <dgm:constr type="w" for="ch" forName="textaccent3" refType="w" fact="0.022"/>
          <dgm:constr type="h" for="ch" forName="textaccent3" refType="h" fact="0.0364"/>
          <dgm:constr type="l" for="ch" forName="imageaccent3" refType="w" fact="0.3299"/>
          <dgm:constr type="t" for="ch" forName="imageaccent3" refType="h" fact="0.1376"/>
          <dgm:constr type="w" for="ch" forName="imageaccent3" refType="w" fact="0.022"/>
          <dgm:constr type="h" for="ch" forName="imageaccent3" refType="h" fact="0.0364"/>
          <dgm:constr type="l" for="ch" forName="textaccent4" refType="w" fact="0.65"/>
          <dgm:constr type="t" for="ch" forName="textaccent4" refType="h" fact="0.3096"/>
          <dgm:constr type="w" for="ch" forName="textaccent4" refType="w" fact="0.022"/>
          <dgm:constr type="h" for="ch" forName="textaccent4" refType="h" fact="0.0364"/>
          <dgm:constr type="l" for="ch" forName="imageaccent4" refType="w" fact="0.6859"/>
          <dgm:constr type="t" for="ch" forName="imageaccent4" refType="h" fact="0.3522"/>
          <dgm:constr type="w" for="ch" forName="imageaccent4" refType="w" fact="0.022"/>
          <dgm:constr type="h" for="ch" forName="imageaccent4" refType="h" fact="0.0364"/>
          <dgm:constr type="l" for="ch" forName="textaccent5" refType="w" fact="0.8123"/>
          <dgm:constr type="t" for="ch" forName="textaccent5" refType="h" fact="0.1425"/>
          <dgm:constr type="w" for="ch" forName="textaccent5" refType="w" fact="0.022"/>
          <dgm:constr type="h" for="ch" forName="textaccent5" refType="h" fact="0.0364"/>
          <dgm:constr type="l" for="ch" forName="imageaccent5" refType="w" fact="0.849"/>
          <dgm:constr type="t" for="ch" forName="imageaccent5" refType="h" fact="0.1835"/>
          <dgm:constr type="w" for="ch" forName="imageaccent5" refType="w" fact="0.022"/>
          <dgm:constr type="h" for="ch" forName="imageaccent5" refType="h" fact="0.0364"/>
          <dgm:constr type="l" for="ch" forName="image6" refType="w" fact="0.6491"/>
          <dgm:constr type="t" for="ch" forName="image6" refType="h" fact="0.6894"/>
          <dgm:constr type="w" for="ch" forName="image6" refType="w" fact="0.1886"/>
          <dgm:constr type="h" for="ch" forName="image6" refType="h" fact="0.3106"/>
          <dgm:constr type="l" for="ch" forName="text6" refType="w" fact="0.8114"/>
          <dgm:constr type="t" for="ch" forName="text6" refType="h" fact="0.5194"/>
          <dgm:constr type="w" for="ch" forName="text6" refType="w" fact="0.1886"/>
          <dgm:constr type="h" for="ch" forName="text6" refType="h" fact="0.3106"/>
          <dgm:constr type="l" for="ch" forName="imageaccent6" refType="w" fact="0.8138"/>
          <dgm:constr type="t" for="ch" forName="imageaccent6" refType="h" fact="0.8257"/>
          <dgm:constr type="w" for="ch" forName="imageaccent6" refType="w" fact="0.022"/>
          <dgm:constr type="h" for="ch" forName="imageaccent6" refType="h" fact="0.0364"/>
          <dgm:constr type="l" for="ch" forName="textaccent6" refType="w" fact="0.8488"/>
          <dgm:constr type="t" for="ch" forName="textaccent6" refType="h" fact="0.7914"/>
          <dgm:constr type="w" for="ch" forName="textaccent6" refType="w" fact="0.022"/>
          <dgm:constr type="h" for="ch" forName="textaccent6" refType="h" fact="0.0364"/>
        </dgm:constrLst>
      </dgm:if>
      <dgm:if name="Name8" axis="ch" ptType="node" func="cnt" op="equ" val="7">
        <dgm:alg type="composite">
          <dgm:param type="ar" val="1.6382"/>
        </dgm:alg>
        <dgm:constrLst>
          <dgm:constr type="primFontSz" for="des" ptType="node" op="equ" val="65"/>
          <dgm:constr type="l" for="ch" forName="image4" refType="w" fact="0.6491"/>
          <dgm:constr type="t" for="ch" forName="image4" refType="h" fact="0.2961"/>
          <dgm:constr type="w" for="ch" forName="image4" refType="w" fact="0.1886"/>
          <dgm:constr type="h" for="ch" forName="image4" refType="h" fact="0.2653"/>
          <dgm:constr type="l" for="ch" forName="text5" refType="w" fact="0.6491"/>
          <dgm:constr type="t" for="ch" forName="text5" refType="h" fact="0.0028"/>
          <dgm:constr type="w" for="ch" forName="text5" refType="w" fact="0.1886"/>
          <dgm:constr type="h" for="ch" forName="text5" refType="h" fact="0.2653"/>
          <dgm:constr type="l" for="ch" forName="image5" refType="w" fact="0.8114"/>
          <dgm:constr type="t" for="ch" forName="image5" refType="h" fact="0.1508"/>
          <dgm:constr type="w" for="ch" forName="image5" refType="w" fact="0.1886"/>
          <dgm:constr type="h" for="ch" forName="image5" refType="h" fact="0.2653"/>
          <dgm:constr type="l" for="ch" forName="image2" refType="w" fact="0.4868"/>
          <dgm:constr type="t" for="ch" forName="image2" refType="h" fact="0.4402"/>
          <dgm:constr type="w" for="ch" forName="image2" refType="w" fact="0.1886"/>
          <dgm:constr type="h" for="ch" forName="image2" refType="h" fact="0.2653"/>
          <dgm:constr type="l" for="ch" forName="text4" refType="w" fact="0.4868"/>
          <dgm:constr type="t" for="ch" forName="text4" refType="h" fact="0.1469"/>
          <dgm:constr type="w" for="ch" forName="text4" refType="w" fact="0.1886"/>
          <dgm:constr type="h" for="ch" forName="text4" refType="h" fact="0.2653"/>
          <dgm:constr type="l" for="ch" forName="text2" refType="w" fact="0.3246"/>
          <dgm:constr type="t" for="ch" forName="text2" refType="h" fact="0.2933"/>
          <dgm:constr type="w" for="ch" forName="text2" refType="w" fact="0.1886"/>
          <dgm:constr type="h" for="ch" forName="text2" refType="h" fact="0.2653"/>
          <dgm:constr type="l" for="ch" forName="image3" refType="w" fact="0.3246"/>
          <dgm:constr type="t" for="ch" forName="image3" refType="h" fact="0"/>
          <dgm:constr type="w" for="ch" forName="image3" refType="w" fact="0.1886"/>
          <dgm:constr type="h" for="ch" forName="image3" refType="h" fact="0.2653"/>
          <dgm:constr type="l" for="ch" forName="text1" refType="w" fact="0.1623"/>
          <dgm:constr type="t" for="ch" forName="text1" refType="h" fact="0.4408"/>
          <dgm:constr type="w" for="ch" forName="text1" refType="w" fact="0.1886"/>
          <dgm:constr type="h" for="ch" forName="text1" refType="h" fact="0.2653"/>
          <dgm:constr type="l" for="ch" forName="text3" refType="w" fact="0.1623"/>
          <dgm:constr type="t" for="ch" forName="text3" refType="h" fact="0.1475"/>
          <dgm:constr type="w" for="ch" forName="text3" refType="w" fact="0.1886"/>
          <dgm:constr type="h" for="ch" forName="text3" refType="h" fact="0.2653"/>
          <dgm:constr type="l" for="ch" forName="textaccent1" refType="w" fact="0.1668"/>
          <dgm:constr type="t" for="ch" forName="textaccent1" refType="h" fact="0.5594"/>
          <dgm:constr type="w" for="ch" forName="textaccent1" refType="w" fact="0.022"/>
          <dgm:constr type="h" for="ch" forName="textaccent1" refType="h" fact="0.0311"/>
          <dgm:constr type="l" for="ch" forName="image1" refType="w" fact="0"/>
          <dgm:constr type="t" for="ch" forName="image1" refType="h" fact="0.2941"/>
          <dgm:constr type="w" for="ch" forName="image1" refType="w" fact="0.1886"/>
          <dgm:constr type="h" for="ch" forName="image1" refType="h" fact="0.2653"/>
          <dgm:constr type="l" for="ch" forName="imageaccent1" refType="w" fact="0.1292"/>
          <dgm:constr type="t" for="ch" forName="imageaccent1" refType="h" fact="0.5242"/>
          <dgm:constr type="w" for="ch" forName="imageaccent1" refType="w" fact="0.022"/>
          <dgm:constr type="h" for="ch" forName="imageaccent1" refType="h" fact="0.0311"/>
          <dgm:constr type="l" for="ch" forName="textaccent2" refType="w" fact="0.4544"/>
          <dgm:constr type="t" for="ch" forName="textaccent2" refType="h" fact="0.5228"/>
          <dgm:constr type="w" for="ch" forName="textaccent2" refType="w" fact="0.022"/>
          <dgm:constr type="h" for="ch" forName="textaccent2" refType="h" fact="0.0311"/>
          <dgm:constr type="l" for="ch" forName="imageaccent2" refType="w" fact="0.4914"/>
          <dgm:constr type="t" for="ch" forName="imageaccent2" refType="h" fact="0.5583"/>
          <dgm:constr type="w" for="ch" forName="imageaccent2" refType="w" fact="0.022"/>
          <dgm:constr type="h" for="ch" forName="imageaccent2" refType="h" fact="0.0311"/>
          <dgm:constr type="l" for="ch" forName="textaccent3" refType="w" fact="0.2907"/>
          <dgm:constr type="t" for="ch" forName="textaccent3" refType="h" fact="0.1511"/>
          <dgm:constr type="w" for="ch" forName="textaccent3" refType="w" fact="0.022"/>
          <dgm:constr type="h" for="ch" forName="textaccent3" refType="h" fact="0.0311"/>
          <dgm:constr type="l" for="ch" forName="imageaccent3" refType="w" fact="0.3299"/>
          <dgm:constr type="t" for="ch" forName="imageaccent3" refType="h" fact="0.1175"/>
          <dgm:constr type="w" for="ch" forName="imageaccent3" refType="w" fact="0.022"/>
          <dgm:constr type="h" for="ch" forName="imageaccent3" refType="h" fact="0.0311"/>
          <dgm:constr type="l" for="ch" forName="textaccent4" refType="w" fact="0.65"/>
          <dgm:constr type="t" for="ch" forName="textaccent4" refType="h" fact="0.2645"/>
          <dgm:constr type="w" for="ch" forName="textaccent4" refType="w" fact="0.022"/>
          <dgm:constr type="h" for="ch" forName="textaccent4" refType="h" fact="0.0311"/>
          <dgm:constr type="l" for="ch" forName="imageaccent4" refType="w" fact="0.6859"/>
          <dgm:constr type="t" for="ch" forName="imageaccent4" refType="h" fact="0.3008"/>
          <dgm:constr type="w" for="ch" forName="imageaccent4" refType="w" fact="0.022"/>
          <dgm:constr type="h" for="ch" forName="imageaccent4" refType="h" fact="0.0311"/>
          <dgm:constr type="l" for="ch" forName="textaccent5" refType="w" fact="0.8123"/>
          <dgm:constr type="t" for="ch" forName="textaccent5" refType="h" fact="0.1217"/>
          <dgm:constr type="w" for="ch" forName="textaccent5" refType="w" fact="0.022"/>
          <dgm:constr type="h" for="ch" forName="textaccent5" refType="h" fact="0.0311"/>
          <dgm:constr type="l" for="ch" forName="imageaccent5" refType="w" fact="0.849"/>
          <dgm:constr type="t" for="ch" forName="imageaccent5" refType="h" fact="0.1567"/>
          <dgm:constr type="w" for="ch" forName="imageaccent5" refType="w" fact="0.022"/>
          <dgm:constr type="h" for="ch" forName="imageaccent5" refType="h" fact="0.0311"/>
          <dgm:constr type="l" for="ch" forName="image6" refType="w" fact="0.6491"/>
          <dgm:constr type="t" for="ch" forName="image6" refType="h" fact="0.5889"/>
          <dgm:constr type="w" for="ch" forName="image6" refType="w" fact="0.1886"/>
          <dgm:constr type="h" for="ch" forName="image6" refType="h" fact="0.2653"/>
          <dgm:constr type="l" for="ch" forName="text6" refType="w" fact="0.8114"/>
          <dgm:constr type="t" for="ch" forName="text6" refType="h" fact="0.4436"/>
          <dgm:constr type="w" for="ch" forName="text6" refType="w" fact="0.1886"/>
          <dgm:constr type="h" for="ch" forName="text6" refType="h" fact="0.2653"/>
          <dgm:constr type="l" for="ch" forName="imageaccent6" refType="w" fact="0.8138"/>
          <dgm:constr type="t" for="ch" forName="imageaccent6" refType="h" fact="0.7053"/>
          <dgm:constr type="w" for="ch" forName="imageaccent6" refType="w" fact="0.022"/>
          <dgm:constr type="h" for="ch" forName="imageaccent6" refType="h" fact="0.0311"/>
          <dgm:constr type="l" for="ch" forName="textaccent6" refType="w" fact="0.8488"/>
          <dgm:constr type="t" for="ch" forName="textaccent6" refType="h" fact="0.676"/>
          <dgm:constr type="w" for="ch" forName="textaccent6" refType="w" fact="0.022"/>
          <dgm:constr type="h" for="ch" forName="textaccent6" refType="h" fact="0.0311"/>
          <dgm:constr type="l" for="ch" forName="text7" refType="w" fact="0.3244"/>
          <dgm:constr type="t" for="ch" forName="text7" refType="h" fact="0.5872"/>
          <dgm:constr type="w" for="ch" forName="text7" refType="w" fact="0.1886"/>
          <dgm:constr type="h" for="ch" forName="text7" refType="h" fact="0.2653"/>
          <dgm:constr type="l" for="ch" forName="image7" refType="w" fact="0.1622"/>
          <dgm:constr type="t" for="ch" forName="image7" refType="h" fact="0.7347"/>
          <dgm:constr type="w" for="ch" forName="image7" refType="w" fact="0.1886"/>
          <dgm:constr type="h" for="ch" forName="image7" refType="h" fact="0.2653"/>
          <dgm:constr type="l" for="ch" forName="imageaccent7" refType="w" fact="0.2905"/>
          <dgm:constr type="t" for="ch" forName="imageaccent7" refType="h" fact="0.7384"/>
          <dgm:constr type="w" for="ch" forName="imageaccent7" refType="w" fact="0.022"/>
          <dgm:constr type="h" for="ch" forName="imageaccent7" refType="h" fact="0.0311"/>
          <dgm:constr type="l" for="ch" forName="textaccent7" refType="w" fact="0.3298"/>
          <dgm:constr type="t" for="ch" forName="textaccent7" refType="h" fact="0.7048"/>
          <dgm:constr type="w" for="ch" forName="textaccent7" refType="w" fact="0.022"/>
          <dgm:constr type="h" for="ch" forName="textaccent7" refType="h" fact="0.0311"/>
        </dgm:constrLst>
      </dgm:if>
      <dgm:if name="Name9" axis="ch" ptType="node" func="cnt" op="equ" val="8">
        <dgm:alg type="composite">
          <dgm:param type="ar" val="1.8974"/>
        </dgm:alg>
        <dgm:constrLst>
          <dgm:constr type="primFontSz" for="des" ptType="node" op="equ" val="65"/>
          <dgm:constr type="l" for="ch" forName="image4" refType="w" fact="0.5589"/>
          <dgm:constr type="t" for="ch" forName="image4" refType="h" fact="0.2952"/>
          <dgm:constr type="w" for="ch" forName="image4" refType="w" fact="0.1624"/>
          <dgm:constr type="h" for="ch" forName="image4" refType="h" fact="0.2645"/>
          <dgm:constr type="l" for="ch" forName="text5" refType="w" fact="0.5589"/>
          <dgm:constr type="t" for="ch" forName="text5" refType="h" fact="0.0028"/>
          <dgm:constr type="w" for="ch" forName="text5" refType="w" fact="0.1624"/>
          <dgm:constr type="h" for="ch" forName="text5" refType="h" fact="0.2645"/>
          <dgm:constr type="l" for="ch" forName="image5" refType="w" fact="0.6986"/>
          <dgm:constr type="t" for="ch" forName="image5" refType="h" fact="0.1504"/>
          <dgm:constr type="w" for="ch" forName="image5" refType="w" fact="0.1624"/>
          <dgm:constr type="h" for="ch" forName="image5" refType="h" fact="0.2645"/>
          <dgm:constr type="l" for="ch" forName="image2" refType="w" fact="0.4192"/>
          <dgm:constr type="t" for="ch" forName="image2" refType="h" fact="0.439"/>
          <dgm:constr type="w" for="ch" forName="image2" refType="w" fact="0.1624"/>
          <dgm:constr type="h" for="ch" forName="image2" refType="h" fact="0.2645"/>
          <dgm:constr type="l" for="ch" forName="text4" refType="w" fact="0.4192"/>
          <dgm:constr type="t" for="ch" forName="text4" refType="h" fact="0.1465"/>
          <dgm:constr type="w" for="ch" forName="text4" refType="w" fact="0.1624"/>
          <dgm:constr type="h" for="ch" forName="text4" refType="h" fact="0.2645"/>
          <dgm:constr type="l" for="ch" forName="text2" refType="w" fact="0.2794"/>
          <dgm:constr type="t" for="ch" forName="text2" refType="h" fact="0.2925"/>
          <dgm:constr type="w" for="ch" forName="text2" refType="w" fact="0.1624"/>
          <dgm:constr type="h" for="ch" forName="text2" refType="h" fact="0.2645"/>
          <dgm:constr type="l" for="ch" forName="image3" refType="w" fact="0.2794"/>
          <dgm:constr type="t" for="ch" forName="image3" refType="h" fact="0"/>
          <dgm:constr type="w" for="ch" forName="image3" refType="w" fact="0.1624"/>
          <dgm:constr type="h" for="ch" forName="image3" refType="h" fact="0.2645"/>
          <dgm:constr type="l" for="ch" forName="text1" refType="w" fact="0.1397"/>
          <dgm:constr type="t" for="ch" forName="text1" refType="h" fact="0.4395"/>
          <dgm:constr type="w" for="ch" forName="text1" refType="w" fact="0.1624"/>
          <dgm:constr type="h" for="ch" forName="text1" refType="h" fact="0.2645"/>
          <dgm:constr type="l" for="ch" forName="text3" refType="w" fact="0.1397"/>
          <dgm:constr type="t" for="ch" forName="text3" refType="h" fact="0.1471"/>
          <dgm:constr type="w" for="ch" forName="text3" refType="w" fact="0.1624"/>
          <dgm:constr type="h" for="ch" forName="text3" refType="h" fact="0.2645"/>
          <dgm:constr type="l" for="ch" forName="textaccent1" refType="w" fact="0.1436"/>
          <dgm:constr type="t" for="ch" forName="textaccent1" refType="h" fact="0.5578"/>
          <dgm:constr type="w" for="ch" forName="textaccent1" refType="w" fact="0.0189"/>
          <dgm:constr type="h" for="ch" forName="textaccent1" refType="h" fact="0.031"/>
          <dgm:constr type="l" for="ch" forName="image1" refType="w" fact="0"/>
          <dgm:constr type="t" for="ch" forName="image1" refType="h" fact="0.2933"/>
          <dgm:constr type="w" for="ch" forName="image1" refType="w" fact="0.1624"/>
          <dgm:constr type="h" for="ch" forName="image1" refType="h" fact="0.2645"/>
          <dgm:constr type="l" for="ch" forName="imageaccent1" refType="w" fact="0.1112"/>
          <dgm:constr type="t" for="ch" forName="imageaccent1" refType="h" fact="0.5227"/>
          <dgm:constr type="w" for="ch" forName="imageaccent1" refType="w" fact="0.0189"/>
          <dgm:constr type="h" for="ch" forName="imageaccent1" refType="h" fact="0.031"/>
          <dgm:constr type="l" for="ch" forName="textaccent2" refType="w" fact="0.3912"/>
          <dgm:constr type="t" for="ch" forName="textaccent2" refType="h" fact="0.5213"/>
          <dgm:constr type="w" for="ch" forName="textaccent2" refType="w" fact="0.0189"/>
          <dgm:constr type="h" for="ch" forName="textaccent2" refType="h" fact="0.031"/>
          <dgm:constr type="l" for="ch" forName="imageaccent2" refType="w" fact="0.4231"/>
          <dgm:constr type="t" for="ch" forName="imageaccent2" refType="h" fact="0.5567"/>
          <dgm:constr type="w" for="ch" forName="imageaccent2" refType="w" fact="0.0189"/>
          <dgm:constr type="h" for="ch" forName="imageaccent2" refType="h" fact="0.031"/>
          <dgm:constr type="l" for="ch" forName="textaccent3" refType="w" fact="0.2502"/>
          <dgm:constr type="t" for="ch" forName="textaccent3" refType="h" fact="0.1507"/>
          <dgm:constr type="w" for="ch" forName="textaccent3" refType="w" fact="0.0189"/>
          <dgm:constr type="h" for="ch" forName="textaccent3" refType="h" fact="0.031"/>
          <dgm:constr type="l" for="ch" forName="imageaccent3" refType="w" fact="0.2841"/>
          <dgm:constr type="t" for="ch" forName="imageaccent3" refType="h" fact="0.1172"/>
          <dgm:constr type="w" for="ch" forName="imageaccent3" refType="w" fact="0.0189"/>
          <dgm:constr type="h" for="ch" forName="imageaccent3" refType="h" fact="0.031"/>
          <dgm:constr type="l" for="ch" forName="textaccent4" refType="w" fact="0.5596"/>
          <dgm:constr type="t" for="ch" forName="textaccent4" refType="h" fact="0.2637"/>
          <dgm:constr type="w" for="ch" forName="textaccent4" refType="w" fact="0.0189"/>
          <dgm:constr type="h" for="ch" forName="textaccent4" refType="h" fact="0.031"/>
          <dgm:constr type="l" for="ch" forName="imageaccent4" refType="w" fact="0.5905"/>
          <dgm:constr type="t" for="ch" forName="imageaccent4" refType="h" fact="0.3"/>
          <dgm:constr type="w" for="ch" forName="imageaccent4" refType="w" fact="0.0189"/>
          <dgm:constr type="h" for="ch" forName="imageaccent4" refType="h" fact="0.031"/>
          <dgm:constr type="l" for="ch" forName="textaccent5" refType="w" fact="0.6993"/>
          <dgm:constr type="t" for="ch" forName="textaccent5" refType="h" fact="0.1214"/>
          <dgm:constr type="w" for="ch" forName="textaccent5" refType="w" fact="0.0189"/>
          <dgm:constr type="h" for="ch" forName="textaccent5" refType="h" fact="0.031"/>
          <dgm:constr type="l" for="ch" forName="imageaccent5" refType="w" fact="0.731"/>
          <dgm:constr type="t" for="ch" forName="imageaccent5" refType="h" fact="0.1563"/>
          <dgm:constr type="w" for="ch" forName="imageaccent5" refType="w" fact="0.0189"/>
          <dgm:constr type="h" for="ch" forName="imageaccent5" refType="h" fact="0.031"/>
          <dgm:constr type="l" for="ch" forName="image6" refType="w" fact="0.5589"/>
          <dgm:constr type="t" for="ch" forName="image6" refType="h" fact="0.5872"/>
          <dgm:constr type="w" for="ch" forName="image6" refType="w" fact="0.1624"/>
          <dgm:constr type="h" for="ch" forName="image6" refType="h" fact="0.2645"/>
          <dgm:constr type="l" for="ch" forName="text6" refType="w" fact="0.6986"/>
          <dgm:constr type="t" for="ch" forName="text6" refType="h" fact="0.4424"/>
          <dgm:constr type="w" for="ch" forName="text6" refType="w" fact="0.1624"/>
          <dgm:constr type="h" for="ch" forName="text6" refType="h" fact="0.2645"/>
          <dgm:constr type="l" for="ch" forName="imageaccent6" refType="w" fact="0.7007"/>
          <dgm:constr type="t" for="ch" forName="imageaccent6" refType="h" fact="0.7033"/>
          <dgm:constr type="w" for="ch" forName="imageaccent6" refType="w" fact="0.0189"/>
          <dgm:constr type="h" for="ch" forName="imageaccent6" refType="h" fact="0.031"/>
          <dgm:constr type="l" for="ch" forName="textaccent6" refType="w" fact="0.7308"/>
          <dgm:constr type="t" for="ch" forName="textaccent6" refType="h" fact="0.6741"/>
          <dgm:constr type="w" for="ch" forName="textaccent6" refType="w" fact="0.0189"/>
          <dgm:constr type="h" for="ch" forName="textaccent6" refType="h" fact="0.031"/>
          <dgm:constr type="l" for="ch" forName="text7" refType="w" fact="0.2793"/>
          <dgm:constr type="t" for="ch" forName="text7" refType="h" fact="0.5856"/>
          <dgm:constr type="w" for="ch" forName="text7" refType="w" fact="0.1624"/>
          <dgm:constr type="h" for="ch" forName="text7" refType="h" fact="0.2645"/>
          <dgm:constr type="l" for="ch" forName="image7" refType="w" fact="0.1396"/>
          <dgm:constr type="t" for="ch" forName="image7" refType="h" fact="0.7326"/>
          <dgm:constr type="w" for="ch" forName="image7" refType="w" fact="0.1624"/>
          <dgm:constr type="h" for="ch" forName="image7" refType="h" fact="0.2645"/>
          <dgm:constr type="l" for="ch" forName="imageaccent7" refType="w" fact="0.2501"/>
          <dgm:constr type="t" for="ch" forName="imageaccent7" refType="h" fact="0.7363"/>
          <dgm:constr type="w" for="ch" forName="imageaccent7" refType="w" fact="0.0189"/>
          <dgm:constr type="h" for="ch" forName="imageaccent7" refType="h" fact="0.031"/>
          <dgm:constr type="l" for="ch" forName="textaccent7" refType="w" fact="0.284"/>
          <dgm:constr type="t" for="ch" forName="textaccent7" refType="h" fact="0.7028"/>
          <dgm:constr type="w" for="ch" forName="textaccent7" refType="w" fact="0.0189"/>
          <dgm:constr type="h" for="ch" forName="textaccent7" refType="h" fact="0.031"/>
          <dgm:constr type="l" for="ch" forName="image8" refType="w" fact="0.6979"/>
          <dgm:constr type="t" for="ch" forName="image8" refType="h" fact="0.7355"/>
          <dgm:constr type="w" for="ch" forName="image8" refType="w" fact="0.1624"/>
          <dgm:constr type="h" for="ch" forName="image8" refType="h" fact="0.2645"/>
          <dgm:constr type="l" for="ch" forName="text8" refType="w" fact="0.8376"/>
          <dgm:constr type="t" for="ch" forName="text8" refType="h" fact="0.5906"/>
          <dgm:constr type="w" for="ch" forName="text8" refType="w" fact="0.1624"/>
          <dgm:constr type="h" for="ch" forName="text8" refType="h" fact="0.2645"/>
          <dgm:constr type="l" for="ch" forName="imageaccent8" refType="w" fact="0.8397"/>
          <dgm:constr type="t" for="ch" forName="imageaccent8" refType="h" fact="0.8516"/>
          <dgm:constr type="w" for="ch" forName="imageaccent8" refType="w" fact="0.0189"/>
          <dgm:constr type="h" for="ch" forName="imageaccent8" refType="h" fact="0.031"/>
          <dgm:constr type="l" for="ch" forName="textaccent8" refType="w" fact="0.8698"/>
          <dgm:constr type="t" for="ch" forName="textaccent8" refType="h" fact="0.8223"/>
          <dgm:constr type="w" for="ch" forName="textaccent8" refType="w" fact="0.0189"/>
          <dgm:constr type="h" for="ch" forName="textaccent8" refType="h" fact="0.031"/>
        </dgm:constrLst>
      </dgm:if>
      <dgm:if name="Name10" axis="ch" ptType="node" func="cnt" op="equ" val="9">
        <dgm:alg type="composite">
          <dgm:param type="ar" val="1.8986"/>
        </dgm:alg>
        <dgm:constrLst>
          <dgm:constr type="primFontSz" for="des" ptType="node" op="equ" val="65"/>
          <dgm:constr type="l" for="ch" forName="image4" refType="w" fact="0.5585"/>
          <dgm:constr type="t" for="ch" forName="image4" refType="h" fact="0.2952"/>
          <dgm:constr type="w" for="ch" forName="image4" refType="w" fact="0.1623"/>
          <dgm:constr type="h" for="ch" forName="image4" refType="h" fact="0.2645"/>
          <dgm:constr type="l" for="ch" forName="text5" refType="w" fact="0.5585"/>
          <dgm:constr type="t" for="ch" forName="text5" refType="h" fact="0.0028"/>
          <dgm:constr type="w" for="ch" forName="text5" refType="w" fact="0.1623"/>
          <dgm:constr type="h" for="ch" forName="text5" refType="h" fact="0.2645"/>
          <dgm:constr type="l" for="ch" forName="image5" refType="w" fact="0.6982"/>
          <dgm:constr type="t" for="ch" forName="image5" refType="h" fact="0.1504"/>
          <dgm:constr type="w" for="ch" forName="image5" refType="w" fact="0.1623"/>
          <dgm:constr type="h" for="ch" forName="image5" refType="h" fact="0.2645"/>
          <dgm:constr type="l" for="ch" forName="image2" refType="w" fact="0.4189"/>
          <dgm:constr type="t" for="ch" forName="image2" refType="h" fact="0.439"/>
          <dgm:constr type="w" for="ch" forName="image2" refType="w" fact="0.1623"/>
          <dgm:constr type="h" for="ch" forName="image2" refType="h" fact="0.2645"/>
          <dgm:constr type="l" for="ch" forName="text4" refType="w" fact="0.4189"/>
          <dgm:constr type="t" for="ch" forName="text4" refType="h" fact="0.1465"/>
          <dgm:constr type="w" for="ch" forName="text4" refType="w" fact="0.1623"/>
          <dgm:constr type="h" for="ch" forName="text4" refType="h" fact="0.2645"/>
          <dgm:constr type="l" for="ch" forName="text2" refType="w" fact="0.2793"/>
          <dgm:constr type="t" for="ch" forName="text2" refType="h" fact="0.2925"/>
          <dgm:constr type="w" for="ch" forName="text2" refType="w" fact="0.1623"/>
          <dgm:constr type="h" for="ch" forName="text2" refType="h" fact="0.2645"/>
          <dgm:constr type="l" for="ch" forName="image3" refType="w" fact="0.2793"/>
          <dgm:constr type="t" for="ch" forName="image3" refType="h" fact="0"/>
          <dgm:constr type="w" for="ch" forName="image3" refType="w" fact="0.1623"/>
          <dgm:constr type="h" for="ch" forName="image3" refType="h" fact="0.2645"/>
          <dgm:constr type="l" for="ch" forName="text1" refType="w" fact="0.1396"/>
          <dgm:constr type="t" for="ch" forName="text1" refType="h" fact="0.4395"/>
          <dgm:constr type="w" for="ch" forName="text1" refType="w" fact="0.1623"/>
          <dgm:constr type="h" for="ch" forName="text1" refType="h" fact="0.2645"/>
          <dgm:constr type="l" for="ch" forName="text3" refType="w" fact="0.1396"/>
          <dgm:constr type="t" for="ch" forName="text3" refType="h" fact="0.1471"/>
          <dgm:constr type="w" for="ch" forName="text3" refType="w" fact="0.1623"/>
          <dgm:constr type="h" for="ch" forName="text3" refType="h" fact="0.2645"/>
          <dgm:constr type="l" for="ch" forName="textaccent1" refType="w" fact="0.1435"/>
          <dgm:constr type="t" for="ch" forName="textaccent1" refType="h" fact="0.5578"/>
          <dgm:constr type="w" for="ch" forName="textaccent1" refType="w" fact="0.0189"/>
          <dgm:constr type="h" for="ch" forName="textaccent1" refType="h" fact="0.031"/>
          <dgm:constr type="l" for="ch" forName="image1" refType="w" fact="0"/>
          <dgm:constr type="t" for="ch" forName="image1" refType="h" fact="0.2933"/>
          <dgm:constr type="w" for="ch" forName="image1" refType="w" fact="0.1623"/>
          <dgm:constr type="h" for="ch" forName="image1" refType="h" fact="0.2645"/>
          <dgm:constr type="l" for="ch" forName="imageaccent1" refType="w" fact="0.1111"/>
          <dgm:constr type="t" for="ch" forName="imageaccent1" refType="h" fact="0.5227"/>
          <dgm:constr type="w" for="ch" forName="imageaccent1" refType="w" fact="0.0189"/>
          <dgm:constr type="h" for="ch" forName="imageaccent1" refType="h" fact="0.031"/>
          <dgm:constr type="l" for="ch" forName="textaccent2" refType="w" fact="0.391"/>
          <dgm:constr type="t" for="ch" forName="textaccent2" refType="h" fact="0.5213"/>
          <dgm:constr type="w" for="ch" forName="textaccent2" refType="w" fact="0.0189"/>
          <dgm:constr type="h" for="ch" forName="textaccent2" refType="h" fact="0.031"/>
          <dgm:constr type="l" for="ch" forName="imageaccent2" refType="w" fact="0.4228"/>
          <dgm:constr type="t" for="ch" forName="imageaccent2" refType="h" fact="0.5567"/>
          <dgm:constr type="w" for="ch" forName="imageaccent2" refType="w" fact="0.0189"/>
          <dgm:constr type="h" for="ch" forName="imageaccent2" refType="h" fact="0.031"/>
          <dgm:constr type="l" for="ch" forName="textaccent3" refType="w" fact="0.2501"/>
          <dgm:constr type="t" for="ch" forName="textaccent3" refType="h" fact="0.1507"/>
          <dgm:constr type="w" for="ch" forName="textaccent3" refType="w" fact="0.0189"/>
          <dgm:constr type="h" for="ch" forName="textaccent3" refType="h" fact="0.031"/>
          <dgm:constr type="l" for="ch" forName="imageaccent3" refType="w" fact="0.2839"/>
          <dgm:constr type="t" for="ch" forName="imageaccent3" refType="h" fact="0.1172"/>
          <dgm:constr type="w" for="ch" forName="imageaccent3" refType="w" fact="0.0189"/>
          <dgm:constr type="h" for="ch" forName="imageaccent3" refType="h" fact="0.031"/>
          <dgm:constr type="l" for="ch" forName="textaccent4" refType="w" fact="0.5593"/>
          <dgm:constr type="t" for="ch" forName="textaccent4" refType="h" fact="0.2637"/>
          <dgm:constr type="w" for="ch" forName="textaccent4" refType="w" fact="0.0189"/>
          <dgm:constr type="h" for="ch" forName="textaccent4" refType="h" fact="0.031"/>
          <dgm:constr type="l" for="ch" forName="imageaccent4" refType="w" fact="0.5901"/>
          <dgm:constr type="t" for="ch" forName="imageaccent4" refType="h" fact="0.3"/>
          <dgm:constr type="w" for="ch" forName="imageaccent4" refType="w" fact="0.0189"/>
          <dgm:constr type="h" for="ch" forName="imageaccent4" refType="h" fact="0.031"/>
          <dgm:constr type="l" for="ch" forName="textaccent5" refType="w" fact="0.6989"/>
          <dgm:constr type="t" for="ch" forName="textaccent5" refType="h" fact="0.1214"/>
          <dgm:constr type="w" for="ch" forName="textaccent5" refType="w" fact="0.0189"/>
          <dgm:constr type="h" for="ch" forName="textaccent5" refType="h" fact="0.031"/>
          <dgm:constr type="l" for="ch" forName="imageaccent5" refType="w" fact="0.7305"/>
          <dgm:constr type="t" for="ch" forName="imageaccent5" refType="h" fact="0.1563"/>
          <dgm:constr type="w" for="ch" forName="imageaccent5" refType="w" fact="0.0189"/>
          <dgm:constr type="h" for="ch" forName="imageaccent5" refType="h" fact="0.031"/>
          <dgm:constr type="l" for="ch" forName="image6" refType="w" fact="0.5585"/>
          <dgm:constr type="t" for="ch" forName="image6" refType="h" fact="0.5872"/>
          <dgm:constr type="w" for="ch" forName="image6" refType="w" fact="0.1623"/>
          <dgm:constr type="h" for="ch" forName="image6" refType="h" fact="0.2645"/>
          <dgm:constr type="l" for="ch" forName="text6" refType="w" fact="0.6982"/>
          <dgm:constr type="t" for="ch" forName="text6" refType="h" fact="0.4424"/>
          <dgm:constr type="w" for="ch" forName="text6" refType="w" fact="0.1623"/>
          <dgm:constr type="h" for="ch" forName="text6" refType="h" fact="0.2645"/>
          <dgm:constr type="l" for="ch" forName="imageaccent6" refType="w" fact="0.7002"/>
          <dgm:constr type="t" for="ch" forName="imageaccent6" refType="h" fact="0.7033"/>
          <dgm:constr type="w" for="ch" forName="imageaccent6" refType="w" fact="0.0189"/>
          <dgm:constr type="h" for="ch" forName="imageaccent6" refType="h" fact="0.031"/>
          <dgm:constr type="l" for="ch" forName="textaccent6" refType="w" fact="0.7303"/>
          <dgm:constr type="t" for="ch" forName="textaccent6" refType="h" fact="0.6741"/>
          <dgm:constr type="w" for="ch" forName="textaccent6" refType="w" fact="0.0189"/>
          <dgm:constr type="h" for="ch" forName="textaccent6" refType="h" fact="0.031"/>
          <dgm:constr type="l" for="ch" forName="text7" refType="w" fact="0.2792"/>
          <dgm:constr type="t" for="ch" forName="text7" refType="h" fact="0.5856"/>
          <dgm:constr type="w" for="ch" forName="text7" refType="w" fact="0.1623"/>
          <dgm:constr type="h" for="ch" forName="text7" refType="h" fact="0.2645"/>
          <dgm:constr type="l" for="ch" forName="image7" refType="w" fact="0.1395"/>
          <dgm:constr type="t" for="ch" forName="image7" refType="h" fact="0.7326"/>
          <dgm:constr type="w" for="ch" forName="image7" refType="w" fact="0.1623"/>
          <dgm:constr type="h" for="ch" forName="image7" refType="h" fact="0.2645"/>
          <dgm:constr type="l" for="ch" forName="imageaccent7" refType="w" fact="0.25"/>
          <dgm:constr type="t" for="ch" forName="imageaccent7" refType="h" fact="0.7363"/>
          <dgm:constr type="w" for="ch" forName="imageaccent7" refType="w" fact="0.0189"/>
          <dgm:constr type="h" for="ch" forName="imageaccent7" refType="h" fact="0.031"/>
          <dgm:constr type="l" for="ch" forName="textaccent7" refType="w" fact="0.2838"/>
          <dgm:constr type="t" for="ch" forName="textaccent7" refType="h" fact="0.7028"/>
          <dgm:constr type="w" for="ch" forName="textaccent7" refType="w" fact="0.0189"/>
          <dgm:constr type="h" for="ch" forName="textaccent7" refType="h" fact="0.031"/>
          <dgm:constr type="l" for="ch" forName="image8" refType="w" fact="0.6975"/>
          <dgm:constr type="t" for="ch" forName="image8" refType="h" fact="0.7355"/>
          <dgm:constr type="w" for="ch" forName="image8" refType="w" fact="0.1623"/>
          <dgm:constr type="h" for="ch" forName="image8" refType="h" fact="0.2645"/>
          <dgm:constr type="l" for="ch" forName="text8" refType="w" fact="0.8371"/>
          <dgm:constr type="t" for="ch" forName="text8" refType="h" fact="0.5906"/>
          <dgm:constr type="w" for="ch" forName="text8" refType="w" fact="0.1623"/>
          <dgm:constr type="h" for="ch" forName="text8" refType="h" fact="0.2645"/>
          <dgm:constr type="l" for="ch" forName="imageaccent8" refType="w" fact="0.8392"/>
          <dgm:constr type="t" for="ch" forName="imageaccent8" refType="h" fact="0.8516"/>
          <dgm:constr type="w" for="ch" forName="imageaccent8" refType="w" fact="0.0189"/>
          <dgm:constr type="h" for="ch" forName="imageaccent8" refType="h" fact="0.031"/>
          <dgm:constr type="l" for="ch" forName="textaccent8" refType="w" fact="0.8693"/>
          <dgm:constr type="t" for="ch" forName="textaccent8" refType="h" fact="0.8223"/>
          <dgm:constr type="w" for="ch" forName="textaccent8" refType="w" fact="0.0189"/>
          <dgm:constr type="h" for="ch" forName="textaccent8" refType="h" fact="0.031"/>
          <dgm:constr type="l" for="ch" forName="text9" refType="w" fact="0.8377"/>
          <dgm:constr type="t" for="ch" forName="text9" refType="h" fact="0.0057"/>
          <dgm:constr type="w" for="ch" forName="text9" refType="w" fact="0.1623"/>
          <dgm:constr type="h" for="ch" forName="text9" refType="h" fact="0.2645"/>
          <dgm:constr type="l" for="ch" forName="textaccent9" refType="w" fact="0.95"/>
          <dgm:constr type="t" for="ch" forName="textaccent9" refType="h" fact="0.2383"/>
          <dgm:constr type="w" for="ch" forName="textaccent9" refType="w" fact="0.0189"/>
          <dgm:constr type="h" for="ch" forName="textaccent9" refType="h" fact="0.031"/>
          <dgm:constr type="l" for="ch" forName="image9" refType="w" fact="0.8377"/>
          <dgm:constr type="t" for="ch" forName="image9" refType="h" fact="0.2977"/>
          <dgm:constr type="w" for="ch" forName="image9" refType="w" fact="0.1623"/>
          <dgm:constr type="h" for="ch" forName="image9" refType="h" fact="0.2645"/>
          <dgm:constr type="l" for="ch" forName="imageaccent9" refType="w" fact="0.95"/>
          <dgm:constr type="t" for="ch" forName="imageaccent9" refType="h" fact="0.2993"/>
          <dgm:constr type="w" for="ch" forName="imageaccent9" refType="w" fact="0.0189"/>
          <dgm:constr type="h" for="ch" forName="imageaccent9" refType="h" fact="0.031"/>
        </dgm:constrLst>
      </dgm:if>
      <dgm:if name="Name11" axis="ch" ptType="node" func="cnt" op="equ" val="10">
        <dgm:alg type="composite">
          <dgm:param type="ar" val="1.6608"/>
        </dgm:alg>
        <dgm:constrLst>
          <dgm:constr type="primFontSz" for="des" ptType="node" op="equ" val="65"/>
          <dgm:constr type="l" for="ch" forName="image4" refType="w" fact="0.5585"/>
          <dgm:constr type="t" for="ch" forName="image4" refType="h" fact="0.2583"/>
          <dgm:constr type="w" for="ch" forName="image4" refType="w" fact="0.1623"/>
          <dgm:constr type="h" for="ch" forName="image4" refType="h" fact="0.2314"/>
          <dgm:constr type="l" for="ch" forName="text5" refType="w" fact="0.5585"/>
          <dgm:constr type="t" for="ch" forName="text5" refType="h" fact="0.0024"/>
          <dgm:constr type="w" for="ch" forName="text5" refType="w" fact="0.1623"/>
          <dgm:constr type="h" for="ch" forName="text5" refType="h" fact="0.2314"/>
          <dgm:constr type="l" for="ch" forName="image5" refType="w" fact="0.6982"/>
          <dgm:constr type="t" for="ch" forName="image5" refType="h" fact="0.1316"/>
          <dgm:constr type="w" for="ch" forName="image5" refType="w" fact="0.1623"/>
          <dgm:constr type="h" for="ch" forName="image5" refType="h" fact="0.2314"/>
          <dgm:constr type="l" for="ch" forName="image2" refType="w" fact="0.4189"/>
          <dgm:constr type="t" for="ch" forName="image2" refType="h" fact="0.384"/>
          <dgm:constr type="w" for="ch" forName="image2" refType="w" fact="0.1623"/>
          <dgm:constr type="h" for="ch" forName="image2" refType="h" fact="0.2314"/>
          <dgm:constr type="l" for="ch" forName="text4" refType="w" fact="0.4189"/>
          <dgm:constr type="t" for="ch" forName="text4" refType="h" fact="0.1282"/>
          <dgm:constr type="w" for="ch" forName="text4" refType="w" fact="0.1623"/>
          <dgm:constr type="h" for="ch" forName="text4" refType="h" fact="0.2314"/>
          <dgm:constr type="l" for="ch" forName="text2" refType="w" fact="0.2793"/>
          <dgm:constr type="t" for="ch" forName="text2" refType="h" fact="0.2558"/>
          <dgm:constr type="w" for="ch" forName="text2" refType="w" fact="0.1623"/>
          <dgm:constr type="h" for="ch" forName="text2" refType="h" fact="0.2314"/>
          <dgm:constr type="l" for="ch" forName="image3" refType="w" fact="0.2793"/>
          <dgm:constr type="t" for="ch" forName="image3" refType="h" fact="0"/>
          <dgm:constr type="w" for="ch" forName="image3" refType="w" fact="0.1623"/>
          <dgm:constr type="h" for="ch" forName="image3" refType="h" fact="0.2314"/>
          <dgm:constr type="l" for="ch" forName="text1" refType="w" fact="0.1396"/>
          <dgm:constr type="t" for="ch" forName="text1" refType="h" fact="0.3845"/>
          <dgm:constr type="w" for="ch" forName="text1" refType="w" fact="0.1623"/>
          <dgm:constr type="h" for="ch" forName="text1" refType="h" fact="0.2314"/>
          <dgm:constr type="l" for="ch" forName="text3" refType="w" fact="0.1396"/>
          <dgm:constr type="t" for="ch" forName="text3" refType="h" fact="0.1286"/>
          <dgm:constr type="w" for="ch" forName="text3" refType="w" fact="0.1623"/>
          <dgm:constr type="h" for="ch" forName="text3" refType="h" fact="0.2314"/>
          <dgm:constr type="l" for="ch" forName="textaccent1" refType="w" fact="0.1435"/>
          <dgm:constr type="t" for="ch" forName="textaccent1" refType="h" fact="0.488"/>
          <dgm:constr type="w" for="ch" forName="textaccent1" refType="w" fact="0.0189"/>
          <dgm:constr type="h" for="ch" forName="textaccent1" refType="h" fact="0.0271"/>
          <dgm:constr type="l" for="ch" forName="image1" refType="w" fact="0"/>
          <dgm:constr type="t" for="ch" forName="image1" refType="h" fact="0.2566"/>
          <dgm:constr type="w" for="ch" forName="image1" refType="w" fact="0.1623"/>
          <dgm:constr type="h" for="ch" forName="image1" refType="h" fact="0.2314"/>
          <dgm:constr type="l" for="ch" forName="imageaccent1" refType="w" fact="0.1111"/>
          <dgm:constr type="t" for="ch" forName="imageaccent1" refType="h" fact="0.4572"/>
          <dgm:constr type="w" for="ch" forName="imageaccent1" refType="w" fact="0.0189"/>
          <dgm:constr type="h" for="ch" forName="imageaccent1" refType="h" fact="0.0271"/>
          <dgm:constr type="l" for="ch" forName="textaccent2" refType="w" fact="0.391"/>
          <dgm:constr type="t" for="ch" forName="textaccent2" refType="h" fact="0.456"/>
          <dgm:constr type="w" for="ch" forName="textaccent2" refType="w" fact="0.0189"/>
          <dgm:constr type="h" for="ch" forName="textaccent2" refType="h" fact="0.0271"/>
          <dgm:constr type="l" for="ch" forName="imageaccent2" refType="w" fact="0.4228"/>
          <dgm:constr type="t" for="ch" forName="imageaccent2" refType="h" fact="0.487"/>
          <dgm:constr type="w" for="ch" forName="imageaccent2" refType="w" fact="0.0189"/>
          <dgm:constr type="h" for="ch" forName="imageaccent2" refType="h" fact="0.0271"/>
          <dgm:constr type="l" for="ch" forName="textaccent3" refType="w" fact="0.2501"/>
          <dgm:constr type="t" for="ch" forName="textaccent3" refType="h" fact="0.1318"/>
          <dgm:constr type="w" for="ch" forName="textaccent3" refType="w" fact="0.0189"/>
          <dgm:constr type="h" for="ch" forName="textaccent3" refType="h" fact="0.0271"/>
          <dgm:constr type="l" for="ch" forName="imageaccent3" refType="w" fact="0.2839"/>
          <dgm:constr type="t" for="ch" forName="imageaccent3" refType="h" fact="0.1025"/>
          <dgm:constr type="w" for="ch" forName="imageaccent3" refType="w" fact="0.0189"/>
          <dgm:constr type="h" for="ch" forName="imageaccent3" refType="h" fact="0.0271"/>
          <dgm:constr type="l" for="ch" forName="textaccent4" refType="w" fact="0.5593"/>
          <dgm:constr type="t" for="ch" forName="textaccent4" refType="h" fact="0.2307"/>
          <dgm:constr type="w" for="ch" forName="textaccent4" refType="w" fact="0.0189"/>
          <dgm:constr type="h" for="ch" forName="textaccent4" refType="h" fact="0.0271"/>
          <dgm:constr type="l" for="ch" forName="imageaccent4" refType="w" fact="0.5901"/>
          <dgm:constr type="t" for="ch" forName="imageaccent4" refType="h" fact="0.2624"/>
          <dgm:constr type="w" for="ch" forName="imageaccent4" refType="w" fact="0.0189"/>
          <dgm:constr type="h" for="ch" forName="imageaccent4" refType="h" fact="0.0271"/>
          <dgm:constr type="l" for="ch" forName="textaccent5" refType="w" fact="0.6989"/>
          <dgm:constr type="t" for="ch" forName="textaccent5" refType="h" fact="0.1062"/>
          <dgm:constr type="w" for="ch" forName="textaccent5" refType="w" fact="0.0189"/>
          <dgm:constr type="h" for="ch" forName="textaccent5" refType="h" fact="0.0271"/>
          <dgm:constr type="l" for="ch" forName="imageaccent5" refType="w" fact="0.7305"/>
          <dgm:constr type="t" for="ch" forName="imageaccent5" refType="h" fact="0.1367"/>
          <dgm:constr type="w" for="ch" forName="imageaccent5" refType="w" fact="0.0189"/>
          <dgm:constr type="h" for="ch" forName="imageaccent5" refType="h" fact="0.0271"/>
          <dgm:constr type="l" for="ch" forName="image6" refType="w" fact="0.5585"/>
          <dgm:constr type="t" for="ch" forName="image6" refType="h" fact="0.5137"/>
          <dgm:constr type="w" for="ch" forName="image6" refType="w" fact="0.1623"/>
          <dgm:constr type="h" for="ch" forName="image6" refType="h" fact="0.2314"/>
          <dgm:constr type="l" for="ch" forName="text6" refType="w" fact="0.6982"/>
          <dgm:constr type="t" for="ch" forName="text6" refType="h" fact="0.387"/>
          <dgm:constr type="w" for="ch" forName="text6" refType="w" fact="0.1623"/>
          <dgm:constr type="h" for="ch" forName="text6" refType="h" fact="0.2314"/>
          <dgm:constr type="l" for="ch" forName="imageaccent6" refType="w" fact="0.7002"/>
          <dgm:constr type="t" for="ch" forName="imageaccent6" refType="h" fact="0.6152"/>
          <dgm:constr type="w" for="ch" forName="imageaccent6" refType="w" fact="0.0189"/>
          <dgm:constr type="h" for="ch" forName="imageaccent6" refType="h" fact="0.0271"/>
          <dgm:constr type="l" for="ch" forName="textaccent6" refType="w" fact="0.7303"/>
          <dgm:constr type="t" for="ch" forName="textaccent6" refType="h" fact="0.5897"/>
          <dgm:constr type="w" for="ch" forName="textaccent6" refType="w" fact="0.0189"/>
          <dgm:constr type="h" for="ch" forName="textaccent6" refType="h" fact="0.0271"/>
          <dgm:constr type="l" for="ch" forName="text7" refType="w" fact="0.2792"/>
          <dgm:constr type="t" for="ch" forName="text7" refType="h" fact="0.5122"/>
          <dgm:constr type="w" for="ch" forName="text7" refType="w" fact="0.1623"/>
          <dgm:constr type="h" for="ch" forName="text7" refType="h" fact="0.2314"/>
          <dgm:constr type="l" for="ch" forName="image7" refType="w" fact="0.1395"/>
          <dgm:constr type="t" for="ch" forName="image7" refType="h" fact="0.6409"/>
          <dgm:constr type="w" for="ch" forName="image7" refType="w" fact="0.1623"/>
          <dgm:constr type="h" for="ch" forName="image7" refType="h" fact="0.2314"/>
          <dgm:constr type="l" for="ch" forName="imageaccent7" refType="w" fact="0.25"/>
          <dgm:constr type="t" for="ch" forName="imageaccent7" refType="h" fact="0.6441"/>
          <dgm:constr type="w" for="ch" forName="imageaccent7" refType="w" fact="0.0189"/>
          <dgm:constr type="h" for="ch" forName="imageaccent7" refType="h" fact="0.0271"/>
          <dgm:constr type="l" for="ch" forName="textaccent7" refType="w" fact="0.2838"/>
          <dgm:constr type="t" for="ch" forName="textaccent7" refType="h" fact="0.6148"/>
          <dgm:constr type="w" for="ch" forName="textaccent7" refType="w" fact="0.0189"/>
          <dgm:constr type="h" for="ch" forName="textaccent7" refType="h" fact="0.0271"/>
          <dgm:constr type="l" for="ch" forName="image8" refType="w" fact="0.6975"/>
          <dgm:constr type="t" for="ch" forName="image8" refType="h" fact="0.6433"/>
          <dgm:constr type="w" for="ch" forName="image8" refType="w" fact="0.1623"/>
          <dgm:constr type="h" for="ch" forName="image8" refType="h" fact="0.2314"/>
          <dgm:constr type="l" for="ch" forName="text8" refType="w" fact="0.8371"/>
          <dgm:constr type="t" for="ch" forName="text8" refType="h" fact="0.5167"/>
          <dgm:constr type="w" for="ch" forName="text8" refType="w" fact="0.1623"/>
          <dgm:constr type="h" for="ch" forName="text8" refType="h" fact="0.2314"/>
          <dgm:constr type="l" for="ch" forName="imageaccent8" refType="w" fact="0.8392"/>
          <dgm:constr type="t" for="ch" forName="imageaccent8" refType="h" fact="0.7449"/>
          <dgm:constr type="w" for="ch" forName="imageaccent8" refType="w" fact="0.0189"/>
          <dgm:constr type="h" for="ch" forName="imageaccent8" refType="h" fact="0.0271"/>
          <dgm:constr type="l" for="ch" forName="textaccent8" refType="w" fact="0.8693"/>
          <dgm:constr type="t" for="ch" forName="textaccent8" refType="h" fact="0.7194"/>
          <dgm:constr type="w" for="ch" forName="textaccent8" refType="w" fact="0.0189"/>
          <dgm:constr type="h" for="ch" forName="textaccent8" refType="h" fact="0.0271"/>
          <dgm:constr type="l" for="ch" forName="text9" refType="w" fact="0.8377"/>
          <dgm:constr type="t" for="ch" forName="text9" refType="h" fact="0.005"/>
          <dgm:constr type="w" for="ch" forName="text9" refType="w" fact="0.1623"/>
          <dgm:constr type="h" for="ch" forName="text9" refType="h" fact="0.2314"/>
          <dgm:constr type="l" for="ch" forName="textaccent9" refType="w" fact="0.95"/>
          <dgm:constr type="t" for="ch" forName="textaccent9" refType="h" fact="0.2084"/>
          <dgm:constr type="w" for="ch" forName="textaccent9" refType="w" fact="0.0189"/>
          <dgm:constr type="h" for="ch" forName="textaccent9" refType="h" fact="0.0271"/>
          <dgm:constr type="l" for="ch" forName="image9" refType="w" fact="0.8377"/>
          <dgm:constr type="t" for="ch" forName="image9" refType="h" fact="0.2604"/>
          <dgm:constr type="w" for="ch" forName="image9" refType="w" fact="0.1623"/>
          <dgm:constr type="h" for="ch" forName="image9" refType="h" fact="0.2314"/>
          <dgm:constr type="l" for="ch" forName="imageaccent9" refType="w" fact="0.95"/>
          <dgm:constr type="t" for="ch" forName="imageaccent9" refType="h" fact="0.2618"/>
          <dgm:constr type="w" for="ch" forName="imageaccent9" refType="w" fact="0.0189"/>
          <dgm:constr type="h" for="ch" forName="imageaccent9" refType="h" fact="0.0271"/>
          <dgm:constr type="l" for="ch" forName="image10" refType="w" fact="0.2786"/>
          <dgm:constr type="t" for="ch" forName="image10" refType="h" fact="0.7686"/>
          <dgm:constr type="w" for="ch" forName="image10" refType="w" fact="0.1623"/>
          <dgm:constr type="h" for="ch" forName="image10" refType="h" fact="0.2314"/>
          <dgm:constr type="l" for="ch" forName="text10" refType="w" fact="0.4183"/>
          <dgm:constr type="t" for="ch" forName="text10" refType="h" fact="0.6419"/>
          <dgm:constr type="w" for="ch" forName="text10" refType="w" fact="0.1623"/>
          <dgm:constr type="h" for="ch" forName="text10" refType="h" fact="0.2314"/>
          <dgm:constr type="l" for="ch" forName="imageaccent10" refType="w" fact="0.4203"/>
          <dgm:constr type="t" for="ch" forName="imageaccent10" refType="h" fact="0.8701"/>
          <dgm:constr type="w" for="ch" forName="imageaccent10" refType="w" fact="0.0189"/>
          <dgm:constr type="h" for="ch" forName="imageaccent10" refType="h" fact="0.0271"/>
          <dgm:constr type="l" for="ch" forName="textaccent10" refType="w" fact="0.4504"/>
          <dgm:constr type="t" for="ch" forName="textaccent10" refType="h" fact="0.8446"/>
          <dgm:constr type="w" for="ch" forName="textaccent10" refType="w" fact="0.0189"/>
          <dgm:constr type="h" for="ch" forName="textaccent10" refType="h" fact="0.0271"/>
        </dgm:constrLst>
      </dgm:if>
      <dgm:if name="Name12" axis="ch" ptType="node" func="cnt" op="equ" val="11">
        <dgm:alg type="composite">
          <dgm:param type="ar" val="1.4704"/>
        </dgm:alg>
        <dgm:constrLst>
          <dgm:constr type="primFontSz" for="des" ptType="node" op="equ" val="65"/>
          <dgm:constr type="l" for="ch" forName="image4" refType="w" fact="0.5585"/>
          <dgm:constr type="t" for="ch" forName="image4" refType="h" fact="0.2287"/>
          <dgm:constr type="w" for="ch" forName="image4" refType="w" fact="0.1623"/>
          <dgm:constr type="h" for="ch" forName="image4" refType="h" fact="0.2049"/>
          <dgm:constr type="l" for="ch" forName="text5" refType="w" fact="0.5585"/>
          <dgm:constr type="t" for="ch" forName="text5" refType="h" fact="0.0022"/>
          <dgm:constr type="w" for="ch" forName="text5" refType="w" fact="0.1623"/>
          <dgm:constr type="h" for="ch" forName="text5" refType="h" fact="0.2049"/>
          <dgm:constr type="l" for="ch" forName="image5" refType="w" fact="0.6982"/>
          <dgm:constr type="t" for="ch" forName="image5" refType="h" fact="0.1165"/>
          <dgm:constr type="w" for="ch" forName="image5" refType="w" fact="0.1623"/>
          <dgm:constr type="h" for="ch" forName="image5" refType="h" fact="0.2049"/>
          <dgm:constr type="l" for="ch" forName="image2" refType="w" fact="0.4189"/>
          <dgm:constr type="t" for="ch" forName="image2" refType="h" fact="0.34"/>
          <dgm:constr type="w" for="ch" forName="image2" refType="w" fact="0.1623"/>
          <dgm:constr type="h" for="ch" forName="image2" refType="h" fact="0.2049"/>
          <dgm:constr type="l" for="ch" forName="text4" refType="w" fact="0.4189"/>
          <dgm:constr type="t" for="ch" forName="text4" refType="h" fact="0.1135"/>
          <dgm:constr type="w" for="ch" forName="text4" refType="w" fact="0.1623"/>
          <dgm:constr type="h" for="ch" forName="text4" refType="h" fact="0.2049"/>
          <dgm:constr type="l" for="ch" forName="text2" refType="w" fact="0.2793"/>
          <dgm:constr type="t" for="ch" forName="text2" refType="h" fact="0.2265"/>
          <dgm:constr type="w" for="ch" forName="text2" refType="w" fact="0.1623"/>
          <dgm:constr type="h" for="ch" forName="text2" refType="h" fact="0.2049"/>
          <dgm:constr type="l" for="ch" forName="image3" refType="w" fact="0.2793"/>
          <dgm:constr type="t" for="ch" forName="image3" refType="h" fact="0"/>
          <dgm:constr type="w" for="ch" forName="image3" refType="w" fact="0.1623"/>
          <dgm:constr type="h" for="ch" forName="image3" refType="h" fact="0.2049"/>
          <dgm:constr type="l" for="ch" forName="text1" refType="w" fact="0.1396"/>
          <dgm:constr type="t" for="ch" forName="text1" refType="h" fact="0.3404"/>
          <dgm:constr type="w" for="ch" forName="text1" refType="w" fact="0.1623"/>
          <dgm:constr type="h" for="ch" forName="text1" refType="h" fact="0.2049"/>
          <dgm:constr type="l" for="ch" forName="text3" refType="w" fact="0.1396"/>
          <dgm:constr type="t" for="ch" forName="text3" refType="h" fact="0.1139"/>
          <dgm:constr type="w" for="ch" forName="text3" refType="w" fact="0.1623"/>
          <dgm:constr type="h" for="ch" forName="text3" refType="h" fact="0.2049"/>
          <dgm:constr type="l" for="ch" forName="textaccent1" refType="w" fact="0.1435"/>
          <dgm:constr type="t" for="ch" forName="textaccent1" refType="h" fact="0.432"/>
          <dgm:constr type="w" for="ch" forName="textaccent1" refType="w" fact="0.0189"/>
          <dgm:constr type="h" for="ch" forName="textaccent1" refType="h" fact="0.024"/>
          <dgm:constr type="l" for="ch" forName="image1" refType="w" fact="0"/>
          <dgm:constr type="t" for="ch" forName="image1" refType="h" fact="0.2272"/>
          <dgm:constr type="w" for="ch" forName="image1" refType="w" fact="0.1623"/>
          <dgm:constr type="h" for="ch" forName="image1" refType="h" fact="0.2049"/>
          <dgm:constr type="l" for="ch" forName="imageaccent1" refType="w" fact="0.1111"/>
          <dgm:constr type="t" for="ch" forName="imageaccent1" refType="h" fact="0.4048"/>
          <dgm:constr type="w" for="ch" forName="imageaccent1" refType="w" fact="0.0189"/>
          <dgm:constr type="h" for="ch" forName="imageaccent1" refType="h" fact="0.024"/>
          <dgm:constr type="l" for="ch" forName="textaccent2" refType="w" fact="0.391"/>
          <dgm:constr type="t" for="ch" forName="textaccent2" refType="h" fact="0.4038"/>
          <dgm:constr type="w" for="ch" forName="textaccent2" refType="w" fact="0.0189"/>
          <dgm:constr type="h" for="ch" forName="textaccent2" refType="h" fact="0.024"/>
          <dgm:constr type="l" for="ch" forName="imageaccent2" refType="w" fact="0.4228"/>
          <dgm:constr type="t" for="ch" forName="imageaccent2" refType="h" fact="0.4312"/>
          <dgm:constr type="w" for="ch" forName="imageaccent2" refType="w" fact="0.0189"/>
          <dgm:constr type="h" for="ch" forName="imageaccent2" refType="h" fact="0.024"/>
          <dgm:constr type="l" for="ch" forName="textaccent3" refType="w" fact="0.2501"/>
          <dgm:constr type="t" for="ch" forName="textaccent3" refType="h" fact="0.1167"/>
          <dgm:constr type="w" for="ch" forName="textaccent3" refType="w" fact="0.0189"/>
          <dgm:constr type="h" for="ch" forName="textaccent3" refType="h" fact="0.024"/>
          <dgm:constr type="l" for="ch" forName="imageaccent3" refType="w" fact="0.2839"/>
          <dgm:constr type="t" for="ch" forName="imageaccent3" refType="h" fact="0.0908"/>
          <dgm:constr type="w" for="ch" forName="imageaccent3" refType="w" fact="0.0189"/>
          <dgm:constr type="h" for="ch" forName="imageaccent3" refType="h" fact="0.024"/>
          <dgm:constr type="l" for="ch" forName="textaccent4" refType="w" fact="0.5593"/>
          <dgm:constr type="t" for="ch" forName="textaccent4" refType="h" fact="0.2042"/>
          <dgm:constr type="w" for="ch" forName="textaccent4" refType="w" fact="0.0189"/>
          <dgm:constr type="h" for="ch" forName="textaccent4" refType="h" fact="0.024"/>
          <dgm:constr type="l" for="ch" forName="imageaccent4" refType="w" fact="0.5901"/>
          <dgm:constr type="t" for="ch" forName="imageaccent4" refType="h" fact="0.2323"/>
          <dgm:constr type="w" for="ch" forName="imageaccent4" refType="w" fact="0.0189"/>
          <dgm:constr type="h" for="ch" forName="imageaccent4" refType="h" fact="0.024"/>
          <dgm:constr type="l" for="ch" forName="textaccent5" refType="w" fact="0.6989"/>
          <dgm:constr type="t" for="ch" forName="textaccent5" refType="h" fact="0.094"/>
          <dgm:constr type="w" for="ch" forName="textaccent5" refType="w" fact="0.0189"/>
          <dgm:constr type="h" for="ch" forName="textaccent5" refType="h" fact="0.024"/>
          <dgm:constr type="l" for="ch" forName="imageaccent5" refType="w" fact="0.7305"/>
          <dgm:constr type="t" for="ch" forName="imageaccent5" refType="h" fact="0.121"/>
          <dgm:constr type="w" for="ch" forName="imageaccent5" refType="w" fact="0.0189"/>
          <dgm:constr type="h" for="ch" forName="imageaccent5" refType="h" fact="0.024"/>
          <dgm:constr type="l" for="ch" forName="image6" refType="w" fact="0.5585"/>
          <dgm:constr type="t" for="ch" forName="image6" refType="h" fact="0.4548"/>
          <dgm:constr type="w" for="ch" forName="image6" refType="w" fact="0.1623"/>
          <dgm:constr type="h" for="ch" forName="image6" refType="h" fact="0.2049"/>
          <dgm:constr type="l" for="ch" forName="text6" refType="w" fact="0.6982"/>
          <dgm:constr type="t" for="ch" forName="text6" refType="h" fact="0.3426"/>
          <dgm:constr type="w" for="ch" forName="text6" refType="w" fact="0.1623"/>
          <dgm:constr type="h" for="ch" forName="text6" refType="h" fact="0.2049"/>
          <dgm:constr type="l" for="ch" forName="imageaccent6" refType="w" fact="0.7002"/>
          <dgm:constr type="t" for="ch" forName="imageaccent6" refType="h" fact="0.5447"/>
          <dgm:constr type="w" for="ch" forName="imageaccent6" refType="w" fact="0.0189"/>
          <dgm:constr type="h" for="ch" forName="imageaccent6" refType="h" fact="0.024"/>
          <dgm:constr type="l" for="ch" forName="textaccent6" refType="w" fact="0.7303"/>
          <dgm:constr type="t" for="ch" forName="textaccent6" refType="h" fact="0.5221"/>
          <dgm:constr type="w" for="ch" forName="textaccent6" refType="w" fact="0.0189"/>
          <dgm:constr type="h" for="ch" forName="textaccent6" refType="h" fact="0.024"/>
          <dgm:constr type="l" for="ch" forName="text7" refType="w" fact="0.2792"/>
          <dgm:constr type="t" for="ch" forName="text7" refType="h" fact="0.4535"/>
          <dgm:constr type="w" for="ch" forName="text7" refType="w" fact="0.1623"/>
          <dgm:constr type="h" for="ch" forName="text7" refType="h" fact="0.2049"/>
          <dgm:constr type="l" for="ch" forName="image7" refType="w" fact="0.1395"/>
          <dgm:constr type="t" for="ch" forName="image7" refType="h" fact="0.5674"/>
          <dgm:constr type="w" for="ch" forName="image7" refType="w" fact="0.1623"/>
          <dgm:constr type="h" for="ch" forName="image7" refType="h" fact="0.2049"/>
          <dgm:constr type="l" for="ch" forName="imageaccent7" refType="w" fact="0.25"/>
          <dgm:constr type="t" for="ch" forName="imageaccent7" refType="h" fact="0.5703"/>
          <dgm:constr type="w" for="ch" forName="imageaccent7" refType="w" fact="0.0189"/>
          <dgm:constr type="h" for="ch" forName="imageaccent7" refType="h" fact="0.024"/>
          <dgm:constr type="l" for="ch" forName="textaccent7" refType="w" fact="0.2838"/>
          <dgm:constr type="t" for="ch" forName="textaccent7" refType="h" fact="0.5443"/>
          <dgm:constr type="w" for="ch" forName="textaccent7" refType="w" fact="0.0189"/>
          <dgm:constr type="h" for="ch" forName="textaccent7" refType="h" fact="0.024"/>
          <dgm:constr type="l" for="ch" forName="image8" refType="w" fact="0.6975"/>
          <dgm:constr type="t" for="ch" forName="image8" refType="h" fact="0.5696"/>
          <dgm:constr type="w" for="ch" forName="image8" refType="w" fact="0.1623"/>
          <dgm:constr type="h" for="ch" forName="image8" refType="h" fact="0.2049"/>
          <dgm:constr type="l" for="ch" forName="text8" refType="w" fact="0.8371"/>
          <dgm:constr type="t" for="ch" forName="text8" refType="h" fact="0.4574"/>
          <dgm:constr type="w" for="ch" forName="text8" refType="w" fact="0.1623"/>
          <dgm:constr type="h" for="ch" forName="text8" refType="h" fact="0.2049"/>
          <dgm:constr type="l" for="ch" forName="imageaccent8" refType="w" fact="0.8392"/>
          <dgm:constr type="t" for="ch" forName="imageaccent8" refType="h" fact="0.6595"/>
          <dgm:constr type="w" for="ch" forName="imageaccent8" refType="w" fact="0.0189"/>
          <dgm:constr type="h" for="ch" forName="imageaccent8" refType="h" fact="0.024"/>
          <dgm:constr type="l" for="ch" forName="textaccent8" refType="w" fact="0.8693"/>
          <dgm:constr type="t" for="ch" forName="textaccent8" refType="h" fact="0.6369"/>
          <dgm:constr type="w" for="ch" forName="textaccent8" refType="w" fact="0.0189"/>
          <dgm:constr type="h" for="ch" forName="textaccent8" refType="h" fact="0.024"/>
          <dgm:constr type="l" for="ch" forName="text9" refType="w" fact="0.8377"/>
          <dgm:constr type="t" for="ch" forName="text9" refType="h" fact="0.0044"/>
          <dgm:constr type="w" for="ch" forName="text9" refType="w" fact="0.1623"/>
          <dgm:constr type="h" for="ch" forName="text9" refType="h" fact="0.2049"/>
          <dgm:constr type="l" for="ch" forName="textaccent9" refType="w" fact="0.95"/>
          <dgm:constr type="t" for="ch" forName="textaccent9" refType="h" fact="0.1846"/>
          <dgm:constr type="w" for="ch" forName="textaccent9" refType="w" fact="0.0189"/>
          <dgm:constr type="h" for="ch" forName="textaccent9" refType="h" fact="0.024"/>
          <dgm:constr type="l" for="ch" forName="image9" refType="w" fact="0.8377"/>
          <dgm:constr type="t" for="ch" forName="image9" refType="h" fact="0.2306"/>
          <dgm:constr type="w" for="ch" forName="image9" refType="w" fact="0.1623"/>
          <dgm:constr type="h" for="ch" forName="image9" refType="h" fact="0.2049"/>
          <dgm:constr type="l" for="ch" forName="imageaccent9" refType="w" fact="0.95"/>
          <dgm:constr type="t" for="ch" forName="imageaccent9" refType="h" fact="0.2318"/>
          <dgm:constr type="w" for="ch" forName="imageaccent9" refType="w" fact="0.0189"/>
          <dgm:constr type="h" for="ch" forName="imageaccent9" refType="h" fact="0.024"/>
          <dgm:constr type="l" for="ch" forName="image10" refType="w" fact="0.2786"/>
          <dgm:constr type="t" for="ch" forName="image10" refType="h" fact="0.6805"/>
          <dgm:constr type="w" for="ch" forName="image10" refType="w" fact="0.1623"/>
          <dgm:constr type="h" for="ch" forName="image10" refType="h" fact="0.2049"/>
          <dgm:constr type="l" for="ch" forName="text10" refType="w" fact="0.4183"/>
          <dgm:constr type="t" for="ch" forName="text10" refType="h" fact="0.5683"/>
          <dgm:constr type="w" for="ch" forName="text10" refType="w" fact="0.1623"/>
          <dgm:constr type="h" for="ch" forName="text10" refType="h" fact="0.2049"/>
          <dgm:constr type="l" for="ch" forName="imageaccent10" refType="w" fact="0.4203"/>
          <dgm:constr type="t" for="ch" forName="imageaccent10" refType="h" fact="0.7704"/>
          <dgm:constr type="w" for="ch" forName="imageaccent10" refType="w" fact="0.0189"/>
          <dgm:constr type="h" for="ch" forName="imageaccent10" refType="h" fact="0.024"/>
          <dgm:constr type="l" for="ch" forName="textaccent10" refType="w" fact="0.4504"/>
          <dgm:constr type="t" for="ch" forName="textaccent10" refType="h" fact="0.7478"/>
          <dgm:constr type="w" for="ch" forName="textaccent10" refType="w" fact="0.0189"/>
          <dgm:constr type="h" for="ch" forName="textaccent10" refType="h" fact="0.024"/>
          <dgm:constr type="l" for="ch" forName="text11" refType="w" fact="0.6971"/>
          <dgm:constr type="t" for="ch" forName="text11" refType="h" fact="0.7951"/>
          <dgm:constr type="w" for="ch" forName="text11" refType="w" fact="0.1623"/>
          <dgm:constr type="h" for="ch" forName="text11" refType="h" fact="0.2049"/>
          <dgm:constr type="l" for="ch" forName="image11" refType="w" fact="0.5575"/>
          <dgm:constr type="t" for="ch" forName="image11" refType="h" fact="0.6816"/>
          <dgm:constr type="w" for="ch" forName="image11" refType="w" fact="0.1623"/>
          <dgm:constr type="h" for="ch" forName="image11" refType="h" fact="0.2049"/>
          <dgm:constr type="l" for="ch" forName="imageaccent11" refType="w" fact="0.6692"/>
          <dgm:constr type="t" for="ch" forName="imageaccent11" refType="h" fact="0.8589"/>
          <dgm:constr type="w" for="ch" forName="imageaccent11" refType="w" fact="0.0189"/>
          <dgm:constr type="h" for="ch" forName="imageaccent11" refType="h" fact="0.024"/>
          <dgm:constr type="l" for="ch" forName="textaccent11" refType="w" fact="0.701"/>
          <dgm:constr type="t" for="ch" forName="textaccent11" refType="h" fact="0.8863"/>
          <dgm:constr type="w" for="ch" forName="textaccent11" refType="w" fact="0.0189"/>
          <dgm:constr type="h" for="ch" forName="textaccent11" refType="h" fact="0.024"/>
        </dgm:constrLst>
      </dgm:if>
      <dgm:else name="Name13">
        <dgm:alg type="composite">
          <dgm:param type="ar" val="1.675"/>
        </dgm:alg>
        <dgm:constrLst>
          <dgm:constr type="primFontSz" for="des" ptType="node" op="equ" val="65"/>
          <dgm:constr type="l" for="ch" forName="image4" refType="w" fact="0.4903"/>
          <dgm:constr type="t" for="ch" forName="image4" refType="h" fact="0.2287"/>
          <dgm:constr type="w" for="ch" forName="image4" refType="w" fact="0.1425"/>
          <dgm:constr type="h" for="ch" forName="image4" refType="h" fact="0.2049"/>
          <dgm:constr type="l" for="ch" forName="text5" refType="w" fact="0.4903"/>
          <dgm:constr type="t" for="ch" forName="text5" refType="h" fact="0.0022"/>
          <dgm:constr type="w" for="ch" forName="text5" refType="w" fact="0.1425"/>
          <dgm:constr type="h" for="ch" forName="text5" refType="h" fact="0.2049"/>
          <dgm:constr type="l" for="ch" forName="image5" refType="w" fact="0.6129"/>
          <dgm:constr type="t" for="ch" forName="image5" refType="h" fact="0.1165"/>
          <dgm:constr type="w" for="ch" forName="image5" refType="w" fact="0.1425"/>
          <dgm:constr type="h" for="ch" forName="image5" refType="h" fact="0.2049"/>
          <dgm:constr type="l" for="ch" forName="image2" refType="w" fact="0.3677"/>
          <dgm:constr type="t" for="ch" forName="image2" refType="h" fact="0.34"/>
          <dgm:constr type="w" for="ch" forName="image2" refType="w" fact="0.1425"/>
          <dgm:constr type="h" for="ch" forName="image2" refType="h" fact="0.2049"/>
          <dgm:constr type="l" for="ch" forName="text4" refType="w" fact="0.3677"/>
          <dgm:constr type="t" for="ch" forName="text4" refType="h" fact="0.1135"/>
          <dgm:constr type="w" for="ch" forName="text4" refType="w" fact="0.1425"/>
          <dgm:constr type="h" for="ch" forName="text4" refType="h" fact="0.2049"/>
          <dgm:constr type="l" for="ch" forName="text2" refType="w" fact="0.2452"/>
          <dgm:constr type="t" for="ch" forName="text2" refType="h" fact="0.2265"/>
          <dgm:constr type="w" for="ch" forName="text2" refType="w" fact="0.1425"/>
          <dgm:constr type="h" for="ch" forName="text2" refType="h" fact="0.2049"/>
          <dgm:constr type="l" for="ch" forName="image3" refType="w" fact="0.2452"/>
          <dgm:constr type="t" for="ch" forName="image3" refType="h" fact="0"/>
          <dgm:constr type="w" for="ch" forName="image3" refType="w" fact="0.1425"/>
          <dgm:constr type="h" for="ch" forName="image3" refType="h" fact="0.2049"/>
          <dgm:constr type="l" for="ch" forName="text1" refType="w" fact="0.1226"/>
          <dgm:constr type="t" for="ch" forName="text1" refType="h" fact="0.3404"/>
          <dgm:constr type="w" for="ch" forName="text1" refType="w" fact="0.1425"/>
          <dgm:constr type="h" for="ch" forName="text1" refType="h" fact="0.2049"/>
          <dgm:constr type="l" for="ch" forName="text3" refType="w" fact="0.1226"/>
          <dgm:constr type="t" for="ch" forName="text3" refType="h" fact="0.1139"/>
          <dgm:constr type="w" for="ch" forName="text3" refType="w" fact="0.1425"/>
          <dgm:constr type="h" for="ch" forName="text3" refType="h" fact="0.2049"/>
          <dgm:constr type="l" for="ch" forName="textaccent1" refType="w" fact="0.126"/>
          <dgm:constr type="t" for="ch" forName="textaccent1" refType="h" fact="0.432"/>
          <dgm:constr type="w" for="ch" forName="textaccent1" refType="w" fact="0.0166"/>
          <dgm:constr type="h" for="ch" forName="textaccent1" refType="h" fact="0.024"/>
          <dgm:constr type="l" for="ch" forName="image1" refType="w" fact="0"/>
          <dgm:constr type="t" for="ch" forName="image1" refType="h" fact="0.2272"/>
          <dgm:constr type="w" for="ch" forName="image1" refType="w" fact="0.1425"/>
          <dgm:constr type="h" for="ch" forName="image1" refType="h" fact="0.2049"/>
          <dgm:constr type="l" for="ch" forName="imageaccent1" refType="w" fact="0.0976"/>
          <dgm:constr type="t" for="ch" forName="imageaccent1" refType="h" fact="0.4048"/>
          <dgm:constr type="w" for="ch" forName="imageaccent1" refType="w" fact="0.0166"/>
          <dgm:constr type="h" for="ch" forName="imageaccent1" refType="h" fact="0.024"/>
          <dgm:constr type="l" for="ch" forName="textaccent2" refType="w" fact="0.3432"/>
          <dgm:constr type="t" for="ch" forName="textaccent2" refType="h" fact="0.4038"/>
          <dgm:constr type="w" for="ch" forName="textaccent2" refType="w" fact="0.0166"/>
          <dgm:constr type="h" for="ch" forName="textaccent2" refType="h" fact="0.024"/>
          <dgm:constr type="l" for="ch" forName="imageaccent2" refType="w" fact="0.3712"/>
          <dgm:constr type="t" for="ch" forName="imageaccent2" refType="h" fact="0.4312"/>
          <dgm:constr type="w" for="ch" forName="imageaccent2" refType="w" fact="0.0166"/>
          <dgm:constr type="h" for="ch" forName="imageaccent2" refType="h" fact="0.024"/>
          <dgm:constr type="l" for="ch" forName="textaccent3" refType="w" fact="0.2196"/>
          <dgm:constr type="t" for="ch" forName="textaccent3" refType="h" fact="0.1167"/>
          <dgm:constr type="w" for="ch" forName="textaccent3" refType="w" fact="0.0166"/>
          <dgm:constr type="h" for="ch" forName="textaccent3" refType="h" fact="0.024"/>
          <dgm:constr type="l" for="ch" forName="imageaccent3" refType="w" fact="0.2492"/>
          <dgm:constr type="t" for="ch" forName="imageaccent3" refType="h" fact="0.0908"/>
          <dgm:constr type="w" for="ch" forName="imageaccent3" refType="w" fact="0.0166"/>
          <dgm:constr type="h" for="ch" forName="imageaccent3" refType="h" fact="0.024"/>
          <dgm:constr type="l" for="ch" forName="textaccent4" refType="w" fact="0.491"/>
          <dgm:constr type="t" for="ch" forName="textaccent4" refType="h" fact="0.2042"/>
          <dgm:constr type="w" for="ch" forName="textaccent4" refType="w" fact="0.0166"/>
          <dgm:constr type="h" for="ch" forName="textaccent4" refType="h" fact="0.024"/>
          <dgm:constr type="l" for="ch" forName="imageaccent4" refType="w" fact="0.5181"/>
          <dgm:constr type="t" for="ch" forName="imageaccent4" refType="h" fact="0.2323"/>
          <dgm:constr type="w" for="ch" forName="imageaccent4" refType="w" fact="0.0166"/>
          <dgm:constr type="h" for="ch" forName="imageaccent4" refType="h" fact="0.024"/>
          <dgm:constr type="l" for="ch" forName="textaccent5" refType="w" fact="0.6136"/>
          <dgm:constr type="t" for="ch" forName="textaccent5" refType="h" fact="0.094"/>
          <dgm:constr type="w" for="ch" forName="textaccent5" refType="w" fact="0.0166"/>
          <dgm:constr type="h" for="ch" forName="textaccent5" refType="h" fact="0.024"/>
          <dgm:constr type="l" for="ch" forName="imageaccent5" refType="w" fact="0.6413"/>
          <dgm:constr type="t" for="ch" forName="imageaccent5" refType="h" fact="0.121"/>
          <dgm:constr type="w" for="ch" forName="imageaccent5" refType="w" fact="0.0166"/>
          <dgm:constr type="h" for="ch" forName="imageaccent5" refType="h" fact="0.024"/>
          <dgm:constr type="l" for="ch" forName="image6" refType="w" fact="0.4903"/>
          <dgm:constr type="t" for="ch" forName="image6" refType="h" fact="0.4548"/>
          <dgm:constr type="w" for="ch" forName="image6" refType="w" fact="0.1425"/>
          <dgm:constr type="h" for="ch" forName="image6" refType="h" fact="0.2049"/>
          <dgm:constr type="l" for="ch" forName="text6" refType="w" fact="0.6129"/>
          <dgm:constr type="t" for="ch" forName="text6" refType="h" fact="0.3426"/>
          <dgm:constr type="w" for="ch" forName="text6" refType="w" fact="0.1425"/>
          <dgm:constr type="h" for="ch" forName="text6" refType="h" fact="0.2049"/>
          <dgm:constr type="l" for="ch" forName="imageaccent6" refType="w" fact="0.6147"/>
          <dgm:constr type="t" for="ch" forName="imageaccent6" refType="h" fact="0.5447"/>
          <dgm:constr type="w" for="ch" forName="imageaccent6" refType="w" fact="0.0166"/>
          <dgm:constr type="h" for="ch" forName="imageaccent6" refType="h" fact="0.024"/>
          <dgm:constr type="l" for="ch" forName="textaccent6" refType="w" fact="0.6411"/>
          <dgm:constr type="t" for="ch" forName="textaccent6" refType="h" fact="0.5221"/>
          <dgm:constr type="w" for="ch" forName="textaccent6" refType="w" fact="0.0166"/>
          <dgm:constr type="h" for="ch" forName="textaccent6" refType="h" fact="0.024"/>
          <dgm:constr type="l" for="ch" forName="text7" refType="w" fact="0.2451"/>
          <dgm:constr type="t" for="ch" forName="text7" refType="h" fact="0.4535"/>
          <dgm:constr type="w" for="ch" forName="text7" refType="w" fact="0.1425"/>
          <dgm:constr type="h" for="ch" forName="text7" refType="h" fact="0.2049"/>
          <dgm:constr type="l" for="ch" forName="image7" refType="w" fact="0.1225"/>
          <dgm:constr type="t" for="ch" forName="image7" refType="h" fact="0.5674"/>
          <dgm:constr type="w" for="ch" forName="image7" refType="w" fact="0.1425"/>
          <dgm:constr type="h" for="ch" forName="image7" refType="h" fact="0.2049"/>
          <dgm:constr type="l" for="ch" forName="imageaccent7" refType="w" fact="0.2195"/>
          <dgm:constr type="t" for="ch" forName="imageaccent7" refType="h" fact="0.5703"/>
          <dgm:constr type="w" for="ch" forName="imageaccent7" refType="w" fact="0.0166"/>
          <dgm:constr type="h" for="ch" forName="imageaccent7" refType="h" fact="0.024"/>
          <dgm:constr type="l" for="ch" forName="textaccent7" refType="w" fact="0.2491"/>
          <dgm:constr type="t" for="ch" forName="textaccent7" refType="h" fact="0.5443"/>
          <dgm:constr type="w" for="ch" forName="textaccent7" refType="w" fact="0.0166"/>
          <dgm:constr type="h" for="ch" forName="textaccent7" refType="h" fact="0.024"/>
          <dgm:constr type="l" for="ch" forName="image8" refType="w" fact="0.6123"/>
          <dgm:constr type="t" for="ch" forName="image8" refType="h" fact="0.5696"/>
          <dgm:constr type="w" for="ch" forName="image8" refType="w" fact="0.1425"/>
          <dgm:constr type="h" for="ch" forName="image8" refType="h" fact="0.2049"/>
          <dgm:constr type="l" for="ch" forName="text8" refType="w" fact="0.7349"/>
          <dgm:constr type="t" for="ch" forName="text8" refType="h" fact="0.4574"/>
          <dgm:constr type="w" for="ch" forName="text8" refType="w" fact="0.1425"/>
          <dgm:constr type="h" for="ch" forName="text8" refType="h" fact="0.2049"/>
          <dgm:constr type="l" for="ch" forName="imageaccent8" refType="w" fact="0.7367"/>
          <dgm:constr type="t" for="ch" forName="imageaccent8" refType="h" fact="0.6595"/>
          <dgm:constr type="w" for="ch" forName="imageaccent8" refType="w" fact="0.0166"/>
          <dgm:constr type="h" for="ch" forName="imageaccent8" refType="h" fact="0.024"/>
          <dgm:constr type="l" for="ch" forName="textaccent8" refType="w" fact="0.7631"/>
          <dgm:constr type="t" for="ch" forName="textaccent8" refType="h" fact="0.6369"/>
          <dgm:constr type="w" for="ch" forName="textaccent8" refType="w" fact="0.0166"/>
          <dgm:constr type="h" for="ch" forName="textaccent8" refType="h" fact="0.024"/>
          <dgm:constr type="l" for="ch" forName="text9" refType="w" fact="0.7354"/>
          <dgm:constr type="t" for="ch" forName="text9" refType="h" fact="0.0044"/>
          <dgm:constr type="w" for="ch" forName="text9" refType="w" fact="0.1425"/>
          <dgm:constr type="h" for="ch" forName="text9" refType="h" fact="0.2049"/>
          <dgm:constr type="l" for="ch" forName="textaccent9" refType="w" fact="0.8339"/>
          <dgm:constr type="t" for="ch" forName="textaccent9" refType="h" fact="0.1846"/>
          <dgm:constr type="w" for="ch" forName="textaccent9" refType="w" fact="0.0166"/>
          <dgm:constr type="h" for="ch" forName="textaccent9" refType="h" fact="0.024"/>
          <dgm:constr type="l" for="ch" forName="image9" refType="w" fact="0.7354"/>
          <dgm:constr type="t" for="ch" forName="image9" refType="h" fact="0.2306"/>
          <dgm:constr type="w" for="ch" forName="image9" refType="w" fact="0.1425"/>
          <dgm:constr type="h" for="ch" forName="image9" refType="h" fact="0.2049"/>
          <dgm:constr type="l" for="ch" forName="imageaccent9" refType="w" fact="0.8339"/>
          <dgm:constr type="t" for="ch" forName="imageaccent9" refType="h" fact="0.2318"/>
          <dgm:constr type="w" for="ch" forName="imageaccent9" refType="w" fact="0.0166"/>
          <dgm:constr type="h" for="ch" forName="imageaccent9" refType="h" fact="0.024"/>
          <dgm:constr type="l" for="ch" forName="image10" refType="w" fact="0.2446"/>
          <dgm:constr type="t" for="ch" forName="image10" refType="h" fact="0.6805"/>
          <dgm:constr type="w" for="ch" forName="image10" refType="w" fact="0.1425"/>
          <dgm:constr type="h" for="ch" forName="image10" refType="h" fact="0.2049"/>
          <dgm:constr type="l" for="ch" forName="text10" refType="w" fact="0.3672"/>
          <dgm:constr type="t" for="ch" forName="text10" refType="h" fact="0.5683"/>
          <dgm:constr type="w" for="ch" forName="text10" refType="w" fact="0.1425"/>
          <dgm:constr type="h" for="ch" forName="text10" refType="h" fact="0.2049"/>
          <dgm:constr type="l" for="ch" forName="imageaccent10" refType="w" fact="0.369"/>
          <dgm:constr type="t" for="ch" forName="imageaccent10" refType="h" fact="0.7704"/>
          <dgm:constr type="w" for="ch" forName="imageaccent10" refType="w" fact="0.0166"/>
          <dgm:constr type="h" for="ch" forName="imageaccent10" refType="h" fact="0.024"/>
          <dgm:constr type="l" for="ch" forName="textaccent10" refType="w" fact="0.3954"/>
          <dgm:constr type="t" for="ch" forName="textaccent10" refType="h" fact="0.7478"/>
          <dgm:constr type="w" for="ch" forName="textaccent10" refType="w" fact="0.0166"/>
          <dgm:constr type="h" for="ch" forName="textaccent10" refType="h" fact="0.024"/>
          <dgm:constr type="l" for="ch" forName="text11" refType="w" fact="0.612"/>
          <dgm:constr type="t" for="ch" forName="text11" refType="h" fact="0.7951"/>
          <dgm:constr type="w" for="ch" forName="text11" refType="w" fact="0.1425"/>
          <dgm:constr type="h" for="ch" forName="text11" refType="h" fact="0.2049"/>
          <dgm:constr type="l" for="ch" forName="image11" refType="w" fact="0.4894"/>
          <dgm:constr type="t" for="ch" forName="image11" refType="h" fact="0.6816"/>
          <dgm:constr type="w" for="ch" forName="image11" refType="w" fact="0.1425"/>
          <dgm:constr type="h" for="ch" forName="image11" refType="h" fact="0.2049"/>
          <dgm:constr type="l" for="ch" forName="imageaccent11" refType="w" fact="0.5874"/>
          <dgm:constr type="t" for="ch" forName="imageaccent11" refType="h" fact="0.8589"/>
          <dgm:constr type="w" for="ch" forName="imageaccent11" refType="w" fact="0.0166"/>
          <dgm:constr type="h" for="ch" forName="imageaccent11" refType="h" fact="0.024"/>
          <dgm:constr type="l" for="ch" forName="textaccent11" refType="w" fact="0.6154"/>
          <dgm:constr type="t" for="ch" forName="textaccent11" refType="h" fact="0.8863"/>
          <dgm:constr type="w" for="ch" forName="textaccent11" refType="w" fact="0.0166"/>
          <dgm:constr type="h" for="ch" forName="textaccent11" refType="h" fact="0.024"/>
          <dgm:constr type="l" for="ch" forName="text12" refType="w" fact="0.735"/>
          <dgm:constr type="t" for="ch" forName="text12" refType="h" fact="0.684"/>
          <dgm:constr type="w" for="ch" forName="text12" refType="w" fact="0.1425"/>
          <dgm:constr type="h" for="ch" forName="text12" refType="h" fact="0.2049"/>
          <dgm:constr type="l" for="ch" forName="image12" refType="w" fact="0.8575"/>
          <dgm:constr type="t" for="ch" forName="image12" refType="h" fact="0.5718"/>
          <dgm:constr type="w" for="ch" forName="image12" refType="w" fact="0.1425"/>
          <dgm:constr type="h" for="ch" forName="image12" refType="h" fact="0.2049"/>
          <dgm:constr type="l" for="ch" forName="textaccent12" refType="w" fact="0.8594"/>
          <dgm:constr type="t" for="ch" forName="textaccent12" refType="h" fact="0.7739"/>
          <dgm:constr type="w" for="ch" forName="textaccent12" refType="w" fact="0.0166"/>
          <dgm:constr type="h" for="ch" forName="textaccent12" refType="h" fact="0.024"/>
          <dgm:constr type="l" for="ch" forName="imageaccent12" refType="w" fact="0.8858"/>
          <dgm:constr type="t" for="ch" forName="imageaccent12" refType="h" fact="0.7513"/>
          <dgm:constr type="w" for="ch" forName="imageaccent12" refType="w" fact="0.0166"/>
          <dgm:constr type="h" for="ch" forName="imageaccent12" refType="h" fact="0.024"/>
        </dgm:constrLst>
      </dgm:else>
    </dgm:choose>
    <dgm:forEach name="wrapper" axis="self" ptType="parTrans">
      <dgm:forEach name="wrapper2" axis="self" ptType="sibTrans" st="2">
        <dgm:forEach name="textRepeat" axis="self">
          <dgm:layoutNode name="textRepeatNode" styleLbl="alignNode1">
            <dgm:varLst>
              <dgm:chMax val="0"/>
              <dgm:chPref val="0"/>
              <dgm:bulletEnabled val="1"/>
            </dgm:varLst>
            <dgm:alg type="tx"/>
            <dgm:shape xmlns:r="http://schemas.openxmlformats.org/officeDocument/2006/relationships" type="hexagon" r:blip="">
              <dgm:adjLst>
                <dgm:adj idx="1" val="0.25"/>
                <dgm:adj idx="2" val="1.1547"/>
              </dgm:adjLst>
            </dgm:shape>
            <dgm:presOf axis="desOrSelf" ptType="node"/>
            <dgm:constrLst>
              <dgm:constr type="lMarg" refType="primFontSz" fact="0"/>
              <dgm:constr type="rMarg" refType="primFontSz" fact="0"/>
              <dgm:constr type="tMarg" refType="primFontSz" fact="0.1"/>
              <dgm:constr type="bMarg" refType="primFontSz" fact="0.1"/>
            </dgm:constrLst>
            <dgm:ruleLst>
              <dgm:rule type="primFontSz" val="5" fact="NaN" max="NaN"/>
            </dgm:ruleLst>
          </dgm:layoutNode>
        </dgm:forEach>
        <dgm:forEach name="accentRepeat" axis="self">
          <dgm:layoutNode name="accentRepeatNode" styleLbl="solidAlignAcc1">
            <dgm:alg type="sp"/>
            <dgm:shape xmlns:r="http://schemas.openxmlformats.org/officeDocument/2006/relationships" type="hexagon" r:blip="">
              <dgm:adjLst>
                <dgm:adj idx="1" val="0.25"/>
                <dgm:adj idx="2" val="1.1547"/>
              </dgm:adjLst>
            </dgm:shape>
            <dgm:presOf/>
          </dgm:layoutNode>
        </dgm:forEach>
        <dgm:forEach name="imageRepeat" axis="self">
          <dgm:layoutNode name="imageRepeatNode" styleLbl="alignAcc1">
            <dgm:alg type="sp"/>
            <dgm:shape xmlns:r="http://schemas.openxmlformats.org/officeDocument/2006/relationships" type="hexagon" r:blip="" blipPhldr="1">
              <dgm:adjLst>
                <dgm:adj idx="1" val="0.25"/>
                <dgm:adj idx="2" val="1.1547"/>
              </dgm:adjLst>
            </dgm:shape>
            <dgm:presOf axis="self"/>
          </dgm:layoutNode>
        </dgm:forEach>
      </dgm:forEach>
    </dgm:forEach>
    <dgm:forEach name="Name14" axis="ch" ptType="node" cnt="1">
      <dgm:layoutNode name="text1">
        <dgm:alg type="sp"/>
        <dgm:shape xmlns:r="http://schemas.openxmlformats.org/officeDocument/2006/relationships" r:blip="">
          <dgm:adjLst/>
        </dgm:shape>
        <dgm:presOf/>
        <dgm:constrLst/>
        <dgm:forEach name="Name15" ref="textRepeat"/>
      </dgm:layoutNode>
      <dgm:layoutNode name="textaccent1">
        <dgm:alg type="sp"/>
        <dgm:shape xmlns:r="http://schemas.openxmlformats.org/officeDocument/2006/relationships" r:blip="">
          <dgm:adjLst/>
        </dgm:shape>
        <dgm:presOf/>
        <dgm:constrLst/>
        <dgm:forEach name="Name16" ref="accentRepeat"/>
      </dgm:layoutNode>
    </dgm:forEach>
    <dgm:forEach name="Name17" axis="ch" ptType="sibTrans" hideLastTrans="0" cnt="1">
      <dgm:layoutNode name="image1">
        <dgm:alg type="sp"/>
        <dgm:shape xmlns:r="http://schemas.openxmlformats.org/officeDocument/2006/relationships" r:blip="">
          <dgm:adjLst/>
        </dgm:shape>
        <dgm:presOf/>
        <dgm:constrLst/>
        <dgm:forEach name="Name18" ref="imageRepeat"/>
      </dgm:layoutNode>
      <dgm:layoutNode name="imageaccent1">
        <dgm:alg type="sp"/>
        <dgm:shape xmlns:r="http://schemas.openxmlformats.org/officeDocument/2006/relationships" r:blip="">
          <dgm:adjLst/>
        </dgm:shape>
        <dgm:presOf/>
        <dgm:constrLst/>
        <dgm:forEach name="Name19" ref="accentRepeat"/>
      </dgm:layoutNode>
    </dgm:forEach>
    <dgm:forEach name="Name20" axis="ch" ptType="node" st="2" cnt="1">
      <dgm:layoutNode name="text2">
        <dgm:alg type="sp"/>
        <dgm:shape xmlns:r="http://schemas.openxmlformats.org/officeDocument/2006/relationships" r:blip="">
          <dgm:adjLst/>
        </dgm:shape>
        <dgm:presOf/>
        <dgm:constrLst/>
        <dgm:forEach name="Name21" ref="textRepeat"/>
      </dgm:layoutNode>
      <dgm:layoutNode name="textaccent2">
        <dgm:alg type="sp"/>
        <dgm:shape xmlns:r="http://schemas.openxmlformats.org/officeDocument/2006/relationships" r:blip="">
          <dgm:adjLst/>
        </dgm:shape>
        <dgm:presOf/>
        <dgm:constrLst/>
        <dgm:forEach name="Name22" ref="accentRepeat"/>
      </dgm:layoutNode>
    </dgm:forEach>
    <dgm:forEach name="Name23" axis="ch" ptType="sibTrans" hideLastTrans="0" st="2" cnt="1">
      <dgm:layoutNode name="image2">
        <dgm:alg type="sp"/>
        <dgm:shape xmlns:r="http://schemas.openxmlformats.org/officeDocument/2006/relationships" r:blip="">
          <dgm:adjLst/>
        </dgm:shape>
        <dgm:presOf/>
        <dgm:constrLst/>
        <dgm:forEach name="Name24" ref="imageRepeat"/>
      </dgm:layoutNode>
      <dgm:layoutNode name="imageaccent2">
        <dgm:alg type="sp"/>
        <dgm:shape xmlns:r="http://schemas.openxmlformats.org/officeDocument/2006/relationships" r:blip="">
          <dgm:adjLst/>
        </dgm:shape>
        <dgm:presOf/>
        <dgm:constrLst/>
        <dgm:forEach name="Name25" ref="accentRepeat"/>
      </dgm:layoutNode>
    </dgm:forEach>
    <dgm:forEach name="Name26" axis="ch" ptType="node" st="3" cnt="1">
      <dgm:layoutNode name="text3">
        <dgm:alg type="sp"/>
        <dgm:shape xmlns:r="http://schemas.openxmlformats.org/officeDocument/2006/relationships" r:blip="">
          <dgm:adjLst/>
        </dgm:shape>
        <dgm:presOf/>
        <dgm:constrLst/>
        <dgm:forEach name="Name27" ref="textRepeat"/>
      </dgm:layoutNode>
      <dgm:layoutNode name="textaccent3">
        <dgm:alg type="sp"/>
        <dgm:shape xmlns:r="http://schemas.openxmlformats.org/officeDocument/2006/relationships" r:blip="">
          <dgm:adjLst/>
        </dgm:shape>
        <dgm:presOf/>
        <dgm:constrLst/>
        <dgm:forEach name="Name28" ref="accentRepeat"/>
      </dgm:layoutNode>
    </dgm:forEach>
    <dgm:forEach name="Name29" axis="ch" ptType="sibTrans" hideLastTrans="0" st="3" cnt="1">
      <dgm:layoutNode name="image3">
        <dgm:alg type="sp"/>
        <dgm:shape xmlns:r="http://schemas.openxmlformats.org/officeDocument/2006/relationships" r:blip="">
          <dgm:adjLst/>
        </dgm:shape>
        <dgm:presOf/>
        <dgm:constrLst/>
        <dgm:forEach name="Name30" ref="imageRepeat"/>
      </dgm:layoutNode>
      <dgm:layoutNode name="imageaccent3">
        <dgm:alg type="sp"/>
        <dgm:shape xmlns:r="http://schemas.openxmlformats.org/officeDocument/2006/relationships" r:blip="">
          <dgm:adjLst/>
        </dgm:shape>
        <dgm:presOf/>
        <dgm:constrLst/>
        <dgm:forEach name="Name31" ref="accentRepeat"/>
      </dgm:layoutNode>
    </dgm:forEach>
    <dgm:forEach name="Name32" axis="ch" ptType="node" st="4" cnt="1">
      <dgm:layoutNode name="text4">
        <dgm:alg type="sp"/>
        <dgm:shape xmlns:r="http://schemas.openxmlformats.org/officeDocument/2006/relationships" r:blip="">
          <dgm:adjLst/>
        </dgm:shape>
        <dgm:presOf/>
        <dgm:constrLst/>
        <dgm:forEach name="Name33" ref="textRepeat"/>
      </dgm:layoutNode>
      <dgm:layoutNode name="textaccent4">
        <dgm:alg type="sp"/>
        <dgm:shape xmlns:r="http://schemas.openxmlformats.org/officeDocument/2006/relationships" r:blip="">
          <dgm:adjLst/>
        </dgm:shape>
        <dgm:presOf/>
        <dgm:constrLst/>
        <dgm:forEach name="Name34" ref="accentRepeat"/>
      </dgm:layoutNode>
    </dgm:forEach>
    <dgm:forEach name="Name35" axis="ch" ptType="sibTrans" hideLastTrans="0" st="4" cnt="1">
      <dgm:layoutNode name="image4">
        <dgm:alg type="sp"/>
        <dgm:shape xmlns:r="http://schemas.openxmlformats.org/officeDocument/2006/relationships" r:blip="">
          <dgm:adjLst/>
        </dgm:shape>
        <dgm:presOf/>
        <dgm:constrLst/>
        <dgm:forEach name="Name36" ref="imageRepeat"/>
      </dgm:layoutNode>
      <dgm:layoutNode name="imageaccent4">
        <dgm:alg type="sp"/>
        <dgm:shape xmlns:r="http://schemas.openxmlformats.org/officeDocument/2006/relationships" r:blip="">
          <dgm:adjLst/>
        </dgm:shape>
        <dgm:presOf/>
        <dgm:constrLst/>
        <dgm:forEach name="Name37" ref="accentRepeat"/>
      </dgm:layoutNode>
    </dgm:forEach>
    <dgm:forEach name="Name38" axis="ch" ptType="node" st="5" cnt="1">
      <dgm:layoutNode name="text5">
        <dgm:alg type="sp"/>
        <dgm:shape xmlns:r="http://schemas.openxmlformats.org/officeDocument/2006/relationships" r:blip="">
          <dgm:adjLst/>
        </dgm:shape>
        <dgm:presOf/>
        <dgm:constrLst/>
        <dgm:forEach name="Name39" ref="textRepeat"/>
      </dgm:layoutNode>
      <dgm:layoutNode name="textaccent5">
        <dgm:alg type="sp"/>
        <dgm:shape xmlns:r="http://schemas.openxmlformats.org/officeDocument/2006/relationships" r:blip="">
          <dgm:adjLst/>
        </dgm:shape>
        <dgm:presOf/>
        <dgm:constrLst/>
        <dgm:forEach name="Name40" ref="accentRepeat"/>
      </dgm:layoutNode>
    </dgm:forEach>
    <dgm:forEach name="Name41" axis="ch" ptType="sibTrans" hideLastTrans="0" st="5" cnt="1">
      <dgm:layoutNode name="image5">
        <dgm:alg type="sp"/>
        <dgm:shape xmlns:r="http://schemas.openxmlformats.org/officeDocument/2006/relationships" r:blip="">
          <dgm:adjLst/>
        </dgm:shape>
        <dgm:presOf/>
        <dgm:constrLst/>
        <dgm:forEach name="Name42" ref="imageRepeat"/>
      </dgm:layoutNode>
      <dgm:layoutNode name="imageaccent5">
        <dgm:alg type="sp"/>
        <dgm:shape xmlns:r="http://schemas.openxmlformats.org/officeDocument/2006/relationships" r:blip="">
          <dgm:adjLst/>
        </dgm:shape>
        <dgm:presOf/>
        <dgm:constrLst/>
        <dgm:forEach name="Name43" ref="accentRepeat"/>
      </dgm:layoutNode>
    </dgm:forEach>
    <dgm:forEach name="Name44" axis="ch" ptType="node" st="6" cnt="1">
      <dgm:layoutNode name="text6">
        <dgm:alg type="sp"/>
        <dgm:shape xmlns:r="http://schemas.openxmlformats.org/officeDocument/2006/relationships" r:blip="">
          <dgm:adjLst/>
        </dgm:shape>
        <dgm:presOf/>
        <dgm:constrLst/>
        <dgm:forEach name="Name45" ref="textRepeat"/>
      </dgm:layoutNode>
      <dgm:layoutNode name="textaccent6">
        <dgm:alg type="sp"/>
        <dgm:shape xmlns:r="http://schemas.openxmlformats.org/officeDocument/2006/relationships" r:blip="">
          <dgm:adjLst/>
        </dgm:shape>
        <dgm:presOf/>
        <dgm:constrLst/>
        <dgm:forEach name="Name46" ref="accentRepeat"/>
      </dgm:layoutNode>
    </dgm:forEach>
    <dgm:forEach name="Name47" axis="ch" ptType="sibTrans" hideLastTrans="0" st="6" cnt="1">
      <dgm:layoutNode name="image6">
        <dgm:alg type="sp"/>
        <dgm:shape xmlns:r="http://schemas.openxmlformats.org/officeDocument/2006/relationships" r:blip="">
          <dgm:adjLst/>
        </dgm:shape>
        <dgm:presOf/>
        <dgm:constrLst/>
        <dgm:forEach name="Name48" ref="imageRepeat"/>
      </dgm:layoutNode>
      <dgm:layoutNode name="imageaccent6">
        <dgm:alg type="sp"/>
        <dgm:shape xmlns:r="http://schemas.openxmlformats.org/officeDocument/2006/relationships" r:blip="">
          <dgm:adjLst/>
        </dgm:shape>
        <dgm:presOf/>
        <dgm:constrLst/>
        <dgm:forEach name="Name49" ref="accentRepeat"/>
      </dgm:layoutNode>
    </dgm:forEach>
    <dgm:forEach name="Name50" axis="ch" ptType="node" st="7" cnt="1">
      <dgm:layoutNode name="text7">
        <dgm:alg type="sp"/>
        <dgm:shape xmlns:r="http://schemas.openxmlformats.org/officeDocument/2006/relationships" r:blip="">
          <dgm:adjLst/>
        </dgm:shape>
        <dgm:presOf/>
        <dgm:constrLst/>
        <dgm:forEach name="Name51" ref="textRepeat"/>
      </dgm:layoutNode>
      <dgm:layoutNode name="textaccent7">
        <dgm:alg type="sp"/>
        <dgm:shape xmlns:r="http://schemas.openxmlformats.org/officeDocument/2006/relationships" r:blip="">
          <dgm:adjLst/>
        </dgm:shape>
        <dgm:presOf/>
        <dgm:constrLst/>
        <dgm:forEach name="Name52" ref="accentRepeat"/>
      </dgm:layoutNode>
    </dgm:forEach>
    <dgm:forEach name="Name53" axis="ch" ptType="sibTrans" hideLastTrans="0" st="7" cnt="1">
      <dgm:layoutNode name="image7">
        <dgm:alg type="sp"/>
        <dgm:shape xmlns:r="http://schemas.openxmlformats.org/officeDocument/2006/relationships" r:blip="">
          <dgm:adjLst/>
        </dgm:shape>
        <dgm:presOf/>
        <dgm:constrLst/>
        <dgm:forEach name="Name54" ref="imageRepeat"/>
      </dgm:layoutNode>
      <dgm:layoutNode name="imageaccent7">
        <dgm:alg type="sp"/>
        <dgm:shape xmlns:r="http://schemas.openxmlformats.org/officeDocument/2006/relationships" r:blip="">
          <dgm:adjLst/>
        </dgm:shape>
        <dgm:presOf/>
        <dgm:constrLst/>
        <dgm:forEach name="Name55" ref="accentRepeat"/>
      </dgm:layoutNode>
    </dgm:forEach>
    <dgm:forEach name="Name56" axis="ch" ptType="node" st="8" cnt="1">
      <dgm:layoutNode name="text8">
        <dgm:alg type="sp"/>
        <dgm:shape xmlns:r="http://schemas.openxmlformats.org/officeDocument/2006/relationships" r:blip="">
          <dgm:adjLst/>
        </dgm:shape>
        <dgm:presOf/>
        <dgm:constrLst/>
        <dgm:forEach name="Name57" ref="textRepeat"/>
      </dgm:layoutNode>
      <dgm:layoutNode name="textaccent8">
        <dgm:alg type="sp"/>
        <dgm:shape xmlns:r="http://schemas.openxmlformats.org/officeDocument/2006/relationships" r:blip="">
          <dgm:adjLst/>
        </dgm:shape>
        <dgm:presOf/>
        <dgm:constrLst/>
        <dgm:forEach name="Name58" ref="accentRepeat"/>
      </dgm:layoutNode>
    </dgm:forEach>
    <dgm:forEach name="Name59" axis="ch" ptType="sibTrans" hideLastTrans="0" st="8" cnt="1">
      <dgm:layoutNode name="image8">
        <dgm:alg type="sp"/>
        <dgm:shape xmlns:r="http://schemas.openxmlformats.org/officeDocument/2006/relationships" r:blip="">
          <dgm:adjLst/>
        </dgm:shape>
        <dgm:presOf/>
        <dgm:constrLst/>
        <dgm:forEach name="Name60" ref="imageRepeat"/>
      </dgm:layoutNode>
      <dgm:layoutNode name="imageaccent8">
        <dgm:alg type="sp"/>
        <dgm:shape xmlns:r="http://schemas.openxmlformats.org/officeDocument/2006/relationships" r:blip="">
          <dgm:adjLst/>
        </dgm:shape>
        <dgm:presOf/>
        <dgm:constrLst/>
        <dgm:forEach name="Name61" ref="accentRepeat"/>
      </dgm:layoutNode>
    </dgm:forEach>
    <dgm:forEach name="Name62" axis="ch" ptType="node" st="9" cnt="1">
      <dgm:layoutNode name="text9">
        <dgm:alg type="sp"/>
        <dgm:shape xmlns:r="http://schemas.openxmlformats.org/officeDocument/2006/relationships" r:blip="">
          <dgm:adjLst/>
        </dgm:shape>
        <dgm:presOf/>
        <dgm:constrLst/>
        <dgm:forEach name="Name63" ref="textRepeat"/>
      </dgm:layoutNode>
      <dgm:layoutNode name="textaccent9">
        <dgm:alg type="sp"/>
        <dgm:shape xmlns:r="http://schemas.openxmlformats.org/officeDocument/2006/relationships" r:blip="">
          <dgm:adjLst/>
        </dgm:shape>
        <dgm:presOf/>
        <dgm:constrLst/>
        <dgm:forEach name="Name64" ref="accentRepeat"/>
      </dgm:layoutNode>
    </dgm:forEach>
    <dgm:forEach name="Name65" axis="ch" ptType="sibTrans" hideLastTrans="0" st="9" cnt="1">
      <dgm:layoutNode name="image9">
        <dgm:alg type="sp"/>
        <dgm:shape xmlns:r="http://schemas.openxmlformats.org/officeDocument/2006/relationships" r:blip="">
          <dgm:adjLst/>
        </dgm:shape>
        <dgm:presOf/>
        <dgm:constrLst/>
        <dgm:forEach name="Name66" ref="imageRepeat"/>
      </dgm:layoutNode>
      <dgm:layoutNode name="imageaccent9">
        <dgm:alg type="sp"/>
        <dgm:shape xmlns:r="http://schemas.openxmlformats.org/officeDocument/2006/relationships" r:blip="">
          <dgm:adjLst/>
        </dgm:shape>
        <dgm:presOf/>
        <dgm:constrLst/>
        <dgm:forEach name="Name67" ref="accentRepeat"/>
      </dgm:layoutNode>
    </dgm:forEach>
    <dgm:forEach name="Name68" axis="ch" ptType="node" st="10" cnt="1">
      <dgm:layoutNode name="text10">
        <dgm:alg type="sp"/>
        <dgm:shape xmlns:r="http://schemas.openxmlformats.org/officeDocument/2006/relationships" r:blip="">
          <dgm:adjLst/>
        </dgm:shape>
        <dgm:presOf/>
        <dgm:constrLst/>
        <dgm:forEach name="Name69" ref="textRepeat"/>
      </dgm:layoutNode>
      <dgm:layoutNode name="textaccent10">
        <dgm:alg type="sp"/>
        <dgm:shape xmlns:r="http://schemas.openxmlformats.org/officeDocument/2006/relationships" r:blip="">
          <dgm:adjLst/>
        </dgm:shape>
        <dgm:presOf/>
        <dgm:constrLst/>
        <dgm:forEach name="Name70" ref="accentRepeat"/>
      </dgm:layoutNode>
    </dgm:forEach>
    <dgm:forEach name="Name71" axis="ch" ptType="sibTrans" hideLastTrans="0" st="10" cnt="1">
      <dgm:layoutNode name="image10">
        <dgm:alg type="sp"/>
        <dgm:shape xmlns:r="http://schemas.openxmlformats.org/officeDocument/2006/relationships" r:blip="">
          <dgm:adjLst/>
        </dgm:shape>
        <dgm:presOf/>
        <dgm:constrLst/>
        <dgm:forEach name="Name72" ref="imageRepeat"/>
      </dgm:layoutNode>
      <dgm:layoutNode name="imageaccent10">
        <dgm:alg type="sp"/>
        <dgm:shape xmlns:r="http://schemas.openxmlformats.org/officeDocument/2006/relationships" r:blip="">
          <dgm:adjLst/>
        </dgm:shape>
        <dgm:presOf/>
        <dgm:constrLst/>
        <dgm:forEach name="Name73" ref="accentRepeat"/>
      </dgm:layoutNode>
    </dgm:forEach>
    <dgm:forEach name="Name74" axis="ch" ptType="node" st="11" cnt="1">
      <dgm:layoutNode name="text11">
        <dgm:alg type="sp"/>
        <dgm:shape xmlns:r="http://schemas.openxmlformats.org/officeDocument/2006/relationships" r:blip="">
          <dgm:adjLst/>
        </dgm:shape>
        <dgm:presOf/>
        <dgm:constrLst/>
        <dgm:forEach name="Name75" ref="textRepeat"/>
      </dgm:layoutNode>
      <dgm:layoutNode name="textaccent11">
        <dgm:alg type="sp"/>
        <dgm:shape xmlns:r="http://schemas.openxmlformats.org/officeDocument/2006/relationships" r:blip="">
          <dgm:adjLst/>
        </dgm:shape>
        <dgm:presOf/>
        <dgm:constrLst/>
        <dgm:forEach name="Name76" ref="accentRepeat"/>
      </dgm:layoutNode>
    </dgm:forEach>
    <dgm:forEach name="Name77" axis="ch" ptType="sibTrans" hideLastTrans="0" st="11" cnt="1">
      <dgm:layoutNode name="image11">
        <dgm:alg type="sp"/>
        <dgm:shape xmlns:r="http://schemas.openxmlformats.org/officeDocument/2006/relationships" r:blip="">
          <dgm:adjLst/>
        </dgm:shape>
        <dgm:presOf/>
        <dgm:constrLst/>
        <dgm:forEach name="Name78" ref="imageRepeat"/>
      </dgm:layoutNode>
      <dgm:layoutNode name="imageaccent11">
        <dgm:alg type="sp"/>
        <dgm:shape xmlns:r="http://schemas.openxmlformats.org/officeDocument/2006/relationships" r:blip="">
          <dgm:adjLst/>
        </dgm:shape>
        <dgm:presOf/>
        <dgm:constrLst/>
        <dgm:forEach name="Name79" ref="accentRepeat"/>
      </dgm:layoutNode>
    </dgm:forEach>
    <dgm:forEach name="Name80" axis="ch" ptType="node" st="12" cnt="1">
      <dgm:layoutNode name="text12">
        <dgm:alg type="sp"/>
        <dgm:shape xmlns:r="http://schemas.openxmlformats.org/officeDocument/2006/relationships" r:blip="">
          <dgm:adjLst/>
        </dgm:shape>
        <dgm:presOf/>
        <dgm:constrLst/>
        <dgm:forEach name="Name81" ref="textRepeat"/>
      </dgm:layoutNode>
      <dgm:layoutNode name="textaccent12">
        <dgm:alg type="sp"/>
        <dgm:shape xmlns:r="http://schemas.openxmlformats.org/officeDocument/2006/relationships" r:blip="">
          <dgm:adjLst/>
        </dgm:shape>
        <dgm:presOf/>
        <dgm:constrLst/>
        <dgm:forEach name="Name82" ref="accentRepeat"/>
      </dgm:layoutNode>
    </dgm:forEach>
    <dgm:forEach name="Name83" axis="ch" ptType="sibTrans" hideLastTrans="0" st="12" cnt="1">
      <dgm:layoutNode name="image12">
        <dgm:alg type="sp"/>
        <dgm:shape xmlns:r="http://schemas.openxmlformats.org/officeDocument/2006/relationships" r:blip="">
          <dgm:adjLst/>
        </dgm:shape>
        <dgm:presOf/>
        <dgm:constrLst/>
        <dgm:forEach name="Name84" ref="imageRepeat"/>
      </dgm:layoutNode>
      <dgm:layoutNode name="imageaccent12">
        <dgm:alg type="sp"/>
        <dgm:shape xmlns:r="http://schemas.openxmlformats.org/officeDocument/2006/relationships" r:blip="">
          <dgm:adjLst/>
        </dgm:shape>
        <dgm:presOf/>
        <dgm:constrLst/>
        <dgm:forEach name="Name85" ref="accentRepeat"/>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2">
        <a:scrgbClr r="0" g="0" b="0"/>
      </a:lnRef>
      <a:fillRef idx="1">
        <a:scrgbClr r="0" g="0" b="0"/>
      </a:fillRef>
      <a:effectRef idx="0">
        <a:scrgbClr r="0" g="0" b="0"/>
      </a:effectRef>
      <a:fontRef idx="minor">
        <a:schemeClr val="tx1"/>
      </a:fontRef>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2">
        <a:scrgbClr r="0" g="0" b="0"/>
      </a:lnRef>
      <a:fillRef idx="1">
        <a:scrgbClr r="0" g="0" b="0"/>
      </a:fillRef>
      <a:effectRef idx="0">
        <a:scrgbClr r="0" g="0" b="0"/>
      </a:effectRef>
      <a:fontRef idx="minor">
        <a:schemeClr val="tx1"/>
      </a:fontRef>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2">
        <a:scrgbClr r="0" g="0" b="0"/>
      </a:lnRef>
      <a:fillRef idx="1">
        <a:scrgbClr r="0" g="0" b="0"/>
      </a:fillRef>
      <a:effectRef idx="0">
        <a:scrgbClr r="0" g="0" b="0"/>
      </a:effectRef>
      <a:fontRef idx="minor">
        <a:schemeClr val="tx1"/>
      </a:fontRef>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2">
        <a:scrgbClr r="0" g="0" b="0"/>
      </a:lnRef>
      <a:fillRef idx="1">
        <a:scrgbClr r="0" g="0" b="0"/>
      </a:fillRef>
      <a:effectRef idx="0">
        <a:scrgbClr r="0" g="0" b="0"/>
      </a:effectRef>
      <a:fontRef idx="minor">
        <a:schemeClr val="tx1"/>
      </a:fontRef>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2">
        <a:scrgbClr r="0" g="0" b="0"/>
      </a:lnRef>
      <a:fillRef idx="1">
        <a:scrgbClr r="0" g="0" b="0"/>
      </a:fillRef>
      <a:effectRef idx="0">
        <a:scrgbClr r="0" g="0" b="0"/>
      </a:effectRef>
      <a:fontRef idx="minor">
        <a:schemeClr val="tx1"/>
      </a:fontRef>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1">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1">
        <a:scrgbClr r="0" g="0" b="0"/>
      </a:lnRef>
      <a:fillRef idx="1">
        <a:scrgbClr r="0" g="0" b="0"/>
      </a:fillRef>
      <a:effectRef idx="1">
        <a:scrgbClr r="0" g="0" b="0"/>
      </a:effectRef>
      <a:fontRef idx="minor"/>
    </dgm:style>
  </dgm:styleLbl>
  <dgm:styleLbl name="alignNode1">
    <dgm:scene3d>
      <a:camera prst="orthographicFront"/>
      <a:lightRig rig="threePt" dir="t"/>
    </dgm:scene3d>
    <dgm:txPr/>
    <dgm:style>
      <a:lnRef idx="1">
        <a:scrgbClr r="0" g="0" b="0"/>
      </a:lnRef>
      <a:fillRef idx="2">
        <a:scrgbClr r="0" g="0" b="0"/>
      </a:fillRef>
      <a:effectRef idx="1">
        <a:scrgbClr r="0" g="0" b="0"/>
      </a:effectRef>
      <a:fontRef idx="minor">
        <a:schemeClr val="dk1"/>
      </a:fontRef>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bg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1">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1">
        <a:scrgbClr r="0" g="0" b="0"/>
      </a:lnRef>
      <a:fillRef idx="1">
        <a:scrgbClr r="0" g="0" b="0"/>
      </a:fillRef>
      <a:effectRef idx="1">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1">
        <a:scrgbClr r="0" g="0" b="0"/>
      </a:effectRef>
      <a:fontRef idx="minor"/>
    </dgm:style>
  </dgm:styleLbl>
  <dgm:styleLbl name="bgSibTrans2D1">
    <dgm:scene3d>
      <a:camera prst="orthographicFront"/>
      <a:lightRig rig="threePt" dir="t"/>
    </dgm:scene3d>
    <dgm:txPr/>
    <dgm:style>
      <a:lnRef idx="0">
        <a:scrgbClr r="0" g="0" b="0"/>
      </a:lnRef>
      <a:fillRef idx="2">
        <a:scrgbClr r="0" g="0" b="0"/>
      </a:fillRef>
      <a:effectRef idx="1">
        <a:scrgbClr r="0" g="0" b="0"/>
      </a:effectRef>
      <a:fontRef idx="minor">
        <a:schemeClr val="dk1"/>
      </a:fontRef>
    </dgm:style>
  </dgm:styleLbl>
  <dgm:styleLbl name="callout">
    <dgm:scene3d>
      <a:camera prst="orthographicFront"/>
      <a:lightRig rig="threePt" dir="t"/>
    </dgm:scene3d>
    <dgm:txPr/>
    <dgm:style>
      <a:lnRef idx="1">
        <a:scrgbClr r="0" g="0" b="0"/>
      </a:lnRef>
      <a:fillRef idx="2">
        <a:scrgbClr r="0" g="0" b="0"/>
      </a:fillRef>
      <a:effectRef idx="1">
        <a:scrgbClr r="0" g="0" b="0"/>
      </a:effectRef>
      <a:fontRef idx="minor"/>
    </dgm:style>
  </dgm:styleLbl>
  <dgm:styleLbl name="conFg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1">
        <a:scrgbClr r="0" g="0" b="0"/>
      </a:effectRef>
      <a:fontRef idx="minor"/>
    </dgm:style>
  </dgm:styleLbl>
  <dgm:styleLbl name="fgAcc0">
    <dgm:scene3d>
      <a:camera prst="orthographicFront"/>
      <a:lightRig rig="threePt" dir="t"/>
    </dgm:scene3d>
    <dgm:txPr/>
    <dgm:style>
      <a:lnRef idx="1">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1">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1">
        <a:scrgbClr r="0" g="0" b="0"/>
      </a:lnRef>
      <a:fillRef idx="1">
        <a:scrgbClr r="0" g="0" b="0"/>
      </a:fillRef>
      <a:effectRef idx="1">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fgSibTrans2D1">
    <dgm:scene3d>
      <a:camera prst="orthographicFront"/>
      <a:lightRig rig="threePt" dir="t"/>
    </dgm:scene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txPr/>
    <dgm:style>
      <a:lnRef idx="1">
        <a:scrgbClr r="0" g="0" b="0"/>
      </a:lnRef>
      <a:fillRef idx="2">
        <a:scrgbClr r="0" g="0" b="0"/>
      </a:fillRef>
      <a:effectRef idx="1">
        <a:scrgbClr r="0" g="0" b="0"/>
      </a:effectRef>
      <a:fontRef idx="minor">
        <a:schemeClr val="dk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2">
        <a:scrgbClr r="0" g="0" b="0"/>
      </a:fillRef>
      <a:effectRef idx="1">
        <a:scrgbClr r="0" g="0" b="0"/>
      </a:effectRef>
      <a:fontRef idx="minor">
        <a:schemeClr val="dk1"/>
      </a:fontRef>
    </dgm:style>
  </dgm:styleLbl>
  <dgm:styleLbl name="solid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1">
        <a:scrgbClr r="0" g="0" b="0"/>
      </a:lnRef>
      <a:fillRef idx="2">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2">
        <a:scrgbClr r="0" g="0" b="0"/>
      </a:lnRef>
      <a:fillRef idx="1">
        <a:scrgbClr r="0" g="0" b="0"/>
      </a:fillRef>
      <a:effectRef idx="0">
        <a:scrgbClr r="0" g="0" b="0"/>
      </a:effectRef>
      <a:fontRef idx="minor">
        <a:schemeClr val="tx1"/>
      </a:fontRef>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2">
        <a:scrgbClr r="0" g="0" b="0"/>
      </a:lnRef>
      <a:fillRef idx="1">
        <a:scrgbClr r="0" g="0" b="0"/>
      </a:fillRef>
      <a:effectRef idx="0">
        <a:scrgbClr r="0" g="0" b="0"/>
      </a:effectRef>
      <a:fontRef idx="minor">
        <a:schemeClr val="tx1"/>
      </a:fontRef>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2">
        <a:scrgbClr r="0" g="0" b="0"/>
      </a:lnRef>
      <a:fillRef idx="1">
        <a:scrgbClr r="0" g="0" b="0"/>
      </a:fillRef>
      <a:effectRef idx="0">
        <a:scrgbClr r="0" g="0" b="0"/>
      </a:effectRef>
      <a:fontRef idx="minor">
        <a:schemeClr val="tx1"/>
      </a:fontRef>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2">
        <a:scrgbClr r="0" g="0" b="0"/>
      </a:lnRef>
      <a:fillRef idx="1">
        <a:scrgbClr r="0" g="0" b="0"/>
      </a:fillRef>
      <a:effectRef idx="0">
        <a:scrgbClr r="0" g="0" b="0"/>
      </a:effectRef>
      <a:fontRef idx="minor">
        <a:schemeClr val="tx1"/>
      </a:fontRef>
    </dgm:style>
  </dgm:styleLbl>
</dgm:styleDef>
</file>

<file path=ppt/diagrams/quickStyle1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2">
        <a:scrgbClr r="0" g="0" b="0"/>
      </a:lnRef>
      <a:fillRef idx="1">
        <a:scrgbClr r="0" g="0" b="0"/>
      </a:fillRef>
      <a:effectRef idx="0">
        <a:scrgbClr r="0" g="0" b="0"/>
      </a:effectRef>
      <a:fontRef idx="minor">
        <a:schemeClr val="tx1"/>
      </a:fontRef>
    </dgm:style>
  </dgm:styleLbl>
</dgm:styleDef>
</file>

<file path=ppt/diagrams/quickStyle1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2">
        <a:scrgbClr r="0" g="0" b="0"/>
      </a:lnRef>
      <a:fillRef idx="1">
        <a:scrgbClr r="0" g="0" b="0"/>
      </a:fillRef>
      <a:effectRef idx="0">
        <a:scrgbClr r="0" g="0" b="0"/>
      </a:effectRef>
      <a:fontRef idx="minor">
        <a:schemeClr val="tx1"/>
      </a:fontRef>
    </dgm:style>
  </dgm:styleLbl>
</dgm:styleDef>
</file>

<file path=ppt/diagrams/quickStyle1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2">
        <a:scrgbClr r="0" g="0" b="0"/>
      </a:lnRef>
      <a:fillRef idx="1">
        <a:scrgbClr r="0" g="0" b="0"/>
      </a:fillRef>
      <a:effectRef idx="0">
        <a:scrgbClr r="0" g="0" b="0"/>
      </a:effectRef>
      <a:fontRef idx="minor">
        <a:schemeClr val="tx1"/>
      </a:fontRef>
    </dgm:style>
  </dgm:styleLbl>
</dgm:styleDef>
</file>

<file path=ppt/diagrams/quickStyle1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2">
        <a:scrgbClr r="0" g="0" b="0"/>
      </a:lnRef>
      <a:fillRef idx="1">
        <a:scrgbClr r="0" g="0" b="0"/>
      </a:fillRef>
      <a:effectRef idx="0">
        <a:scrgbClr r="0" g="0" b="0"/>
      </a:effectRef>
      <a:fontRef idx="minor">
        <a:schemeClr val="tx1"/>
      </a:fontRef>
    </dgm:style>
  </dgm:styleLbl>
</dgm:styleDef>
</file>

<file path=ppt/diagrams/quickStyle1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2">
        <a:scrgbClr r="0" g="0" b="0"/>
      </a:lnRef>
      <a:fillRef idx="1">
        <a:scrgbClr r="0" g="0" b="0"/>
      </a:fillRef>
      <a:effectRef idx="0">
        <a:scrgbClr r="0" g="0" b="0"/>
      </a:effectRef>
      <a:fontRef idx="minor">
        <a:schemeClr val="tx1"/>
      </a:fontRef>
    </dgm:style>
  </dgm:styleLbl>
</dgm:styleDef>
</file>

<file path=ppt/diagrams/quickStyle16.xml><?xml version="1.0" encoding="utf-8"?>
<dgm:styleDef xmlns:dgm="http://schemas.openxmlformats.org/drawingml/2006/diagram" xmlns:a="http://schemas.openxmlformats.org/drawingml/2006/main" uniqueId="urn:microsoft.com/office/officeart/2005/8/quickstyle/3d7">
  <dgm:title val=""/>
  <dgm:desc val=""/>
  <dgm:catLst>
    <dgm:cat type="3D" pri="11700"/>
  </dgm:catLst>
  <dgm:scene3d>
    <a:camera prst="perspectiveLeft" zoom="91000"/>
    <a:lightRig rig="threePt" dir="t">
      <a:rot lat="0" lon="0" rev="20640000"/>
    </a:lightRig>
  </dgm:scene3d>
  <dgm:styleLbl name="alignAcc1">
    <dgm:scene3d>
      <a:camera prst="orthographicFront"/>
      <a:lightRig rig="threePt" dir="t"/>
    </dgm:scene3d>
    <dgm:sp3d extrusionH="50600">
      <a:bevelT w="101600" h="80600"/>
      <a:bevelB w="80600" h="80600"/>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extrusionH="50600" contourW="3000">
      <a:bevelT w="101600" h="80600" prst="relaxedInset"/>
      <a:bevelB w="80600" h="80600" prst="relaxedInset"/>
    </dgm:sp3d>
    <dgm:txPr/>
    <dgm:style>
      <a:lnRef idx="0">
        <a:scrgbClr r="0" g="0" b="0"/>
      </a:lnRef>
      <a:fillRef idx="1">
        <a:scrgbClr r="0" g="0" b="0"/>
      </a:fillRef>
      <a:effectRef idx="0">
        <a:scrgbClr r="0" g="0" b="0"/>
      </a:effectRef>
      <a:fontRef idx="minor"/>
    </dgm:style>
  </dgm:styleLbl>
  <dgm:styleLbl name="alignImgPlace1">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dgm:style>
  </dgm:styleLbl>
  <dgm:styleLbl name="alignNode1">
    <dgm:scene3d>
      <a:camera prst="orthographicFront"/>
      <a:lightRig rig="threePt" dir="t"/>
    </dgm:scene3d>
    <dgm:sp3d extrusionH="50600" prstMaterial="metal">
      <a:bevelT w="101600" h="80600" prst="relaxedInset"/>
      <a:bevelB w="80600" h="80600" prst="relaxedInset"/>
    </dgm:sp3d>
    <dgm:txPr/>
    <dgm:style>
      <a:lnRef idx="1">
        <a:scrgbClr r="0" g="0" b="0"/>
      </a:lnRef>
      <a:fillRef idx="1">
        <a:scrgbClr r="0" g="0" b="0"/>
      </a:fillRef>
      <a:effectRef idx="1">
        <a:scrgbClr r="0" g="0" b="0"/>
      </a:effectRef>
      <a:fontRef idx="minor">
        <a:schemeClr val="dk1"/>
      </a:fontRef>
    </dgm:style>
  </dgm:styleLbl>
  <dgm:styleLbl name="asst0">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asst1">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asst2">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asst3">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asst4">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bgAcc1">
    <dgm:scene3d>
      <a:camera prst="orthographicFront"/>
      <a:lightRig rig="threePt" dir="t"/>
    </dgm:scene3d>
    <dgm:sp3d z="-161800" extrusionH="10600" prstMaterial="matte">
      <a:bevelT w="90600" h="18600" prst="softRound"/>
      <a:bevelB w="48600" h="8600" prst="relaxedInset"/>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z="-161800" extrusionH="10600" contourW="3000">
      <a:bevelT w="48600" h="8600" prst="relaxedInset"/>
      <a:bevelB w="48600" h="8600" prst="relaxedInset"/>
    </dgm:sp3d>
    <dgm:txPr/>
    <dgm:style>
      <a:lnRef idx="0">
        <a:scrgbClr r="0" g="0" b="0"/>
      </a:lnRef>
      <a:fillRef idx="1">
        <a:scrgbClr r="0" g="0" b="0"/>
      </a:fillRef>
      <a:effectRef idx="0">
        <a:scrgbClr r="0" g="0" b="0"/>
      </a:effectRef>
      <a:fontRef idx="minor"/>
    </dgm:style>
  </dgm:styleLbl>
  <dgm:styleLbl name="bgImgPlace1">
    <dgm:scene3d>
      <a:camera prst="orthographicFront"/>
      <a:lightRig rig="threePt" dir="t"/>
    </dgm:scene3d>
    <dgm:sp3d z="-211800" extrusionH="10600" prstMaterial="plastic">
      <a:bevelT w="101600" h="8600" prst="relaxedInset"/>
      <a:bevelB w="8600" h="8600" prst="relaxedInset"/>
    </dgm:sp3d>
    <dgm:txPr/>
    <dgm:style>
      <a:lnRef idx="0">
        <a:scrgbClr r="0" g="0" b="0"/>
      </a:lnRef>
      <a:fillRef idx="1">
        <a:scrgbClr r="0" g="0" b="0"/>
      </a:fillRef>
      <a:effectRef idx="1">
        <a:scrgbClr r="0" g="0" b="0"/>
      </a:effectRef>
      <a:fontRef idx="minor"/>
    </dgm:style>
  </dgm:styleLbl>
  <dgm:styleLbl name="bgShp">
    <dgm:scene3d>
      <a:camera prst="orthographicFront"/>
      <a:lightRig rig="threePt" dir="t"/>
    </dgm:scene3d>
    <dgm:sp3d z="-161800" extrusionH="600" contourW="3000">
      <a:bevelT w="48600" h="18600" prst="relaxedInset"/>
      <a:bevelB w="48600" h="8600" prst="relaxedInset"/>
    </dgm:sp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sp3d z="-211800">
      <a:bevelT w="40600" h="20600" prst="relaxedInset"/>
    </dgm:sp3d>
    <dgm:txPr/>
    <dgm:style>
      <a:lnRef idx="0">
        <a:scrgbClr r="0" g="0" b="0"/>
      </a:lnRef>
      <a:fillRef idx="1">
        <a:scrgbClr r="0" g="0" b="0"/>
      </a:fillRef>
      <a:effectRef idx="2">
        <a:scrgbClr r="0" g="0" b="0"/>
      </a:effectRef>
      <a:fontRef idx="minor"/>
    </dgm:style>
  </dgm:styleLbl>
  <dgm:styleLbl name="callout">
    <dgm:scene3d>
      <a:camera prst="orthographicFront"/>
      <a:lightRig rig="threePt" dir="t"/>
    </dgm:scene3d>
    <dgm:sp3d z="10000"/>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z="-161800" extrusionH="10600" prstMaterial="matte">
      <a:bevelT w="90600" h="18600" prst="softRound"/>
      <a:bevelB w="48600" h="8600" prst="relaxedInset"/>
    </dgm:sp3d>
    <dgm:txPr/>
    <dgm:style>
      <a:lnRef idx="1">
        <a:scrgbClr r="0" g="0" b="0"/>
      </a:lnRef>
      <a:fillRef idx="1">
        <a:scrgbClr r="0" g="0" b="0"/>
      </a:fillRef>
      <a:effectRef idx="0">
        <a:scrgbClr r="0" g="0" b="0"/>
      </a:effectRef>
      <a:fontRef idx="minor"/>
    </dgm:style>
  </dgm:styleLbl>
  <dgm:styleLbl name="dkBgShp">
    <dgm:scene3d>
      <a:camera prst="orthographicFront"/>
      <a:lightRig rig="threePt" dir="t"/>
    </dgm:scene3d>
    <dgm:sp3d extrusionH="50600">
      <a:bevelT w="80600" h="80600" prst="relaxedInset"/>
      <a:bevelB w="80600" h="80600" prst="relaxedInset"/>
    </dgm:sp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sp3d z="57200" extrusionH="600" contourW="3000">
      <a:bevelT w="48600" h="18600" prst="relaxedInset"/>
      <a:bevelB w="48600" h="8600" prst="relaxedInset"/>
    </dgm:sp3d>
    <dgm:txPr/>
    <dgm:style>
      <a:lnRef idx="1">
        <a:scrgbClr r="0" g="0" b="0"/>
      </a:lnRef>
      <a:fillRef idx="1">
        <a:scrgbClr r="0" g="0" b="0"/>
      </a:fillRef>
      <a:effectRef idx="0">
        <a:scrgbClr r="0" g="0" b="0"/>
      </a:effectRef>
      <a:fontRef idx="minor"/>
    </dgm:style>
  </dgm:styleLbl>
  <dgm:styleLbl name="fgAcc1">
    <dgm:scene3d>
      <a:camera prst="orthographicFront"/>
      <a:lightRig rig="threePt" dir="t"/>
    </dgm:scene3d>
    <dgm:sp3d z="57200" extrusionH="600" contourW="3000">
      <a:bevelT w="48600" h="18600" prst="relaxedInset"/>
      <a:bevelB w="48600" h="8600" prst="relaxedInset"/>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z="57200" extrusionH="600" contourW="3000">
      <a:bevelT w="48600" h="18600" prst="relaxedInset"/>
      <a:bevelB w="48600" h="8600" prst="relaxedInset"/>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z="57200" extrusionH="600" contourW="3000">
      <a:bevelT w="48600" h="18600" prst="relaxedInset"/>
      <a:bevelB w="48600" h="8600" prst="relaxedInset"/>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z="57200" extrusionH="600" contourW="3000">
      <a:bevelT w="48600" h="18600" prst="relaxedInset"/>
      <a:bevelB w="48600" h="8600" prst="relaxedInset"/>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z="57200" extrusionH="600" contourW="3000">
      <a:bevelT w="48600" h="18600" prst="relaxedInset"/>
      <a:bevelB w="48600" h="8600" prst="relaxedInset"/>
    </dgm:sp3d>
    <dgm:txPr/>
    <dgm:style>
      <a:lnRef idx="0">
        <a:scrgbClr r="0" g="0" b="0"/>
      </a:lnRef>
      <a:fillRef idx="1">
        <a:scrgbClr r="0" g="0" b="0"/>
      </a:fillRef>
      <a:effectRef idx="0">
        <a:scrgbClr r="0" g="0" b="0"/>
      </a:effectRef>
      <a:fontRef idx="minor"/>
    </dgm:style>
  </dgm:styleLbl>
  <dgm:styleLbl name="fgImgPlace1">
    <dgm:scene3d>
      <a:camera prst="orthographicFront"/>
      <a:lightRig rig="threePt" dir="t"/>
    </dgm:scene3d>
    <dgm:sp3d z="57200" extrusionH="10600" prstMaterial="plastic">
      <a:bevelT w="101600" h="8600" prst="relaxedInset"/>
      <a:bevelB w="8600" h="8600" prst="relaxedInset"/>
    </dgm:sp3d>
    <dgm:txPr/>
    <dgm:style>
      <a:lnRef idx="0">
        <a:scrgbClr r="0" g="0" b="0"/>
      </a:lnRef>
      <a:fillRef idx="1">
        <a:scrgbClr r="0" g="0" b="0"/>
      </a:fillRef>
      <a:effectRef idx="1">
        <a:scrgbClr r="0" g="0" b="0"/>
      </a:effectRef>
      <a:fontRef idx="minor"/>
    </dgm:style>
  </dgm:styleLbl>
  <dgm:styleLbl name="fgShp">
    <dgm:scene3d>
      <a:camera prst="orthographicFront"/>
      <a:lightRig rig="threePt" dir="t"/>
    </dgm:scene3d>
    <dgm:sp3d z="57200" extrusionH="600" contourW="3000" prstMaterial="plastic">
      <a:bevelT w="80600" h="18600" prst="relaxedInset"/>
      <a:bevelB w="80600" h="8600" prst="relaxedInset"/>
    </dgm:sp3d>
    <dgm:txPr/>
    <dgm:style>
      <a:lnRef idx="0">
        <a:scrgbClr r="0" g="0" b="0"/>
      </a:lnRef>
      <a:fillRef idx="1">
        <a:scrgbClr r="0" g="0" b="0"/>
      </a:fillRef>
      <a:effectRef idx="0">
        <a:scrgbClr r="0" g="0" b="0"/>
      </a:effectRef>
      <a:fontRef idx="minor"/>
    </dgm:style>
  </dgm:styleLbl>
  <dgm:styleLbl name="fgSibTrans2D1">
    <dgm:scene3d>
      <a:camera prst="orthographicFront"/>
      <a:lightRig rig="threePt" dir="t"/>
    </dgm:scene3d>
    <dgm:sp3d z="10600">
      <a:bevelT w="40600" h="20600" prst="relaxedInset"/>
    </dgm:sp3d>
    <dgm:txPr/>
    <dgm:style>
      <a:lnRef idx="0">
        <a:scrgbClr r="0" g="0" b="0"/>
      </a:lnRef>
      <a:fillRef idx="1">
        <a:scrgbClr r="0" g="0" b="0"/>
      </a:fillRef>
      <a:effectRef idx="2">
        <a:scrgbClr r="0" g="0" b="0"/>
      </a:effectRef>
      <a:fontRef idx="minor"/>
    </dgm:style>
  </dgm:styleLbl>
  <dgm:styleLbl name="lnNode1">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node0">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node1">
    <dgm:scene3d>
      <a:camera prst="orthographicFront"/>
      <a:lightRig rig="threePt" dir="t"/>
    </dgm:scene3d>
    <dgm:sp3d extrusionH="50600" prstMaterial="metal">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node2">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node3">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node4">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parChTrans1D1">
    <dgm:scene3d>
      <a:camera prst="orthographicFront"/>
      <a:lightRig rig="threePt" dir="t"/>
    </dgm:scene3d>
    <dgm:sp3d z="-110000"/>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z="-110000"/>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z="-110000"/>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z="-110000"/>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sp3d z="-110000">
      <a:bevelT w="40600" h="20600" prst="relaxedInset"/>
    </dgm:sp3d>
    <dgm:txPr/>
    <dgm:style>
      <a:lnRef idx="0">
        <a:scrgbClr r="0" g="0" b="0"/>
      </a:lnRef>
      <a:fillRef idx="1">
        <a:scrgbClr r="0" g="0" b="0"/>
      </a:fillRef>
      <a:effectRef idx="0">
        <a:scrgbClr r="0" g="0" b="0"/>
      </a:effectRef>
      <a:fontRef idx="minor"/>
    </dgm:style>
  </dgm:styleLbl>
  <dgm:styleLbl name="parChTrans2D2">
    <dgm:scene3d>
      <a:camera prst="orthographicFront"/>
      <a:lightRig rig="threePt" dir="t"/>
    </dgm:scene3d>
    <dgm:sp3d z="-110000">
      <a:bevelT w="40600" h="20600" prst="relaxedInset"/>
    </dgm:sp3d>
    <dgm:txPr/>
    <dgm:style>
      <a:lnRef idx="0">
        <a:scrgbClr r="0" g="0" b="0"/>
      </a:lnRef>
      <a:fillRef idx="1">
        <a:scrgbClr r="0" g="0" b="0"/>
      </a:fillRef>
      <a:effectRef idx="0">
        <a:scrgbClr r="0" g="0" b="0"/>
      </a:effectRef>
      <a:fontRef idx="minor"/>
    </dgm:style>
  </dgm:styleLbl>
  <dgm:styleLbl name="parChTrans2D3">
    <dgm:scene3d>
      <a:camera prst="orthographicFront"/>
      <a:lightRig rig="threePt" dir="t"/>
    </dgm:scene3d>
    <dgm:sp3d z="-110000"/>
    <dgm:txPr/>
    <dgm:style>
      <a:lnRef idx="0">
        <a:scrgbClr r="0" g="0" b="0"/>
      </a:lnRef>
      <a:fillRef idx="1">
        <a:scrgbClr r="0" g="0" b="0"/>
      </a:fillRef>
      <a:effectRef idx="0">
        <a:scrgbClr r="0" g="0" b="0"/>
      </a:effectRef>
      <a:fontRef idx="minor"/>
    </dgm:style>
  </dgm:styleLbl>
  <dgm:styleLbl name="parChTrans2D4">
    <dgm:scene3d>
      <a:camera prst="orthographicFront"/>
      <a:lightRig rig="threePt" dir="t"/>
    </dgm:scene3d>
    <dgm:sp3d z="-110000"/>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sp3d z="-110000"/>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sp3d z="-110000">
      <a:bevelT w="40600" h="20600" prst="relaxedInset"/>
    </dgm:sp3d>
    <dgm:txPr/>
    <dgm:style>
      <a:lnRef idx="0">
        <a:scrgbClr r="0" g="0" b="0"/>
      </a:lnRef>
      <a:fillRef idx="1">
        <a:scrgbClr r="0" g="0" b="0"/>
      </a:fillRef>
      <a:effectRef idx="2">
        <a:scrgbClr r="0" g="0" b="0"/>
      </a:effectRef>
      <a:fontRef idx="minor"/>
    </dgm:style>
  </dgm:styleLbl>
  <dgm:styleLbl name="solidAlignAcc1">
    <dgm:scene3d>
      <a:camera prst="orthographicFront"/>
      <a:lightRig rig="threePt" dir="t"/>
    </dgm:scene3d>
    <dgm:sp3d extrusionH="50600" contourW="3000">
      <a:bevelT w="101600" h="80600" prst="relaxedInset"/>
      <a:bevelB w="80600" h="80600" prst="relaxedInset"/>
    </dgm:sp3d>
    <dgm:txPr/>
    <dgm:style>
      <a:lnRef idx="0">
        <a:scrgbClr r="0" g="0" b="0"/>
      </a:lnRef>
      <a:fillRef idx="1">
        <a:scrgbClr r="0" g="0" b="0"/>
      </a:fillRef>
      <a:effectRef idx="0">
        <a:scrgbClr r="0" g="0" b="0"/>
      </a:effectRef>
      <a:fontRef idx="minor"/>
    </dgm:style>
  </dgm:styleLbl>
  <dgm:styleLbl name="solidBgAcc1">
    <dgm:scene3d>
      <a:camera prst="orthographicFront"/>
      <a:lightRig rig="threePt" dir="t"/>
    </dgm:scene3d>
    <dgm:sp3d z="-161800" extrusionH="10600" contourW="3000">
      <a:bevelT w="48600" h="8600" prst="softRound"/>
      <a:bevelB w="48600" h="8600" prst="relaxedInset"/>
    </dgm:sp3d>
    <dgm:txPr/>
    <dgm:style>
      <a:lnRef idx="0">
        <a:scrgbClr r="0" g="0" b="0"/>
      </a:lnRef>
      <a:fillRef idx="1">
        <a:scrgbClr r="0" g="0" b="0"/>
      </a:fillRef>
      <a:effectRef idx="0">
        <a:scrgbClr r="0" g="0" b="0"/>
      </a:effectRef>
      <a:fontRef idx="minor"/>
    </dgm:style>
  </dgm:styleLbl>
  <dgm:styleLbl name="solidFgAcc1">
    <dgm:scene3d>
      <a:camera prst="orthographicFront"/>
      <a:lightRig rig="threePt" dir="t"/>
    </dgm:scene3d>
    <dgm:sp3d z="57200" extrusionH="600" contourW="3000">
      <a:bevelT w="48600" h="18600" prst="relaxedInset"/>
      <a:bevelB w="48600" h="8600" prst="relaxedInset"/>
    </dgm:sp3d>
    <dgm:txPr/>
    <dgm:style>
      <a:lnRef idx="0">
        <a:scrgbClr r="0" g="0" b="0"/>
      </a:lnRef>
      <a:fillRef idx="1">
        <a:scrgbClr r="0" g="0" b="0"/>
      </a:fillRef>
      <a:effectRef idx="0">
        <a:scrgbClr r="0" g="0" b="0"/>
      </a:effectRef>
      <a:fontRef idx="minor"/>
    </dgm:style>
  </dgm:styleLbl>
  <dgm:styleLbl name="trAlignAcc1">
    <dgm:scene3d>
      <a:camera prst="orthographicFront"/>
      <a:lightRig rig="threePt" dir="t"/>
    </dgm:scene3d>
    <dgm:sp3d extrusionH="50600">
      <a:bevelT w="101600" h="80600"/>
    </dgm:sp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sp3d z="-152400" prstMaterial="matte"/>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sp3d extrusionH="50600" prstMaterial="clear">
      <a:bevelT w="101600" h="80600" prst="relaxedInset"/>
      <a:bevelB w="80600" h="80600" prst="relaxedInset"/>
    </dgm:sp3d>
    <dgm:txPr/>
    <dgm:style>
      <a:lnRef idx="0">
        <a:scrgbClr r="0" g="0" b="0"/>
      </a:lnRef>
      <a:fillRef idx="1">
        <a:scrgbClr r="0" g="0" b="0"/>
      </a:fillRef>
      <a:effectRef idx="0">
        <a:scrgbClr r="0" g="0" b="0"/>
      </a:effectRef>
      <a:fontRef idx="minor">
        <a:schemeClr val="tx1"/>
      </a:fontRef>
    </dgm:style>
  </dgm:styleLbl>
</dgm:styleDef>
</file>

<file path=ppt/diagrams/quickStyle17.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1">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1">
        <a:scrgbClr r="0" g="0" b="0"/>
      </a:lnRef>
      <a:fillRef idx="1">
        <a:scrgbClr r="0" g="0" b="0"/>
      </a:fillRef>
      <a:effectRef idx="1">
        <a:scrgbClr r="0" g="0" b="0"/>
      </a:effectRef>
      <a:fontRef idx="minor"/>
    </dgm:style>
  </dgm:styleLbl>
  <dgm:styleLbl name="alignNode1">
    <dgm:scene3d>
      <a:camera prst="orthographicFront"/>
      <a:lightRig rig="threePt" dir="t"/>
    </dgm:scene3d>
    <dgm:txPr/>
    <dgm:style>
      <a:lnRef idx="1">
        <a:scrgbClr r="0" g="0" b="0"/>
      </a:lnRef>
      <a:fillRef idx="2">
        <a:scrgbClr r="0" g="0" b="0"/>
      </a:fillRef>
      <a:effectRef idx="1">
        <a:scrgbClr r="0" g="0" b="0"/>
      </a:effectRef>
      <a:fontRef idx="minor">
        <a:schemeClr val="dk1"/>
      </a:fontRef>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bg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1">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1">
        <a:scrgbClr r="0" g="0" b="0"/>
      </a:lnRef>
      <a:fillRef idx="1">
        <a:scrgbClr r="0" g="0" b="0"/>
      </a:fillRef>
      <a:effectRef idx="1">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1">
        <a:scrgbClr r="0" g="0" b="0"/>
      </a:effectRef>
      <a:fontRef idx="minor"/>
    </dgm:style>
  </dgm:styleLbl>
  <dgm:styleLbl name="bgSibTrans2D1">
    <dgm:scene3d>
      <a:camera prst="orthographicFront"/>
      <a:lightRig rig="threePt" dir="t"/>
    </dgm:scene3d>
    <dgm:txPr/>
    <dgm:style>
      <a:lnRef idx="0">
        <a:scrgbClr r="0" g="0" b="0"/>
      </a:lnRef>
      <a:fillRef idx="2">
        <a:scrgbClr r="0" g="0" b="0"/>
      </a:fillRef>
      <a:effectRef idx="1">
        <a:scrgbClr r="0" g="0" b="0"/>
      </a:effectRef>
      <a:fontRef idx="minor">
        <a:schemeClr val="dk1"/>
      </a:fontRef>
    </dgm:style>
  </dgm:styleLbl>
  <dgm:styleLbl name="callout">
    <dgm:scene3d>
      <a:camera prst="orthographicFront"/>
      <a:lightRig rig="threePt" dir="t"/>
    </dgm:scene3d>
    <dgm:txPr/>
    <dgm:style>
      <a:lnRef idx="1">
        <a:scrgbClr r="0" g="0" b="0"/>
      </a:lnRef>
      <a:fillRef idx="2">
        <a:scrgbClr r="0" g="0" b="0"/>
      </a:fillRef>
      <a:effectRef idx="1">
        <a:scrgbClr r="0" g="0" b="0"/>
      </a:effectRef>
      <a:fontRef idx="minor"/>
    </dgm:style>
  </dgm:styleLbl>
  <dgm:styleLbl name="conFg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1">
        <a:scrgbClr r="0" g="0" b="0"/>
      </a:effectRef>
      <a:fontRef idx="minor"/>
    </dgm:style>
  </dgm:styleLbl>
  <dgm:styleLbl name="fgAcc0">
    <dgm:scene3d>
      <a:camera prst="orthographicFront"/>
      <a:lightRig rig="threePt" dir="t"/>
    </dgm:scene3d>
    <dgm:txPr/>
    <dgm:style>
      <a:lnRef idx="1">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1">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1">
        <a:scrgbClr r="0" g="0" b="0"/>
      </a:lnRef>
      <a:fillRef idx="1">
        <a:scrgbClr r="0" g="0" b="0"/>
      </a:fillRef>
      <a:effectRef idx="1">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fgSibTrans2D1">
    <dgm:scene3d>
      <a:camera prst="orthographicFront"/>
      <a:lightRig rig="threePt" dir="t"/>
    </dgm:scene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txPr/>
    <dgm:style>
      <a:lnRef idx="1">
        <a:scrgbClr r="0" g="0" b="0"/>
      </a:lnRef>
      <a:fillRef idx="2">
        <a:scrgbClr r="0" g="0" b="0"/>
      </a:fillRef>
      <a:effectRef idx="1">
        <a:scrgbClr r="0" g="0" b="0"/>
      </a:effectRef>
      <a:fontRef idx="minor">
        <a:schemeClr val="dk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2">
        <a:scrgbClr r="0" g="0" b="0"/>
      </a:fillRef>
      <a:effectRef idx="1">
        <a:scrgbClr r="0" g="0" b="0"/>
      </a:effectRef>
      <a:fontRef idx="minor">
        <a:schemeClr val="dk1"/>
      </a:fontRef>
    </dgm:style>
  </dgm:styleLbl>
  <dgm:styleLbl name="solid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1">
        <a:scrgbClr r="0" g="0" b="0"/>
      </a:lnRef>
      <a:fillRef idx="2">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2172F43-B55C-4114-B560-8DEE6D5502FD}"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E5D05EF-C408-47C5-B0BC-1193E110D4E3}"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692696"/>
            <a:ext cx="6858000" cy="2387600"/>
          </a:xfrm>
          <a:prstGeom prst="rect">
            <a:avLst/>
          </a:prstGeom>
        </p:spPr>
        <p:txBody>
          <a:bodyPr anchor="b"/>
          <a:lstStyle>
            <a:lvl1pPr algn="ctr">
              <a:defRPr sz="4000">
                <a:solidFill>
                  <a:schemeClr val="bg1"/>
                </a:solidFill>
                <a:latin typeface="黑体" panose="02010609060101010101" pitchFamily="49" charset="-122"/>
                <a:ea typeface="黑体" panose="02010609060101010101" pitchFamily="49" charset="-122"/>
              </a:defRPr>
            </a:lvl1pPr>
          </a:lstStyle>
          <a:p>
            <a:r>
              <a:rPr lang="zh-CN" altLang="en-US" dirty="0" smtClean="0"/>
              <a:t>单击此处编辑母版标题样式</a:t>
            </a:r>
            <a:endParaRPr lang="zh-CN" altLang="en-US" dirty="0"/>
          </a:p>
        </p:txBody>
      </p:sp>
      <p:sp>
        <p:nvSpPr>
          <p:cNvPr id="3" name="副标题 2"/>
          <p:cNvSpPr>
            <a:spLocks noGrp="1"/>
          </p:cNvSpPr>
          <p:nvPr>
            <p:ph type="subTitle" idx="1"/>
          </p:nvPr>
        </p:nvSpPr>
        <p:spPr>
          <a:xfrm>
            <a:off x="1043608" y="4941168"/>
            <a:ext cx="6858000"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smtClean="0"/>
              <a:t>单击此处编辑母版副标题样式</a:t>
            </a:r>
            <a:endParaRPr lang="zh-CN" altLang="en-US"/>
          </a:p>
        </p:txBody>
      </p:sp>
    </p:spTree>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Tree>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obj">
  <p:cSld name="1_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179512" y="0"/>
            <a:ext cx="7992888" cy="836712"/>
          </a:xfrm>
          <a:prstGeom prst="rect">
            <a:avLst/>
          </a:prstGeom>
        </p:spPr>
        <p:txBody>
          <a:bodyPr/>
          <a:lstStyle>
            <a:lvl1pPr algn="l">
              <a:defRPr sz="3600">
                <a:solidFill>
                  <a:schemeClr val="bg1"/>
                </a:solidFill>
                <a:latin typeface="黑体" panose="02010609060101010101" pitchFamily="49" charset="-122"/>
                <a:ea typeface="黑体" panose="02010609060101010101" pitchFamily="49" charset="-122"/>
              </a:defRPr>
            </a:lvl1pPr>
          </a:lstStyle>
          <a:p>
            <a:r>
              <a:rPr lang="zh-CN" altLang="en-US" dirty="0" smtClean="0"/>
              <a:t>单击此处编辑母版标题样式</a:t>
            </a:r>
            <a:endParaRPr lang="zh-CN" altLang="en-US" dirty="0"/>
          </a:p>
        </p:txBody>
      </p:sp>
      <p:sp>
        <p:nvSpPr>
          <p:cNvPr id="3" name="内容占位符 2"/>
          <p:cNvSpPr>
            <a:spLocks noGrp="1"/>
          </p:cNvSpPr>
          <p:nvPr>
            <p:ph idx="1"/>
          </p:nvPr>
        </p:nvSpPr>
        <p:spPr>
          <a:xfrm>
            <a:off x="395536" y="1379909"/>
            <a:ext cx="8229600" cy="5145435"/>
          </a:xfrm>
          <a:prstGeom prst="rect">
            <a:avLst/>
          </a:prstGeom>
        </p:spPr>
        <p:txBody>
          <a:bodyPr/>
          <a:lstStyle>
            <a:lvl1pPr>
              <a:defRPr sz="2800"/>
            </a:lvl1pPr>
            <a:lvl2pPr>
              <a:defRPr>
                <a:solidFill>
                  <a:srgbClr val="C00000"/>
                </a:solidFill>
              </a:defRPr>
            </a:lvl2pPr>
          </a:lstStyle>
          <a:p>
            <a:pPr lvl="0"/>
            <a:r>
              <a:rPr lang="zh-CN" altLang="en-US" dirty="0" smtClean="0"/>
              <a:t>单击此处编辑母版文本样式</a:t>
            </a:r>
            <a:endParaRPr lang="zh-CN" altLang="en-US" dirty="0" smtClean="0"/>
          </a:p>
          <a:p>
            <a:pPr lvl="1"/>
            <a:r>
              <a:rPr lang="zh-CN" altLang="en-US" dirty="0" smtClean="0"/>
              <a:t>第二级</a:t>
            </a:r>
            <a:endParaRPr lang="zh-CN" altLang="en-US" dirty="0" smtClean="0"/>
          </a:p>
          <a:p>
            <a:pPr lvl="2"/>
            <a:r>
              <a:rPr lang="zh-CN" altLang="en-US" dirty="0" smtClean="0"/>
              <a:t>第三级</a:t>
            </a:r>
            <a:endParaRPr lang="zh-CN" altLang="en-US" dirty="0" smtClean="0"/>
          </a:p>
          <a:p>
            <a:pPr lvl="3"/>
            <a:r>
              <a:rPr lang="zh-CN" altLang="en-US" dirty="0" smtClean="0"/>
              <a:t>第四级</a:t>
            </a:r>
            <a:endParaRPr lang="zh-CN" altLang="en-US" dirty="0" smtClean="0"/>
          </a:p>
          <a:p>
            <a:pPr lvl="4"/>
            <a:r>
              <a:rPr lang="zh-CN" altLang="en-US" dirty="0" smtClean="0"/>
              <a:t>第五级</a:t>
            </a:r>
            <a:endParaRPr lang="zh-CN" altLang="en-US" dirty="0"/>
          </a:p>
        </p:txBody>
      </p:sp>
    </p:spTree>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5" Type="http://schemas.openxmlformats.org/officeDocument/2006/relationships/theme" Target="../theme/theme1.xml"/><Relationship Id="rId4" Type="http://schemas.openxmlformats.org/officeDocument/2006/relationships/image" Target="../media/image1.png"/><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0">
          <a:blip r:embed="rId4"/>
          <a:srcRect/>
          <a:stretch>
            <a:fillRect/>
          </a:stretch>
        </a:blip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rtl="0" eaLnBrk="0" fontAlgn="base" hangingPunct="0">
        <a:spcBef>
          <a:spcPct val="0"/>
        </a:spcBef>
        <a:spcAft>
          <a:spcPct val="0"/>
        </a:spcAft>
        <a:defRPr sz="4400" kern="12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1.tiff"/></Relationships>
</file>

<file path=ppt/slides/_rels/slide4.xml.rels><?xml version="1.0" encoding="UTF-8" standalone="yes"?>
<Relationships xmlns="http://schemas.openxmlformats.org/package/2006/relationships"><Relationship Id="rId6" Type="http://schemas.openxmlformats.org/officeDocument/2006/relationships/slideLayout" Target="../slideLayouts/slideLayout3.xml"/><Relationship Id="rId5" Type="http://schemas.microsoft.com/office/2007/relationships/diagramDrawing" Target="../diagrams/drawing1.xml"/><Relationship Id="rId4" Type="http://schemas.openxmlformats.org/officeDocument/2006/relationships/diagramColors" Target="../diagrams/colors1.xml"/><Relationship Id="rId3" Type="http://schemas.openxmlformats.org/officeDocument/2006/relationships/diagramQuickStyle" Target="../diagrams/quickStyle1.xml"/><Relationship Id="rId2" Type="http://schemas.openxmlformats.org/officeDocument/2006/relationships/diagramLayout" Target="../diagrams/layout1.xml"/><Relationship Id="rId1" Type="http://schemas.openxmlformats.org/officeDocument/2006/relationships/diagramData" Target="../diagrams/data1.xml"/></Relationships>
</file>

<file path=ppt/slides/_rels/slide5.xml.rels><?xml version="1.0" encoding="UTF-8" standalone="yes"?>
<Relationships xmlns="http://schemas.openxmlformats.org/package/2006/relationships"><Relationship Id="rId6" Type="http://schemas.openxmlformats.org/officeDocument/2006/relationships/slideLayout" Target="../slideLayouts/slideLayout3.xml"/><Relationship Id="rId5" Type="http://schemas.microsoft.com/office/2007/relationships/diagramDrawing" Target="../diagrams/drawing2.xml"/><Relationship Id="rId4" Type="http://schemas.openxmlformats.org/officeDocument/2006/relationships/diagramColors" Target="../diagrams/colors2.xml"/><Relationship Id="rId3" Type="http://schemas.openxmlformats.org/officeDocument/2006/relationships/diagramQuickStyle" Target="../diagrams/quickStyle2.xml"/><Relationship Id="rId2" Type="http://schemas.openxmlformats.org/officeDocument/2006/relationships/diagramLayout" Target="../diagrams/layout2.xml"/><Relationship Id="rId1" Type="http://schemas.openxmlformats.org/officeDocument/2006/relationships/diagramData" Target="../diagrams/data2.xml"/></Relationships>
</file>

<file path=ppt/slides/_rels/slide6.xml.rels><?xml version="1.0" encoding="UTF-8" standalone="yes"?>
<Relationships xmlns="http://schemas.openxmlformats.org/package/2006/relationships"><Relationship Id="rId9" Type="http://schemas.openxmlformats.org/officeDocument/2006/relationships/diagramColors" Target="../diagrams/colors4.xml"/><Relationship Id="rId8" Type="http://schemas.openxmlformats.org/officeDocument/2006/relationships/diagramQuickStyle" Target="../diagrams/quickStyle4.xml"/><Relationship Id="rId7" Type="http://schemas.openxmlformats.org/officeDocument/2006/relationships/diagramLayout" Target="../diagrams/layout4.xml"/><Relationship Id="rId6" Type="http://schemas.openxmlformats.org/officeDocument/2006/relationships/diagramData" Target="../diagrams/data4.xml"/><Relationship Id="rId5" Type="http://schemas.microsoft.com/office/2007/relationships/diagramDrawing" Target="../diagrams/drawing3.xml"/><Relationship Id="rId4" Type="http://schemas.openxmlformats.org/officeDocument/2006/relationships/diagramColors" Target="../diagrams/colors3.xml"/><Relationship Id="rId3" Type="http://schemas.openxmlformats.org/officeDocument/2006/relationships/diagramQuickStyle" Target="../diagrams/quickStyle3.xml"/><Relationship Id="rId2" Type="http://schemas.openxmlformats.org/officeDocument/2006/relationships/diagramLayout" Target="../diagrams/layout3.xml"/><Relationship Id="rId11" Type="http://schemas.openxmlformats.org/officeDocument/2006/relationships/slideLayout" Target="../slideLayouts/slideLayout3.xml"/><Relationship Id="rId10" Type="http://schemas.microsoft.com/office/2007/relationships/diagramDrawing" Target="../diagrams/drawing4.xml"/><Relationship Id="rId1" Type="http://schemas.openxmlformats.org/officeDocument/2006/relationships/diagramData" Target="../diagrams/data3.xml"/></Relationships>
</file>

<file path=ppt/slides/_rels/slide7.xml.rels><?xml version="1.0" encoding="UTF-8" standalone="yes"?>
<Relationships xmlns="http://schemas.openxmlformats.org/package/2006/relationships"><Relationship Id="rId6" Type="http://schemas.openxmlformats.org/officeDocument/2006/relationships/slideLayout" Target="../slideLayouts/slideLayout3.xml"/><Relationship Id="rId5" Type="http://schemas.microsoft.com/office/2007/relationships/diagramDrawing" Target="../diagrams/drawing5.xml"/><Relationship Id="rId4" Type="http://schemas.openxmlformats.org/officeDocument/2006/relationships/diagramColors" Target="../diagrams/colors5.xml"/><Relationship Id="rId3" Type="http://schemas.openxmlformats.org/officeDocument/2006/relationships/diagramQuickStyle" Target="../diagrams/quickStyle5.xml"/><Relationship Id="rId2" Type="http://schemas.openxmlformats.org/officeDocument/2006/relationships/diagramLayout" Target="../diagrams/layout5.xml"/><Relationship Id="rId1" Type="http://schemas.openxmlformats.org/officeDocument/2006/relationships/diagramData" Target="../diagrams/data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2.tiff"/></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2.jpeg"/></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image" Target="../media/image4.jpeg"/><Relationship Id="rId1" Type="http://schemas.openxmlformats.org/officeDocument/2006/relationships/image" Target="../media/image3.jpeg"/></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image" Target="../media/image6.jpeg"/><Relationship Id="rId1" Type="http://schemas.openxmlformats.org/officeDocument/2006/relationships/image" Target="../media/image5.jpeg"/></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7.jpeg"/></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8.jpeg"/></Relationships>
</file>

<file path=ppt/slides/_rels/slide15.xml.rels><?xml version="1.0" encoding="UTF-8" standalone="yes"?>
<Relationships xmlns="http://schemas.openxmlformats.org/package/2006/relationships"><Relationship Id="rId6" Type="http://schemas.openxmlformats.org/officeDocument/2006/relationships/slideLayout" Target="../slideLayouts/slideLayout3.xml"/><Relationship Id="rId5" Type="http://schemas.microsoft.com/office/2007/relationships/diagramDrawing" Target="../diagrams/drawing6.xml"/><Relationship Id="rId4" Type="http://schemas.openxmlformats.org/officeDocument/2006/relationships/diagramColors" Target="../diagrams/colors6.xml"/><Relationship Id="rId3" Type="http://schemas.openxmlformats.org/officeDocument/2006/relationships/diagramQuickStyle" Target="../diagrams/quickStyle6.xml"/><Relationship Id="rId2" Type="http://schemas.openxmlformats.org/officeDocument/2006/relationships/diagramLayout" Target="../diagrams/layout6.xml"/><Relationship Id="rId1" Type="http://schemas.openxmlformats.org/officeDocument/2006/relationships/diagramData" Target="../diagrams/data6.xml"/></Relationships>
</file>

<file path=ppt/slides/_rels/slide16.xml.rels><?xml version="1.0" encoding="UTF-8" standalone="yes"?>
<Relationships xmlns="http://schemas.openxmlformats.org/package/2006/relationships"><Relationship Id="rId6" Type="http://schemas.openxmlformats.org/officeDocument/2006/relationships/slideLayout" Target="../slideLayouts/slideLayout3.xml"/><Relationship Id="rId5" Type="http://schemas.microsoft.com/office/2007/relationships/diagramDrawing" Target="../diagrams/drawing7.xml"/><Relationship Id="rId4" Type="http://schemas.openxmlformats.org/officeDocument/2006/relationships/diagramColors" Target="../diagrams/colors7.xml"/><Relationship Id="rId3" Type="http://schemas.openxmlformats.org/officeDocument/2006/relationships/diagramQuickStyle" Target="../diagrams/quickStyle7.xml"/><Relationship Id="rId2" Type="http://schemas.openxmlformats.org/officeDocument/2006/relationships/diagramLayout" Target="../diagrams/layout7.xml"/><Relationship Id="rId1" Type="http://schemas.openxmlformats.org/officeDocument/2006/relationships/diagramData" Target="../diagrams/data7.xml"/></Relationships>
</file>

<file path=ppt/slides/_rels/slide17.xml.rels><?xml version="1.0" encoding="UTF-8" standalone="yes"?>
<Relationships xmlns="http://schemas.openxmlformats.org/package/2006/relationships"><Relationship Id="rId6" Type="http://schemas.openxmlformats.org/officeDocument/2006/relationships/slideLayout" Target="../slideLayouts/slideLayout3.xml"/><Relationship Id="rId5" Type="http://schemas.microsoft.com/office/2007/relationships/diagramDrawing" Target="../diagrams/drawing8.xml"/><Relationship Id="rId4" Type="http://schemas.openxmlformats.org/officeDocument/2006/relationships/diagramColors" Target="../diagrams/colors8.xml"/><Relationship Id="rId3" Type="http://schemas.openxmlformats.org/officeDocument/2006/relationships/diagramQuickStyle" Target="../diagrams/quickStyle8.xml"/><Relationship Id="rId2" Type="http://schemas.openxmlformats.org/officeDocument/2006/relationships/diagramLayout" Target="../diagrams/layout8.xml"/><Relationship Id="rId1" Type="http://schemas.openxmlformats.org/officeDocument/2006/relationships/diagramData" Target="../diagrams/data8.xml"/></Relationships>
</file>

<file path=ppt/slides/_rels/slide18.xml.rels><?xml version="1.0" encoding="UTF-8" standalone="yes"?>
<Relationships xmlns="http://schemas.openxmlformats.org/package/2006/relationships"><Relationship Id="rId9" Type="http://schemas.openxmlformats.org/officeDocument/2006/relationships/image" Target="../media/image12.png"/><Relationship Id="rId8" Type="http://schemas.openxmlformats.org/officeDocument/2006/relationships/image" Target="../media/image11.png"/><Relationship Id="rId7" Type="http://schemas.openxmlformats.org/officeDocument/2006/relationships/image" Target="../media/image10.jpeg"/><Relationship Id="rId6" Type="http://schemas.openxmlformats.org/officeDocument/2006/relationships/image" Target="../media/image9.jpeg"/><Relationship Id="rId5" Type="http://schemas.microsoft.com/office/2007/relationships/diagramDrawing" Target="../diagrams/drawing9.xml"/><Relationship Id="rId4" Type="http://schemas.openxmlformats.org/officeDocument/2006/relationships/diagramColors" Target="../diagrams/colors9.xml"/><Relationship Id="rId3" Type="http://schemas.openxmlformats.org/officeDocument/2006/relationships/diagramQuickStyle" Target="../diagrams/quickStyle9.xml"/><Relationship Id="rId2" Type="http://schemas.openxmlformats.org/officeDocument/2006/relationships/diagramLayout" Target="../diagrams/layout9.xml"/><Relationship Id="rId13" Type="http://schemas.openxmlformats.org/officeDocument/2006/relationships/slideLayout" Target="../slideLayouts/slideLayout3.xml"/><Relationship Id="rId12" Type="http://schemas.microsoft.com/office/2007/relationships/hdphoto" Target="../media/image15.wdp"/><Relationship Id="rId11" Type="http://schemas.openxmlformats.org/officeDocument/2006/relationships/image" Target="../media/image14.png"/><Relationship Id="rId10" Type="http://schemas.openxmlformats.org/officeDocument/2006/relationships/image" Target="../media/image13.jpeg"/><Relationship Id="rId1" Type="http://schemas.openxmlformats.org/officeDocument/2006/relationships/diagramData" Target="../diagrams/data9.xml"/></Relationships>
</file>

<file path=ppt/slides/_rels/slide19.xml.rels><?xml version="1.0" encoding="UTF-8" standalone="yes"?>
<Relationships xmlns="http://schemas.openxmlformats.org/package/2006/relationships"><Relationship Id="rId7" Type="http://schemas.openxmlformats.org/officeDocument/2006/relationships/slideLayout" Target="../slideLayouts/slideLayout3.xml"/><Relationship Id="rId6" Type="http://schemas.openxmlformats.org/officeDocument/2006/relationships/tags" Target="../tags/tag6.xml"/><Relationship Id="rId5" Type="http://schemas.openxmlformats.org/officeDocument/2006/relationships/tags" Target="../tags/tag5.xml"/><Relationship Id="rId4" Type="http://schemas.openxmlformats.org/officeDocument/2006/relationships/tags" Target="../tags/tag4.xml"/><Relationship Id="rId3" Type="http://schemas.openxmlformats.org/officeDocument/2006/relationships/tags" Target="../tags/tag3.xml"/><Relationship Id="rId2" Type="http://schemas.openxmlformats.org/officeDocument/2006/relationships/tags" Target="../tags/tag2.xml"/><Relationship Id="rId1" Type="http://schemas.openxmlformats.org/officeDocument/2006/relationships/tags" Target="../tags/tag1.xml"/></Relationships>
</file>

<file path=ppt/slides/_rels/slide20.xml.rels><?xml version="1.0" encoding="UTF-8" standalone="yes"?>
<Relationships xmlns="http://schemas.openxmlformats.org/package/2006/relationships"><Relationship Id="rId9" Type="http://schemas.openxmlformats.org/officeDocument/2006/relationships/slideLayout" Target="../slideLayouts/slideLayout3.xml"/><Relationship Id="rId8" Type="http://schemas.openxmlformats.org/officeDocument/2006/relationships/image" Target="../media/image18.png"/><Relationship Id="rId7" Type="http://schemas.openxmlformats.org/officeDocument/2006/relationships/image" Target="../media/image17.jpeg"/><Relationship Id="rId6" Type="http://schemas.openxmlformats.org/officeDocument/2006/relationships/image" Target="../media/image16.jpeg"/><Relationship Id="rId5" Type="http://schemas.microsoft.com/office/2007/relationships/diagramDrawing" Target="../diagrams/drawing10.xml"/><Relationship Id="rId4" Type="http://schemas.openxmlformats.org/officeDocument/2006/relationships/diagramColors" Target="../diagrams/colors10.xml"/><Relationship Id="rId3" Type="http://schemas.openxmlformats.org/officeDocument/2006/relationships/diagramQuickStyle" Target="../diagrams/quickStyle10.xml"/><Relationship Id="rId2" Type="http://schemas.openxmlformats.org/officeDocument/2006/relationships/diagramLayout" Target="../diagrams/layout10.xml"/><Relationship Id="rId1" Type="http://schemas.openxmlformats.org/officeDocument/2006/relationships/diagramData" Target="../diagrams/data10.xml"/></Relationships>
</file>

<file path=ppt/slides/_rels/slide21.xml.rels><?xml version="1.0" encoding="UTF-8" standalone="yes"?>
<Relationships xmlns="http://schemas.openxmlformats.org/package/2006/relationships"><Relationship Id="rId8" Type="http://schemas.openxmlformats.org/officeDocument/2006/relationships/slideLayout" Target="../slideLayouts/slideLayout3.xml"/><Relationship Id="rId7" Type="http://schemas.openxmlformats.org/officeDocument/2006/relationships/image" Target="../media/image20.jpeg"/><Relationship Id="rId6" Type="http://schemas.microsoft.com/office/2007/relationships/diagramDrawing" Target="../diagrams/drawing11.xml"/><Relationship Id="rId5" Type="http://schemas.openxmlformats.org/officeDocument/2006/relationships/diagramColors" Target="../diagrams/colors11.xml"/><Relationship Id="rId4" Type="http://schemas.openxmlformats.org/officeDocument/2006/relationships/diagramQuickStyle" Target="../diagrams/quickStyle11.xml"/><Relationship Id="rId3" Type="http://schemas.openxmlformats.org/officeDocument/2006/relationships/diagramLayout" Target="../diagrams/layout11.xml"/><Relationship Id="rId2" Type="http://schemas.openxmlformats.org/officeDocument/2006/relationships/diagramData" Target="../diagrams/data11.xml"/><Relationship Id="rId1" Type="http://schemas.openxmlformats.org/officeDocument/2006/relationships/image" Target="../media/image19.GIF"/></Relationships>
</file>

<file path=ppt/slides/_rels/slide22.xml.rels><?xml version="1.0" encoding="UTF-8" standalone="yes"?>
<Relationships xmlns="http://schemas.openxmlformats.org/package/2006/relationships"><Relationship Id="rId8" Type="http://schemas.openxmlformats.org/officeDocument/2006/relationships/slideLayout" Target="../slideLayouts/slideLayout3.xml"/><Relationship Id="rId7" Type="http://schemas.openxmlformats.org/officeDocument/2006/relationships/image" Target="../media/image22.jpeg"/><Relationship Id="rId6" Type="http://schemas.openxmlformats.org/officeDocument/2006/relationships/image" Target="../media/image21.jpeg"/><Relationship Id="rId5" Type="http://schemas.microsoft.com/office/2007/relationships/diagramDrawing" Target="../diagrams/drawing12.xml"/><Relationship Id="rId4" Type="http://schemas.openxmlformats.org/officeDocument/2006/relationships/diagramColors" Target="../diagrams/colors12.xml"/><Relationship Id="rId3" Type="http://schemas.openxmlformats.org/officeDocument/2006/relationships/diagramQuickStyle" Target="../diagrams/quickStyle12.xml"/><Relationship Id="rId2" Type="http://schemas.openxmlformats.org/officeDocument/2006/relationships/diagramLayout" Target="../diagrams/layout12.xml"/><Relationship Id="rId1" Type="http://schemas.openxmlformats.org/officeDocument/2006/relationships/diagramData" Target="../diagrams/data1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6" Type="http://schemas.openxmlformats.org/officeDocument/2006/relationships/slideLayout" Target="../slideLayouts/slideLayout3.xml"/><Relationship Id="rId5" Type="http://schemas.microsoft.com/office/2007/relationships/diagramDrawing" Target="../diagrams/drawing13.xml"/><Relationship Id="rId4" Type="http://schemas.openxmlformats.org/officeDocument/2006/relationships/diagramColors" Target="../diagrams/colors13.xml"/><Relationship Id="rId3" Type="http://schemas.openxmlformats.org/officeDocument/2006/relationships/diagramQuickStyle" Target="../diagrams/quickStyle13.xml"/><Relationship Id="rId2" Type="http://schemas.openxmlformats.org/officeDocument/2006/relationships/diagramLayout" Target="../diagrams/layout13.xml"/><Relationship Id="rId1" Type="http://schemas.openxmlformats.org/officeDocument/2006/relationships/diagramData" Target="../diagrams/data13.xml"/></Relationships>
</file>

<file path=ppt/slides/_rels/slide25.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23.jpeg"/></Relationships>
</file>

<file path=ppt/slides/_rels/slide26.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24.jpeg"/></Relationships>
</file>

<file path=ppt/slides/_rels/slide27.xml.rels><?xml version="1.0" encoding="UTF-8" standalone="yes"?>
<Relationships xmlns="http://schemas.openxmlformats.org/package/2006/relationships"><Relationship Id="rId6" Type="http://schemas.openxmlformats.org/officeDocument/2006/relationships/slideLayout" Target="../slideLayouts/slideLayout3.xml"/><Relationship Id="rId5" Type="http://schemas.microsoft.com/office/2007/relationships/diagramDrawing" Target="../diagrams/drawing14.xml"/><Relationship Id="rId4" Type="http://schemas.openxmlformats.org/officeDocument/2006/relationships/diagramColors" Target="../diagrams/colors14.xml"/><Relationship Id="rId3" Type="http://schemas.openxmlformats.org/officeDocument/2006/relationships/diagramQuickStyle" Target="../diagrams/quickStyle14.xml"/><Relationship Id="rId2" Type="http://schemas.openxmlformats.org/officeDocument/2006/relationships/diagramLayout" Target="../diagrams/layout14.xml"/><Relationship Id="rId1" Type="http://schemas.openxmlformats.org/officeDocument/2006/relationships/diagramData" Target="../diagrams/data14.xml"/></Relationships>
</file>

<file path=ppt/slides/_rels/slide28.xml.rels><?xml version="1.0" encoding="UTF-8" standalone="yes"?>
<Relationships xmlns="http://schemas.openxmlformats.org/package/2006/relationships"><Relationship Id="rId6" Type="http://schemas.openxmlformats.org/officeDocument/2006/relationships/slideLayout" Target="../slideLayouts/slideLayout3.xml"/><Relationship Id="rId5" Type="http://schemas.microsoft.com/office/2007/relationships/diagramDrawing" Target="../diagrams/drawing15.xml"/><Relationship Id="rId4" Type="http://schemas.openxmlformats.org/officeDocument/2006/relationships/diagramColors" Target="../diagrams/colors15.xml"/><Relationship Id="rId3" Type="http://schemas.openxmlformats.org/officeDocument/2006/relationships/diagramQuickStyle" Target="../diagrams/quickStyle15.xml"/><Relationship Id="rId2" Type="http://schemas.openxmlformats.org/officeDocument/2006/relationships/diagramLayout" Target="../diagrams/layout15.xml"/><Relationship Id="rId1" Type="http://schemas.openxmlformats.org/officeDocument/2006/relationships/diagramData" Target="../diagrams/data15.xml"/></Relationships>
</file>

<file path=ppt/slides/_rels/slide29.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25.png"/></Relationships>
</file>

<file path=ppt/slides/_rels/slide30.xml.rels><?xml version="1.0" encoding="UTF-8" standalone="yes"?>
<Relationships xmlns="http://schemas.openxmlformats.org/package/2006/relationships"><Relationship Id="rId6" Type="http://schemas.openxmlformats.org/officeDocument/2006/relationships/slideLayout" Target="../slideLayouts/slideLayout3.xml"/><Relationship Id="rId5" Type="http://schemas.microsoft.com/office/2007/relationships/diagramDrawing" Target="../diagrams/drawing16.xml"/><Relationship Id="rId4" Type="http://schemas.openxmlformats.org/officeDocument/2006/relationships/diagramColors" Target="../diagrams/colors16.xml"/><Relationship Id="rId3" Type="http://schemas.openxmlformats.org/officeDocument/2006/relationships/diagramQuickStyle" Target="../diagrams/quickStyle16.xml"/><Relationship Id="rId2" Type="http://schemas.openxmlformats.org/officeDocument/2006/relationships/diagramLayout" Target="../diagrams/layout16.xml"/><Relationship Id="rId1" Type="http://schemas.openxmlformats.org/officeDocument/2006/relationships/diagramData" Target="../diagrams/data16.xml"/></Relationships>
</file>

<file path=ppt/slides/_rels/slide31.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26.jpeg"/></Relationships>
</file>

<file path=ppt/slides/_rels/slide32.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27.jpeg"/></Relationships>
</file>

<file path=ppt/slides/_rels/slide33.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28.jpeg"/></Relationships>
</file>

<file path=ppt/slides/_rels/slide34.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29.jpe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30.jpeg"/></Relationships>
</file>

<file path=ppt/slides/_rels/slide37.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31.jpe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3.tiff"/></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3.tiff"/></Relationships>
</file>

<file path=ppt/slides/_rels/slide42.xml.rels><?xml version="1.0" encoding="UTF-8" standalone="yes"?>
<Relationships xmlns="http://schemas.openxmlformats.org/package/2006/relationships"><Relationship Id="rId6" Type="http://schemas.openxmlformats.org/officeDocument/2006/relationships/slideLayout" Target="../slideLayouts/slideLayout3.xml"/><Relationship Id="rId5" Type="http://schemas.microsoft.com/office/2007/relationships/diagramDrawing" Target="../diagrams/drawing17.xml"/><Relationship Id="rId4" Type="http://schemas.openxmlformats.org/officeDocument/2006/relationships/diagramColors" Target="../diagrams/colors17.xml"/><Relationship Id="rId3" Type="http://schemas.openxmlformats.org/officeDocument/2006/relationships/diagramQuickStyle" Target="../diagrams/quickStyle17.xml"/><Relationship Id="rId2" Type="http://schemas.openxmlformats.org/officeDocument/2006/relationships/diagramLayout" Target="../diagrams/layout17.xml"/><Relationship Id="rId1" Type="http://schemas.openxmlformats.org/officeDocument/2006/relationships/diagramData" Target="../diagrams/data1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p:txBody>
          <a:bodyPr/>
          <a:lstStyle/>
          <a:p>
            <a:r>
              <a:rPr lang="zh-CN" altLang="en-US" b="1" dirty="0">
                <a:solidFill>
                  <a:srgbClr val="FF0000"/>
                </a:solidFill>
              </a:rPr>
              <a:t>第四章  环境分析与理性决策</a:t>
            </a:r>
            <a:endParaRPr lang="zh-CN" altLang="en-US" b="1" dirty="0">
              <a:solidFill>
                <a:srgbClr val="FF0000"/>
              </a:solidFill>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628650" y="1412777"/>
            <a:ext cx="7886700" cy="3657698"/>
          </a:xfrm>
        </p:spPr>
        <p:txBody>
          <a:bodyPr>
            <a:noAutofit/>
          </a:bodyPr>
          <a:lstStyle/>
          <a:p>
            <a:pPr marL="0" indent="457200">
              <a:spcBef>
                <a:spcPct val="0"/>
              </a:spcBef>
              <a:buNone/>
            </a:pPr>
            <a:r>
              <a:rPr lang="zh-CN" altLang="zh-CN" dirty="0" smtClean="0"/>
              <a:t>组织活动是在一定环境中进行的，组织活动方向的选择以及过程的展开都要充分考虑到既定环境的特点。</a:t>
            </a:r>
            <a:r>
              <a:rPr lang="zh-CN" altLang="zh-CN" dirty="0" smtClean="0">
                <a:solidFill>
                  <a:srgbClr val="C00000"/>
                </a:solidFill>
              </a:rPr>
              <a:t>环境的复杂与动态特点以及人的认知与行动能力的局限性决定了组织决策的理性与正确程度会受到一定的限制</a:t>
            </a:r>
            <a:r>
              <a:rPr lang="zh-CN" altLang="zh-CN" dirty="0" smtClean="0"/>
              <a:t>。</a:t>
            </a:r>
            <a:endParaRPr lang="zh-CN" altLang="zh-CN" dirty="0" smtClean="0"/>
          </a:p>
          <a:p>
            <a:pPr marL="0" indent="457200">
              <a:spcBef>
                <a:spcPct val="0"/>
              </a:spcBef>
              <a:buNone/>
            </a:pPr>
            <a:endParaRPr lang="zh-CN" altLang="zh-CN" dirty="0" smtClean="0"/>
          </a:p>
          <a:p>
            <a:pPr marL="0" indent="457200">
              <a:spcBef>
                <a:spcPct val="0"/>
              </a:spcBef>
              <a:buNone/>
            </a:pPr>
            <a:r>
              <a:rPr lang="zh-CN" altLang="en-US" dirty="0"/>
              <a:t>本章旨在通过对环境结构及其要素的讨论，分析理性决策的要求与限制，探讨提高决策理性以及正确程度的方法。</a:t>
            </a:r>
            <a:endParaRPr lang="zh-CN" altLang="en-US" dirty="0"/>
          </a:p>
        </p:txBody>
      </p:sp>
      <p:sp>
        <p:nvSpPr>
          <p:cNvPr id="4" name="标题 1"/>
          <p:cNvSpPr>
            <a:spLocks noGrp="1"/>
          </p:cNvSpPr>
          <p:nvPr>
            <p:ph type="title"/>
          </p:nvPr>
        </p:nvSpPr>
        <p:spPr>
          <a:xfrm>
            <a:off x="107504" y="116632"/>
            <a:ext cx="7111703" cy="778931"/>
          </a:xfrm>
        </p:spPr>
        <p:txBody>
          <a:bodyPr>
            <a:normAutofit/>
          </a:bodyPr>
          <a:lstStyle/>
          <a:p>
            <a:r>
              <a:rPr lang="zh-CN" altLang="zh-CN" dirty="0"/>
              <a:t>第一节</a:t>
            </a:r>
            <a:r>
              <a:rPr lang="en-US" altLang="zh-CN" dirty="0"/>
              <a:t>  </a:t>
            </a:r>
            <a:r>
              <a:rPr lang="zh-CN" altLang="zh-CN" dirty="0"/>
              <a:t>组织的内外部</a:t>
            </a:r>
            <a:r>
              <a:rPr lang="zh-CN" altLang="zh-CN" dirty="0" smtClean="0"/>
              <a:t>环境要素</a:t>
            </a:r>
            <a:endParaRPr lang="zh-CN" altLang="en-US" dirty="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628650" y="1412777"/>
            <a:ext cx="7886700" cy="1152128"/>
          </a:xfrm>
        </p:spPr>
        <p:txBody>
          <a:bodyPr>
            <a:normAutofit/>
          </a:bodyPr>
          <a:lstStyle/>
          <a:p>
            <a:pPr marL="0" indent="457200">
              <a:spcBef>
                <a:spcPct val="0"/>
              </a:spcBef>
              <a:buNone/>
            </a:pPr>
            <a:r>
              <a:rPr lang="zh-CN" altLang="zh-CN" sz="2000" dirty="0" smtClean="0"/>
              <a:t>环境是由众多因素交错而成的整体，管理学研究中有许多不同的分类方法。这里采用较常见的一种分类，即把环境分成三大层次或三个大类，即</a:t>
            </a:r>
            <a:r>
              <a:rPr lang="zh-CN" altLang="zh-CN" sz="2000" dirty="0" smtClean="0">
                <a:solidFill>
                  <a:srgbClr val="C00000"/>
                </a:solidFill>
              </a:rPr>
              <a:t>一般或宏观环境</a:t>
            </a:r>
            <a:r>
              <a:rPr lang="zh-CN" altLang="zh-CN" sz="2000" dirty="0" smtClean="0"/>
              <a:t>、</a:t>
            </a:r>
            <a:r>
              <a:rPr lang="zh-CN" altLang="zh-CN" sz="2000" dirty="0" smtClean="0">
                <a:solidFill>
                  <a:srgbClr val="C00000"/>
                </a:solidFill>
              </a:rPr>
              <a:t>具体或微观环境</a:t>
            </a:r>
            <a:r>
              <a:rPr lang="zh-CN" altLang="zh-CN" sz="2000" dirty="0" smtClean="0"/>
              <a:t>以及</a:t>
            </a:r>
            <a:r>
              <a:rPr lang="zh-CN" altLang="zh-CN" sz="2000" dirty="0" smtClean="0">
                <a:solidFill>
                  <a:srgbClr val="C00000"/>
                </a:solidFill>
              </a:rPr>
              <a:t>组织内部环境</a:t>
            </a:r>
            <a:r>
              <a:rPr lang="zh-CN" altLang="zh-CN" sz="2000" dirty="0" smtClean="0"/>
              <a:t>。</a:t>
            </a:r>
            <a:endParaRPr lang="zh-CN" altLang="zh-CN" sz="2000" dirty="0" smtClean="0"/>
          </a:p>
          <a:p>
            <a:pPr marL="0" indent="457200">
              <a:spcBef>
                <a:spcPct val="0"/>
              </a:spcBef>
              <a:buNone/>
            </a:pPr>
            <a:endParaRPr lang="zh-CN" altLang="en-US" sz="2000" dirty="0"/>
          </a:p>
        </p:txBody>
      </p:sp>
      <p:pic>
        <p:nvPicPr>
          <p:cNvPr id="13" name="图片 12" descr="E:\LLWWCC\TL\管理学\0401.tif"/>
          <p:cNvPicPr/>
          <p:nvPr/>
        </p:nvPicPr>
        <p:blipFill>
          <a:blip r:embed="rId1" cstate="print"/>
          <a:srcRect/>
          <a:stretch>
            <a:fillRect/>
          </a:stretch>
        </p:blipFill>
        <p:spPr bwMode="auto">
          <a:xfrm>
            <a:off x="1783932" y="2492896"/>
            <a:ext cx="5576136" cy="3888432"/>
          </a:xfrm>
          <a:prstGeom prst="rect">
            <a:avLst/>
          </a:prstGeom>
          <a:noFill/>
          <a:ln w="9525">
            <a:noFill/>
            <a:miter lim="800000"/>
            <a:headEnd/>
            <a:tailEnd/>
          </a:ln>
        </p:spPr>
      </p:pic>
      <p:sp>
        <p:nvSpPr>
          <p:cNvPr id="7" name="标题 1"/>
          <p:cNvSpPr txBox="1"/>
          <p:nvPr/>
        </p:nvSpPr>
        <p:spPr>
          <a:xfrm>
            <a:off x="107504" y="188640"/>
            <a:ext cx="7111703" cy="706923"/>
          </a:xfrm>
          <a:prstGeom prst="rect">
            <a:avLst/>
          </a:prstGeom>
        </p:spPr>
        <p:txBody>
          <a:bodyPr>
            <a:normAutofit/>
          </a:bodyPr>
          <a:lstStyle>
            <a:lvl1pPr algn="l" rtl="0" eaLnBrk="0" fontAlgn="base" hangingPunct="0">
              <a:spcBef>
                <a:spcPct val="0"/>
              </a:spcBef>
              <a:spcAft>
                <a:spcPct val="0"/>
              </a:spcAft>
              <a:defRPr sz="3600" kern="1200">
                <a:solidFill>
                  <a:schemeClr val="bg1"/>
                </a:solidFill>
                <a:latin typeface="黑体" panose="02010609060101010101" pitchFamily="49" charset="-122"/>
                <a:ea typeface="黑体" panose="02010609060101010101" pitchFamily="49" charset="-122"/>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r>
              <a:rPr lang="zh-CN" altLang="en-US" sz="3200" dirty="0" smtClean="0"/>
              <a:t>一、环境分类</a:t>
            </a:r>
            <a:endParaRPr lang="zh-CN" altLang="en-US" sz="3200" dirty="0"/>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628650" y="1844824"/>
            <a:ext cx="7886700" cy="426138"/>
          </a:xfrm>
        </p:spPr>
        <p:txBody>
          <a:bodyPr>
            <a:normAutofit/>
          </a:bodyPr>
          <a:lstStyle/>
          <a:p>
            <a:pPr marL="0" indent="457200">
              <a:spcBef>
                <a:spcPct val="0"/>
              </a:spcBef>
              <a:buNone/>
            </a:pPr>
            <a:r>
              <a:rPr lang="zh-CN" altLang="zh-CN" sz="1800" dirty="0"/>
              <a:t>任何时期对所有组织均能产生影响的外部环境因素</a:t>
            </a:r>
            <a:r>
              <a:rPr lang="zh-CN" altLang="zh-CN" sz="1800" dirty="0" smtClean="0"/>
              <a:t>。</a:t>
            </a:r>
            <a:endParaRPr lang="en-US" altLang="zh-CN" sz="1800" dirty="0" smtClean="0"/>
          </a:p>
        </p:txBody>
      </p:sp>
      <p:sp>
        <p:nvSpPr>
          <p:cNvPr id="4" name="标题 1"/>
          <p:cNvSpPr txBox="1"/>
          <p:nvPr/>
        </p:nvSpPr>
        <p:spPr>
          <a:xfrm>
            <a:off x="107504" y="188640"/>
            <a:ext cx="7111703" cy="706923"/>
          </a:xfrm>
          <a:prstGeom prst="rect">
            <a:avLst/>
          </a:prstGeom>
        </p:spPr>
        <p:txBody>
          <a:bodyPr>
            <a:normAutofit/>
          </a:bodyPr>
          <a:lstStyle>
            <a:lvl1pPr algn="l" rtl="0" eaLnBrk="0" fontAlgn="base" hangingPunct="0">
              <a:spcBef>
                <a:spcPct val="0"/>
              </a:spcBef>
              <a:spcAft>
                <a:spcPct val="0"/>
              </a:spcAft>
              <a:defRPr sz="3600" kern="1200">
                <a:solidFill>
                  <a:schemeClr val="bg1"/>
                </a:solidFill>
                <a:latin typeface="黑体" panose="02010609060101010101" pitchFamily="49" charset="-122"/>
                <a:ea typeface="黑体" panose="02010609060101010101" pitchFamily="49" charset="-122"/>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r>
              <a:rPr lang="zh-CN" altLang="en-US" sz="3200" dirty="0" smtClean="0"/>
              <a:t>一、环境分类</a:t>
            </a:r>
            <a:endParaRPr lang="zh-CN" altLang="en-US" sz="3200" dirty="0"/>
          </a:p>
        </p:txBody>
      </p:sp>
      <p:sp>
        <p:nvSpPr>
          <p:cNvPr id="5" name="标题 1"/>
          <p:cNvSpPr txBox="1"/>
          <p:nvPr/>
        </p:nvSpPr>
        <p:spPr>
          <a:xfrm>
            <a:off x="251520" y="1193797"/>
            <a:ext cx="5755217" cy="77893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200" kern="1200">
                <a:solidFill>
                  <a:schemeClr val="tx1"/>
                </a:solidFill>
                <a:latin typeface="微软雅黑" panose="020B0503020204020204" pitchFamily="34" charset="-122"/>
                <a:ea typeface="微软雅黑" panose="020B0503020204020204" pitchFamily="34" charset="-122"/>
                <a:cs typeface="+mj-cs"/>
              </a:defRPr>
            </a:lvl1pPr>
          </a:lstStyle>
          <a:p>
            <a:pPr>
              <a:lnSpc>
                <a:spcPct val="100000"/>
              </a:lnSpc>
            </a:pPr>
            <a:r>
              <a:rPr lang="zh-CN" altLang="zh-CN" sz="2000" dirty="0"/>
              <a:t>（一）一般或宏观环境</a:t>
            </a:r>
            <a:endParaRPr lang="zh-CN" altLang="en-US" sz="2000" dirty="0"/>
          </a:p>
        </p:txBody>
      </p:sp>
      <p:graphicFrame>
        <p:nvGraphicFramePr>
          <p:cNvPr id="2" name="图示 1"/>
          <p:cNvGraphicFramePr/>
          <p:nvPr/>
        </p:nvGraphicFramePr>
        <p:xfrm>
          <a:off x="671736" y="1844824"/>
          <a:ext cx="7800528" cy="5063998"/>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628650" y="1844824"/>
            <a:ext cx="7886700" cy="426138"/>
          </a:xfrm>
        </p:spPr>
        <p:txBody>
          <a:bodyPr>
            <a:noAutofit/>
          </a:bodyPr>
          <a:lstStyle/>
          <a:p>
            <a:pPr marL="0" indent="457200">
              <a:spcBef>
                <a:spcPct val="0"/>
              </a:spcBef>
              <a:buNone/>
            </a:pPr>
            <a:r>
              <a:rPr lang="zh-CN" altLang="en-US" sz="1800" dirty="0"/>
              <a:t>对组织的影响更频繁、更直接的外部环境因素；与某一具体的决策活动和处理转换过程直接相关的各种特殊力量；与组织目标的制定与实施直接相关的因素。</a:t>
            </a:r>
            <a:endParaRPr lang="en-US" altLang="zh-CN" sz="1800" dirty="0" smtClean="0"/>
          </a:p>
        </p:txBody>
      </p:sp>
      <p:sp>
        <p:nvSpPr>
          <p:cNvPr id="4" name="标题 1"/>
          <p:cNvSpPr txBox="1"/>
          <p:nvPr/>
        </p:nvSpPr>
        <p:spPr>
          <a:xfrm>
            <a:off x="107504" y="188640"/>
            <a:ext cx="7111703" cy="706923"/>
          </a:xfrm>
          <a:prstGeom prst="rect">
            <a:avLst/>
          </a:prstGeom>
        </p:spPr>
        <p:txBody>
          <a:bodyPr>
            <a:normAutofit/>
          </a:bodyPr>
          <a:lstStyle>
            <a:lvl1pPr algn="l" rtl="0" eaLnBrk="0" fontAlgn="base" hangingPunct="0">
              <a:spcBef>
                <a:spcPct val="0"/>
              </a:spcBef>
              <a:spcAft>
                <a:spcPct val="0"/>
              </a:spcAft>
              <a:defRPr sz="3600" kern="1200">
                <a:solidFill>
                  <a:schemeClr val="bg1"/>
                </a:solidFill>
                <a:latin typeface="黑体" panose="02010609060101010101" pitchFamily="49" charset="-122"/>
                <a:ea typeface="黑体" panose="02010609060101010101" pitchFamily="49" charset="-122"/>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r>
              <a:rPr lang="zh-CN" altLang="en-US" sz="3200" dirty="0" smtClean="0"/>
              <a:t>一、环境分类</a:t>
            </a:r>
            <a:endParaRPr lang="zh-CN" altLang="en-US" sz="3200" dirty="0"/>
          </a:p>
        </p:txBody>
      </p:sp>
      <p:sp>
        <p:nvSpPr>
          <p:cNvPr id="5" name="标题 1"/>
          <p:cNvSpPr txBox="1"/>
          <p:nvPr/>
        </p:nvSpPr>
        <p:spPr>
          <a:xfrm>
            <a:off x="251520" y="1193797"/>
            <a:ext cx="5755217" cy="77893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200" kern="1200">
                <a:solidFill>
                  <a:schemeClr val="tx1"/>
                </a:solidFill>
                <a:latin typeface="微软雅黑" panose="020B0503020204020204" pitchFamily="34" charset="-122"/>
                <a:ea typeface="微软雅黑" panose="020B0503020204020204" pitchFamily="34" charset="-122"/>
                <a:cs typeface="+mj-cs"/>
              </a:defRPr>
            </a:lvl1pPr>
          </a:lstStyle>
          <a:p>
            <a:pPr>
              <a:lnSpc>
                <a:spcPct val="100000"/>
              </a:lnSpc>
            </a:pPr>
            <a:r>
              <a:rPr lang="zh-CN" altLang="zh-CN" sz="2000" dirty="0"/>
              <a:t>（二）具体或微观环境</a:t>
            </a:r>
            <a:endParaRPr lang="zh-CN" altLang="en-US" sz="2000" dirty="0"/>
          </a:p>
        </p:txBody>
      </p:sp>
      <p:graphicFrame>
        <p:nvGraphicFramePr>
          <p:cNvPr id="6" name="图示 5"/>
          <p:cNvGraphicFramePr/>
          <p:nvPr/>
        </p:nvGraphicFramePr>
        <p:xfrm>
          <a:off x="995772" y="2243997"/>
          <a:ext cx="7152456" cy="4768304"/>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628650" y="1844824"/>
            <a:ext cx="7886700" cy="426138"/>
          </a:xfrm>
        </p:spPr>
        <p:txBody>
          <a:bodyPr>
            <a:noAutofit/>
          </a:bodyPr>
          <a:lstStyle/>
          <a:p>
            <a:pPr marL="0" indent="457200">
              <a:spcBef>
                <a:spcPct val="0"/>
              </a:spcBef>
              <a:buNone/>
            </a:pPr>
            <a:r>
              <a:rPr lang="zh-CN" altLang="zh-CN" sz="2000" dirty="0"/>
              <a:t>对组织影响最频繁、最直接的环境因素，也可以认为组织内部环境因素就是组织的一部分。</a:t>
            </a:r>
            <a:endParaRPr lang="zh-CN" altLang="zh-CN" sz="2000" dirty="0"/>
          </a:p>
        </p:txBody>
      </p:sp>
      <p:sp>
        <p:nvSpPr>
          <p:cNvPr id="4" name="标题 1"/>
          <p:cNvSpPr txBox="1"/>
          <p:nvPr/>
        </p:nvSpPr>
        <p:spPr>
          <a:xfrm>
            <a:off x="107504" y="188640"/>
            <a:ext cx="7111703" cy="706923"/>
          </a:xfrm>
          <a:prstGeom prst="rect">
            <a:avLst/>
          </a:prstGeom>
        </p:spPr>
        <p:txBody>
          <a:bodyPr>
            <a:normAutofit/>
          </a:bodyPr>
          <a:lstStyle>
            <a:lvl1pPr algn="l" rtl="0" eaLnBrk="0" fontAlgn="base" hangingPunct="0">
              <a:spcBef>
                <a:spcPct val="0"/>
              </a:spcBef>
              <a:spcAft>
                <a:spcPct val="0"/>
              </a:spcAft>
              <a:defRPr sz="3600" kern="1200">
                <a:solidFill>
                  <a:schemeClr val="bg1"/>
                </a:solidFill>
                <a:latin typeface="黑体" panose="02010609060101010101" pitchFamily="49" charset="-122"/>
                <a:ea typeface="黑体" panose="02010609060101010101" pitchFamily="49" charset="-122"/>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r>
              <a:rPr lang="zh-CN" altLang="en-US" sz="3200" dirty="0" smtClean="0"/>
              <a:t>一、环境分类</a:t>
            </a:r>
            <a:endParaRPr lang="zh-CN" altLang="en-US" sz="3200" dirty="0"/>
          </a:p>
        </p:txBody>
      </p:sp>
      <p:sp>
        <p:nvSpPr>
          <p:cNvPr id="5" name="标题 1"/>
          <p:cNvSpPr txBox="1"/>
          <p:nvPr/>
        </p:nvSpPr>
        <p:spPr>
          <a:xfrm>
            <a:off x="251520" y="1193797"/>
            <a:ext cx="5755217" cy="77893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200" kern="1200">
                <a:solidFill>
                  <a:schemeClr val="tx1"/>
                </a:solidFill>
                <a:latin typeface="微软雅黑" panose="020B0503020204020204" pitchFamily="34" charset="-122"/>
                <a:ea typeface="微软雅黑" panose="020B0503020204020204" pitchFamily="34" charset="-122"/>
                <a:cs typeface="+mj-cs"/>
              </a:defRPr>
            </a:lvl1pPr>
          </a:lstStyle>
          <a:p>
            <a:pPr>
              <a:lnSpc>
                <a:spcPct val="100000"/>
              </a:lnSpc>
            </a:pPr>
            <a:r>
              <a:rPr lang="zh-CN" altLang="zh-CN" sz="2000" dirty="0"/>
              <a:t>（三）组织内部环境</a:t>
            </a:r>
            <a:endParaRPr lang="zh-CN" altLang="en-US" sz="2000" dirty="0"/>
          </a:p>
        </p:txBody>
      </p:sp>
      <p:graphicFrame>
        <p:nvGraphicFramePr>
          <p:cNvPr id="2" name="图示 1"/>
          <p:cNvGraphicFramePr/>
          <p:nvPr/>
        </p:nvGraphicFramePr>
        <p:xfrm>
          <a:off x="107504" y="2852936"/>
          <a:ext cx="4392488" cy="3690803"/>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graphicFrame>
        <p:nvGraphicFramePr>
          <p:cNvPr id="7" name="图示 6"/>
          <p:cNvGraphicFramePr/>
          <p:nvPr/>
        </p:nvGraphicFramePr>
        <p:xfrm>
          <a:off x="4572000" y="2852935"/>
          <a:ext cx="4392488" cy="3690803"/>
        </p:xfrm>
        <a:graphic>
          <a:graphicData uri="http://schemas.openxmlformats.org/drawingml/2006/diagram">
            <dgm:relIds xmlns:dgm="http://schemas.openxmlformats.org/drawingml/2006/diagram" xmlns:r="http://schemas.openxmlformats.org/officeDocument/2006/relationships" r:dm="rId6" r:lo="rId7" r:qs="rId8" r:cs="rId9"/>
          </a:graphicData>
        </a:graphic>
      </p:graphicFrame>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512093" y="1844824"/>
            <a:ext cx="8119814" cy="1152128"/>
          </a:xfrm>
        </p:spPr>
        <p:txBody>
          <a:bodyPr>
            <a:normAutofit/>
          </a:bodyPr>
          <a:lstStyle/>
          <a:p>
            <a:pPr marL="0" indent="457200">
              <a:spcBef>
                <a:spcPct val="0"/>
              </a:spcBef>
              <a:buNone/>
            </a:pPr>
            <a:r>
              <a:rPr lang="zh-CN" altLang="zh-CN" sz="2000" dirty="0" smtClean="0"/>
              <a:t>一般</a:t>
            </a:r>
            <a:r>
              <a:rPr lang="zh-CN" altLang="zh-CN" sz="2000" dirty="0"/>
              <a:t>环境的改变对组织的影响往往是通过具体环境对组织产生作用力表现出来的。在组织管理中，一般环境和具体环境是相对的。一般环境和具体环境还可以相互转化。</a:t>
            </a:r>
            <a:endParaRPr lang="zh-CN" altLang="zh-CN" sz="2000" dirty="0"/>
          </a:p>
        </p:txBody>
      </p:sp>
      <p:sp>
        <p:nvSpPr>
          <p:cNvPr id="4" name="标题 1"/>
          <p:cNvSpPr txBox="1"/>
          <p:nvPr/>
        </p:nvSpPr>
        <p:spPr>
          <a:xfrm>
            <a:off x="107504" y="188640"/>
            <a:ext cx="7111703" cy="706923"/>
          </a:xfrm>
          <a:prstGeom prst="rect">
            <a:avLst/>
          </a:prstGeom>
        </p:spPr>
        <p:txBody>
          <a:bodyPr>
            <a:normAutofit/>
          </a:bodyPr>
          <a:lstStyle>
            <a:lvl1pPr algn="l" rtl="0" eaLnBrk="0" fontAlgn="base" hangingPunct="0">
              <a:spcBef>
                <a:spcPct val="0"/>
              </a:spcBef>
              <a:spcAft>
                <a:spcPct val="0"/>
              </a:spcAft>
              <a:defRPr sz="3600" kern="1200">
                <a:solidFill>
                  <a:schemeClr val="bg1"/>
                </a:solidFill>
                <a:latin typeface="黑体" panose="02010609060101010101" pitchFamily="49" charset="-122"/>
                <a:ea typeface="黑体" panose="02010609060101010101" pitchFamily="49" charset="-122"/>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r>
              <a:rPr lang="zh-CN" altLang="en-US" sz="3200" dirty="0" smtClean="0"/>
              <a:t>一、环境分类</a:t>
            </a:r>
            <a:endParaRPr lang="zh-CN" altLang="en-US" sz="3200" dirty="0"/>
          </a:p>
        </p:txBody>
      </p:sp>
      <p:sp>
        <p:nvSpPr>
          <p:cNvPr id="5" name="标题 1"/>
          <p:cNvSpPr txBox="1"/>
          <p:nvPr/>
        </p:nvSpPr>
        <p:spPr>
          <a:xfrm>
            <a:off x="251520" y="1193797"/>
            <a:ext cx="5755217" cy="77893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200" kern="1200">
                <a:solidFill>
                  <a:schemeClr val="tx1"/>
                </a:solidFill>
                <a:latin typeface="微软雅黑" panose="020B0503020204020204" pitchFamily="34" charset="-122"/>
                <a:ea typeface="微软雅黑" panose="020B0503020204020204" pitchFamily="34" charset="-122"/>
                <a:cs typeface="+mj-cs"/>
              </a:defRPr>
            </a:lvl1pPr>
          </a:lstStyle>
          <a:p>
            <a:pPr>
              <a:lnSpc>
                <a:spcPct val="100000"/>
              </a:lnSpc>
            </a:pPr>
            <a:r>
              <a:rPr lang="zh-CN" altLang="zh-CN" sz="2000" dirty="0"/>
              <a:t>（四）环境各层次间的关系</a:t>
            </a:r>
            <a:endParaRPr lang="zh-CN" altLang="en-US" sz="2000" dirty="0"/>
          </a:p>
        </p:txBody>
      </p:sp>
      <p:graphicFrame>
        <p:nvGraphicFramePr>
          <p:cNvPr id="6" name="图示 5"/>
          <p:cNvGraphicFramePr/>
          <p:nvPr/>
        </p:nvGraphicFramePr>
        <p:xfrm>
          <a:off x="3081663" y="3140968"/>
          <a:ext cx="2980674" cy="2606080"/>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628650" y="2000669"/>
            <a:ext cx="7886700" cy="1073649"/>
          </a:xfrm>
        </p:spPr>
        <p:txBody>
          <a:bodyPr>
            <a:normAutofit/>
          </a:bodyPr>
          <a:lstStyle/>
          <a:p>
            <a:pPr marL="0" indent="457200">
              <a:spcBef>
                <a:spcPct val="0"/>
              </a:spcBef>
              <a:buNone/>
            </a:pPr>
            <a:r>
              <a:rPr lang="en-US" altLang="zh-CN" sz="2000" dirty="0"/>
              <a:t>PEST</a:t>
            </a:r>
            <a:r>
              <a:rPr lang="zh-CN" altLang="zh-CN" sz="2000" dirty="0"/>
              <a:t>分析，就是指从</a:t>
            </a:r>
            <a:r>
              <a:rPr lang="zh-CN" altLang="zh-CN" sz="2000" dirty="0">
                <a:solidFill>
                  <a:srgbClr val="C00000"/>
                </a:solidFill>
              </a:rPr>
              <a:t>政治与法律环境</a:t>
            </a:r>
            <a:r>
              <a:rPr lang="zh-CN" altLang="zh-CN" sz="2000" dirty="0"/>
              <a:t>（</a:t>
            </a:r>
            <a:r>
              <a:rPr lang="en-US" altLang="zh-CN" sz="2000" dirty="0"/>
              <a:t>P</a:t>
            </a:r>
            <a:r>
              <a:rPr lang="zh-CN" altLang="zh-CN" sz="2000" dirty="0"/>
              <a:t>）、</a:t>
            </a:r>
            <a:r>
              <a:rPr lang="zh-CN" altLang="zh-CN" sz="2000" dirty="0">
                <a:solidFill>
                  <a:srgbClr val="C00000"/>
                </a:solidFill>
              </a:rPr>
              <a:t>经济环境</a:t>
            </a:r>
            <a:r>
              <a:rPr lang="zh-CN" altLang="zh-CN" sz="2000" dirty="0"/>
              <a:t>（</a:t>
            </a:r>
            <a:r>
              <a:rPr lang="en-US" altLang="zh-CN" sz="2000" dirty="0"/>
              <a:t>E</a:t>
            </a:r>
            <a:r>
              <a:rPr lang="zh-CN" altLang="zh-CN" sz="2000" dirty="0"/>
              <a:t>）、</a:t>
            </a:r>
            <a:r>
              <a:rPr lang="zh-CN" altLang="zh-CN" sz="2000" dirty="0">
                <a:solidFill>
                  <a:srgbClr val="C00000"/>
                </a:solidFill>
              </a:rPr>
              <a:t>社会与文化环境</a:t>
            </a:r>
            <a:r>
              <a:rPr lang="zh-CN" altLang="zh-CN" sz="2000" dirty="0"/>
              <a:t>（</a:t>
            </a:r>
            <a:r>
              <a:rPr lang="en-US" altLang="zh-CN" sz="2000" dirty="0"/>
              <a:t>S</a:t>
            </a:r>
            <a:r>
              <a:rPr lang="zh-CN" altLang="zh-CN" sz="2000" dirty="0"/>
              <a:t>）、</a:t>
            </a:r>
            <a:r>
              <a:rPr lang="zh-CN" altLang="zh-CN" sz="2000" dirty="0">
                <a:solidFill>
                  <a:srgbClr val="C00000"/>
                </a:solidFill>
              </a:rPr>
              <a:t>技术环境</a:t>
            </a:r>
            <a:r>
              <a:rPr lang="zh-CN" altLang="zh-CN" sz="2000" dirty="0"/>
              <a:t>（</a:t>
            </a:r>
            <a:r>
              <a:rPr lang="en-US" altLang="zh-CN" sz="2000" dirty="0"/>
              <a:t>T</a:t>
            </a:r>
            <a:r>
              <a:rPr lang="zh-CN" altLang="zh-CN" sz="2000" dirty="0"/>
              <a:t>）四个方面来探察、认识影响组织发展的重要因素</a:t>
            </a:r>
            <a:r>
              <a:rPr lang="zh-CN" altLang="zh-CN" sz="2000" dirty="0" smtClean="0"/>
              <a:t>。</a:t>
            </a:r>
            <a:endParaRPr lang="zh-CN" altLang="en-US" sz="2000" dirty="0"/>
          </a:p>
        </p:txBody>
      </p:sp>
      <p:sp>
        <p:nvSpPr>
          <p:cNvPr id="5" name="标题 1"/>
          <p:cNvSpPr txBox="1"/>
          <p:nvPr/>
        </p:nvSpPr>
        <p:spPr>
          <a:xfrm>
            <a:off x="628650" y="1403160"/>
            <a:ext cx="5755217" cy="77893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200" kern="1200">
                <a:solidFill>
                  <a:schemeClr val="tx1"/>
                </a:solidFill>
                <a:latin typeface="微软雅黑" panose="020B0503020204020204" pitchFamily="34" charset="-122"/>
                <a:ea typeface="微软雅黑" panose="020B0503020204020204" pitchFamily="34" charset="-122"/>
                <a:cs typeface="+mj-cs"/>
              </a:defRPr>
            </a:lvl1pPr>
          </a:lstStyle>
          <a:p>
            <a:pPr>
              <a:lnSpc>
                <a:spcPct val="100000"/>
              </a:lnSpc>
            </a:pPr>
            <a:endParaRPr lang="zh-CN" altLang="zh-CN" sz="2400" dirty="0"/>
          </a:p>
        </p:txBody>
      </p:sp>
      <p:sp>
        <p:nvSpPr>
          <p:cNvPr id="6" name="矩形 5"/>
          <p:cNvSpPr/>
          <p:nvPr/>
        </p:nvSpPr>
        <p:spPr>
          <a:xfrm>
            <a:off x="2907922" y="3014347"/>
            <a:ext cx="3328155" cy="338554"/>
          </a:xfrm>
          <a:prstGeom prst="rect">
            <a:avLst/>
          </a:prstGeom>
        </p:spPr>
        <p:txBody>
          <a:bodyPr wrap="none">
            <a:spAutoFit/>
          </a:bodyPr>
          <a:lstStyle/>
          <a:p>
            <a:pPr indent="228600" algn="ctr">
              <a:spcAft>
                <a:spcPts val="0"/>
              </a:spcAft>
            </a:pPr>
            <a:r>
              <a:rPr lang="zh-CN" altLang="zh-CN" sz="1600" dirty="0">
                <a:latin typeface="微软雅黑" panose="020B0503020204020204" pitchFamily="34" charset="-122"/>
                <a:ea typeface="微软雅黑" panose="020B0503020204020204" pitchFamily="34" charset="-122"/>
                <a:cs typeface="Times New Roman" panose="02020603050405020304" pitchFamily="18" charset="0"/>
              </a:rPr>
              <a:t>表</a:t>
            </a:r>
            <a:r>
              <a:rPr lang="en-US" altLang="zh-CN" sz="1600" dirty="0">
                <a:latin typeface="微软雅黑" panose="020B0503020204020204" pitchFamily="34" charset="-122"/>
                <a:ea typeface="微软雅黑" panose="020B0503020204020204" pitchFamily="34" charset="-122"/>
                <a:cs typeface="Times New Roman" panose="02020603050405020304" pitchFamily="18" charset="0"/>
              </a:rPr>
              <a:t>4-1  </a:t>
            </a:r>
            <a:r>
              <a:rPr lang="zh-CN" altLang="zh-CN" sz="1600" dirty="0">
                <a:latin typeface="微软雅黑" panose="020B0503020204020204" pitchFamily="34" charset="-122"/>
                <a:ea typeface="微软雅黑" panose="020B0503020204020204" pitchFamily="34" charset="-122"/>
                <a:cs typeface="Times New Roman" panose="02020603050405020304" pitchFamily="18" charset="0"/>
              </a:rPr>
              <a:t>一般环境分析的主要内容</a:t>
            </a:r>
            <a:endParaRPr lang="zh-CN" altLang="zh-CN" sz="1600" dirty="0">
              <a:effectLst/>
              <a:latin typeface="微软雅黑" panose="020B0503020204020204" pitchFamily="34" charset="-122"/>
              <a:ea typeface="微软雅黑" panose="020B0503020204020204" pitchFamily="34" charset="-122"/>
              <a:cs typeface="Times New Roman" panose="02020603050405020304" pitchFamily="18" charset="0"/>
            </a:endParaRPr>
          </a:p>
        </p:txBody>
      </p:sp>
      <p:graphicFrame>
        <p:nvGraphicFramePr>
          <p:cNvPr id="7" name="内容占位符 6"/>
          <p:cNvGraphicFramePr/>
          <p:nvPr/>
        </p:nvGraphicFramePr>
        <p:xfrm>
          <a:off x="1160059" y="3429000"/>
          <a:ext cx="6823881" cy="2944948"/>
        </p:xfrm>
        <a:graphic>
          <a:graphicData uri="http://schemas.openxmlformats.org/drawingml/2006/table">
            <a:tbl>
              <a:tblPr firstRow="1" firstCol="1" bandRow="1">
                <a:tableStyleId>{21E4AEA4-8DFA-4A89-87EB-49C32662AFE0}</a:tableStyleId>
              </a:tblPr>
              <a:tblGrid>
                <a:gridCol w="1269242"/>
                <a:gridCol w="5554639"/>
              </a:tblGrid>
              <a:tr h="432048">
                <a:tc>
                  <a:txBody>
                    <a:bodyPr/>
                    <a:lstStyle/>
                    <a:p>
                      <a:pPr algn="ctr">
                        <a:lnSpc>
                          <a:spcPct val="100000"/>
                        </a:lnSpc>
                        <a:spcBef>
                          <a:spcPts val="0"/>
                        </a:spcBef>
                        <a:spcAft>
                          <a:spcPts val="0"/>
                        </a:spcAft>
                      </a:pPr>
                      <a:r>
                        <a:rPr lang="zh-CN" sz="1600" kern="100" dirty="0">
                          <a:effectLst/>
                        </a:rPr>
                        <a:t>主要方面</a:t>
                      </a:r>
                      <a:endParaRPr lang="zh-CN" sz="1600" kern="100" dirty="0">
                        <a:effectLst/>
                        <a:latin typeface="微软雅黑" panose="020B0503020204020204" pitchFamily="34" charset="-122"/>
                        <a:ea typeface="微软雅黑" panose="020B0503020204020204" pitchFamily="34" charset="-122"/>
                        <a:cs typeface="宋体" panose="02010600030101010101" pitchFamily="2" charset="-122"/>
                      </a:endParaRPr>
                    </a:p>
                  </a:txBody>
                  <a:tcPr marL="17780" marR="17780" marT="0" marB="0" anchor="ctr"/>
                </a:tc>
                <a:tc>
                  <a:txBody>
                    <a:bodyPr/>
                    <a:lstStyle/>
                    <a:p>
                      <a:pPr algn="ctr">
                        <a:lnSpc>
                          <a:spcPct val="100000"/>
                        </a:lnSpc>
                        <a:spcBef>
                          <a:spcPts val="0"/>
                        </a:spcBef>
                        <a:spcAft>
                          <a:spcPts val="0"/>
                        </a:spcAft>
                      </a:pPr>
                      <a:r>
                        <a:rPr lang="zh-CN" sz="1600" kern="100" dirty="0">
                          <a:effectLst/>
                        </a:rPr>
                        <a:t>主要内容</a:t>
                      </a:r>
                      <a:endParaRPr lang="zh-CN" sz="1600" kern="100" dirty="0">
                        <a:effectLst/>
                        <a:latin typeface="微软雅黑" panose="020B0503020204020204" pitchFamily="34" charset="-122"/>
                        <a:ea typeface="微软雅黑" panose="020B0503020204020204" pitchFamily="34" charset="-122"/>
                        <a:cs typeface="宋体" panose="02010600030101010101" pitchFamily="2" charset="-122"/>
                      </a:endParaRPr>
                    </a:p>
                  </a:txBody>
                  <a:tcPr marL="17780" marR="17780" marT="0" marB="0" anchor="ctr"/>
                </a:tc>
              </a:tr>
              <a:tr h="502580">
                <a:tc>
                  <a:txBody>
                    <a:bodyPr/>
                    <a:lstStyle/>
                    <a:p>
                      <a:pPr algn="ctr">
                        <a:lnSpc>
                          <a:spcPct val="100000"/>
                        </a:lnSpc>
                        <a:spcBef>
                          <a:spcPts val="0"/>
                        </a:spcBef>
                        <a:spcAft>
                          <a:spcPts val="0"/>
                        </a:spcAft>
                      </a:pPr>
                      <a:r>
                        <a:rPr lang="zh-CN" sz="1600" kern="100" dirty="0">
                          <a:effectLst/>
                        </a:rPr>
                        <a:t>人口</a:t>
                      </a:r>
                      <a:endParaRPr lang="zh-CN" sz="1600" kern="100" dirty="0">
                        <a:effectLst/>
                        <a:latin typeface="微软雅黑" panose="020B0503020204020204" pitchFamily="34" charset="-122"/>
                        <a:ea typeface="微软雅黑" panose="020B0503020204020204" pitchFamily="34" charset="-122"/>
                        <a:cs typeface="宋体" panose="02010600030101010101" pitchFamily="2" charset="-122"/>
                      </a:endParaRPr>
                    </a:p>
                  </a:txBody>
                  <a:tcPr marL="17780" marR="17780" marT="0" marB="0" anchor="ctr"/>
                </a:tc>
                <a:tc>
                  <a:txBody>
                    <a:bodyPr/>
                    <a:lstStyle/>
                    <a:p>
                      <a:pPr algn="ctr">
                        <a:lnSpc>
                          <a:spcPct val="100000"/>
                        </a:lnSpc>
                        <a:spcBef>
                          <a:spcPts val="0"/>
                        </a:spcBef>
                        <a:spcAft>
                          <a:spcPts val="0"/>
                        </a:spcAft>
                      </a:pPr>
                      <a:r>
                        <a:rPr lang="zh-CN" sz="1600" kern="100" dirty="0">
                          <a:effectLst/>
                        </a:rPr>
                        <a:t>人口的地理分布、就业水平、收入水平、年龄、文化差别等</a:t>
                      </a:r>
                      <a:endParaRPr lang="zh-CN" sz="1600" kern="100" dirty="0">
                        <a:solidFill>
                          <a:schemeClr val="bg1"/>
                        </a:solidFill>
                        <a:effectLst/>
                        <a:latin typeface="微软雅黑" panose="020B0503020204020204" pitchFamily="34" charset="-122"/>
                        <a:ea typeface="微软雅黑" panose="020B0503020204020204" pitchFamily="34" charset="-122"/>
                        <a:cs typeface="宋体" panose="02010600030101010101" pitchFamily="2" charset="-122"/>
                      </a:endParaRPr>
                    </a:p>
                  </a:txBody>
                  <a:tcPr marL="17780" marR="17780" marT="0" marB="0" anchor="ctr"/>
                </a:tc>
              </a:tr>
              <a:tr h="502580">
                <a:tc>
                  <a:txBody>
                    <a:bodyPr/>
                    <a:lstStyle/>
                    <a:p>
                      <a:pPr algn="ctr">
                        <a:lnSpc>
                          <a:spcPct val="100000"/>
                        </a:lnSpc>
                        <a:spcBef>
                          <a:spcPts val="0"/>
                        </a:spcBef>
                        <a:spcAft>
                          <a:spcPts val="0"/>
                        </a:spcAft>
                      </a:pPr>
                      <a:r>
                        <a:rPr lang="zh-CN" sz="1600" kern="100">
                          <a:effectLst/>
                        </a:rPr>
                        <a:t>经济</a:t>
                      </a:r>
                      <a:endParaRPr lang="zh-CN" sz="1600" kern="100">
                        <a:effectLst/>
                        <a:latin typeface="微软雅黑" panose="020B0503020204020204" pitchFamily="34" charset="-122"/>
                        <a:ea typeface="微软雅黑" panose="020B0503020204020204" pitchFamily="34" charset="-122"/>
                        <a:cs typeface="宋体" panose="02010600030101010101" pitchFamily="2" charset="-122"/>
                      </a:endParaRPr>
                    </a:p>
                  </a:txBody>
                  <a:tcPr marL="17780" marR="17780" marT="0" marB="0" anchor="ctr"/>
                </a:tc>
                <a:tc>
                  <a:txBody>
                    <a:bodyPr/>
                    <a:lstStyle/>
                    <a:p>
                      <a:pPr algn="ctr">
                        <a:lnSpc>
                          <a:spcPct val="100000"/>
                        </a:lnSpc>
                        <a:spcBef>
                          <a:spcPts val="0"/>
                        </a:spcBef>
                        <a:spcAft>
                          <a:spcPts val="0"/>
                        </a:spcAft>
                      </a:pPr>
                      <a:r>
                        <a:rPr lang="zh-CN" sz="1600" kern="100" dirty="0">
                          <a:effectLst/>
                        </a:rPr>
                        <a:t>增长率、政府收支、外贸收支及汇率、利率、通货膨胀率等</a:t>
                      </a:r>
                      <a:endParaRPr lang="zh-CN" sz="1600" kern="100" dirty="0">
                        <a:solidFill>
                          <a:schemeClr val="bg1"/>
                        </a:solidFill>
                        <a:effectLst/>
                        <a:latin typeface="微软雅黑" panose="020B0503020204020204" pitchFamily="34" charset="-122"/>
                        <a:ea typeface="微软雅黑" panose="020B0503020204020204" pitchFamily="34" charset="-122"/>
                        <a:cs typeface="宋体" panose="02010600030101010101" pitchFamily="2" charset="-122"/>
                      </a:endParaRPr>
                    </a:p>
                  </a:txBody>
                  <a:tcPr marL="17780" marR="17780" marT="0" marB="0" anchor="ctr"/>
                </a:tc>
              </a:tr>
              <a:tr h="502580">
                <a:tc>
                  <a:txBody>
                    <a:bodyPr/>
                    <a:lstStyle/>
                    <a:p>
                      <a:pPr algn="ctr">
                        <a:lnSpc>
                          <a:spcPct val="100000"/>
                        </a:lnSpc>
                        <a:spcBef>
                          <a:spcPts val="0"/>
                        </a:spcBef>
                        <a:spcAft>
                          <a:spcPts val="0"/>
                        </a:spcAft>
                      </a:pPr>
                      <a:r>
                        <a:rPr lang="zh-CN" sz="1600" kern="100">
                          <a:effectLst/>
                        </a:rPr>
                        <a:t>政策与法律</a:t>
                      </a:r>
                      <a:endParaRPr lang="zh-CN" sz="1600" kern="100">
                        <a:effectLst/>
                        <a:latin typeface="微软雅黑" panose="020B0503020204020204" pitchFamily="34" charset="-122"/>
                        <a:ea typeface="微软雅黑" panose="020B0503020204020204" pitchFamily="34" charset="-122"/>
                        <a:cs typeface="宋体" panose="02010600030101010101" pitchFamily="2" charset="-122"/>
                      </a:endParaRPr>
                    </a:p>
                  </a:txBody>
                  <a:tcPr marL="17780" marR="17780" marT="0" marB="0" anchor="ctr"/>
                </a:tc>
                <a:tc>
                  <a:txBody>
                    <a:bodyPr/>
                    <a:lstStyle/>
                    <a:p>
                      <a:pPr algn="ctr">
                        <a:lnSpc>
                          <a:spcPct val="100000"/>
                        </a:lnSpc>
                        <a:spcBef>
                          <a:spcPts val="0"/>
                        </a:spcBef>
                        <a:spcAft>
                          <a:spcPts val="0"/>
                        </a:spcAft>
                      </a:pPr>
                      <a:r>
                        <a:rPr lang="zh-CN" sz="1600" kern="100" dirty="0">
                          <a:effectLst/>
                        </a:rPr>
                        <a:t>环境保护、社会保障、反不正当竞争法以及国家的产业政策</a:t>
                      </a:r>
                      <a:endParaRPr lang="zh-CN" sz="1600" kern="100" dirty="0">
                        <a:solidFill>
                          <a:schemeClr val="bg1"/>
                        </a:solidFill>
                        <a:effectLst/>
                        <a:latin typeface="微软雅黑" panose="020B0503020204020204" pitchFamily="34" charset="-122"/>
                        <a:ea typeface="微软雅黑" panose="020B0503020204020204" pitchFamily="34" charset="-122"/>
                        <a:cs typeface="宋体" panose="02010600030101010101" pitchFamily="2" charset="-122"/>
                      </a:endParaRPr>
                    </a:p>
                  </a:txBody>
                  <a:tcPr marL="17780" marR="17780" marT="0" marB="0" anchor="ctr"/>
                </a:tc>
              </a:tr>
              <a:tr h="502580">
                <a:tc>
                  <a:txBody>
                    <a:bodyPr/>
                    <a:lstStyle/>
                    <a:p>
                      <a:pPr algn="ctr">
                        <a:lnSpc>
                          <a:spcPct val="100000"/>
                        </a:lnSpc>
                        <a:spcBef>
                          <a:spcPts val="0"/>
                        </a:spcBef>
                        <a:spcAft>
                          <a:spcPts val="0"/>
                        </a:spcAft>
                      </a:pPr>
                      <a:r>
                        <a:rPr lang="zh-CN" sz="1600" kern="100" dirty="0">
                          <a:effectLst/>
                        </a:rPr>
                        <a:t>社会与文化</a:t>
                      </a:r>
                      <a:endParaRPr lang="zh-CN" sz="1600" kern="100" dirty="0">
                        <a:effectLst/>
                        <a:latin typeface="微软雅黑" panose="020B0503020204020204" pitchFamily="34" charset="-122"/>
                        <a:ea typeface="微软雅黑" panose="020B0503020204020204" pitchFamily="34" charset="-122"/>
                        <a:cs typeface="宋体" panose="02010600030101010101" pitchFamily="2" charset="-122"/>
                      </a:endParaRPr>
                    </a:p>
                  </a:txBody>
                  <a:tcPr marL="17780" marR="17780" marT="0" marB="0" anchor="ctr"/>
                </a:tc>
                <a:tc>
                  <a:txBody>
                    <a:bodyPr/>
                    <a:lstStyle/>
                    <a:p>
                      <a:pPr algn="ctr">
                        <a:lnSpc>
                          <a:spcPct val="100000"/>
                        </a:lnSpc>
                        <a:spcBef>
                          <a:spcPts val="0"/>
                        </a:spcBef>
                        <a:spcAft>
                          <a:spcPts val="0"/>
                        </a:spcAft>
                      </a:pPr>
                      <a:r>
                        <a:rPr lang="zh-CN" sz="1600" kern="100" dirty="0">
                          <a:effectLst/>
                        </a:rPr>
                        <a:t>公民的环保意识、消费文化、就业观念、工作观念等</a:t>
                      </a:r>
                      <a:endParaRPr lang="zh-CN" sz="1600" b="0" kern="100" dirty="0">
                        <a:solidFill>
                          <a:schemeClr val="bg1"/>
                        </a:solidFill>
                        <a:effectLst/>
                        <a:latin typeface="微软雅黑" panose="020B0503020204020204" pitchFamily="34" charset="-122"/>
                        <a:ea typeface="微软雅黑" panose="020B0503020204020204" pitchFamily="34" charset="-122"/>
                        <a:cs typeface="宋体" panose="02010600030101010101" pitchFamily="2" charset="-122"/>
                      </a:endParaRPr>
                    </a:p>
                  </a:txBody>
                  <a:tcPr marL="17780" marR="17780" marT="0" marB="0" anchor="ctr"/>
                </a:tc>
              </a:tr>
              <a:tr h="502580">
                <a:tc>
                  <a:txBody>
                    <a:bodyPr/>
                    <a:lstStyle/>
                    <a:p>
                      <a:pPr algn="ctr">
                        <a:lnSpc>
                          <a:spcPct val="100000"/>
                        </a:lnSpc>
                        <a:spcBef>
                          <a:spcPts val="0"/>
                        </a:spcBef>
                        <a:spcAft>
                          <a:spcPts val="0"/>
                        </a:spcAft>
                      </a:pPr>
                      <a:r>
                        <a:rPr lang="zh-CN" sz="1600" kern="100" dirty="0">
                          <a:effectLst/>
                        </a:rPr>
                        <a:t>科学技术</a:t>
                      </a:r>
                      <a:endParaRPr lang="zh-CN" sz="1600" kern="100" dirty="0">
                        <a:effectLst/>
                        <a:latin typeface="微软雅黑" panose="020B0503020204020204" pitchFamily="34" charset="-122"/>
                        <a:ea typeface="微软雅黑" panose="020B0503020204020204" pitchFamily="34" charset="-122"/>
                        <a:cs typeface="宋体" panose="02010600030101010101" pitchFamily="2" charset="-122"/>
                      </a:endParaRPr>
                    </a:p>
                  </a:txBody>
                  <a:tcPr marL="17780" marR="17780" marT="0" marB="0" anchor="ctr"/>
                </a:tc>
                <a:tc>
                  <a:txBody>
                    <a:bodyPr/>
                    <a:lstStyle/>
                    <a:p>
                      <a:pPr algn="ctr">
                        <a:lnSpc>
                          <a:spcPct val="100000"/>
                        </a:lnSpc>
                        <a:spcBef>
                          <a:spcPts val="0"/>
                        </a:spcBef>
                        <a:spcAft>
                          <a:spcPts val="0"/>
                        </a:spcAft>
                      </a:pPr>
                      <a:r>
                        <a:rPr lang="zh-CN" sz="1600" kern="100" dirty="0">
                          <a:effectLst/>
                        </a:rPr>
                        <a:t>高新技术、工艺技术和基础研究的突破性进展</a:t>
                      </a:r>
                      <a:endParaRPr lang="zh-CN" sz="1600" kern="100" dirty="0">
                        <a:solidFill>
                          <a:schemeClr val="bg1"/>
                        </a:solidFill>
                        <a:effectLst/>
                        <a:latin typeface="微软雅黑" panose="020B0503020204020204" pitchFamily="34" charset="-122"/>
                        <a:ea typeface="微软雅黑" panose="020B0503020204020204" pitchFamily="34" charset="-122"/>
                        <a:cs typeface="宋体" panose="02010600030101010101" pitchFamily="2" charset="-122"/>
                      </a:endParaRPr>
                    </a:p>
                  </a:txBody>
                  <a:tcPr marL="17780" marR="17780" marT="0" marB="0" anchor="ctr"/>
                </a:tc>
              </a:tr>
            </a:tbl>
          </a:graphicData>
        </a:graphic>
      </p:graphicFrame>
      <p:sp>
        <p:nvSpPr>
          <p:cNvPr id="9" name="标题 1"/>
          <p:cNvSpPr txBox="1"/>
          <p:nvPr/>
        </p:nvSpPr>
        <p:spPr>
          <a:xfrm>
            <a:off x="107504" y="188640"/>
            <a:ext cx="7111703" cy="706923"/>
          </a:xfrm>
          <a:prstGeom prst="rect">
            <a:avLst/>
          </a:prstGeom>
        </p:spPr>
        <p:txBody>
          <a:bodyPr>
            <a:normAutofit/>
          </a:bodyPr>
          <a:lstStyle>
            <a:lvl1pPr algn="l" rtl="0" eaLnBrk="0" fontAlgn="base" hangingPunct="0">
              <a:spcBef>
                <a:spcPct val="0"/>
              </a:spcBef>
              <a:spcAft>
                <a:spcPct val="0"/>
              </a:spcAft>
              <a:defRPr sz="3600" kern="1200">
                <a:solidFill>
                  <a:schemeClr val="bg1"/>
                </a:solidFill>
                <a:latin typeface="黑体" panose="02010609060101010101" pitchFamily="49" charset="-122"/>
                <a:ea typeface="黑体" panose="02010609060101010101" pitchFamily="49" charset="-122"/>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r>
              <a:rPr lang="zh-CN" altLang="zh-CN" sz="3200" dirty="0"/>
              <a:t>二、环境分析的常用方法</a:t>
            </a:r>
            <a:endParaRPr lang="zh-CN" altLang="en-US" sz="3200" dirty="0"/>
          </a:p>
        </p:txBody>
      </p:sp>
      <p:sp>
        <p:nvSpPr>
          <p:cNvPr id="10" name="标题 1"/>
          <p:cNvSpPr txBox="1"/>
          <p:nvPr/>
        </p:nvSpPr>
        <p:spPr>
          <a:xfrm>
            <a:off x="251520" y="1193797"/>
            <a:ext cx="5755217" cy="77893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200" kern="1200">
                <a:solidFill>
                  <a:schemeClr val="tx1"/>
                </a:solidFill>
                <a:latin typeface="微软雅黑" panose="020B0503020204020204" pitchFamily="34" charset="-122"/>
                <a:ea typeface="微软雅黑" panose="020B0503020204020204" pitchFamily="34" charset="-122"/>
                <a:cs typeface="+mj-cs"/>
              </a:defRPr>
            </a:lvl1pPr>
          </a:lstStyle>
          <a:p>
            <a:pPr>
              <a:lnSpc>
                <a:spcPct val="100000"/>
              </a:lnSpc>
            </a:pPr>
            <a:r>
              <a:rPr lang="zh-CN" altLang="zh-CN" sz="2000" dirty="0"/>
              <a:t>（一）一般环境分析</a:t>
            </a:r>
            <a:r>
              <a:rPr lang="zh-CN" altLang="zh-CN" sz="2000" dirty="0" smtClean="0"/>
              <a:t>方法</a:t>
            </a:r>
            <a:r>
              <a:rPr lang="en-US" altLang="zh-CN" sz="2000" dirty="0" smtClean="0"/>
              <a:t>——PEST</a:t>
            </a:r>
            <a:endParaRPr lang="zh-CN" altLang="zh-CN" sz="2000" dirty="0"/>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546205" y="1838634"/>
            <a:ext cx="7886700" cy="726270"/>
          </a:xfrm>
        </p:spPr>
        <p:txBody>
          <a:bodyPr>
            <a:normAutofit/>
          </a:bodyPr>
          <a:lstStyle/>
          <a:p>
            <a:pPr marL="0" indent="457200">
              <a:spcBef>
                <a:spcPct val="0"/>
              </a:spcBef>
              <a:buNone/>
            </a:pPr>
            <a:r>
              <a:rPr lang="zh-CN" altLang="zh-CN" sz="1800" dirty="0" smtClean="0"/>
              <a:t>迈</a:t>
            </a:r>
            <a:r>
              <a:rPr lang="zh-CN" altLang="zh-CN" sz="1800" dirty="0"/>
              <a:t>克尔</a:t>
            </a:r>
            <a:r>
              <a:rPr lang="en-US" altLang="zh-CN" sz="1800" dirty="0"/>
              <a:t>·</a:t>
            </a:r>
            <a:r>
              <a:rPr lang="zh-CN" altLang="zh-CN" sz="1800" dirty="0"/>
              <a:t>波特发现，在企业经营环境中，能够经常为企业提供机会或产生威胁的因素主要有五种。</a:t>
            </a:r>
            <a:endParaRPr lang="zh-CN" altLang="en-US" sz="1800" dirty="0"/>
          </a:p>
        </p:txBody>
      </p:sp>
      <p:pic>
        <p:nvPicPr>
          <p:cNvPr id="5" name="图片 4" descr="Z:\mp\管理学0-图eps\eps\0403.tif"/>
          <p:cNvPicPr/>
          <p:nvPr/>
        </p:nvPicPr>
        <p:blipFill>
          <a:blip r:embed="rId1" cstate="print"/>
          <a:srcRect/>
          <a:stretch>
            <a:fillRect/>
          </a:stretch>
        </p:blipFill>
        <p:spPr bwMode="auto">
          <a:xfrm>
            <a:off x="1505371" y="2636912"/>
            <a:ext cx="6133258" cy="3622253"/>
          </a:xfrm>
          <a:prstGeom prst="rect">
            <a:avLst/>
          </a:prstGeom>
          <a:noFill/>
          <a:ln w="9525">
            <a:noFill/>
            <a:miter lim="800000"/>
            <a:headEnd/>
            <a:tailEnd/>
          </a:ln>
        </p:spPr>
      </p:pic>
      <p:sp>
        <p:nvSpPr>
          <p:cNvPr id="6" name="标题 1"/>
          <p:cNvSpPr txBox="1"/>
          <p:nvPr/>
        </p:nvSpPr>
        <p:spPr>
          <a:xfrm>
            <a:off x="107504" y="188640"/>
            <a:ext cx="7111703" cy="706923"/>
          </a:xfrm>
          <a:prstGeom prst="rect">
            <a:avLst/>
          </a:prstGeom>
        </p:spPr>
        <p:txBody>
          <a:bodyPr>
            <a:normAutofit/>
          </a:bodyPr>
          <a:lstStyle>
            <a:lvl1pPr algn="l" rtl="0" eaLnBrk="0" fontAlgn="base" hangingPunct="0">
              <a:spcBef>
                <a:spcPct val="0"/>
              </a:spcBef>
              <a:spcAft>
                <a:spcPct val="0"/>
              </a:spcAft>
              <a:defRPr sz="3600" kern="1200">
                <a:solidFill>
                  <a:schemeClr val="bg1"/>
                </a:solidFill>
                <a:latin typeface="黑体" panose="02010609060101010101" pitchFamily="49" charset="-122"/>
                <a:ea typeface="黑体" panose="02010609060101010101" pitchFamily="49" charset="-122"/>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r>
              <a:rPr lang="zh-CN" altLang="zh-CN" sz="3200" dirty="0"/>
              <a:t>二、环境分析的常用方法</a:t>
            </a:r>
            <a:endParaRPr lang="zh-CN" altLang="en-US" sz="3200" dirty="0"/>
          </a:p>
        </p:txBody>
      </p:sp>
      <p:sp>
        <p:nvSpPr>
          <p:cNvPr id="7" name="标题 1"/>
          <p:cNvSpPr txBox="1"/>
          <p:nvPr/>
        </p:nvSpPr>
        <p:spPr>
          <a:xfrm>
            <a:off x="251520" y="1193797"/>
            <a:ext cx="5755217" cy="77893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200" kern="1200">
                <a:solidFill>
                  <a:schemeClr val="tx1"/>
                </a:solidFill>
                <a:latin typeface="微软雅黑" panose="020B0503020204020204" pitchFamily="34" charset="-122"/>
                <a:ea typeface="微软雅黑" panose="020B0503020204020204" pitchFamily="34" charset="-122"/>
                <a:cs typeface="+mj-cs"/>
              </a:defRPr>
            </a:lvl1pPr>
          </a:lstStyle>
          <a:p>
            <a:pPr>
              <a:lnSpc>
                <a:spcPct val="100000"/>
              </a:lnSpc>
            </a:pPr>
            <a:r>
              <a:rPr lang="zh-CN" altLang="zh-CN" sz="2000" dirty="0"/>
              <a:t>（二）具体环境分析</a:t>
            </a:r>
            <a:r>
              <a:rPr lang="zh-CN" altLang="zh-CN" sz="2000" dirty="0" smtClean="0"/>
              <a:t>方法</a:t>
            </a:r>
            <a:r>
              <a:rPr lang="en-US" altLang="zh-CN" sz="2000" dirty="0" smtClean="0"/>
              <a:t>——</a:t>
            </a:r>
            <a:r>
              <a:rPr lang="zh-CN" altLang="en-US" sz="2000" dirty="0" smtClean="0"/>
              <a:t>波特五力模型</a:t>
            </a:r>
            <a:endParaRPr lang="zh-CN" altLang="zh-CN" sz="2000" dirty="0"/>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628650" y="1916832"/>
            <a:ext cx="7886700" cy="1008111"/>
          </a:xfrm>
        </p:spPr>
        <p:txBody>
          <a:bodyPr>
            <a:normAutofit/>
          </a:bodyPr>
          <a:lstStyle/>
          <a:p>
            <a:pPr marL="0" indent="457200">
              <a:lnSpc>
                <a:spcPct val="110000"/>
              </a:lnSpc>
              <a:spcBef>
                <a:spcPct val="0"/>
              </a:spcBef>
              <a:buNone/>
            </a:pPr>
            <a:r>
              <a:rPr lang="zh-CN" altLang="zh-CN" sz="1800" dirty="0">
                <a:solidFill>
                  <a:srgbClr val="C00000"/>
                </a:solidFill>
              </a:rPr>
              <a:t>潜在进入者，是指从进入障碍的角度来进行潜在竞争者</a:t>
            </a:r>
            <a:r>
              <a:rPr lang="zh-CN" altLang="zh-CN" sz="1800" dirty="0" smtClean="0">
                <a:solidFill>
                  <a:srgbClr val="C00000"/>
                </a:solidFill>
              </a:rPr>
              <a:t>分析</a:t>
            </a:r>
            <a:br>
              <a:rPr lang="zh-CN" altLang="zh-CN" sz="1800" dirty="0">
                <a:solidFill>
                  <a:srgbClr val="C00000"/>
                </a:solidFill>
              </a:rPr>
            </a:br>
            <a:endParaRPr lang="en-US" altLang="zh-CN" sz="1800" dirty="0" smtClean="0"/>
          </a:p>
        </p:txBody>
      </p:sp>
      <p:sp>
        <p:nvSpPr>
          <p:cNvPr id="4" name="标题 1"/>
          <p:cNvSpPr txBox="1"/>
          <p:nvPr/>
        </p:nvSpPr>
        <p:spPr>
          <a:xfrm>
            <a:off x="107504" y="188640"/>
            <a:ext cx="7111703" cy="706923"/>
          </a:xfrm>
          <a:prstGeom prst="rect">
            <a:avLst/>
          </a:prstGeom>
        </p:spPr>
        <p:txBody>
          <a:bodyPr>
            <a:normAutofit/>
          </a:bodyPr>
          <a:lstStyle>
            <a:lvl1pPr algn="l" rtl="0" eaLnBrk="0" fontAlgn="base" hangingPunct="0">
              <a:spcBef>
                <a:spcPct val="0"/>
              </a:spcBef>
              <a:spcAft>
                <a:spcPct val="0"/>
              </a:spcAft>
              <a:defRPr sz="3600" kern="1200">
                <a:solidFill>
                  <a:schemeClr val="bg1"/>
                </a:solidFill>
                <a:latin typeface="黑体" panose="02010609060101010101" pitchFamily="49" charset="-122"/>
                <a:ea typeface="黑体" panose="02010609060101010101" pitchFamily="49" charset="-122"/>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r>
              <a:rPr lang="zh-CN" altLang="zh-CN" sz="3200" dirty="0"/>
              <a:t>二、环境分析的常用方法</a:t>
            </a:r>
            <a:endParaRPr lang="zh-CN" altLang="en-US" sz="3200" dirty="0"/>
          </a:p>
        </p:txBody>
      </p:sp>
      <p:sp>
        <p:nvSpPr>
          <p:cNvPr id="6" name="标题 1"/>
          <p:cNvSpPr txBox="1"/>
          <p:nvPr/>
        </p:nvSpPr>
        <p:spPr>
          <a:xfrm>
            <a:off x="251520" y="1193797"/>
            <a:ext cx="5755217" cy="77893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200" kern="1200">
                <a:solidFill>
                  <a:schemeClr val="tx1"/>
                </a:solidFill>
                <a:latin typeface="微软雅黑" panose="020B0503020204020204" pitchFamily="34" charset="-122"/>
                <a:ea typeface="微软雅黑" panose="020B0503020204020204" pitchFamily="34" charset="-122"/>
                <a:cs typeface="+mj-cs"/>
              </a:defRPr>
            </a:lvl1pPr>
          </a:lstStyle>
          <a:p>
            <a:pPr>
              <a:lnSpc>
                <a:spcPct val="100000"/>
              </a:lnSpc>
            </a:pPr>
            <a:r>
              <a:rPr lang="zh-CN" altLang="zh-CN" sz="2000" dirty="0"/>
              <a:t>（二）具体环境分析</a:t>
            </a:r>
            <a:r>
              <a:rPr lang="zh-CN" altLang="zh-CN" sz="2000" dirty="0" smtClean="0"/>
              <a:t>方法</a:t>
            </a:r>
            <a:r>
              <a:rPr lang="en-US" altLang="zh-CN" sz="2000" dirty="0" smtClean="0"/>
              <a:t>——</a:t>
            </a:r>
            <a:r>
              <a:rPr lang="zh-CN" altLang="en-US" sz="2000" dirty="0" smtClean="0"/>
              <a:t>波特五力模型</a:t>
            </a:r>
            <a:endParaRPr lang="zh-CN" altLang="zh-CN" sz="2000" dirty="0"/>
          </a:p>
        </p:txBody>
      </p:sp>
      <p:pic>
        <p:nvPicPr>
          <p:cNvPr id="1026" name="Picture 2" descr="https://timgsa.baidu.com/timg?image&amp;quality=80&amp;size=b9999_10000&amp;sec=1547832443143&amp;di=4ce70fd7a8cdc202770857cc9dcc6b73&amp;imgtype=0&amp;src=http%3A%2F%2Fxqimg.imedao.com%2F1591b6371985f603fec166b1.jpg%2521custom.jp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979712" y="2695763"/>
            <a:ext cx="4572000" cy="2771776"/>
          </a:xfrm>
          <a:prstGeom prst="rect">
            <a:avLst/>
          </a:prstGeom>
          <a:noFill/>
          <a:extLst>
            <a:ext uri="{909E8E84-426E-40DD-AFC4-6F175D3DCCD1}">
              <a14:hiddenFill xmlns:a14="http://schemas.microsoft.com/office/drawing/2010/main">
                <a:solidFill>
                  <a:srgbClr val="FFFFFF"/>
                </a:solidFill>
              </a14:hiddenFill>
            </a:ext>
          </a:extLst>
        </p:spPr>
      </p:pic>
      <p:sp>
        <p:nvSpPr>
          <p:cNvPr id="8" name="内容占位符 2"/>
          <p:cNvSpPr txBox="1"/>
          <p:nvPr/>
        </p:nvSpPr>
        <p:spPr>
          <a:xfrm>
            <a:off x="628650" y="5589240"/>
            <a:ext cx="7886700" cy="1008111"/>
          </a:xfrm>
          <a:prstGeom prst="rect">
            <a:avLst/>
          </a:prstGeom>
        </p:spPr>
        <p:txBody>
          <a:bodyPr>
            <a:normAutofit/>
          </a:bodyPr>
          <a:lstStyle>
            <a:lvl1pPr marL="342900" indent="-342900" algn="l" rtl="0" eaLnBrk="0" fontAlgn="base" hangingPunct="0">
              <a:spcBef>
                <a:spcPct val="20000"/>
              </a:spcBef>
              <a:spcAft>
                <a:spcPct val="0"/>
              </a:spcAft>
              <a:buChar cha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C00000"/>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457200">
              <a:lnSpc>
                <a:spcPct val="110000"/>
              </a:lnSpc>
              <a:spcBef>
                <a:spcPct val="0"/>
              </a:spcBef>
              <a:buFontTx/>
              <a:buNone/>
            </a:pPr>
            <a:r>
              <a:rPr lang="zh-CN" altLang="zh-CN" sz="1800" dirty="0" smtClean="0"/>
              <a:t>进入障碍：行业外部的企业进入这一领域时必须付出的，而行业内企业无须再付出的一笔损失。</a:t>
            </a:r>
            <a:endParaRPr lang="en-US" altLang="zh-CN" sz="1800" dirty="0" smtClean="0"/>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628650" y="1916833"/>
            <a:ext cx="7886700" cy="657230"/>
          </a:xfrm>
        </p:spPr>
        <p:txBody>
          <a:bodyPr>
            <a:noAutofit/>
          </a:bodyPr>
          <a:lstStyle/>
          <a:p>
            <a:pPr marL="0" indent="457200">
              <a:lnSpc>
                <a:spcPct val="110000"/>
              </a:lnSpc>
              <a:spcBef>
                <a:spcPct val="0"/>
              </a:spcBef>
              <a:buNone/>
            </a:pPr>
            <a:r>
              <a:rPr lang="zh-CN" altLang="en-US" sz="1800" dirty="0">
                <a:solidFill>
                  <a:srgbClr val="C00000"/>
                </a:solidFill>
              </a:rPr>
              <a:t>替代产品，即识别替代</a:t>
            </a:r>
            <a:r>
              <a:rPr lang="zh-CN" altLang="en-US" sz="1800" dirty="0" smtClean="0">
                <a:solidFill>
                  <a:srgbClr val="C00000"/>
                </a:solidFill>
              </a:rPr>
              <a:t>威胁</a:t>
            </a:r>
            <a:br>
              <a:rPr lang="zh-CN" altLang="en-US" sz="1800" dirty="0">
                <a:solidFill>
                  <a:srgbClr val="C00000"/>
                </a:solidFill>
              </a:rPr>
            </a:br>
            <a:endParaRPr lang="zh-CN" altLang="en-US" sz="1800" dirty="0">
              <a:solidFill>
                <a:srgbClr val="C00000"/>
              </a:solidFill>
            </a:endParaRPr>
          </a:p>
        </p:txBody>
      </p:sp>
      <p:sp>
        <p:nvSpPr>
          <p:cNvPr id="4" name="标题 1"/>
          <p:cNvSpPr txBox="1"/>
          <p:nvPr/>
        </p:nvSpPr>
        <p:spPr>
          <a:xfrm>
            <a:off x="107504" y="188640"/>
            <a:ext cx="7111703" cy="706923"/>
          </a:xfrm>
          <a:prstGeom prst="rect">
            <a:avLst/>
          </a:prstGeom>
        </p:spPr>
        <p:txBody>
          <a:bodyPr>
            <a:normAutofit/>
          </a:bodyPr>
          <a:lstStyle>
            <a:lvl1pPr algn="l" rtl="0" eaLnBrk="0" fontAlgn="base" hangingPunct="0">
              <a:spcBef>
                <a:spcPct val="0"/>
              </a:spcBef>
              <a:spcAft>
                <a:spcPct val="0"/>
              </a:spcAft>
              <a:defRPr sz="3600" kern="1200">
                <a:solidFill>
                  <a:schemeClr val="bg1"/>
                </a:solidFill>
                <a:latin typeface="黑体" panose="02010609060101010101" pitchFamily="49" charset="-122"/>
                <a:ea typeface="黑体" panose="02010609060101010101" pitchFamily="49" charset="-122"/>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r>
              <a:rPr lang="zh-CN" altLang="zh-CN" sz="3200" dirty="0"/>
              <a:t>二、环境分析的常用方法</a:t>
            </a:r>
            <a:endParaRPr lang="zh-CN" altLang="en-US" sz="3200" dirty="0"/>
          </a:p>
        </p:txBody>
      </p:sp>
      <p:sp>
        <p:nvSpPr>
          <p:cNvPr id="6" name="标题 1"/>
          <p:cNvSpPr txBox="1"/>
          <p:nvPr/>
        </p:nvSpPr>
        <p:spPr>
          <a:xfrm>
            <a:off x="251520" y="1193797"/>
            <a:ext cx="5755217" cy="77893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200" kern="1200">
                <a:solidFill>
                  <a:schemeClr val="tx1"/>
                </a:solidFill>
                <a:latin typeface="微软雅黑" panose="020B0503020204020204" pitchFamily="34" charset="-122"/>
                <a:ea typeface="微软雅黑" panose="020B0503020204020204" pitchFamily="34" charset="-122"/>
                <a:cs typeface="+mj-cs"/>
              </a:defRPr>
            </a:lvl1pPr>
          </a:lstStyle>
          <a:p>
            <a:pPr>
              <a:lnSpc>
                <a:spcPct val="100000"/>
              </a:lnSpc>
            </a:pPr>
            <a:r>
              <a:rPr lang="zh-CN" altLang="zh-CN" sz="2000" dirty="0"/>
              <a:t>（二）具体环境分析</a:t>
            </a:r>
            <a:r>
              <a:rPr lang="zh-CN" altLang="zh-CN" sz="2000" dirty="0" smtClean="0"/>
              <a:t>方法</a:t>
            </a:r>
            <a:r>
              <a:rPr lang="en-US" altLang="zh-CN" sz="2000" dirty="0" smtClean="0"/>
              <a:t>——</a:t>
            </a:r>
            <a:r>
              <a:rPr lang="zh-CN" altLang="en-US" sz="2000" dirty="0" smtClean="0"/>
              <a:t>波特五力模型</a:t>
            </a:r>
            <a:endParaRPr lang="zh-CN" altLang="zh-CN" sz="2000" dirty="0"/>
          </a:p>
        </p:txBody>
      </p:sp>
      <p:sp>
        <p:nvSpPr>
          <p:cNvPr id="8" name="内容占位符 2"/>
          <p:cNvSpPr txBox="1"/>
          <p:nvPr/>
        </p:nvSpPr>
        <p:spPr>
          <a:xfrm>
            <a:off x="634685" y="5327244"/>
            <a:ext cx="7886700" cy="1008111"/>
          </a:xfrm>
          <a:prstGeom prst="rect">
            <a:avLst/>
          </a:prstGeom>
        </p:spPr>
        <p:txBody>
          <a:bodyPr>
            <a:normAutofit/>
          </a:bodyPr>
          <a:lstStyle>
            <a:lvl1pPr marL="342900" indent="-342900" algn="l" rtl="0" eaLnBrk="0" fontAlgn="base" hangingPunct="0">
              <a:spcBef>
                <a:spcPct val="20000"/>
              </a:spcBef>
              <a:spcAft>
                <a:spcPct val="0"/>
              </a:spcAft>
              <a:buChar cha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C00000"/>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457200">
              <a:lnSpc>
                <a:spcPct val="110000"/>
              </a:lnSpc>
              <a:spcBef>
                <a:spcPct val="0"/>
              </a:spcBef>
              <a:buFontTx/>
              <a:buNone/>
            </a:pPr>
            <a:r>
              <a:rPr lang="zh-CN" altLang="en-US" sz="1800" dirty="0"/>
              <a:t>短期看，一种产品的价格和性能都受到替代产品的限定；长期看，一种产品或行业的兴起有可能导致另一种产品或行业的消失。</a:t>
            </a:r>
            <a:endParaRPr lang="zh-CN" altLang="en-US" sz="1800" dirty="0"/>
          </a:p>
        </p:txBody>
      </p:sp>
      <p:pic>
        <p:nvPicPr>
          <p:cNvPr id="2050" name="Picture 2" descr="https://ss1.bdstatic.com/70cFvXSh_Q1YnxGkpoWK1HF6hhy/it/u=3656478771,321630988&amp;fm=26&amp;gp=0.jp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545587" y="2595260"/>
            <a:ext cx="3676861" cy="2448790"/>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descr="https://ss1.bdstatic.com/70cFvXSh_Q1YnxGkpoWK1HF6hhy/it/u=4267728048,3070626677&amp;fm=26&amp;gp=0.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722051" y="2595260"/>
            <a:ext cx="3799334" cy="244879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628650" y="1916833"/>
            <a:ext cx="7886700" cy="657230"/>
          </a:xfrm>
        </p:spPr>
        <p:txBody>
          <a:bodyPr>
            <a:normAutofit/>
          </a:bodyPr>
          <a:lstStyle/>
          <a:p>
            <a:pPr marL="0" indent="457200">
              <a:lnSpc>
                <a:spcPct val="110000"/>
              </a:lnSpc>
              <a:spcBef>
                <a:spcPct val="0"/>
              </a:spcBef>
              <a:buNone/>
            </a:pPr>
            <a:r>
              <a:rPr lang="zh-CN" altLang="en-US" sz="1800" dirty="0">
                <a:solidFill>
                  <a:srgbClr val="C00000"/>
                </a:solidFill>
              </a:rPr>
              <a:t>买方和卖方议价实力，即分析买方和卖方掌控交易价格的能力</a:t>
            </a:r>
            <a:endParaRPr lang="zh-CN" altLang="en-US" sz="1800" dirty="0">
              <a:solidFill>
                <a:srgbClr val="C00000"/>
              </a:solidFill>
            </a:endParaRPr>
          </a:p>
        </p:txBody>
      </p:sp>
      <p:sp>
        <p:nvSpPr>
          <p:cNvPr id="4" name="标题 1"/>
          <p:cNvSpPr txBox="1"/>
          <p:nvPr/>
        </p:nvSpPr>
        <p:spPr>
          <a:xfrm>
            <a:off x="107504" y="188640"/>
            <a:ext cx="7111703" cy="706923"/>
          </a:xfrm>
          <a:prstGeom prst="rect">
            <a:avLst/>
          </a:prstGeom>
        </p:spPr>
        <p:txBody>
          <a:bodyPr>
            <a:normAutofit/>
          </a:bodyPr>
          <a:lstStyle>
            <a:lvl1pPr algn="l" rtl="0" eaLnBrk="0" fontAlgn="base" hangingPunct="0">
              <a:spcBef>
                <a:spcPct val="0"/>
              </a:spcBef>
              <a:spcAft>
                <a:spcPct val="0"/>
              </a:spcAft>
              <a:defRPr sz="3600" kern="1200">
                <a:solidFill>
                  <a:schemeClr val="bg1"/>
                </a:solidFill>
                <a:latin typeface="黑体" panose="02010609060101010101" pitchFamily="49" charset="-122"/>
                <a:ea typeface="黑体" panose="02010609060101010101" pitchFamily="49" charset="-122"/>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r>
              <a:rPr lang="zh-CN" altLang="zh-CN" sz="3200" dirty="0"/>
              <a:t>二、环境分析的常用方法</a:t>
            </a:r>
            <a:endParaRPr lang="zh-CN" altLang="en-US" sz="3200" dirty="0"/>
          </a:p>
        </p:txBody>
      </p:sp>
      <p:sp>
        <p:nvSpPr>
          <p:cNvPr id="6" name="标题 1"/>
          <p:cNvSpPr txBox="1"/>
          <p:nvPr/>
        </p:nvSpPr>
        <p:spPr>
          <a:xfrm>
            <a:off x="251520" y="1193797"/>
            <a:ext cx="5755217" cy="77893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200" kern="1200">
                <a:solidFill>
                  <a:schemeClr val="tx1"/>
                </a:solidFill>
                <a:latin typeface="微软雅黑" panose="020B0503020204020204" pitchFamily="34" charset="-122"/>
                <a:ea typeface="微软雅黑" panose="020B0503020204020204" pitchFamily="34" charset="-122"/>
                <a:cs typeface="+mj-cs"/>
              </a:defRPr>
            </a:lvl1pPr>
          </a:lstStyle>
          <a:p>
            <a:pPr>
              <a:lnSpc>
                <a:spcPct val="100000"/>
              </a:lnSpc>
            </a:pPr>
            <a:r>
              <a:rPr lang="zh-CN" altLang="zh-CN" sz="2000" dirty="0"/>
              <a:t>（二）具体环境分析</a:t>
            </a:r>
            <a:r>
              <a:rPr lang="zh-CN" altLang="zh-CN" sz="2000" dirty="0" smtClean="0"/>
              <a:t>方法</a:t>
            </a:r>
            <a:r>
              <a:rPr lang="en-US" altLang="zh-CN" sz="2000" dirty="0" smtClean="0"/>
              <a:t>——</a:t>
            </a:r>
            <a:r>
              <a:rPr lang="zh-CN" altLang="en-US" sz="2000" dirty="0" smtClean="0"/>
              <a:t>波特五力模型</a:t>
            </a:r>
            <a:endParaRPr lang="zh-CN" altLang="zh-CN" sz="2000" dirty="0"/>
          </a:p>
        </p:txBody>
      </p:sp>
      <p:sp>
        <p:nvSpPr>
          <p:cNvPr id="8" name="内容占位符 2"/>
          <p:cNvSpPr txBox="1"/>
          <p:nvPr/>
        </p:nvSpPr>
        <p:spPr>
          <a:xfrm>
            <a:off x="634685" y="5327244"/>
            <a:ext cx="7886700" cy="1008111"/>
          </a:xfrm>
          <a:prstGeom prst="rect">
            <a:avLst/>
          </a:prstGeom>
        </p:spPr>
        <p:txBody>
          <a:bodyPr>
            <a:normAutofit/>
          </a:bodyPr>
          <a:lstStyle>
            <a:lvl1pPr marL="342900" indent="-342900" algn="l" rtl="0" eaLnBrk="0" fontAlgn="base" hangingPunct="0">
              <a:spcBef>
                <a:spcPct val="20000"/>
              </a:spcBef>
              <a:spcAft>
                <a:spcPct val="0"/>
              </a:spcAft>
              <a:buChar cha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C00000"/>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457200">
              <a:lnSpc>
                <a:spcPct val="110000"/>
              </a:lnSpc>
              <a:spcBef>
                <a:spcPct val="0"/>
              </a:spcBef>
              <a:buFontTx/>
              <a:buNone/>
            </a:pPr>
            <a:r>
              <a:rPr lang="zh-CN" altLang="en-US" sz="1800" dirty="0"/>
              <a:t>交易双方在交易过程中总希望争得对自己有利的价格，而价格的变化使一方获得超额收益的同时，直接导致另一方的</a:t>
            </a:r>
            <a:r>
              <a:rPr lang="zh-CN" altLang="en-US" sz="1800" dirty="0" smtClean="0"/>
              <a:t>损失。</a:t>
            </a:r>
            <a:endParaRPr lang="zh-CN" altLang="en-US" sz="1800" dirty="0"/>
          </a:p>
        </p:txBody>
      </p:sp>
      <p:pic>
        <p:nvPicPr>
          <p:cNvPr id="2054" name="Picture 6" descr="https://ss0.bdstatic.com/70cFuHSh_Q1YnxGkpoWK1HF6hhy/it/u=4259331728,377175258&amp;fm=26&amp;gp=0.jp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628650" y="2595260"/>
            <a:ext cx="3600400" cy="2448790"/>
          </a:xfrm>
          <a:prstGeom prst="rect">
            <a:avLst/>
          </a:prstGeom>
          <a:noFill/>
          <a:extLst>
            <a:ext uri="{909E8E84-426E-40DD-AFC4-6F175D3DCCD1}">
              <a14:hiddenFill xmlns:a14="http://schemas.microsoft.com/office/drawing/2010/main">
                <a:solidFill>
                  <a:srgbClr val="FFFFFF"/>
                </a:solidFill>
              </a14:hiddenFill>
            </a:ext>
          </a:extLst>
        </p:spPr>
      </p:pic>
      <p:pic>
        <p:nvPicPr>
          <p:cNvPr id="2056" name="Picture 8" descr="https://ss0.bdstatic.com/70cFuHSh_Q1YnxGkpoWK1HF6hhy/it/u=1185935664,2294797822&amp;fm=26&amp;gp=0.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644008" y="2574064"/>
            <a:ext cx="3600399" cy="2469986"/>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628650" y="1916833"/>
            <a:ext cx="7886700" cy="657230"/>
          </a:xfrm>
        </p:spPr>
        <p:txBody>
          <a:bodyPr>
            <a:normAutofit/>
          </a:bodyPr>
          <a:lstStyle/>
          <a:p>
            <a:pPr marL="0" indent="457200">
              <a:lnSpc>
                <a:spcPct val="110000"/>
              </a:lnSpc>
              <a:spcBef>
                <a:spcPct val="0"/>
              </a:spcBef>
              <a:buNone/>
            </a:pPr>
            <a:r>
              <a:rPr lang="zh-CN" altLang="zh-CN" sz="1800" dirty="0">
                <a:solidFill>
                  <a:srgbClr val="C00000"/>
                </a:solidFill>
              </a:rPr>
              <a:t>行业竞争者，即对现有竞争对手的分析</a:t>
            </a:r>
            <a:endParaRPr lang="zh-CN" altLang="en-US" sz="1800" dirty="0">
              <a:solidFill>
                <a:srgbClr val="C00000"/>
              </a:solidFill>
            </a:endParaRPr>
          </a:p>
        </p:txBody>
      </p:sp>
      <p:sp>
        <p:nvSpPr>
          <p:cNvPr id="4" name="标题 1"/>
          <p:cNvSpPr txBox="1"/>
          <p:nvPr/>
        </p:nvSpPr>
        <p:spPr>
          <a:xfrm>
            <a:off x="107504" y="188640"/>
            <a:ext cx="7111703" cy="706923"/>
          </a:xfrm>
          <a:prstGeom prst="rect">
            <a:avLst/>
          </a:prstGeom>
        </p:spPr>
        <p:txBody>
          <a:bodyPr>
            <a:normAutofit/>
          </a:bodyPr>
          <a:lstStyle>
            <a:lvl1pPr algn="l" rtl="0" eaLnBrk="0" fontAlgn="base" hangingPunct="0">
              <a:spcBef>
                <a:spcPct val="0"/>
              </a:spcBef>
              <a:spcAft>
                <a:spcPct val="0"/>
              </a:spcAft>
              <a:defRPr sz="3600" kern="1200">
                <a:solidFill>
                  <a:schemeClr val="bg1"/>
                </a:solidFill>
                <a:latin typeface="黑体" panose="02010609060101010101" pitchFamily="49" charset="-122"/>
                <a:ea typeface="黑体" panose="02010609060101010101" pitchFamily="49" charset="-122"/>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r>
              <a:rPr lang="zh-CN" altLang="zh-CN" sz="3200" dirty="0"/>
              <a:t>二、环境分析的常用方法</a:t>
            </a:r>
            <a:endParaRPr lang="zh-CN" altLang="en-US" sz="3200" dirty="0"/>
          </a:p>
        </p:txBody>
      </p:sp>
      <p:sp>
        <p:nvSpPr>
          <p:cNvPr id="6" name="标题 1"/>
          <p:cNvSpPr txBox="1"/>
          <p:nvPr/>
        </p:nvSpPr>
        <p:spPr>
          <a:xfrm>
            <a:off x="251520" y="1193797"/>
            <a:ext cx="5755217" cy="77893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200" kern="1200">
                <a:solidFill>
                  <a:schemeClr val="tx1"/>
                </a:solidFill>
                <a:latin typeface="微软雅黑" panose="020B0503020204020204" pitchFamily="34" charset="-122"/>
                <a:ea typeface="微软雅黑" panose="020B0503020204020204" pitchFamily="34" charset="-122"/>
                <a:cs typeface="+mj-cs"/>
              </a:defRPr>
            </a:lvl1pPr>
          </a:lstStyle>
          <a:p>
            <a:pPr>
              <a:lnSpc>
                <a:spcPct val="100000"/>
              </a:lnSpc>
            </a:pPr>
            <a:r>
              <a:rPr lang="zh-CN" altLang="zh-CN" sz="2000" dirty="0"/>
              <a:t>（二）具体环境分析</a:t>
            </a:r>
            <a:r>
              <a:rPr lang="zh-CN" altLang="zh-CN" sz="2000" dirty="0" smtClean="0"/>
              <a:t>方法</a:t>
            </a:r>
            <a:r>
              <a:rPr lang="en-US" altLang="zh-CN" sz="2000" dirty="0" smtClean="0"/>
              <a:t>——</a:t>
            </a:r>
            <a:r>
              <a:rPr lang="zh-CN" altLang="en-US" sz="2000" dirty="0" smtClean="0"/>
              <a:t>波特五力模型</a:t>
            </a:r>
            <a:endParaRPr lang="zh-CN" altLang="zh-CN" sz="2000" dirty="0"/>
          </a:p>
        </p:txBody>
      </p:sp>
      <p:sp>
        <p:nvSpPr>
          <p:cNvPr id="8" name="内容占位符 2"/>
          <p:cNvSpPr txBox="1"/>
          <p:nvPr/>
        </p:nvSpPr>
        <p:spPr>
          <a:xfrm>
            <a:off x="634685" y="5327244"/>
            <a:ext cx="7886700" cy="1008111"/>
          </a:xfrm>
          <a:prstGeom prst="rect">
            <a:avLst/>
          </a:prstGeom>
        </p:spPr>
        <p:txBody>
          <a:bodyPr>
            <a:normAutofit/>
          </a:bodyPr>
          <a:lstStyle>
            <a:lvl1pPr marL="342900" indent="-342900" algn="l" rtl="0" eaLnBrk="0" fontAlgn="base" hangingPunct="0">
              <a:spcBef>
                <a:spcPct val="20000"/>
              </a:spcBef>
              <a:spcAft>
                <a:spcPct val="0"/>
              </a:spcAft>
              <a:buChar cha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C00000"/>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457200">
              <a:lnSpc>
                <a:spcPct val="110000"/>
              </a:lnSpc>
              <a:spcBef>
                <a:spcPct val="0"/>
              </a:spcBef>
              <a:buFontTx/>
              <a:buNone/>
            </a:pPr>
            <a:r>
              <a:rPr lang="zh-CN" altLang="en-US" sz="1800" dirty="0"/>
              <a:t>对行业内部要分析主要竞争者的基本情况、对本企业构成威胁的原因以及分析竞争对手的发展动向。</a:t>
            </a:r>
            <a:endParaRPr lang="zh-CN" altLang="en-US" sz="1800" dirty="0"/>
          </a:p>
        </p:txBody>
      </p:sp>
      <p:pic>
        <p:nvPicPr>
          <p:cNvPr id="4098" name="Picture 2" descr="https://ss0.bdstatic.com/70cFvHSh_Q1YnxGkpoWK1HF6hhy/it/u=2259022396,2794134342&amp;fm=26&amp;gp=0.jp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452687" y="2602273"/>
            <a:ext cx="4238625" cy="26289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1"/>
          <p:cNvSpPr txBox="1"/>
          <p:nvPr/>
        </p:nvSpPr>
        <p:spPr>
          <a:xfrm>
            <a:off x="467544" y="1851620"/>
            <a:ext cx="7111703" cy="706923"/>
          </a:xfrm>
          <a:prstGeom prst="rect">
            <a:avLst/>
          </a:prstGeom>
        </p:spPr>
        <p:txBody>
          <a:bodyPr>
            <a:normAutofit/>
          </a:bodyPr>
          <a:lstStyle>
            <a:lvl1pPr algn="l" rtl="0" eaLnBrk="0" fontAlgn="base" hangingPunct="0">
              <a:spcBef>
                <a:spcPct val="0"/>
              </a:spcBef>
              <a:spcAft>
                <a:spcPct val="0"/>
              </a:spcAft>
              <a:defRPr sz="3600" kern="1200">
                <a:solidFill>
                  <a:schemeClr val="bg1"/>
                </a:solidFill>
                <a:latin typeface="黑体" panose="02010609060101010101" pitchFamily="49" charset="-122"/>
                <a:ea typeface="黑体" panose="02010609060101010101" pitchFamily="49" charset="-122"/>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endParaRPr lang="zh-CN" altLang="en-US" sz="3200" dirty="0"/>
          </a:p>
        </p:txBody>
      </p:sp>
      <p:sp>
        <p:nvSpPr>
          <p:cNvPr id="10" name="标题 1"/>
          <p:cNvSpPr txBox="1"/>
          <p:nvPr/>
        </p:nvSpPr>
        <p:spPr>
          <a:xfrm>
            <a:off x="107504" y="188640"/>
            <a:ext cx="7111703" cy="706923"/>
          </a:xfrm>
          <a:prstGeom prst="rect">
            <a:avLst/>
          </a:prstGeom>
        </p:spPr>
        <p:txBody>
          <a:bodyPr>
            <a:normAutofit/>
          </a:bodyPr>
          <a:lstStyle>
            <a:lvl1pPr algn="l" rtl="0" eaLnBrk="0" fontAlgn="base" hangingPunct="0">
              <a:spcBef>
                <a:spcPct val="0"/>
              </a:spcBef>
              <a:spcAft>
                <a:spcPct val="0"/>
              </a:spcAft>
              <a:defRPr sz="3600" kern="1200">
                <a:solidFill>
                  <a:schemeClr val="bg1"/>
                </a:solidFill>
                <a:latin typeface="黑体" panose="02010609060101010101" pitchFamily="49" charset="-122"/>
                <a:ea typeface="黑体" panose="02010609060101010101" pitchFamily="49" charset="-122"/>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r>
              <a:rPr lang="zh-CN" altLang="zh-CN" sz="3200" dirty="0"/>
              <a:t>二、环境分析的常用方法</a:t>
            </a:r>
            <a:endParaRPr lang="zh-CN" altLang="en-US" sz="3200" dirty="0"/>
          </a:p>
        </p:txBody>
      </p:sp>
      <p:sp>
        <p:nvSpPr>
          <p:cNvPr id="11" name="标题 1"/>
          <p:cNvSpPr txBox="1"/>
          <p:nvPr/>
        </p:nvSpPr>
        <p:spPr>
          <a:xfrm>
            <a:off x="251520" y="1193797"/>
            <a:ext cx="6912768" cy="77893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200" kern="1200">
                <a:solidFill>
                  <a:schemeClr val="tx1"/>
                </a:solidFill>
                <a:latin typeface="微软雅黑" panose="020B0503020204020204" pitchFamily="34" charset="-122"/>
                <a:ea typeface="微软雅黑" panose="020B0503020204020204" pitchFamily="34" charset="-122"/>
                <a:cs typeface="+mj-cs"/>
              </a:defRPr>
            </a:lvl1pPr>
          </a:lstStyle>
          <a:p>
            <a:pPr>
              <a:lnSpc>
                <a:spcPct val="100000"/>
              </a:lnSpc>
            </a:pPr>
            <a:r>
              <a:rPr lang="zh-CN" altLang="zh-CN" sz="2000" dirty="0"/>
              <a:t>（三）内外部环境综合分析</a:t>
            </a:r>
            <a:r>
              <a:rPr lang="zh-CN" altLang="zh-CN" sz="2000" dirty="0" smtClean="0"/>
              <a:t>方法</a:t>
            </a:r>
            <a:r>
              <a:rPr lang="en-US" altLang="zh-CN" sz="2000" dirty="0" smtClean="0"/>
              <a:t>——SWOT</a:t>
            </a:r>
            <a:r>
              <a:rPr lang="zh-CN" altLang="en-US" sz="2000" dirty="0" smtClean="0"/>
              <a:t>分析法</a:t>
            </a:r>
            <a:endParaRPr lang="zh-CN" altLang="en-US" sz="2000" dirty="0"/>
          </a:p>
        </p:txBody>
      </p:sp>
      <p:sp>
        <p:nvSpPr>
          <p:cNvPr id="12" name="内容占位符 2"/>
          <p:cNvSpPr txBox="1"/>
          <p:nvPr/>
        </p:nvSpPr>
        <p:spPr>
          <a:xfrm>
            <a:off x="628650" y="1916833"/>
            <a:ext cx="7886700" cy="922026"/>
          </a:xfrm>
          <a:prstGeom prst="rect">
            <a:avLst/>
          </a:prstGeom>
        </p:spPr>
        <p:txBody>
          <a:bodyPr>
            <a:normAutofit/>
          </a:bodyPr>
          <a:lstStyle>
            <a:lvl1pPr marL="342900" indent="-342900" algn="l" rtl="0" eaLnBrk="0" fontAlgn="base" hangingPunct="0">
              <a:spcBef>
                <a:spcPct val="20000"/>
              </a:spcBef>
              <a:spcAft>
                <a:spcPct val="0"/>
              </a:spcAft>
              <a:buChar cha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C00000"/>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457200">
              <a:lnSpc>
                <a:spcPct val="120000"/>
              </a:lnSpc>
              <a:spcBef>
                <a:spcPct val="0"/>
              </a:spcBef>
              <a:buFontTx/>
              <a:buNone/>
            </a:pPr>
            <a:r>
              <a:rPr lang="en-US" altLang="zh-CN" sz="1800" dirty="0">
                <a:latin typeface="微软雅黑" panose="020B0503020204020204" pitchFamily="34" charset="-122"/>
                <a:ea typeface="微软雅黑" panose="020B0503020204020204" pitchFamily="34" charset="-122"/>
              </a:rPr>
              <a:t>SWOT </a:t>
            </a:r>
            <a:r>
              <a:rPr lang="zh-CN" altLang="en-US" sz="1800" dirty="0">
                <a:latin typeface="微软雅黑" panose="020B0503020204020204" pitchFamily="34" charset="-122"/>
                <a:ea typeface="微软雅黑" panose="020B0503020204020204" pitchFamily="34" charset="-122"/>
              </a:rPr>
              <a:t>分析是最常用的内外部环境综合分析技术，是由哈佛大学的安德鲁斯等人提出的一种分析方法。</a:t>
            </a:r>
            <a:endParaRPr lang="zh-CN" altLang="en-US" sz="1800" dirty="0"/>
          </a:p>
        </p:txBody>
      </p:sp>
      <p:pic>
        <p:nvPicPr>
          <p:cNvPr id="8194" name="Picture 2" descr="https://timgsa.baidu.com/timg?image&amp;quality=80&amp;size=b9999_10000&amp;sec=1547833117921&amp;di=c6fdf1198a4a35abefa617a7ba042e57&amp;imgtype=0&amp;src=http%3A%2F%2Fpic.baike.soso.com%2Fp%2F20140429%2F20140429143228-1685924268.jp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435119" y="2838859"/>
            <a:ext cx="4273763" cy="3684039"/>
          </a:xfrm>
          <a:prstGeom prst="rect">
            <a:avLst/>
          </a:prstGeom>
          <a:noFill/>
          <a:effectLst>
            <a:softEdge rad="63500"/>
          </a:effectLst>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1"/>
          <p:cNvSpPr txBox="1"/>
          <p:nvPr/>
        </p:nvSpPr>
        <p:spPr>
          <a:xfrm>
            <a:off x="107504" y="188640"/>
            <a:ext cx="7111703" cy="706923"/>
          </a:xfrm>
          <a:prstGeom prst="rect">
            <a:avLst/>
          </a:prstGeom>
        </p:spPr>
        <p:txBody>
          <a:bodyPr>
            <a:normAutofit/>
          </a:bodyPr>
          <a:lstStyle>
            <a:lvl1pPr algn="l" rtl="0" eaLnBrk="0" fontAlgn="base" hangingPunct="0">
              <a:spcBef>
                <a:spcPct val="0"/>
              </a:spcBef>
              <a:spcAft>
                <a:spcPct val="0"/>
              </a:spcAft>
              <a:defRPr sz="3600" kern="1200">
                <a:solidFill>
                  <a:schemeClr val="bg1"/>
                </a:solidFill>
                <a:latin typeface="黑体" panose="02010609060101010101" pitchFamily="49" charset="-122"/>
                <a:ea typeface="黑体" panose="02010609060101010101" pitchFamily="49" charset="-122"/>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r>
              <a:rPr lang="zh-CN" altLang="zh-CN" sz="3200" dirty="0"/>
              <a:t>二、环境分析的常用方法</a:t>
            </a:r>
            <a:endParaRPr lang="zh-CN" altLang="en-US" sz="3200" dirty="0"/>
          </a:p>
        </p:txBody>
      </p:sp>
      <p:sp>
        <p:nvSpPr>
          <p:cNvPr id="10" name="标题 1"/>
          <p:cNvSpPr txBox="1"/>
          <p:nvPr/>
        </p:nvSpPr>
        <p:spPr>
          <a:xfrm>
            <a:off x="251520" y="1193797"/>
            <a:ext cx="6912768" cy="77893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200" kern="1200">
                <a:solidFill>
                  <a:schemeClr val="tx1"/>
                </a:solidFill>
                <a:latin typeface="微软雅黑" panose="020B0503020204020204" pitchFamily="34" charset="-122"/>
                <a:ea typeface="微软雅黑" panose="020B0503020204020204" pitchFamily="34" charset="-122"/>
                <a:cs typeface="+mj-cs"/>
              </a:defRPr>
            </a:lvl1pPr>
          </a:lstStyle>
          <a:p>
            <a:pPr>
              <a:lnSpc>
                <a:spcPct val="100000"/>
              </a:lnSpc>
            </a:pPr>
            <a:r>
              <a:rPr lang="zh-CN" altLang="zh-CN" sz="2000" dirty="0"/>
              <a:t>（四）针对环境变化的分析</a:t>
            </a:r>
            <a:r>
              <a:rPr lang="zh-CN" altLang="zh-CN" sz="2000" dirty="0" smtClean="0"/>
              <a:t>方法</a:t>
            </a:r>
            <a:r>
              <a:rPr lang="en-US" altLang="zh-CN" sz="2000" dirty="0" smtClean="0"/>
              <a:t>——</a:t>
            </a:r>
            <a:r>
              <a:rPr lang="zh-CN" altLang="en-US" sz="2000" dirty="0" smtClean="0"/>
              <a:t>情境分析法</a:t>
            </a:r>
            <a:endParaRPr lang="zh-CN" altLang="en-US" sz="2000" dirty="0"/>
          </a:p>
        </p:txBody>
      </p:sp>
      <p:sp>
        <p:nvSpPr>
          <p:cNvPr id="11" name="内容占位符 2"/>
          <p:cNvSpPr txBox="1"/>
          <p:nvPr/>
        </p:nvSpPr>
        <p:spPr>
          <a:xfrm>
            <a:off x="628650" y="1916832"/>
            <a:ext cx="7886700" cy="1512168"/>
          </a:xfrm>
          <a:prstGeom prst="rect">
            <a:avLst/>
          </a:prstGeom>
        </p:spPr>
        <p:txBody>
          <a:bodyPr>
            <a:normAutofit/>
          </a:bodyPr>
          <a:lstStyle>
            <a:lvl1pPr marL="342900" indent="-342900" algn="l" rtl="0" eaLnBrk="0" fontAlgn="base" hangingPunct="0">
              <a:spcBef>
                <a:spcPct val="20000"/>
              </a:spcBef>
              <a:spcAft>
                <a:spcPct val="0"/>
              </a:spcAft>
              <a:buChar cha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C00000"/>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457200">
              <a:spcBef>
                <a:spcPct val="0"/>
              </a:spcBef>
              <a:buFontTx/>
              <a:buNone/>
            </a:pPr>
            <a:r>
              <a:rPr lang="zh-CN" altLang="en-US" sz="1800" dirty="0">
                <a:latin typeface="微软雅黑" panose="020B0503020204020204" pitchFamily="34" charset="-122"/>
                <a:ea typeface="微软雅黑" panose="020B0503020204020204" pitchFamily="34" charset="-122"/>
              </a:rPr>
              <a:t>在环境分析中，一种或一组情况也可被称为一个脚本；在组织各项决策中，一个脚本就是一个决策方案。显然，方案脚本以环境脚本为基础，即先形成环境脚本，再根据环境脚本形成决策的方案脚本。</a:t>
            </a:r>
            <a:endParaRPr lang="zh-CN" altLang="en-US" sz="1800" dirty="0">
              <a:latin typeface="微软雅黑" panose="020B0503020204020204" pitchFamily="34" charset="-122"/>
              <a:ea typeface="微软雅黑" panose="020B0503020204020204" pitchFamily="34" charset="-122"/>
            </a:endParaRPr>
          </a:p>
        </p:txBody>
      </p:sp>
      <p:graphicFrame>
        <p:nvGraphicFramePr>
          <p:cNvPr id="12" name="图示 11"/>
          <p:cNvGraphicFramePr/>
          <p:nvPr/>
        </p:nvGraphicFramePr>
        <p:xfrm>
          <a:off x="1016148" y="2695764"/>
          <a:ext cx="7228259" cy="3829582"/>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1"/>
          <p:cNvSpPr txBox="1"/>
          <p:nvPr/>
        </p:nvSpPr>
        <p:spPr>
          <a:xfrm>
            <a:off x="107504" y="188640"/>
            <a:ext cx="7111703" cy="706923"/>
          </a:xfrm>
          <a:prstGeom prst="rect">
            <a:avLst/>
          </a:prstGeom>
        </p:spPr>
        <p:txBody>
          <a:bodyPr>
            <a:normAutofit/>
          </a:bodyPr>
          <a:lstStyle>
            <a:lvl1pPr algn="l" rtl="0" eaLnBrk="0" fontAlgn="base" hangingPunct="0">
              <a:spcBef>
                <a:spcPct val="0"/>
              </a:spcBef>
              <a:spcAft>
                <a:spcPct val="0"/>
              </a:spcAft>
              <a:defRPr sz="3600" kern="1200">
                <a:solidFill>
                  <a:schemeClr val="bg1"/>
                </a:solidFill>
                <a:latin typeface="黑体" panose="02010609060101010101" pitchFamily="49" charset="-122"/>
                <a:ea typeface="黑体" panose="02010609060101010101" pitchFamily="49" charset="-122"/>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r>
              <a:rPr lang="zh-CN" altLang="zh-CN" dirty="0"/>
              <a:t>第二节</a:t>
            </a:r>
            <a:r>
              <a:rPr lang="en-US" altLang="zh-CN" dirty="0"/>
              <a:t>  </a:t>
            </a:r>
            <a:r>
              <a:rPr lang="zh-CN" altLang="zh-CN" dirty="0"/>
              <a:t>理性决策与非理性决策</a:t>
            </a:r>
            <a:endParaRPr lang="zh-CN" altLang="en-US" dirty="0"/>
          </a:p>
        </p:txBody>
      </p:sp>
      <p:graphicFrame>
        <p:nvGraphicFramePr>
          <p:cNvPr id="2" name="图示 1"/>
          <p:cNvGraphicFramePr/>
          <p:nvPr/>
        </p:nvGraphicFramePr>
        <p:xfrm>
          <a:off x="929680" y="895563"/>
          <a:ext cx="7284640" cy="4840312"/>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1"/>
          <p:cNvSpPr txBox="1"/>
          <p:nvPr/>
        </p:nvSpPr>
        <p:spPr>
          <a:xfrm>
            <a:off x="107504" y="188640"/>
            <a:ext cx="7111703" cy="706923"/>
          </a:xfrm>
          <a:prstGeom prst="rect">
            <a:avLst/>
          </a:prstGeom>
        </p:spPr>
        <p:txBody>
          <a:bodyPr>
            <a:normAutofit/>
          </a:bodyPr>
          <a:lstStyle>
            <a:lvl1pPr algn="l" rtl="0" eaLnBrk="0" fontAlgn="base" hangingPunct="0">
              <a:spcBef>
                <a:spcPct val="0"/>
              </a:spcBef>
              <a:spcAft>
                <a:spcPct val="0"/>
              </a:spcAft>
              <a:defRPr sz="3600" kern="1200">
                <a:solidFill>
                  <a:schemeClr val="bg1"/>
                </a:solidFill>
                <a:latin typeface="黑体" panose="02010609060101010101" pitchFamily="49" charset="-122"/>
                <a:ea typeface="黑体" panose="02010609060101010101" pitchFamily="49" charset="-122"/>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r>
              <a:rPr lang="zh-CN" altLang="zh-CN" sz="3200" dirty="0"/>
              <a:t>一、理性决策</a:t>
            </a:r>
            <a:endParaRPr lang="zh-CN" altLang="zh-CN" sz="3200" dirty="0"/>
          </a:p>
        </p:txBody>
      </p:sp>
      <p:sp>
        <p:nvSpPr>
          <p:cNvPr id="10" name="标题 1"/>
          <p:cNvSpPr txBox="1"/>
          <p:nvPr/>
        </p:nvSpPr>
        <p:spPr>
          <a:xfrm>
            <a:off x="251520" y="1193797"/>
            <a:ext cx="6912768" cy="77893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200" kern="1200">
                <a:solidFill>
                  <a:schemeClr val="tx1"/>
                </a:solidFill>
                <a:latin typeface="微软雅黑" panose="020B0503020204020204" pitchFamily="34" charset="-122"/>
                <a:ea typeface="微软雅黑" panose="020B0503020204020204" pitchFamily="34" charset="-122"/>
                <a:cs typeface="+mj-cs"/>
              </a:defRPr>
            </a:lvl1pPr>
          </a:lstStyle>
          <a:p>
            <a:pPr>
              <a:lnSpc>
                <a:spcPct val="100000"/>
              </a:lnSpc>
            </a:pPr>
            <a:r>
              <a:rPr lang="zh-CN" altLang="zh-CN" sz="2000" dirty="0"/>
              <a:t>（一）理性决策的理论基础</a:t>
            </a:r>
            <a:endParaRPr lang="zh-CN" altLang="zh-CN" sz="2000" dirty="0"/>
          </a:p>
        </p:txBody>
      </p:sp>
      <p:sp>
        <p:nvSpPr>
          <p:cNvPr id="11" name="内容占位符 2"/>
          <p:cNvSpPr txBox="1"/>
          <p:nvPr/>
        </p:nvSpPr>
        <p:spPr>
          <a:xfrm>
            <a:off x="628650" y="1772815"/>
            <a:ext cx="7886700" cy="1512168"/>
          </a:xfrm>
          <a:prstGeom prst="rect">
            <a:avLst/>
          </a:prstGeom>
        </p:spPr>
        <p:txBody>
          <a:bodyPr>
            <a:normAutofit/>
          </a:bodyPr>
          <a:lstStyle>
            <a:lvl1pPr marL="342900" indent="-342900" algn="l" rtl="0" eaLnBrk="0" fontAlgn="base" hangingPunct="0">
              <a:spcBef>
                <a:spcPct val="20000"/>
              </a:spcBef>
              <a:spcAft>
                <a:spcPct val="0"/>
              </a:spcAft>
              <a:buChar cha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C00000"/>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457200">
              <a:spcBef>
                <a:spcPct val="0"/>
              </a:spcBef>
              <a:buFontTx/>
              <a:buNone/>
            </a:pPr>
            <a:r>
              <a:rPr lang="zh-CN" altLang="en-US" sz="2000" dirty="0">
                <a:latin typeface="微软雅黑" panose="020B0503020204020204" pitchFamily="34" charset="-122"/>
                <a:ea typeface="微软雅黑" panose="020B0503020204020204" pitchFamily="34" charset="-122"/>
              </a:rPr>
              <a:t>理性决策通常也被称为科学决策，它假设管理者在决策时运用理性和逻辑，决策的目标是组织利益最大化</a:t>
            </a:r>
            <a:r>
              <a:rPr lang="zh-CN" altLang="en-US" sz="2000" dirty="0" smtClean="0">
                <a:latin typeface="微软雅黑" panose="020B0503020204020204" pitchFamily="34" charset="-122"/>
                <a:ea typeface="微软雅黑" panose="020B0503020204020204" pitchFamily="34" charset="-122"/>
              </a:rPr>
              <a:t>。</a:t>
            </a:r>
            <a:endParaRPr lang="zh-CN" altLang="en-US" sz="2000" dirty="0">
              <a:latin typeface="微软雅黑" panose="020B0503020204020204" pitchFamily="34" charset="-122"/>
              <a:ea typeface="微软雅黑" panose="020B0503020204020204" pitchFamily="34" charset="-122"/>
            </a:endParaRPr>
          </a:p>
        </p:txBody>
      </p:sp>
      <p:graphicFrame>
        <p:nvGraphicFramePr>
          <p:cNvPr id="2" name="图示 1"/>
          <p:cNvGraphicFramePr/>
          <p:nvPr/>
        </p:nvGraphicFramePr>
        <p:xfrm>
          <a:off x="1823864" y="2551746"/>
          <a:ext cx="5496272" cy="3451930"/>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1"/>
          <p:cNvSpPr txBox="1"/>
          <p:nvPr/>
        </p:nvSpPr>
        <p:spPr>
          <a:xfrm>
            <a:off x="107504" y="188640"/>
            <a:ext cx="7111703" cy="706923"/>
          </a:xfrm>
          <a:prstGeom prst="rect">
            <a:avLst/>
          </a:prstGeom>
        </p:spPr>
        <p:txBody>
          <a:bodyPr>
            <a:normAutofit/>
          </a:bodyPr>
          <a:lstStyle>
            <a:lvl1pPr algn="l" rtl="0" eaLnBrk="0" fontAlgn="base" hangingPunct="0">
              <a:spcBef>
                <a:spcPct val="0"/>
              </a:spcBef>
              <a:spcAft>
                <a:spcPct val="0"/>
              </a:spcAft>
              <a:defRPr sz="3600" kern="1200">
                <a:solidFill>
                  <a:schemeClr val="bg1"/>
                </a:solidFill>
                <a:latin typeface="黑体" panose="02010609060101010101" pitchFamily="49" charset="-122"/>
                <a:ea typeface="黑体" panose="02010609060101010101" pitchFamily="49" charset="-122"/>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r>
              <a:rPr lang="zh-CN" altLang="zh-CN" sz="3200" dirty="0"/>
              <a:t>一、理性决策</a:t>
            </a:r>
            <a:endParaRPr lang="zh-CN" altLang="zh-CN" sz="3200" dirty="0"/>
          </a:p>
        </p:txBody>
      </p:sp>
      <p:sp>
        <p:nvSpPr>
          <p:cNvPr id="10" name="标题 1"/>
          <p:cNvSpPr txBox="1"/>
          <p:nvPr/>
        </p:nvSpPr>
        <p:spPr>
          <a:xfrm>
            <a:off x="251520" y="1193797"/>
            <a:ext cx="6912768" cy="77893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200" kern="1200">
                <a:solidFill>
                  <a:schemeClr val="tx1"/>
                </a:solidFill>
                <a:latin typeface="微软雅黑" panose="020B0503020204020204" pitchFamily="34" charset="-122"/>
                <a:ea typeface="微软雅黑" panose="020B0503020204020204" pitchFamily="34" charset="-122"/>
                <a:cs typeface="+mj-cs"/>
              </a:defRPr>
            </a:lvl1pPr>
          </a:lstStyle>
          <a:p>
            <a:pPr>
              <a:lnSpc>
                <a:spcPct val="100000"/>
              </a:lnSpc>
            </a:pPr>
            <a:r>
              <a:rPr lang="zh-CN" altLang="zh-CN" sz="2000" dirty="0"/>
              <a:t>（一）理性决策的理论基础</a:t>
            </a:r>
            <a:endParaRPr lang="zh-CN" altLang="zh-CN" sz="2000" dirty="0"/>
          </a:p>
        </p:txBody>
      </p:sp>
      <p:sp>
        <p:nvSpPr>
          <p:cNvPr id="11" name="内容占位符 2"/>
          <p:cNvSpPr txBox="1"/>
          <p:nvPr/>
        </p:nvSpPr>
        <p:spPr>
          <a:xfrm>
            <a:off x="628650" y="1772815"/>
            <a:ext cx="7886700" cy="1512168"/>
          </a:xfrm>
          <a:prstGeom prst="rect">
            <a:avLst/>
          </a:prstGeom>
        </p:spPr>
        <p:txBody>
          <a:bodyPr>
            <a:noAutofit/>
          </a:bodyPr>
          <a:lstStyle>
            <a:lvl1pPr marL="342900" indent="-342900" algn="l" rtl="0" eaLnBrk="0" fontAlgn="base" hangingPunct="0">
              <a:spcBef>
                <a:spcPct val="20000"/>
              </a:spcBef>
              <a:spcAft>
                <a:spcPct val="0"/>
              </a:spcAft>
              <a:buChar cha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C00000"/>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457200">
              <a:spcBef>
                <a:spcPct val="0"/>
              </a:spcBef>
              <a:buFontTx/>
              <a:buNone/>
            </a:pPr>
            <a:r>
              <a:rPr lang="zh-CN" altLang="en-US" sz="1800" dirty="0" smtClean="0">
                <a:latin typeface="微软雅黑" panose="020B0503020204020204" pitchFamily="34" charset="-122"/>
                <a:ea typeface="微软雅黑" panose="020B0503020204020204" pitchFamily="34" charset="-122"/>
              </a:rPr>
              <a:t>在古典决策理论的基础上，</a:t>
            </a:r>
            <a:r>
              <a:rPr lang="zh-CN" altLang="en-US" sz="1800" dirty="0">
                <a:latin typeface="微软雅黑" panose="020B0503020204020204" pitchFamily="34" charset="-122"/>
                <a:ea typeface="微软雅黑" panose="020B0503020204020204" pitchFamily="34" charset="-122"/>
              </a:rPr>
              <a:t>西蒙等人提出以“令人满意的”准则代替“最优化”准则作为决策的</a:t>
            </a:r>
            <a:r>
              <a:rPr lang="zh-CN" altLang="en-US" sz="1800" dirty="0" smtClean="0">
                <a:latin typeface="微软雅黑" panose="020B0503020204020204" pitchFamily="34" charset="-122"/>
                <a:ea typeface="微软雅黑" panose="020B0503020204020204" pitchFamily="34" charset="-122"/>
              </a:rPr>
              <a:t>准则完善了这一理论。理性决策的过程主要包括：</a:t>
            </a:r>
            <a:endParaRPr lang="zh-CN" altLang="en-US" sz="1800" dirty="0">
              <a:latin typeface="微软雅黑" panose="020B0503020204020204" pitchFamily="34" charset="-122"/>
              <a:ea typeface="微软雅黑" panose="020B0503020204020204" pitchFamily="34" charset="-122"/>
            </a:endParaRPr>
          </a:p>
        </p:txBody>
      </p:sp>
      <p:graphicFrame>
        <p:nvGraphicFramePr>
          <p:cNvPr id="3" name="图示 2"/>
          <p:cNvGraphicFramePr/>
          <p:nvPr/>
        </p:nvGraphicFramePr>
        <p:xfrm>
          <a:off x="1871700" y="2849980"/>
          <a:ext cx="5400600" cy="3600400"/>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pic>
        <p:nvPicPr>
          <p:cNvPr id="1026" name="Picture 2" descr="https://ss0.bdstatic.com/70cFvHSh_Q1YnxGkpoWK1HF6hhy/it/u=2110411684,3302645256&amp;fm=26&amp;gp=0.jpg"/>
          <p:cNvPicPr>
            <a:picLocks noChangeAspect="1" noChangeArrowheads="1"/>
          </p:cNvPicPr>
          <p:nvPr/>
        </p:nvPicPr>
        <p:blipFill rotWithShape="1">
          <a:blip r:embed="rId6">
            <a:extLst>
              <a:ext uri="{28A0092B-C50C-407E-A947-70E740481C1C}">
                <a14:useLocalDpi xmlns:a14="http://schemas.microsoft.com/office/drawing/2010/main" val="0"/>
              </a:ext>
            </a:extLst>
          </a:blip>
          <a:srcRect l="14842" r="17216"/>
          <a:stretch>
            <a:fillRect/>
          </a:stretch>
        </p:blipFill>
        <p:spPr bwMode="auto">
          <a:xfrm>
            <a:off x="1079612" y="2708920"/>
            <a:ext cx="1584176" cy="1278800"/>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https://ss2.bdstatic.com/70cFvnSh_Q1YnxGkpoWK1HF6hhy/it/u=4100597316,2562073962&amp;fm=26&amp;gp=0.jpg"/>
          <p:cNvPicPr>
            <a:picLocks noChangeAspect="1" noChangeArrowheads="1"/>
          </p:cNvPicPr>
          <p:nvPr/>
        </p:nvPicPr>
        <p:blipFill rotWithShape="1">
          <a:blip r:embed="rId7">
            <a:extLst>
              <a:ext uri="{28A0092B-C50C-407E-A947-70E740481C1C}">
                <a14:useLocalDpi xmlns:a14="http://schemas.microsoft.com/office/drawing/2010/main" val="0"/>
              </a:ext>
            </a:extLst>
          </a:blip>
          <a:srcRect l="12455" t="6999" r="5126"/>
          <a:stretch>
            <a:fillRect/>
          </a:stretch>
        </p:blipFill>
        <p:spPr bwMode="auto">
          <a:xfrm>
            <a:off x="6516216" y="2647514"/>
            <a:ext cx="1800200" cy="1401612"/>
          </a:xfrm>
          <a:prstGeom prst="rect">
            <a:avLst/>
          </a:prstGeom>
          <a:noFill/>
          <a:extLst>
            <a:ext uri="{909E8E84-426E-40DD-AFC4-6F175D3DCCD1}">
              <a14:hiddenFill xmlns:a14="http://schemas.microsoft.com/office/drawing/2010/main">
                <a:solidFill>
                  <a:srgbClr val="FFFFFF"/>
                </a:solidFill>
              </a14:hiddenFill>
            </a:ext>
          </a:extLst>
        </p:spPr>
      </p:pic>
      <p:pic>
        <p:nvPicPr>
          <p:cNvPr id="4" name="图片 3"/>
          <p:cNvPicPr>
            <a:picLocks noChangeAspect="1"/>
          </p:cNvPicPr>
          <p:nvPr/>
        </p:nvPicPr>
        <p:blipFill>
          <a:blip r:embed="rId8"/>
          <a:stretch>
            <a:fillRect/>
          </a:stretch>
        </p:blipFill>
        <p:spPr>
          <a:xfrm>
            <a:off x="498526" y="3981589"/>
            <a:ext cx="1344770" cy="1399884"/>
          </a:xfrm>
          <a:prstGeom prst="rect">
            <a:avLst/>
          </a:prstGeom>
        </p:spPr>
      </p:pic>
      <p:pic>
        <p:nvPicPr>
          <p:cNvPr id="5" name="图片 4"/>
          <p:cNvPicPr>
            <a:picLocks noChangeAspect="1"/>
          </p:cNvPicPr>
          <p:nvPr/>
        </p:nvPicPr>
        <p:blipFill>
          <a:blip r:embed="rId9"/>
          <a:stretch>
            <a:fillRect/>
          </a:stretch>
        </p:blipFill>
        <p:spPr>
          <a:xfrm>
            <a:off x="951741" y="5381473"/>
            <a:ext cx="1712047" cy="1307883"/>
          </a:xfrm>
          <a:prstGeom prst="rect">
            <a:avLst/>
          </a:prstGeom>
        </p:spPr>
      </p:pic>
      <p:pic>
        <p:nvPicPr>
          <p:cNvPr id="1032" name="Picture 8" descr="https://ss1.bdstatic.com/70cFuXSh_Q1YnxGkpoWK1HF6hhy/it/u=3013028866,863336359&amp;fm=26&amp;gp=0.jpg"/>
          <p:cNvPicPr>
            <a:picLocks noChangeAspect="1" noChangeArrowheads="1"/>
          </p:cNvPicPr>
          <p:nvPr/>
        </p:nvPicPr>
        <p:blipFill>
          <a:blip r:embed="rId10" cstate="print">
            <a:extLst>
              <a:ext uri="{28A0092B-C50C-407E-A947-70E740481C1C}">
                <a14:useLocalDpi xmlns:a14="http://schemas.microsoft.com/office/drawing/2010/main" val="0"/>
              </a:ext>
            </a:extLst>
          </a:blip>
          <a:srcRect/>
          <a:stretch>
            <a:fillRect/>
          </a:stretch>
        </p:blipFill>
        <p:spPr bwMode="auto">
          <a:xfrm>
            <a:off x="7219207" y="4049126"/>
            <a:ext cx="1299801" cy="1332347"/>
          </a:xfrm>
          <a:prstGeom prst="rect">
            <a:avLst/>
          </a:prstGeom>
          <a:noFill/>
          <a:extLst>
            <a:ext uri="{909E8E84-426E-40DD-AFC4-6F175D3DCCD1}">
              <a14:hiddenFill xmlns:a14="http://schemas.microsoft.com/office/drawing/2010/main">
                <a:solidFill>
                  <a:srgbClr val="FFFFFF"/>
                </a:solidFill>
              </a14:hiddenFill>
            </a:ext>
          </a:extLst>
        </p:spPr>
      </p:pic>
      <p:pic>
        <p:nvPicPr>
          <p:cNvPr id="1034" name="Picture 10" descr="https://ss1.bdstatic.com/70cFuXSh_Q1YnxGkpoWK1HF6hhy/it/u=2644131468,624270389&amp;fm=26&amp;gp=0.jpg"/>
          <p:cNvPicPr>
            <a:picLocks noChangeAspect="1" noChangeArrowheads="1"/>
          </p:cNvPicPr>
          <p:nvPr/>
        </p:nvPicPr>
        <p:blipFill>
          <a:blip r:embed="rId11" cstate="print">
            <a:extLst>
              <a:ext uri="{BEBA8EAE-BF5A-486C-A8C5-ECC9F3942E4B}">
                <a14:imgProps xmlns:a14="http://schemas.microsoft.com/office/drawing/2010/main">
                  <a14:imgLayer r:embed="rId12">
                    <a14:imgEffect>
                      <a14:backgroundRemoval t="2218" b="100000" l="1800" r="99000"/>
                    </a14:imgEffect>
                  </a14:imgLayer>
                </a14:imgProps>
              </a:ext>
              <a:ext uri="{28A0092B-C50C-407E-A947-70E740481C1C}">
                <a14:useLocalDpi xmlns:a14="http://schemas.microsoft.com/office/drawing/2010/main" val="0"/>
              </a:ext>
            </a:extLst>
          </a:blip>
          <a:srcRect/>
          <a:stretch>
            <a:fillRect/>
          </a:stretch>
        </p:blipFill>
        <p:spPr bwMode="auto">
          <a:xfrm>
            <a:off x="6516217" y="5344938"/>
            <a:ext cx="1008111" cy="100004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1"/>
          <p:cNvSpPr txBox="1"/>
          <p:nvPr/>
        </p:nvSpPr>
        <p:spPr>
          <a:xfrm>
            <a:off x="107504" y="188640"/>
            <a:ext cx="7111703" cy="706923"/>
          </a:xfrm>
          <a:prstGeom prst="rect">
            <a:avLst/>
          </a:prstGeom>
        </p:spPr>
        <p:txBody>
          <a:bodyPr>
            <a:normAutofit/>
          </a:bodyPr>
          <a:lstStyle>
            <a:lvl1pPr algn="l" rtl="0" eaLnBrk="0" fontAlgn="base" hangingPunct="0">
              <a:spcBef>
                <a:spcPct val="0"/>
              </a:spcBef>
              <a:spcAft>
                <a:spcPct val="0"/>
              </a:spcAft>
              <a:defRPr sz="3600" kern="1200">
                <a:solidFill>
                  <a:schemeClr val="bg1"/>
                </a:solidFill>
                <a:latin typeface="黑体" panose="02010609060101010101" pitchFamily="49" charset="-122"/>
                <a:ea typeface="黑体" panose="02010609060101010101" pitchFamily="49" charset="-122"/>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r>
              <a:rPr lang="zh-CN" altLang="zh-CN" sz="3200" dirty="0"/>
              <a:t>二、行为决策</a:t>
            </a:r>
            <a:endParaRPr lang="zh-CN" altLang="zh-CN" sz="3200" dirty="0"/>
          </a:p>
        </p:txBody>
      </p:sp>
      <p:sp>
        <p:nvSpPr>
          <p:cNvPr id="10" name="标题 1"/>
          <p:cNvSpPr txBox="1"/>
          <p:nvPr/>
        </p:nvSpPr>
        <p:spPr>
          <a:xfrm>
            <a:off x="251520" y="1193797"/>
            <a:ext cx="6912768" cy="77893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200" kern="1200">
                <a:solidFill>
                  <a:schemeClr val="tx1"/>
                </a:solidFill>
                <a:latin typeface="微软雅黑" panose="020B0503020204020204" pitchFamily="34" charset="-122"/>
                <a:ea typeface="微软雅黑" panose="020B0503020204020204" pitchFamily="34" charset="-122"/>
                <a:cs typeface="+mj-cs"/>
              </a:defRPr>
            </a:lvl1pPr>
          </a:lstStyle>
          <a:p>
            <a:pPr>
              <a:lnSpc>
                <a:spcPct val="100000"/>
              </a:lnSpc>
            </a:pPr>
            <a:r>
              <a:rPr lang="zh-CN" altLang="zh-CN" sz="2000" dirty="0" smtClean="0"/>
              <a:t>（一）</a:t>
            </a:r>
            <a:r>
              <a:rPr lang="zh-CN" altLang="zh-CN" sz="2000" dirty="0"/>
              <a:t>决策中的行为基础</a:t>
            </a:r>
            <a:endParaRPr lang="zh-CN" altLang="zh-CN" sz="2000" dirty="0"/>
          </a:p>
        </p:txBody>
      </p:sp>
      <p:sp>
        <p:nvSpPr>
          <p:cNvPr id="11" name="内容占位符 2"/>
          <p:cNvSpPr txBox="1"/>
          <p:nvPr/>
        </p:nvSpPr>
        <p:spPr>
          <a:xfrm>
            <a:off x="628650" y="1772815"/>
            <a:ext cx="7886700" cy="1512168"/>
          </a:xfrm>
          <a:prstGeom prst="rect">
            <a:avLst/>
          </a:prstGeom>
        </p:spPr>
        <p:txBody>
          <a:bodyPr>
            <a:noAutofit/>
          </a:bodyPr>
          <a:lstStyle>
            <a:lvl1pPr marL="342900" indent="-342900" algn="l" rtl="0" eaLnBrk="0" fontAlgn="base" hangingPunct="0">
              <a:spcBef>
                <a:spcPct val="20000"/>
              </a:spcBef>
              <a:spcAft>
                <a:spcPct val="0"/>
              </a:spcAft>
              <a:buChar cha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C00000"/>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457200">
              <a:spcBef>
                <a:spcPct val="0"/>
              </a:spcBef>
              <a:buFontTx/>
              <a:buNone/>
            </a:pPr>
            <a:r>
              <a:rPr lang="zh-CN" altLang="en-US" sz="1800" dirty="0">
                <a:latin typeface="微软雅黑" panose="020B0503020204020204" pitchFamily="34" charset="-122"/>
                <a:ea typeface="微软雅黑" panose="020B0503020204020204" pitchFamily="34" charset="-122"/>
              </a:rPr>
              <a:t>从是否参与决策出发，西蒙和马奇两位学者按照人的假设对管理理论作了分类：</a:t>
            </a:r>
            <a:endParaRPr lang="zh-CN" altLang="en-US" sz="1800" dirty="0">
              <a:latin typeface="微软雅黑" panose="020B0503020204020204" pitchFamily="34" charset="-122"/>
              <a:ea typeface="微软雅黑" panose="020B0503020204020204" pitchFamily="34" charset="-122"/>
            </a:endParaRPr>
          </a:p>
        </p:txBody>
      </p:sp>
      <p:grpSp>
        <p:nvGrpSpPr>
          <p:cNvPr id="12" name="组合 11"/>
          <p:cNvGrpSpPr/>
          <p:nvPr/>
        </p:nvGrpSpPr>
        <p:grpSpPr>
          <a:xfrm>
            <a:off x="511506" y="2708920"/>
            <a:ext cx="8120988" cy="2469798"/>
            <a:chOff x="455175" y="2470358"/>
            <a:chExt cx="8120988" cy="2469798"/>
          </a:xfrm>
        </p:grpSpPr>
        <p:grpSp>
          <p:nvGrpSpPr>
            <p:cNvPr id="13" name="组合 12"/>
            <p:cNvGrpSpPr/>
            <p:nvPr>
              <p:custDataLst>
                <p:tags r:id="rId1"/>
              </p:custDataLst>
            </p:nvPr>
          </p:nvGrpSpPr>
          <p:grpSpPr>
            <a:xfrm>
              <a:off x="1656089" y="2478484"/>
              <a:ext cx="6612058" cy="983731"/>
              <a:chOff x="2604995" y="2412247"/>
              <a:chExt cx="6798611" cy="1129600"/>
            </a:xfrm>
          </p:grpSpPr>
          <p:sp>
            <p:nvSpPr>
              <p:cNvPr id="21" name="文本框 20"/>
              <p:cNvSpPr txBox="1"/>
              <p:nvPr>
                <p:custDataLst>
                  <p:tags r:id="rId2"/>
                </p:custDataLst>
              </p:nvPr>
            </p:nvSpPr>
            <p:spPr>
              <a:xfrm>
                <a:off x="2604995" y="2412247"/>
                <a:ext cx="4890372" cy="383327"/>
              </a:xfrm>
              <a:prstGeom prst="rect">
                <a:avLst/>
              </a:prstGeom>
              <a:noFill/>
            </p:spPr>
            <p:txBody>
              <a:bodyPr wrap="square" lIns="0" tIns="0" rIns="0" bIns="0" rtlCol="0" anchor="ctr" anchorCtr="0">
                <a:normAutofit/>
              </a:bodyPr>
              <a:lstStyle/>
              <a:p>
                <a:r>
                  <a:rPr lang="zh-CN" altLang="zh-CN" b="1" dirty="0">
                    <a:solidFill>
                      <a:srgbClr val="C00000"/>
                    </a:solidFill>
                    <a:latin typeface="微软雅黑" panose="020B0503020204020204" pitchFamily="34" charset="-122"/>
                    <a:ea typeface="微软雅黑" panose="020B0503020204020204" pitchFamily="34" charset="-122"/>
                  </a:rPr>
                  <a:t>机械人</a:t>
                </a:r>
                <a:r>
                  <a:rPr lang="zh-CN" altLang="zh-CN" b="1" dirty="0" smtClean="0">
                    <a:solidFill>
                      <a:srgbClr val="C00000"/>
                    </a:solidFill>
                    <a:latin typeface="微软雅黑" panose="020B0503020204020204" pitchFamily="34" charset="-122"/>
                    <a:ea typeface="微软雅黑" panose="020B0503020204020204" pitchFamily="34" charset="-122"/>
                  </a:rPr>
                  <a:t>模式</a:t>
                </a:r>
                <a:r>
                  <a:rPr lang="zh-CN" altLang="en-US" b="1" dirty="0" smtClean="0">
                    <a:solidFill>
                      <a:srgbClr val="C00000"/>
                    </a:solidFill>
                    <a:latin typeface="微软雅黑" panose="020B0503020204020204" pitchFamily="34" charset="-122"/>
                    <a:ea typeface="微软雅黑" panose="020B0503020204020204" pitchFamily="34" charset="-122"/>
                  </a:rPr>
                  <a:t>（</a:t>
                </a:r>
                <a:r>
                  <a:rPr lang="zh-CN" altLang="zh-CN" b="1" dirty="0">
                    <a:solidFill>
                      <a:srgbClr val="C00000"/>
                    </a:solidFill>
                    <a:latin typeface="微软雅黑" panose="020B0503020204020204" pitchFamily="34" charset="-122"/>
                    <a:ea typeface="微软雅黑" panose="020B0503020204020204" pitchFamily="34" charset="-122"/>
                  </a:rPr>
                  <a:t>经济人</a:t>
                </a:r>
                <a:r>
                  <a:rPr lang="zh-CN" altLang="zh-CN" b="1" dirty="0" smtClean="0">
                    <a:solidFill>
                      <a:srgbClr val="C00000"/>
                    </a:solidFill>
                    <a:latin typeface="微软雅黑" panose="020B0503020204020204" pitchFamily="34" charset="-122"/>
                    <a:ea typeface="微软雅黑" panose="020B0503020204020204" pitchFamily="34" charset="-122"/>
                  </a:rPr>
                  <a:t>模式</a:t>
                </a:r>
                <a:r>
                  <a:rPr lang="zh-CN" altLang="en-US" b="1" dirty="0" smtClean="0">
                    <a:solidFill>
                      <a:srgbClr val="C00000"/>
                    </a:solidFill>
                    <a:latin typeface="微软雅黑" panose="020B0503020204020204" pitchFamily="34" charset="-122"/>
                    <a:ea typeface="微软雅黑" panose="020B0503020204020204" pitchFamily="34" charset="-122"/>
                  </a:rPr>
                  <a:t>）</a:t>
                </a:r>
                <a:endParaRPr lang="zh-CN" altLang="en-US" b="1" dirty="0">
                  <a:solidFill>
                    <a:srgbClr val="E66E14"/>
                  </a:solidFill>
                  <a:latin typeface="微软雅黑" panose="020B0503020204020204" pitchFamily="34" charset="-122"/>
                  <a:ea typeface="微软雅黑" panose="020B0503020204020204" pitchFamily="34" charset="-122"/>
                  <a:cs typeface="+mj-cs"/>
                  <a:sym typeface="Arial" panose="020B0604020202020204" pitchFamily="34" charset="0"/>
                </a:endParaRPr>
              </a:p>
            </p:txBody>
          </p:sp>
          <p:sp>
            <p:nvSpPr>
              <p:cNvPr id="22" name="文本框 21"/>
              <p:cNvSpPr txBox="1"/>
              <p:nvPr>
                <p:custDataLst>
                  <p:tags r:id="rId3"/>
                </p:custDataLst>
              </p:nvPr>
            </p:nvSpPr>
            <p:spPr>
              <a:xfrm>
                <a:off x="2604995" y="2724907"/>
                <a:ext cx="6798611" cy="816940"/>
              </a:xfrm>
              <a:prstGeom prst="rect">
                <a:avLst/>
              </a:prstGeom>
              <a:noFill/>
            </p:spPr>
            <p:txBody>
              <a:bodyPr wrap="square" lIns="0" tIns="0" rIns="0" bIns="0" rtlCol="0" anchor="t" anchorCtr="0">
                <a:normAutofit/>
              </a:bodyPr>
              <a:lstStyle/>
              <a:p>
                <a:pPr lvl="0">
                  <a:lnSpc>
                    <a:spcPct val="110000"/>
                  </a:lnSpc>
                </a:pPr>
                <a:r>
                  <a:rPr lang="zh-CN" altLang="zh-CN" sz="1600" dirty="0">
                    <a:solidFill>
                      <a:prstClr val="black"/>
                    </a:solidFill>
                    <a:latin typeface="微软雅黑" panose="020B0503020204020204" pitchFamily="34" charset="-122"/>
                    <a:ea typeface="微软雅黑" panose="020B0503020204020204" pitchFamily="34" charset="-122"/>
                  </a:rPr>
                  <a:t>把组织成员看作进行一定作业的生产工具——机械，他们只能被动地接受命令、进行作业，在解决问题时并不发挥什么作用。</a:t>
                </a:r>
                <a:endParaRPr lang="en-US" altLang="zh-CN" sz="1600" dirty="0">
                  <a:solidFill>
                    <a:prstClr val="black"/>
                  </a:solidFill>
                  <a:latin typeface="微软雅黑" panose="020B0503020204020204" pitchFamily="34" charset="-122"/>
                  <a:ea typeface="微软雅黑" panose="020B0503020204020204" pitchFamily="34" charset="-122"/>
                </a:endParaRPr>
              </a:p>
            </p:txBody>
          </p:sp>
        </p:grpSp>
        <p:grpSp>
          <p:nvGrpSpPr>
            <p:cNvPr id="14" name="组合 13"/>
            <p:cNvGrpSpPr/>
            <p:nvPr>
              <p:custDataLst>
                <p:tags r:id="rId4"/>
              </p:custDataLst>
            </p:nvPr>
          </p:nvGrpSpPr>
          <p:grpSpPr>
            <a:xfrm>
              <a:off x="998323" y="3653781"/>
              <a:ext cx="6433323" cy="974844"/>
              <a:chOff x="2398257" y="2234646"/>
              <a:chExt cx="5239482" cy="1192518"/>
            </a:xfrm>
          </p:grpSpPr>
          <p:sp>
            <p:nvSpPr>
              <p:cNvPr id="19" name="文本框 18"/>
              <p:cNvSpPr txBox="1"/>
              <p:nvPr>
                <p:custDataLst>
                  <p:tags r:id="rId5"/>
                </p:custDataLst>
              </p:nvPr>
            </p:nvSpPr>
            <p:spPr>
              <a:xfrm>
                <a:off x="2409923" y="2234646"/>
                <a:ext cx="4919490" cy="375578"/>
              </a:xfrm>
              <a:prstGeom prst="rect">
                <a:avLst/>
              </a:prstGeom>
              <a:noFill/>
            </p:spPr>
            <p:txBody>
              <a:bodyPr wrap="square" lIns="0" tIns="0" rIns="0" bIns="0" rtlCol="0" anchor="ctr" anchorCtr="0">
                <a:normAutofit/>
              </a:bodyPr>
              <a:lstStyle/>
              <a:p>
                <a:r>
                  <a:rPr lang="zh-CN" altLang="zh-CN" b="1" dirty="0">
                    <a:solidFill>
                      <a:srgbClr val="C00000"/>
                    </a:solidFill>
                    <a:latin typeface="微软雅黑" panose="020B0503020204020204" pitchFamily="34" charset="-122"/>
                    <a:ea typeface="微软雅黑" panose="020B0503020204020204" pitchFamily="34" charset="-122"/>
                  </a:rPr>
                  <a:t>动机人模式</a:t>
                </a:r>
                <a:endParaRPr lang="zh-CN" altLang="en-US" b="1" dirty="0">
                  <a:solidFill>
                    <a:srgbClr val="CE532C"/>
                  </a:solidFill>
                  <a:latin typeface="微软雅黑" panose="020B0503020204020204" pitchFamily="34" charset="-122"/>
                  <a:ea typeface="微软雅黑" panose="020B0503020204020204" pitchFamily="34" charset="-122"/>
                  <a:cs typeface="+mj-cs"/>
                  <a:sym typeface="Arial" panose="020B0604020202020204" pitchFamily="34" charset="0"/>
                </a:endParaRPr>
              </a:p>
            </p:txBody>
          </p:sp>
          <p:sp>
            <p:nvSpPr>
              <p:cNvPr id="20" name="文本框 19"/>
              <p:cNvSpPr txBox="1"/>
              <p:nvPr>
                <p:custDataLst>
                  <p:tags r:id="rId6"/>
                </p:custDataLst>
              </p:nvPr>
            </p:nvSpPr>
            <p:spPr>
              <a:xfrm>
                <a:off x="2398257" y="2610224"/>
                <a:ext cx="5239482" cy="816940"/>
              </a:xfrm>
              <a:prstGeom prst="rect">
                <a:avLst/>
              </a:prstGeom>
              <a:noFill/>
            </p:spPr>
            <p:txBody>
              <a:bodyPr wrap="square" lIns="0" tIns="0" rIns="0" bIns="0" rtlCol="0" anchor="t" anchorCtr="0">
                <a:noAutofit/>
              </a:bodyPr>
              <a:lstStyle/>
              <a:p>
                <a:pPr lvl="0"/>
                <a:r>
                  <a:rPr lang="zh-CN" altLang="zh-CN" sz="1600" dirty="0">
                    <a:solidFill>
                      <a:prstClr val="black"/>
                    </a:solidFill>
                    <a:latin typeface="微软雅黑" panose="020B0503020204020204" pitchFamily="34" charset="-122"/>
                    <a:ea typeface="微软雅黑" panose="020B0503020204020204" pitchFamily="34" charset="-122"/>
                  </a:rPr>
                  <a:t>组织成员不是机械而是人，是为了满足个人的要求、动机和目的而劳动的。成员为实现组织目的而进行合作的动机是劳动生产率最重要的决定因素。行为科学管理理论属于这种模式。</a:t>
                </a:r>
                <a:endParaRPr lang="en-US" altLang="zh-CN" sz="1600" dirty="0">
                  <a:solidFill>
                    <a:prstClr val="black"/>
                  </a:solidFill>
                  <a:latin typeface="微软雅黑" panose="020B0503020204020204" pitchFamily="34" charset="-122"/>
                  <a:ea typeface="微软雅黑" panose="020B0503020204020204" pitchFamily="34" charset="-122"/>
                </a:endParaRPr>
              </a:p>
            </p:txBody>
          </p:sp>
        </p:grpSp>
        <p:sp>
          <p:nvSpPr>
            <p:cNvPr id="15" name="Freeform 6"/>
            <p:cNvSpPr/>
            <p:nvPr/>
          </p:nvSpPr>
          <p:spPr bwMode="auto">
            <a:xfrm>
              <a:off x="455175" y="2518452"/>
              <a:ext cx="942072" cy="981207"/>
            </a:xfrm>
            <a:custGeom>
              <a:avLst/>
              <a:gdLst/>
              <a:ahLst/>
              <a:cxnLst/>
              <a:rect l="l" t="t" r="r" b="b"/>
              <a:pathLst>
                <a:path w="1487948" h="1487615">
                  <a:moveTo>
                    <a:pt x="743975" y="297790"/>
                  </a:moveTo>
                  <a:cubicBezTo>
                    <a:pt x="496116" y="297790"/>
                    <a:pt x="295186" y="497479"/>
                    <a:pt x="295186" y="743808"/>
                  </a:cubicBezTo>
                  <a:cubicBezTo>
                    <a:pt x="295186" y="990137"/>
                    <a:pt x="496116" y="1189826"/>
                    <a:pt x="743975" y="1189826"/>
                  </a:cubicBezTo>
                  <a:cubicBezTo>
                    <a:pt x="991834" y="1189826"/>
                    <a:pt x="1192764" y="990137"/>
                    <a:pt x="1192764" y="743808"/>
                  </a:cubicBezTo>
                  <a:cubicBezTo>
                    <a:pt x="1192764" y="497479"/>
                    <a:pt x="991834" y="297790"/>
                    <a:pt x="743975" y="297790"/>
                  </a:cubicBezTo>
                  <a:close/>
                  <a:moveTo>
                    <a:pt x="693753" y="0"/>
                  </a:moveTo>
                  <a:lnTo>
                    <a:pt x="770837" y="149228"/>
                  </a:lnTo>
                  <a:lnTo>
                    <a:pt x="801203" y="151560"/>
                  </a:lnTo>
                  <a:lnTo>
                    <a:pt x="829233" y="153891"/>
                  </a:lnTo>
                  <a:lnTo>
                    <a:pt x="857264" y="158555"/>
                  </a:lnTo>
                  <a:lnTo>
                    <a:pt x="885294" y="163218"/>
                  </a:lnTo>
                  <a:lnTo>
                    <a:pt x="997416" y="41970"/>
                  </a:lnTo>
                  <a:lnTo>
                    <a:pt x="1018439" y="48966"/>
                  </a:lnTo>
                  <a:lnTo>
                    <a:pt x="1037126" y="58292"/>
                  </a:lnTo>
                  <a:lnTo>
                    <a:pt x="1076835" y="74614"/>
                  </a:lnTo>
                  <a:lnTo>
                    <a:pt x="1069828" y="240164"/>
                  </a:lnTo>
                  <a:lnTo>
                    <a:pt x="1093186" y="256485"/>
                  </a:lnTo>
                  <a:lnTo>
                    <a:pt x="1116545" y="272807"/>
                  </a:lnTo>
                  <a:lnTo>
                    <a:pt x="1139904" y="291461"/>
                  </a:lnTo>
                  <a:lnTo>
                    <a:pt x="1160927" y="312446"/>
                  </a:lnTo>
                  <a:lnTo>
                    <a:pt x="1312758" y="261149"/>
                  </a:lnTo>
                  <a:lnTo>
                    <a:pt x="1340789" y="298456"/>
                  </a:lnTo>
                  <a:lnTo>
                    <a:pt x="1352468" y="317109"/>
                  </a:lnTo>
                  <a:lnTo>
                    <a:pt x="1368819" y="335763"/>
                  </a:lnTo>
                  <a:lnTo>
                    <a:pt x="1280056" y="468669"/>
                  </a:lnTo>
                  <a:lnTo>
                    <a:pt x="1287064" y="480327"/>
                  </a:lnTo>
                  <a:lnTo>
                    <a:pt x="1294071" y="496649"/>
                  </a:lnTo>
                  <a:lnTo>
                    <a:pt x="1305750" y="522298"/>
                  </a:lnTo>
                  <a:lnTo>
                    <a:pt x="1315094" y="547946"/>
                  </a:lnTo>
                  <a:lnTo>
                    <a:pt x="1324437" y="575926"/>
                  </a:lnTo>
                  <a:lnTo>
                    <a:pt x="1476269" y="608570"/>
                  </a:lnTo>
                  <a:lnTo>
                    <a:pt x="1483276" y="652872"/>
                  </a:lnTo>
                  <a:lnTo>
                    <a:pt x="1487948" y="701837"/>
                  </a:lnTo>
                  <a:lnTo>
                    <a:pt x="1350132" y="774120"/>
                  </a:lnTo>
                  <a:lnTo>
                    <a:pt x="1347796" y="802100"/>
                  </a:lnTo>
                  <a:lnTo>
                    <a:pt x="1345460" y="830080"/>
                  </a:lnTo>
                  <a:lnTo>
                    <a:pt x="1340789" y="855729"/>
                  </a:lnTo>
                  <a:lnTo>
                    <a:pt x="1333781" y="886040"/>
                  </a:lnTo>
                  <a:lnTo>
                    <a:pt x="1448238" y="988635"/>
                  </a:lnTo>
                  <a:lnTo>
                    <a:pt x="1431887" y="1032937"/>
                  </a:lnTo>
                  <a:lnTo>
                    <a:pt x="1410865" y="1077239"/>
                  </a:lnTo>
                  <a:lnTo>
                    <a:pt x="1259033" y="1067912"/>
                  </a:lnTo>
                  <a:lnTo>
                    <a:pt x="1242682" y="1093560"/>
                  </a:lnTo>
                  <a:lnTo>
                    <a:pt x="1226331" y="1116877"/>
                  </a:lnTo>
                  <a:lnTo>
                    <a:pt x="1209980" y="1137862"/>
                  </a:lnTo>
                  <a:lnTo>
                    <a:pt x="1191293" y="1158848"/>
                  </a:lnTo>
                  <a:lnTo>
                    <a:pt x="1235674" y="1303412"/>
                  </a:lnTo>
                  <a:lnTo>
                    <a:pt x="1198301" y="1336056"/>
                  </a:lnTo>
                  <a:lnTo>
                    <a:pt x="1179614" y="1350046"/>
                  </a:lnTo>
                  <a:lnTo>
                    <a:pt x="1158591" y="1364036"/>
                  </a:lnTo>
                  <a:lnTo>
                    <a:pt x="1030118" y="1282427"/>
                  </a:lnTo>
                  <a:lnTo>
                    <a:pt x="1006759" y="1294085"/>
                  </a:lnTo>
                  <a:lnTo>
                    <a:pt x="981065" y="1305744"/>
                  </a:lnTo>
                  <a:lnTo>
                    <a:pt x="955370" y="1315071"/>
                  </a:lnTo>
                  <a:lnTo>
                    <a:pt x="927340" y="1324397"/>
                  </a:lnTo>
                  <a:lnTo>
                    <a:pt x="892302" y="1475957"/>
                  </a:lnTo>
                  <a:lnTo>
                    <a:pt x="845584" y="1482952"/>
                  </a:lnTo>
                  <a:lnTo>
                    <a:pt x="798867" y="1487615"/>
                  </a:lnTo>
                  <a:lnTo>
                    <a:pt x="728791" y="1350046"/>
                  </a:lnTo>
                  <a:lnTo>
                    <a:pt x="700761" y="1350046"/>
                  </a:lnTo>
                  <a:lnTo>
                    <a:pt x="672730" y="1345382"/>
                  </a:lnTo>
                  <a:lnTo>
                    <a:pt x="642364" y="1343051"/>
                  </a:lnTo>
                  <a:lnTo>
                    <a:pt x="616669" y="1336056"/>
                  </a:lnTo>
                  <a:lnTo>
                    <a:pt x="511555" y="1450308"/>
                  </a:lnTo>
                  <a:lnTo>
                    <a:pt x="488197" y="1443313"/>
                  </a:lnTo>
                  <a:lnTo>
                    <a:pt x="467174" y="1436318"/>
                  </a:lnTo>
                  <a:lnTo>
                    <a:pt x="422792" y="1417665"/>
                  </a:lnTo>
                  <a:lnTo>
                    <a:pt x="429800" y="1259110"/>
                  </a:lnTo>
                  <a:lnTo>
                    <a:pt x="406441" y="1242788"/>
                  </a:lnTo>
                  <a:lnTo>
                    <a:pt x="383083" y="1226467"/>
                  </a:lnTo>
                  <a:lnTo>
                    <a:pt x="362060" y="1210145"/>
                  </a:lnTo>
                  <a:lnTo>
                    <a:pt x="341037" y="1191491"/>
                  </a:lnTo>
                  <a:lnTo>
                    <a:pt x="184534" y="1238125"/>
                  </a:lnTo>
                  <a:lnTo>
                    <a:pt x="156503" y="1205481"/>
                  </a:lnTo>
                  <a:lnTo>
                    <a:pt x="130809" y="1170506"/>
                  </a:lnTo>
                  <a:lnTo>
                    <a:pt x="219572" y="1032937"/>
                  </a:lnTo>
                  <a:lnTo>
                    <a:pt x="207893" y="1007288"/>
                  </a:lnTo>
                  <a:lnTo>
                    <a:pt x="193877" y="981640"/>
                  </a:lnTo>
                  <a:lnTo>
                    <a:pt x="182198" y="955991"/>
                  </a:lnTo>
                  <a:lnTo>
                    <a:pt x="172854" y="928011"/>
                  </a:lnTo>
                  <a:lnTo>
                    <a:pt x="14015" y="893036"/>
                  </a:lnTo>
                  <a:lnTo>
                    <a:pt x="7008" y="848734"/>
                  </a:lnTo>
                  <a:lnTo>
                    <a:pt x="0" y="806763"/>
                  </a:lnTo>
                  <a:lnTo>
                    <a:pt x="147160" y="732149"/>
                  </a:lnTo>
                  <a:lnTo>
                    <a:pt x="149496" y="701837"/>
                  </a:lnTo>
                  <a:lnTo>
                    <a:pt x="151832" y="671525"/>
                  </a:lnTo>
                  <a:lnTo>
                    <a:pt x="156503" y="643545"/>
                  </a:lnTo>
                  <a:lnTo>
                    <a:pt x="161175" y="615565"/>
                  </a:lnTo>
                  <a:lnTo>
                    <a:pt x="39710" y="501312"/>
                  </a:lnTo>
                  <a:lnTo>
                    <a:pt x="53725" y="461674"/>
                  </a:lnTo>
                  <a:lnTo>
                    <a:pt x="70076" y="424367"/>
                  </a:lnTo>
                  <a:lnTo>
                    <a:pt x="238259" y="431362"/>
                  </a:lnTo>
                  <a:lnTo>
                    <a:pt x="254610" y="408045"/>
                  </a:lnTo>
                  <a:lnTo>
                    <a:pt x="273297" y="384728"/>
                  </a:lnTo>
                  <a:lnTo>
                    <a:pt x="289648" y="361411"/>
                  </a:lnTo>
                  <a:lnTo>
                    <a:pt x="310671" y="340426"/>
                  </a:lnTo>
                  <a:lnTo>
                    <a:pt x="259282" y="177208"/>
                  </a:lnTo>
                  <a:lnTo>
                    <a:pt x="289648" y="151560"/>
                  </a:lnTo>
                  <a:lnTo>
                    <a:pt x="322350" y="128243"/>
                  </a:lnTo>
                  <a:lnTo>
                    <a:pt x="467174" y="219179"/>
                  </a:lnTo>
                  <a:lnTo>
                    <a:pt x="492868" y="205188"/>
                  </a:lnTo>
                  <a:lnTo>
                    <a:pt x="518563" y="193530"/>
                  </a:lnTo>
                  <a:lnTo>
                    <a:pt x="546593" y="184203"/>
                  </a:lnTo>
                  <a:lnTo>
                    <a:pt x="574624" y="174877"/>
                  </a:lnTo>
                  <a:lnTo>
                    <a:pt x="609662" y="9327"/>
                  </a:lnTo>
                  <a:lnTo>
                    <a:pt x="630685" y="6995"/>
                  </a:lnTo>
                  <a:lnTo>
                    <a:pt x="651707" y="2332"/>
                  </a:lnTo>
                  <a:close/>
                </a:path>
              </a:pathLst>
            </a:custGeom>
            <a:solidFill>
              <a:srgbClr val="C00000"/>
            </a:solidFill>
            <a:ln w="3175">
              <a:noFill/>
            </a:ln>
            <a:effectLst>
              <a:outerShdw blurRad="38100" dist="254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rIns="0" anchor="ctr"/>
            <a:lstStyle/>
            <a:p>
              <a:pPr algn="ctr" fontAlgn="base">
                <a:spcBef>
                  <a:spcPts val="0"/>
                </a:spcBef>
                <a:spcAft>
                  <a:spcPts val="0"/>
                </a:spcAft>
              </a:pPr>
              <a:endParaRPr lang="en-US" sz="2000" dirty="0">
                <a:solidFill>
                  <a:schemeClr val="tx1">
                    <a:lumMod val="50000"/>
                    <a:lumOff val="50000"/>
                  </a:schemeClr>
                </a:solidFill>
                <a:latin typeface="Impact" panose="020B0806030902050204" pitchFamily="34" charset="0"/>
                <a:ea typeface="微软雅黑" panose="020B0503020204020204" pitchFamily="34" charset="-122"/>
              </a:endParaRPr>
            </a:p>
          </p:txBody>
        </p:sp>
        <p:sp>
          <p:nvSpPr>
            <p:cNvPr id="16" name="Freeform 6"/>
            <p:cNvSpPr/>
            <p:nvPr/>
          </p:nvSpPr>
          <p:spPr bwMode="auto">
            <a:xfrm>
              <a:off x="7561129" y="3806962"/>
              <a:ext cx="1015034" cy="1057200"/>
            </a:xfrm>
            <a:custGeom>
              <a:avLst/>
              <a:gdLst/>
              <a:ahLst/>
              <a:cxnLst/>
              <a:rect l="l" t="t" r="r" b="b"/>
              <a:pathLst>
                <a:path w="1487948" h="1487615">
                  <a:moveTo>
                    <a:pt x="743975" y="297790"/>
                  </a:moveTo>
                  <a:cubicBezTo>
                    <a:pt x="496116" y="297790"/>
                    <a:pt x="295186" y="497479"/>
                    <a:pt x="295186" y="743808"/>
                  </a:cubicBezTo>
                  <a:cubicBezTo>
                    <a:pt x="295186" y="990137"/>
                    <a:pt x="496116" y="1189826"/>
                    <a:pt x="743975" y="1189826"/>
                  </a:cubicBezTo>
                  <a:cubicBezTo>
                    <a:pt x="991834" y="1189826"/>
                    <a:pt x="1192764" y="990137"/>
                    <a:pt x="1192764" y="743808"/>
                  </a:cubicBezTo>
                  <a:cubicBezTo>
                    <a:pt x="1192764" y="497479"/>
                    <a:pt x="991834" y="297790"/>
                    <a:pt x="743975" y="297790"/>
                  </a:cubicBezTo>
                  <a:close/>
                  <a:moveTo>
                    <a:pt x="693753" y="0"/>
                  </a:moveTo>
                  <a:lnTo>
                    <a:pt x="770837" y="149228"/>
                  </a:lnTo>
                  <a:lnTo>
                    <a:pt x="801203" y="151560"/>
                  </a:lnTo>
                  <a:lnTo>
                    <a:pt x="829233" y="153891"/>
                  </a:lnTo>
                  <a:lnTo>
                    <a:pt x="857264" y="158555"/>
                  </a:lnTo>
                  <a:lnTo>
                    <a:pt x="885294" y="163218"/>
                  </a:lnTo>
                  <a:lnTo>
                    <a:pt x="997416" y="41970"/>
                  </a:lnTo>
                  <a:lnTo>
                    <a:pt x="1018439" y="48966"/>
                  </a:lnTo>
                  <a:lnTo>
                    <a:pt x="1037126" y="58292"/>
                  </a:lnTo>
                  <a:lnTo>
                    <a:pt x="1076835" y="74614"/>
                  </a:lnTo>
                  <a:lnTo>
                    <a:pt x="1069828" y="240164"/>
                  </a:lnTo>
                  <a:lnTo>
                    <a:pt x="1093186" y="256485"/>
                  </a:lnTo>
                  <a:lnTo>
                    <a:pt x="1116545" y="272807"/>
                  </a:lnTo>
                  <a:lnTo>
                    <a:pt x="1139904" y="291461"/>
                  </a:lnTo>
                  <a:lnTo>
                    <a:pt x="1160927" y="312446"/>
                  </a:lnTo>
                  <a:lnTo>
                    <a:pt x="1312758" y="261149"/>
                  </a:lnTo>
                  <a:lnTo>
                    <a:pt x="1340789" y="298456"/>
                  </a:lnTo>
                  <a:lnTo>
                    <a:pt x="1352468" y="317109"/>
                  </a:lnTo>
                  <a:lnTo>
                    <a:pt x="1368819" y="335763"/>
                  </a:lnTo>
                  <a:lnTo>
                    <a:pt x="1280056" y="468669"/>
                  </a:lnTo>
                  <a:lnTo>
                    <a:pt x="1287064" y="480327"/>
                  </a:lnTo>
                  <a:lnTo>
                    <a:pt x="1294071" y="496649"/>
                  </a:lnTo>
                  <a:lnTo>
                    <a:pt x="1305750" y="522298"/>
                  </a:lnTo>
                  <a:lnTo>
                    <a:pt x="1315094" y="547946"/>
                  </a:lnTo>
                  <a:lnTo>
                    <a:pt x="1324437" y="575926"/>
                  </a:lnTo>
                  <a:lnTo>
                    <a:pt x="1476269" y="608570"/>
                  </a:lnTo>
                  <a:lnTo>
                    <a:pt x="1483276" y="652872"/>
                  </a:lnTo>
                  <a:lnTo>
                    <a:pt x="1487948" y="701837"/>
                  </a:lnTo>
                  <a:lnTo>
                    <a:pt x="1350132" y="774120"/>
                  </a:lnTo>
                  <a:lnTo>
                    <a:pt x="1347796" y="802100"/>
                  </a:lnTo>
                  <a:lnTo>
                    <a:pt x="1345460" y="830080"/>
                  </a:lnTo>
                  <a:lnTo>
                    <a:pt x="1340789" y="855729"/>
                  </a:lnTo>
                  <a:lnTo>
                    <a:pt x="1333781" y="886040"/>
                  </a:lnTo>
                  <a:lnTo>
                    <a:pt x="1448238" y="988635"/>
                  </a:lnTo>
                  <a:lnTo>
                    <a:pt x="1431887" y="1032937"/>
                  </a:lnTo>
                  <a:lnTo>
                    <a:pt x="1410865" y="1077239"/>
                  </a:lnTo>
                  <a:lnTo>
                    <a:pt x="1259033" y="1067912"/>
                  </a:lnTo>
                  <a:lnTo>
                    <a:pt x="1242682" y="1093560"/>
                  </a:lnTo>
                  <a:lnTo>
                    <a:pt x="1226331" y="1116877"/>
                  </a:lnTo>
                  <a:lnTo>
                    <a:pt x="1209980" y="1137862"/>
                  </a:lnTo>
                  <a:lnTo>
                    <a:pt x="1191293" y="1158848"/>
                  </a:lnTo>
                  <a:lnTo>
                    <a:pt x="1235674" y="1303412"/>
                  </a:lnTo>
                  <a:lnTo>
                    <a:pt x="1198301" y="1336056"/>
                  </a:lnTo>
                  <a:lnTo>
                    <a:pt x="1179614" y="1350046"/>
                  </a:lnTo>
                  <a:lnTo>
                    <a:pt x="1158591" y="1364036"/>
                  </a:lnTo>
                  <a:lnTo>
                    <a:pt x="1030118" y="1282427"/>
                  </a:lnTo>
                  <a:lnTo>
                    <a:pt x="1006759" y="1294085"/>
                  </a:lnTo>
                  <a:lnTo>
                    <a:pt x="981065" y="1305744"/>
                  </a:lnTo>
                  <a:lnTo>
                    <a:pt x="955370" y="1315071"/>
                  </a:lnTo>
                  <a:lnTo>
                    <a:pt x="927340" y="1324397"/>
                  </a:lnTo>
                  <a:lnTo>
                    <a:pt x="892302" y="1475957"/>
                  </a:lnTo>
                  <a:lnTo>
                    <a:pt x="845584" y="1482952"/>
                  </a:lnTo>
                  <a:lnTo>
                    <a:pt x="798867" y="1487615"/>
                  </a:lnTo>
                  <a:lnTo>
                    <a:pt x="728791" y="1350046"/>
                  </a:lnTo>
                  <a:lnTo>
                    <a:pt x="700761" y="1350046"/>
                  </a:lnTo>
                  <a:lnTo>
                    <a:pt x="672730" y="1345382"/>
                  </a:lnTo>
                  <a:lnTo>
                    <a:pt x="642364" y="1343051"/>
                  </a:lnTo>
                  <a:lnTo>
                    <a:pt x="616669" y="1336056"/>
                  </a:lnTo>
                  <a:lnTo>
                    <a:pt x="511555" y="1450308"/>
                  </a:lnTo>
                  <a:lnTo>
                    <a:pt x="488197" y="1443313"/>
                  </a:lnTo>
                  <a:lnTo>
                    <a:pt x="467174" y="1436318"/>
                  </a:lnTo>
                  <a:lnTo>
                    <a:pt x="422792" y="1417665"/>
                  </a:lnTo>
                  <a:lnTo>
                    <a:pt x="429800" y="1259110"/>
                  </a:lnTo>
                  <a:lnTo>
                    <a:pt x="406441" y="1242788"/>
                  </a:lnTo>
                  <a:lnTo>
                    <a:pt x="383083" y="1226467"/>
                  </a:lnTo>
                  <a:lnTo>
                    <a:pt x="362060" y="1210145"/>
                  </a:lnTo>
                  <a:lnTo>
                    <a:pt x="341037" y="1191491"/>
                  </a:lnTo>
                  <a:lnTo>
                    <a:pt x="184534" y="1238125"/>
                  </a:lnTo>
                  <a:lnTo>
                    <a:pt x="156503" y="1205481"/>
                  </a:lnTo>
                  <a:lnTo>
                    <a:pt x="130809" y="1170506"/>
                  </a:lnTo>
                  <a:lnTo>
                    <a:pt x="219572" y="1032937"/>
                  </a:lnTo>
                  <a:lnTo>
                    <a:pt x="207893" y="1007288"/>
                  </a:lnTo>
                  <a:lnTo>
                    <a:pt x="193877" y="981640"/>
                  </a:lnTo>
                  <a:lnTo>
                    <a:pt x="182198" y="955991"/>
                  </a:lnTo>
                  <a:lnTo>
                    <a:pt x="172854" y="928011"/>
                  </a:lnTo>
                  <a:lnTo>
                    <a:pt x="14015" y="893036"/>
                  </a:lnTo>
                  <a:lnTo>
                    <a:pt x="7008" y="848734"/>
                  </a:lnTo>
                  <a:lnTo>
                    <a:pt x="0" y="806763"/>
                  </a:lnTo>
                  <a:lnTo>
                    <a:pt x="147160" y="732149"/>
                  </a:lnTo>
                  <a:lnTo>
                    <a:pt x="149496" y="701837"/>
                  </a:lnTo>
                  <a:lnTo>
                    <a:pt x="151832" y="671525"/>
                  </a:lnTo>
                  <a:lnTo>
                    <a:pt x="156503" y="643545"/>
                  </a:lnTo>
                  <a:lnTo>
                    <a:pt x="161175" y="615565"/>
                  </a:lnTo>
                  <a:lnTo>
                    <a:pt x="39710" y="501312"/>
                  </a:lnTo>
                  <a:lnTo>
                    <a:pt x="53725" y="461674"/>
                  </a:lnTo>
                  <a:lnTo>
                    <a:pt x="70076" y="424367"/>
                  </a:lnTo>
                  <a:lnTo>
                    <a:pt x="238259" y="431362"/>
                  </a:lnTo>
                  <a:lnTo>
                    <a:pt x="254610" y="408045"/>
                  </a:lnTo>
                  <a:lnTo>
                    <a:pt x="273297" y="384728"/>
                  </a:lnTo>
                  <a:lnTo>
                    <a:pt x="289648" y="361411"/>
                  </a:lnTo>
                  <a:lnTo>
                    <a:pt x="310671" y="340426"/>
                  </a:lnTo>
                  <a:lnTo>
                    <a:pt x="259282" y="177208"/>
                  </a:lnTo>
                  <a:lnTo>
                    <a:pt x="289648" y="151560"/>
                  </a:lnTo>
                  <a:lnTo>
                    <a:pt x="322350" y="128243"/>
                  </a:lnTo>
                  <a:lnTo>
                    <a:pt x="467174" y="219179"/>
                  </a:lnTo>
                  <a:lnTo>
                    <a:pt x="492868" y="205188"/>
                  </a:lnTo>
                  <a:lnTo>
                    <a:pt x="518563" y="193530"/>
                  </a:lnTo>
                  <a:lnTo>
                    <a:pt x="546593" y="184203"/>
                  </a:lnTo>
                  <a:lnTo>
                    <a:pt x="574624" y="174877"/>
                  </a:lnTo>
                  <a:lnTo>
                    <a:pt x="609662" y="9327"/>
                  </a:lnTo>
                  <a:lnTo>
                    <a:pt x="630685" y="6995"/>
                  </a:lnTo>
                  <a:lnTo>
                    <a:pt x="651707" y="2332"/>
                  </a:lnTo>
                  <a:close/>
                </a:path>
              </a:pathLst>
            </a:custGeom>
            <a:solidFill>
              <a:srgbClr val="C00000"/>
            </a:solidFill>
            <a:ln w="3175">
              <a:noFill/>
            </a:ln>
            <a:effectLst>
              <a:outerShdw blurRad="38100" dist="254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rIns="0" anchor="ctr"/>
            <a:lstStyle/>
            <a:p>
              <a:pPr algn="ctr" fontAlgn="base">
                <a:spcBef>
                  <a:spcPts val="0"/>
                </a:spcBef>
                <a:spcAft>
                  <a:spcPts val="0"/>
                </a:spcAft>
              </a:pPr>
              <a:endParaRPr lang="en-US" sz="2000" dirty="0">
                <a:solidFill>
                  <a:schemeClr val="tx1">
                    <a:lumMod val="50000"/>
                    <a:lumOff val="50000"/>
                  </a:schemeClr>
                </a:solidFill>
                <a:latin typeface="Impact" panose="020B0806030902050204" pitchFamily="34" charset="0"/>
                <a:ea typeface="微软雅黑" panose="020B0503020204020204" pitchFamily="34" charset="-122"/>
              </a:endParaRPr>
            </a:p>
          </p:txBody>
        </p:sp>
        <p:cxnSp>
          <p:nvCxnSpPr>
            <p:cNvPr id="17" name="直接连接符 16"/>
            <p:cNvCxnSpPr/>
            <p:nvPr/>
          </p:nvCxnSpPr>
          <p:spPr>
            <a:xfrm>
              <a:off x="1444365" y="2470358"/>
              <a:ext cx="11516" cy="1013806"/>
            </a:xfrm>
            <a:prstGeom prst="line">
              <a:avLst/>
            </a:prstGeom>
            <a:ln>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8" name="直接连接符 17"/>
            <p:cNvCxnSpPr/>
            <p:nvPr/>
          </p:nvCxnSpPr>
          <p:spPr>
            <a:xfrm flipH="1">
              <a:off x="7493949" y="3806961"/>
              <a:ext cx="15536" cy="1133195"/>
            </a:xfrm>
            <a:prstGeom prst="line">
              <a:avLst/>
            </a:prstGeom>
            <a:ln>
              <a:solidFill>
                <a:srgbClr val="C00000"/>
              </a:solidFill>
            </a:ln>
          </p:spPr>
          <p:style>
            <a:lnRef idx="1">
              <a:schemeClr val="accent1"/>
            </a:lnRef>
            <a:fillRef idx="0">
              <a:schemeClr val="accent1"/>
            </a:fillRef>
            <a:effectRef idx="0">
              <a:schemeClr val="accent1"/>
            </a:effectRef>
            <a:fontRef idx="minor">
              <a:schemeClr val="tx1"/>
            </a:fontRef>
          </p:style>
        </p:cxnSp>
      </p:grpSp>
      <p:sp>
        <p:nvSpPr>
          <p:cNvPr id="23" name="内容占位符 2"/>
          <p:cNvSpPr txBox="1"/>
          <p:nvPr/>
        </p:nvSpPr>
        <p:spPr>
          <a:xfrm>
            <a:off x="511506" y="5454957"/>
            <a:ext cx="7886700" cy="1512168"/>
          </a:xfrm>
          <a:prstGeom prst="rect">
            <a:avLst/>
          </a:prstGeom>
        </p:spPr>
        <p:txBody>
          <a:bodyPr>
            <a:noAutofit/>
          </a:bodyPr>
          <a:lstStyle>
            <a:lvl1pPr marL="342900" indent="-342900" algn="l" rtl="0" eaLnBrk="0" fontAlgn="base" hangingPunct="0">
              <a:spcBef>
                <a:spcPct val="20000"/>
              </a:spcBef>
              <a:spcAft>
                <a:spcPct val="0"/>
              </a:spcAft>
              <a:buChar cha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C00000"/>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457200">
              <a:spcBef>
                <a:spcPct val="0"/>
              </a:spcBef>
              <a:buFontTx/>
              <a:buNone/>
            </a:pPr>
            <a:r>
              <a:rPr lang="zh-CN" altLang="en-US" sz="1800" dirty="0">
                <a:latin typeface="微软雅黑" panose="020B0503020204020204" pitchFamily="34" charset="-122"/>
                <a:ea typeface="微软雅黑" panose="020B0503020204020204" pitchFamily="34" charset="-122"/>
              </a:rPr>
              <a:t>决策理论学派把决策人作为独立的管理模式</a:t>
            </a:r>
            <a:r>
              <a:rPr lang="zh-CN" altLang="en-US" sz="1800" dirty="0" smtClean="0">
                <a:latin typeface="微软雅黑" panose="020B0503020204020204" pitchFamily="34" charset="-122"/>
                <a:ea typeface="微软雅黑" panose="020B0503020204020204" pitchFamily="34" charset="-122"/>
              </a:rPr>
              <a:t>。这种</a:t>
            </a:r>
            <a:r>
              <a:rPr lang="zh-CN" altLang="en-US" sz="1800" dirty="0">
                <a:latin typeface="微软雅黑" panose="020B0503020204020204" pitchFamily="34" charset="-122"/>
                <a:ea typeface="微软雅黑" panose="020B0503020204020204" pitchFamily="34" charset="-122"/>
              </a:rPr>
              <a:t>模式认为，组织成员（管理者和员工）都是为实现一定目的而合理地选择手段的决策者</a:t>
            </a:r>
            <a:r>
              <a:rPr lang="zh-CN" altLang="en-US" sz="1800" dirty="0" smtClean="0">
                <a:latin typeface="微软雅黑" panose="020B0503020204020204" pitchFamily="34" charset="-122"/>
                <a:ea typeface="微软雅黑" panose="020B0503020204020204" pitchFamily="34" charset="-122"/>
              </a:rPr>
              <a:t>。</a:t>
            </a:r>
            <a:endParaRPr lang="zh-CN" altLang="en-US" sz="1800" dirty="0">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1"/>
          <p:cNvSpPr txBox="1"/>
          <p:nvPr/>
        </p:nvSpPr>
        <p:spPr>
          <a:xfrm>
            <a:off x="107504" y="188640"/>
            <a:ext cx="7111703" cy="706923"/>
          </a:xfrm>
          <a:prstGeom prst="rect">
            <a:avLst/>
          </a:prstGeom>
        </p:spPr>
        <p:txBody>
          <a:bodyPr>
            <a:normAutofit/>
          </a:bodyPr>
          <a:lstStyle>
            <a:lvl1pPr algn="l" rtl="0" eaLnBrk="0" fontAlgn="base" hangingPunct="0">
              <a:spcBef>
                <a:spcPct val="0"/>
              </a:spcBef>
              <a:spcAft>
                <a:spcPct val="0"/>
              </a:spcAft>
              <a:defRPr sz="3600" kern="1200">
                <a:solidFill>
                  <a:schemeClr val="bg1"/>
                </a:solidFill>
                <a:latin typeface="黑体" panose="02010609060101010101" pitchFamily="49" charset="-122"/>
                <a:ea typeface="黑体" panose="02010609060101010101" pitchFamily="49" charset="-122"/>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r>
              <a:rPr lang="zh-CN" altLang="zh-CN" sz="3200" dirty="0"/>
              <a:t>二、行为决策</a:t>
            </a:r>
            <a:endParaRPr lang="zh-CN" altLang="zh-CN" sz="3200" dirty="0"/>
          </a:p>
        </p:txBody>
      </p:sp>
      <p:sp>
        <p:nvSpPr>
          <p:cNvPr id="10" name="标题 1"/>
          <p:cNvSpPr txBox="1"/>
          <p:nvPr/>
        </p:nvSpPr>
        <p:spPr>
          <a:xfrm>
            <a:off x="251520" y="1193797"/>
            <a:ext cx="6912768" cy="77893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200" kern="1200">
                <a:solidFill>
                  <a:schemeClr val="tx1"/>
                </a:solidFill>
                <a:latin typeface="微软雅黑" panose="020B0503020204020204" pitchFamily="34" charset="-122"/>
                <a:ea typeface="微软雅黑" panose="020B0503020204020204" pitchFamily="34" charset="-122"/>
                <a:cs typeface="+mj-cs"/>
              </a:defRPr>
            </a:lvl1pPr>
          </a:lstStyle>
          <a:p>
            <a:pPr>
              <a:lnSpc>
                <a:spcPct val="100000"/>
              </a:lnSpc>
            </a:pPr>
            <a:r>
              <a:rPr lang="zh-CN" altLang="zh-CN" sz="2000" dirty="0" smtClean="0"/>
              <a:t>（一）</a:t>
            </a:r>
            <a:r>
              <a:rPr lang="zh-CN" altLang="zh-CN" sz="2000" dirty="0"/>
              <a:t>决策中的行为基础</a:t>
            </a:r>
            <a:endParaRPr lang="zh-CN" altLang="zh-CN" sz="2000" dirty="0"/>
          </a:p>
        </p:txBody>
      </p:sp>
      <p:sp>
        <p:nvSpPr>
          <p:cNvPr id="11" name="内容占位符 2"/>
          <p:cNvSpPr txBox="1"/>
          <p:nvPr/>
        </p:nvSpPr>
        <p:spPr>
          <a:xfrm>
            <a:off x="628650" y="1772815"/>
            <a:ext cx="7886700" cy="1512168"/>
          </a:xfrm>
          <a:prstGeom prst="rect">
            <a:avLst/>
          </a:prstGeom>
        </p:spPr>
        <p:txBody>
          <a:bodyPr>
            <a:noAutofit/>
          </a:bodyPr>
          <a:lstStyle>
            <a:lvl1pPr marL="342900" indent="-342900" algn="l" rtl="0" eaLnBrk="0" fontAlgn="base" hangingPunct="0">
              <a:spcBef>
                <a:spcPct val="20000"/>
              </a:spcBef>
              <a:spcAft>
                <a:spcPct val="0"/>
              </a:spcAft>
              <a:buChar cha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C00000"/>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457200">
              <a:spcBef>
                <a:spcPct val="0"/>
              </a:spcBef>
              <a:buFontTx/>
              <a:buNone/>
            </a:pPr>
            <a:r>
              <a:rPr lang="zh-CN" altLang="en-US" sz="1800" dirty="0">
                <a:latin typeface="微软雅黑" panose="020B0503020204020204" pitchFamily="34" charset="-122"/>
                <a:ea typeface="微软雅黑" panose="020B0503020204020204" pitchFamily="34" charset="-122"/>
              </a:rPr>
              <a:t>决策者把学习、记忆、习惯等心理学因素作为决策的行为基础。</a:t>
            </a:r>
            <a:endParaRPr lang="zh-CN" altLang="en-US" sz="1800" dirty="0">
              <a:latin typeface="微软雅黑" panose="020B0503020204020204" pitchFamily="34" charset="-122"/>
              <a:ea typeface="微软雅黑" panose="020B0503020204020204" pitchFamily="34" charset="-122"/>
            </a:endParaRPr>
          </a:p>
        </p:txBody>
      </p:sp>
      <p:graphicFrame>
        <p:nvGraphicFramePr>
          <p:cNvPr id="2" name="图示 1"/>
          <p:cNvGraphicFramePr/>
          <p:nvPr/>
        </p:nvGraphicFramePr>
        <p:xfrm>
          <a:off x="628650" y="2273390"/>
          <a:ext cx="6096000" cy="4064000"/>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pic>
        <p:nvPicPr>
          <p:cNvPr id="2050" name="Picture 2" descr="https://ss2.bdstatic.com/70cFvnSh_Q1YnxGkpoWK1HF6hhy/it/u=4232643225,836059725&amp;fm=26&amp;gp=0.jpg"/>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6475190" y="2326543"/>
            <a:ext cx="1685224" cy="1040050"/>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descr="https://ss1.bdstatic.com/70cFuXSh_Q1YnxGkpoWK1HF6hhy/it/u=1205309722,2986205167&amp;fm=26&amp;gp=0.jpg"/>
          <p:cNvPicPr>
            <a:picLocks noChangeAspect="1" noChangeArrowheads="1"/>
          </p:cNvPicPr>
          <p:nvPr/>
        </p:nvPicPr>
        <p:blipFill rotWithShape="1">
          <a:blip r:embed="rId7">
            <a:extLst>
              <a:ext uri="{28A0092B-C50C-407E-A947-70E740481C1C}">
                <a14:useLocalDpi xmlns:a14="http://schemas.microsoft.com/office/drawing/2010/main" val="0"/>
              </a:ext>
            </a:extLst>
          </a:blip>
          <a:srcRect l="5039" r="22387"/>
          <a:stretch>
            <a:fillRect/>
          </a:stretch>
        </p:blipFill>
        <p:spPr bwMode="auto">
          <a:xfrm>
            <a:off x="6471400" y="3568725"/>
            <a:ext cx="1718645" cy="1141296"/>
          </a:xfrm>
          <a:prstGeom prst="rect">
            <a:avLst/>
          </a:prstGeom>
          <a:noFill/>
          <a:extLst>
            <a:ext uri="{909E8E84-426E-40DD-AFC4-6F175D3DCCD1}">
              <a14:hiddenFill xmlns:a14="http://schemas.microsoft.com/office/drawing/2010/main">
                <a:solidFill>
                  <a:srgbClr val="FFFFFF"/>
                </a:solidFill>
              </a14:hiddenFill>
            </a:ext>
          </a:extLst>
        </p:spPr>
      </p:pic>
      <p:pic>
        <p:nvPicPr>
          <p:cNvPr id="3" name="图片 2"/>
          <p:cNvPicPr>
            <a:picLocks noChangeAspect="1"/>
          </p:cNvPicPr>
          <p:nvPr/>
        </p:nvPicPr>
        <p:blipFill rotWithShape="1">
          <a:blip r:embed="rId8"/>
          <a:srcRect l="33194" r="32279"/>
          <a:stretch>
            <a:fillRect/>
          </a:stretch>
        </p:blipFill>
        <p:spPr>
          <a:xfrm>
            <a:off x="6471400" y="4963309"/>
            <a:ext cx="1689013" cy="1374082"/>
          </a:xfrm>
          <a:prstGeom prst="rect">
            <a:avLst/>
          </a:prstGeom>
        </p:spPr>
      </p:pic>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descr="https://ss0.bdstatic.com/70cFvHSh_Q1YnxGkpoWK1HF6hhy/it/u=2848698580,913680596&amp;fm=26&amp;gp=0.jp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6528048" y="3228436"/>
            <a:ext cx="2232248" cy="1735868"/>
          </a:xfrm>
          <a:prstGeom prst="rect">
            <a:avLst/>
          </a:prstGeom>
          <a:noFill/>
          <a:extLst>
            <a:ext uri="{909E8E84-426E-40DD-AFC4-6F175D3DCCD1}">
              <a14:hiddenFill xmlns:a14="http://schemas.microsoft.com/office/drawing/2010/main">
                <a:solidFill>
                  <a:srgbClr val="FFFFFF"/>
                </a:solidFill>
              </a14:hiddenFill>
            </a:ext>
          </a:extLst>
        </p:spPr>
      </p:pic>
      <p:sp>
        <p:nvSpPr>
          <p:cNvPr id="9" name="标题 1"/>
          <p:cNvSpPr txBox="1"/>
          <p:nvPr/>
        </p:nvSpPr>
        <p:spPr>
          <a:xfrm>
            <a:off x="107504" y="188640"/>
            <a:ext cx="7111703" cy="706923"/>
          </a:xfrm>
          <a:prstGeom prst="rect">
            <a:avLst/>
          </a:prstGeom>
        </p:spPr>
        <p:txBody>
          <a:bodyPr>
            <a:normAutofit/>
          </a:bodyPr>
          <a:lstStyle>
            <a:lvl1pPr algn="l" rtl="0" eaLnBrk="0" fontAlgn="base" hangingPunct="0">
              <a:spcBef>
                <a:spcPct val="0"/>
              </a:spcBef>
              <a:spcAft>
                <a:spcPct val="0"/>
              </a:spcAft>
              <a:defRPr sz="3600" kern="1200">
                <a:solidFill>
                  <a:schemeClr val="bg1"/>
                </a:solidFill>
                <a:latin typeface="黑体" panose="02010609060101010101" pitchFamily="49" charset="-122"/>
                <a:ea typeface="黑体" panose="02010609060101010101" pitchFamily="49" charset="-122"/>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r>
              <a:rPr lang="zh-CN" altLang="zh-CN" sz="3200" dirty="0"/>
              <a:t>二、行为决策</a:t>
            </a:r>
            <a:endParaRPr lang="zh-CN" altLang="zh-CN" sz="3200" dirty="0"/>
          </a:p>
        </p:txBody>
      </p:sp>
      <p:sp>
        <p:nvSpPr>
          <p:cNvPr id="10" name="标题 1"/>
          <p:cNvSpPr txBox="1"/>
          <p:nvPr/>
        </p:nvSpPr>
        <p:spPr>
          <a:xfrm>
            <a:off x="251520" y="1193797"/>
            <a:ext cx="6912768" cy="77893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200" kern="1200">
                <a:solidFill>
                  <a:schemeClr val="tx1"/>
                </a:solidFill>
                <a:latin typeface="微软雅黑" panose="020B0503020204020204" pitchFamily="34" charset="-122"/>
                <a:ea typeface="微软雅黑" panose="020B0503020204020204" pitchFamily="34" charset="-122"/>
                <a:cs typeface="+mj-cs"/>
              </a:defRPr>
            </a:lvl1pPr>
          </a:lstStyle>
          <a:p>
            <a:pPr>
              <a:lnSpc>
                <a:spcPct val="100000"/>
              </a:lnSpc>
            </a:pPr>
            <a:r>
              <a:rPr lang="zh-CN" altLang="en-US" sz="2000" dirty="0" smtClean="0"/>
              <a:t>（二）行为决策代表性模型</a:t>
            </a:r>
            <a:endParaRPr lang="zh-CN" altLang="zh-CN" sz="2000" dirty="0"/>
          </a:p>
        </p:txBody>
      </p:sp>
      <p:sp>
        <p:nvSpPr>
          <p:cNvPr id="11" name="内容占位符 2"/>
          <p:cNvSpPr txBox="1"/>
          <p:nvPr/>
        </p:nvSpPr>
        <p:spPr>
          <a:xfrm>
            <a:off x="628650" y="1772815"/>
            <a:ext cx="7886700" cy="1512168"/>
          </a:xfrm>
          <a:prstGeom prst="rect">
            <a:avLst/>
          </a:prstGeom>
        </p:spPr>
        <p:txBody>
          <a:bodyPr>
            <a:noAutofit/>
          </a:bodyPr>
          <a:lstStyle>
            <a:lvl1pPr marL="342900" indent="-342900" algn="l" rtl="0" eaLnBrk="0" fontAlgn="base" hangingPunct="0">
              <a:spcBef>
                <a:spcPct val="20000"/>
              </a:spcBef>
              <a:spcAft>
                <a:spcPct val="0"/>
              </a:spcAft>
              <a:buChar cha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C00000"/>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457200">
              <a:spcBef>
                <a:spcPct val="0"/>
              </a:spcBef>
              <a:buNone/>
            </a:pPr>
            <a:r>
              <a:rPr lang="en-US" altLang="zh-CN" sz="1800" dirty="0" smtClean="0">
                <a:latin typeface="微软雅黑" panose="020B0503020204020204" pitchFamily="34" charset="-122"/>
                <a:ea typeface="微软雅黑" panose="020B0503020204020204" pitchFamily="34" charset="-122"/>
              </a:rPr>
              <a:t>1. DHS</a:t>
            </a:r>
            <a:r>
              <a:rPr lang="zh-CN" altLang="en-US" sz="1800" dirty="0" smtClean="0">
                <a:latin typeface="微软雅黑" panose="020B0503020204020204" pitchFamily="34" charset="-122"/>
                <a:ea typeface="微软雅黑" panose="020B0503020204020204" pitchFamily="34" charset="-122"/>
              </a:rPr>
              <a:t>模型</a:t>
            </a:r>
            <a:r>
              <a:rPr lang="en-US" altLang="zh-CN" sz="1800" dirty="0" smtClean="0">
                <a:latin typeface="微软雅黑" panose="020B0503020204020204" pitchFamily="34" charset="-122"/>
                <a:ea typeface="微软雅黑" panose="020B0503020204020204" pitchFamily="34" charset="-122"/>
              </a:rPr>
              <a:t>——</a:t>
            </a:r>
            <a:r>
              <a:rPr lang="zh-CN" altLang="zh-CN" sz="1800" dirty="0"/>
              <a:t>由丹尼尔、赫什利弗尔和苏布拉马尼亚姆等学者于</a:t>
            </a:r>
            <a:r>
              <a:rPr lang="en-US" altLang="zh-CN" sz="1800" dirty="0"/>
              <a:t>1998</a:t>
            </a:r>
            <a:r>
              <a:rPr lang="zh-CN" altLang="zh-CN" sz="1800" dirty="0"/>
              <a:t>年提出的模型，分析决策者对信息的反应程度时，更强调过度自信和有偏差的自我归因</a:t>
            </a:r>
            <a:r>
              <a:rPr lang="zh-CN" altLang="zh-CN" sz="1800" dirty="0" smtClean="0"/>
              <a:t>。</a:t>
            </a:r>
            <a:endParaRPr lang="zh-CN" altLang="en-US" sz="1800" dirty="0"/>
          </a:p>
        </p:txBody>
      </p:sp>
      <p:graphicFrame>
        <p:nvGraphicFramePr>
          <p:cNvPr id="4" name="图示 3"/>
          <p:cNvGraphicFramePr/>
          <p:nvPr/>
        </p:nvGraphicFramePr>
        <p:xfrm>
          <a:off x="2615952" y="3284983"/>
          <a:ext cx="3912096" cy="260806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4100" name="Picture 4" descr="https://ss0.bdstatic.com/70cFuHSh_Q1YnxGkpoWK1HF6hhy/it/u=4134553868,2079744906&amp;fm=26&amp;gp=0.jpg"/>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01461" y="3228436"/>
            <a:ext cx="2314491" cy="1735868"/>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1"/>
          <p:cNvSpPr txBox="1"/>
          <p:nvPr/>
        </p:nvSpPr>
        <p:spPr>
          <a:xfrm>
            <a:off x="107504" y="188640"/>
            <a:ext cx="7111703" cy="706923"/>
          </a:xfrm>
          <a:prstGeom prst="rect">
            <a:avLst/>
          </a:prstGeom>
        </p:spPr>
        <p:txBody>
          <a:bodyPr>
            <a:normAutofit/>
          </a:bodyPr>
          <a:lstStyle>
            <a:lvl1pPr algn="l" rtl="0" eaLnBrk="0" fontAlgn="base" hangingPunct="0">
              <a:spcBef>
                <a:spcPct val="0"/>
              </a:spcBef>
              <a:spcAft>
                <a:spcPct val="0"/>
              </a:spcAft>
              <a:defRPr sz="3600" kern="1200">
                <a:solidFill>
                  <a:schemeClr val="bg1"/>
                </a:solidFill>
                <a:latin typeface="黑体" panose="02010609060101010101" pitchFamily="49" charset="-122"/>
                <a:ea typeface="黑体" panose="02010609060101010101" pitchFamily="49" charset="-122"/>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r>
              <a:rPr lang="zh-CN" altLang="zh-CN" sz="3200" dirty="0"/>
              <a:t>二、行为决策</a:t>
            </a:r>
            <a:endParaRPr lang="zh-CN" altLang="zh-CN" sz="3200" dirty="0"/>
          </a:p>
        </p:txBody>
      </p:sp>
      <p:sp>
        <p:nvSpPr>
          <p:cNvPr id="10" name="标题 1"/>
          <p:cNvSpPr txBox="1"/>
          <p:nvPr/>
        </p:nvSpPr>
        <p:spPr>
          <a:xfrm>
            <a:off x="251520" y="1193797"/>
            <a:ext cx="6912768" cy="77893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200" kern="1200">
                <a:solidFill>
                  <a:schemeClr val="tx1"/>
                </a:solidFill>
                <a:latin typeface="微软雅黑" panose="020B0503020204020204" pitchFamily="34" charset="-122"/>
                <a:ea typeface="微软雅黑" panose="020B0503020204020204" pitchFamily="34" charset="-122"/>
                <a:cs typeface="+mj-cs"/>
              </a:defRPr>
            </a:lvl1pPr>
          </a:lstStyle>
          <a:p>
            <a:pPr>
              <a:lnSpc>
                <a:spcPct val="100000"/>
              </a:lnSpc>
            </a:pPr>
            <a:r>
              <a:rPr lang="zh-CN" altLang="en-US" sz="2000" dirty="0" smtClean="0"/>
              <a:t>（二）行为决策代表性模型</a:t>
            </a:r>
            <a:endParaRPr lang="zh-CN" altLang="zh-CN" sz="2000" dirty="0"/>
          </a:p>
        </p:txBody>
      </p:sp>
      <p:sp>
        <p:nvSpPr>
          <p:cNvPr id="11" name="内容占位符 2"/>
          <p:cNvSpPr txBox="1"/>
          <p:nvPr/>
        </p:nvSpPr>
        <p:spPr>
          <a:xfrm>
            <a:off x="628650" y="1772815"/>
            <a:ext cx="7886700" cy="1008113"/>
          </a:xfrm>
          <a:prstGeom prst="rect">
            <a:avLst/>
          </a:prstGeom>
        </p:spPr>
        <p:txBody>
          <a:bodyPr>
            <a:noAutofit/>
          </a:bodyPr>
          <a:lstStyle>
            <a:lvl1pPr marL="342900" indent="-342900" algn="l" rtl="0" eaLnBrk="0" fontAlgn="base" hangingPunct="0">
              <a:spcBef>
                <a:spcPct val="20000"/>
              </a:spcBef>
              <a:spcAft>
                <a:spcPct val="0"/>
              </a:spcAft>
              <a:buChar cha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C00000"/>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457200">
              <a:spcBef>
                <a:spcPct val="0"/>
              </a:spcBef>
              <a:buNone/>
            </a:pPr>
            <a:r>
              <a:rPr lang="en-US" altLang="zh-CN" sz="1800" dirty="0" smtClean="0">
                <a:latin typeface="微软雅黑" panose="020B0503020204020204" pitchFamily="34" charset="-122"/>
                <a:ea typeface="微软雅黑" panose="020B0503020204020204" pitchFamily="34" charset="-122"/>
              </a:rPr>
              <a:t>2. HS</a:t>
            </a:r>
            <a:r>
              <a:rPr lang="zh-CN" altLang="en-US" sz="1800" dirty="0" smtClean="0">
                <a:latin typeface="微软雅黑" panose="020B0503020204020204" pitchFamily="34" charset="-122"/>
                <a:ea typeface="微软雅黑" panose="020B0503020204020204" pitchFamily="34" charset="-122"/>
              </a:rPr>
              <a:t>模型</a:t>
            </a:r>
            <a:r>
              <a:rPr lang="en-US" altLang="zh-CN" sz="1800" dirty="0" smtClean="0">
                <a:latin typeface="微软雅黑" panose="020B0503020204020204" pitchFamily="34" charset="-122"/>
                <a:ea typeface="微软雅黑" panose="020B0503020204020204" pitchFamily="34" charset="-122"/>
              </a:rPr>
              <a:t>——</a:t>
            </a:r>
            <a:r>
              <a:rPr lang="zh-CN" altLang="zh-CN" sz="1800" dirty="0" smtClean="0"/>
              <a:t>由</a:t>
            </a:r>
            <a:r>
              <a:rPr lang="zh-CN" altLang="en-US" sz="1800" dirty="0" smtClean="0"/>
              <a:t>宏和斯坦</a:t>
            </a:r>
            <a:r>
              <a:rPr lang="zh-CN" altLang="zh-CN" sz="1800" dirty="0" smtClean="0"/>
              <a:t>于</a:t>
            </a:r>
            <a:r>
              <a:rPr lang="en-US" altLang="zh-CN" sz="1800" dirty="0"/>
              <a:t>1998</a:t>
            </a:r>
            <a:r>
              <a:rPr lang="zh-CN" altLang="zh-CN" sz="1800" dirty="0"/>
              <a:t>年提出的模型</a:t>
            </a:r>
            <a:r>
              <a:rPr lang="zh-CN" altLang="zh-CN" sz="1800" dirty="0" smtClean="0"/>
              <a:t>，研究重点在</a:t>
            </a:r>
            <a:r>
              <a:rPr lang="zh-CN" altLang="zh-CN" sz="1800" dirty="0"/>
              <a:t>不同作用者的作用机制上，而不是作用者的认知偏差方面。</a:t>
            </a:r>
            <a:endParaRPr lang="zh-CN" altLang="en-US" sz="1800" dirty="0"/>
          </a:p>
        </p:txBody>
      </p:sp>
      <p:graphicFrame>
        <p:nvGraphicFramePr>
          <p:cNvPr id="8" name="图示 7"/>
          <p:cNvGraphicFramePr/>
          <p:nvPr/>
        </p:nvGraphicFramePr>
        <p:xfrm>
          <a:off x="628650" y="2849737"/>
          <a:ext cx="6096000" cy="3124414"/>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pic>
        <p:nvPicPr>
          <p:cNvPr id="5122" name="Picture 2" descr="https://ss1.bdstatic.com/70cFuXSh_Q1YnxGkpoWK1HF6hhy/it/u=4232191836,3580404693&amp;fm=26&amp;gp=0.jpg"/>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247898" y="2849737"/>
            <a:ext cx="2232248" cy="1455426"/>
          </a:xfrm>
          <a:prstGeom prst="ellipse">
            <a:avLst/>
          </a:prstGeom>
          <a:noFill/>
          <a:extLst>
            <a:ext uri="{909E8E84-426E-40DD-AFC4-6F175D3DCCD1}">
              <a14:hiddenFill xmlns:a14="http://schemas.microsoft.com/office/drawing/2010/main">
                <a:solidFill>
                  <a:srgbClr val="FFFFFF"/>
                </a:solidFill>
              </a14:hiddenFill>
            </a:ext>
          </a:extLst>
        </p:spPr>
      </p:pic>
      <p:pic>
        <p:nvPicPr>
          <p:cNvPr id="5124" name="Picture 4" descr="https://ss2.bdstatic.com/70cFvnSh_Q1YnxGkpoWK1HF6hhy/it/u=3647155984,2717917868&amp;fm=26&amp;gp=0.jpg"/>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247899" y="4506041"/>
            <a:ext cx="2232248" cy="1566634"/>
          </a:xfrm>
          <a:prstGeom prst="ellipse">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1"/>
          <p:cNvSpPr txBox="1"/>
          <p:nvPr/>
        </p:nvSpPr>
        <p:spPr>
          <a:xfrm>
            <a:off x="107504" y="188640"/>
            <a:ext cx="7111703" cy="706923"/>
          </a:xfrm>
          <a:prstGeom prst="rect">
            <a:avLst/>
          </a:prstGeom>
        </p:spPr>
        <p:txBody>
          <a:bodyPr>
            <a:normAutofit/>
          </a:bodyPr>
          <a:lstStyle>
            <a:lvl1pPr algn="l" rtl="0" eaLnBrk="0" fontAlgn="base" hangingPunct="0">
              <a:spcBef>
                <a:spcPct val="0"/>
              </a:spcBef>
              <a:spcAft>
                <a:spcPct val="0"/>
              </a:spcAft>
              <a:defRPr sz="3600" kern="1200">
                <a:solidFill>
                  <a:schemeClr val="bg1"/>
                </a:solidFill>
                <a:latin typeface="黑体" panose="02010609060101010101" pitchFamily="49" charset="-122"/>
                <a:ea typeface="黑体" panose="02010609060101010101" pitchFamily="49" charset="-122"/>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r>
              <a:rPr lang="zh-CN" altLang="zh-CN" sz="3200" dirty="0"/>
              <a:t>二、行为决策</a:t>
            </a:r>
            <a:endParaRPr lang="zh-CN" altLang="zh-CN" sz="3200" dirty="0"/>
          </a:p>
        </p:txBody>
      </p:sp>
      <p:sp>
        <p:nvSpPr>
          <p:cNvPr id="10" name="标题 1"/>
          <p:cNvSpPr txBox="1"/>
          <p:nvPr/>
        </p:nvSpPr>
        <p:spPr>
          <a:xfrm>
            <a:off x="251520" y="1193797"/>
            <a:ext cx="6912768" cy="77893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200" kern="1200">
                <a:solidFill>
                  <a:schemeClr val="tx1"/>
                </a:solidFill>
                <a:latin typeface="微软雅黑" panose="020B0503020204020204" pitchFamily="34" charset="-122"/>
                <a:ea typeface="微软雅黑" panose="020B0503020204020204" pitchFamily="34" charset="-122"/>
                <a:cs typeface="+mj-cs"/>
              </a:defRPr>
            </a:lvl1pPr>
          </a:lstStyle>
          <a:p>
            <a:pPr>
              <a:lnSpc>
                <a:spcPct val="100000"/>
              </a:lnSpc>
            </a:pPr>
            <a:r>
              <a:rPr lang="zh-CN" altLang="en-US" sz="2000" dirty="0" smtClean="0"/>
              <a:t>（二）行为决策代表性模型</a:t>
            </a:r>
            <a:endParaRPr lang="zh-CN" altLang="zh-CN" sz="2000" dirty="0"/>
          </a:p>
        </p:txBody>
      </p:sp>
      <p:sp>
        <p:nvSpPr>
          <p:cNvPr id="11" name="内容占位符 2"/>
          <p:cNvSpPr txBox="1"/>
          <p:nvPr/>
        </p:nvSpPr>
        <p:spPr>
          <a:xfrm>
            <a:off x="628650" y="1772815"/>
            <a:ext cx="7886700" cy="1008113"/>
          </a:xfrm>
          <a:prstGeom prst="rect">
            <a:avLst/>
          </a:prstGeom>
        </p:spPr>
        <p:txBody>
          <a:bodyPr>
            <a:noAutofit/>
          </a:bodyPr>
          <a:lstStyle>
            <a:lvl1pPr marL="342900" indent="-342900" algn="l" rtl="0" eaLnBrk="0" fontAlgn="base" hangingPunct="0">
              <a:spcBef>
                <a:spcPct val="20000"/>
              </a:spcBef>
              <a:spcAft>
                <a:spcPct val="0"/>
              </a:spcAft>
              <a:buChar cha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C00000"/>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457200">
              <a:lnSpc>
                <a:spcPct val="200000"/>
              </a:lnSpc>
              <a:spcBef>
                <a:spcPct val="0"/>
              </a:spcBef>
              <a:buNone/>
            </a:pPr>
            <a:r>
              <a:rPr lang="en-US" altLang="zh-CN" sz="2000" dirty="0">
                <a:latin typeface="微软雅黑" panose="020B0503020204020204" pitchFamily="34" charset="-122"/>
                <a:ea typeface="微软雅黑" panose="020B0503020204020204" pitchFamily="34" charset="-122"/>
              </a:rPr>
              <a:t>3</a:t>
            </a:r>
            <a:r>
              <a:rPr lang="en-US" altLang="zh-CN" sz="2000" dirty="0" smtClean="0">
                <a:latin typeface="微软雅黑" panose="020B0503020204020204" pitchFamily="34" charset="-122"/>
                <a:ea typeface="微软雅黑" panose="020B0503020204020204" pitchFamily="34" charset="-122"/>
              </a:rPr>
              <a:t>. </a:t>
            </a:r>
            <a:r>
              <a:rPr lang="en-US" altLang="zh-CN" sz="2000" dirty="0">
                <a:latin typeface="微软雅黑" panose="020B0503020204020204" pitchFamily="34" charset="-122"/>
                <a:ea typeface="微软雅黑" panose="020B0503020204020204" pitchFamily="34" charset="-122"/>
              </a:rPr>
              <a:t>BHS</a:t>
            </a:r>
            <a:r>
              <a:rPr lang="zh-CN" altLang="en-US" sz="2000" dirty="0" smtClean="0">
                <a:latin typeface="微软雅黑" panose="020B0503020204020204" pitchFamily="34" charset="-122"/>
                <a:ea typeface="微软雅黑" panose="020B0503020204020204" pitchFamily="34" charset="-122"/>
              </a:rPr>
              <a:t>模型</a:t>
            </a:r>
            <a:r>
              <a:rPr lang="en-US" altLang="zh-CN" sz="2000" dirty="0" smtClean="0">
                <a:latin typeface="微软雅黑" panose="020B0503020204020204" pitchFamily="34" charset="-122"/>
                <a:ea typeface="微软雅黑" panose="020B0503020204020204" pitchFamily="34" charset="-122"/>
              </a:rPr>
              <a:t>——</a:t>
            </a:r>
            <a:r>
              <a:rPr lang="zh-CN" altLang="en-US" sz="2000" dirty="0"/>
              <a:t>由学者巴伯瑞斯、黄和桑托斯于</a:t>
            </a:r>
            <a:r>
              <a:rPr lang="en-US" altLang="zh-CN" sz="2000" dirty="0"/>
              <a:t>1999</a:t>
            </a:r>
            <a:r>
              <a:rPr lang="zh-CN" altLang="en-US" sz="2000" dirty="0"/>
              <a:t>年提出的模型，将决策者所出现的偏差归纳为一类，即</a:t>
            </a:r>
            <a:r>
              <a:rPr lang="zh-CN" altLang="en-US" sz="2000" b="1" dirty="0">
                <a:solidFill>
                  <a:srgbClr val="FF0000"/>
                </a:solidFill>
              </a:rPr>
              <a:t>直觉偏差</a:t>
            </a:r>
            <a:r>
              <a:rPr lang="zh-CN" altLang="en-US" sz="2000" dirty="0" smtClean="0"/>
              <a:t>。</a:t>
            </a:r>
            <a:endParaRPr lang="en-US" altLang="zh-CN" sz="2000" dirty="0" smtClean="0"/>
          </a:p>
          <a:p>
            <a:pPr marL="0" indent="457200">
              <a:lnSpc>
                <a:spcPct val="200000"/>
              </a:lnSpc>
              <a:spcBef>
                <a:spcPct val="0"/>
              </a:spcBef>
              <a:buNone/>
            </a:pPr>
            <a:r>
              <a:rPr lang="zh-CN" altLang="en-US" sz="2000" dirty="0" smtClean="0"/>
              <a:t>该</a:t>
            </a:r>
            <a:r>
              <a:rPr lang="zh-CN" altLang="en-US" sz="2000" dirty="0"/>
              <a:t>模型的前提在于，人们自行解决问题的过程，通常采用试错的方法，这就容易导致人们形成一些经验规则。但是，这个过程常常带来其他错误，即该模型识别出这些经验规则的原理以及与它们联系的系统性错误，这些经验规则自身被称为直觉。</a:t>
            </a:r>
            <a:endParaRPr lang="zh-CN" altLang="en-US" sz="2000" dirty="0"/>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1"/>
          <p:cNvSpPr txBox="1"/>
          <p:nvPr/>
        </p:nvSpPr>
        <p:spPr>
          <a:xfrm>
            <a:off x="107504" y="188640"/>
            <a:ext cx="7111703" cy="706923"/>
          </a:xfrm>
          <a:prstGeom prst="rect">
            <a:avLst/>
          </a:prstGeom>
        </p:spPr>
        <p:txBody>
          <a:bodyPr>
            <a:normAutofit/>
          </a:bodyPr>
          <a:lstStyle>
            <a:lvl1pPr algn="l" rtl="0" eaLnBrk="0" fontAlgn="base" hangingPunct="0">
              <a:spcBef>
                <a:spcPct val="0"/>
              </a:spcBef>
              <a:spcAft>
                <a:spcPct val="0"/>
              </a:spcAft>
              <a:defRPr sz="3600" kern="1200">
                <a:solidFill>
                  <a:schemeClr val="bg1"/>
                </a:solidFill>
                <a:latin typeface="黑体" panose="02010609060101010101" pitchFamily="49" charset="-122"/>
                <a:ea typeface="黑体" panose="02010609060101010101" pitchFamily="49" charset="-122"/>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r>
              <a:rPr lang="zh-CN" altLang="zh-CN" sz="3200" dirty="0"/>
              <a:t>三、非理性决策</a:t>
            </a:r>
            <a:endParaRPr lang="zh-CN" altLang="zh-CN" sz="3200" dirty="0"/>
          </a:p>
        </p:txBody>
      </p:sp>
      <p:sp>
        <p:nvSpPr>
          <p:cNvPr id="10" name="标题 1"/>
          <p:cNvSpPr txBox="1"/>
          <p:nvPr/>
        </p:nvSpPr>
        <p:spPr>
          <a:xfrm>
            <a:off x="251520" y="1193797"/>
            <a:ext cx="6912768" cy="77893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200" kern="1200">
                <a:solidFill>
                  <a:schemeClr val="tx1"/>
                </a:solidFill>
                <a:latin typeface="微软雅黑" panose="020B0503020204020204" pitchFamily="34" charset="-122"/>
                <a:ea typeface="微软雅黑" panose="020B0503020204020204" pitchFamily="34" charset="-122"/>
                <a:cs typeface="+mj-cs"/>
              </a:defRPr>
            </a:lvl1pPr>
          </a:lstStyle>
          <a:p>
            <a:pPr>
              <a:lnSpc>
                <a:spcPct val="100000"/>
              </a:lnSpc>
            </a:pPr>
            <a:r>
              <a:rPr lang="zh-CN" altLang="zh-CN" sz="2000" dirty="0"/>
              <a:t>（一）渐进决策模型</a:t>
            </a:r>
            <a:r>
              <a:rPr lang="en-US" altLang="zh-CN" sz="2000" dirty="0"/>
              <a:t>——</a:t>
            </a:r>
            <a:r>
              <a:rPr lang="zh-CN" altLang="zh-CN" sz="2000" dirty="0">
                <a:sym typeface="+mn-ea"/>
              </a:rPr>
              <a:t>林德布洛姆</a:t>
            </a:r>
            <a:endParaRPr lang="en-US" altLang="zh-CN" sz="2000" dirty="0"/>
          </a:p>
        </p:txBody>
      </p:sp>
      <p:sp>
        <p:nvSpPr>
          <p:cNvPr id="11" name="内容占位符 2"/>
          <p:cNvSpPr txBox="1"/>
          <p:nvPr/>
        </p:nvSpPr>
        <p:spPr>
          <a:xfrm>
            <a:off x="628650" y="1772815"/>
            <a:ext cx="7886700" cy="1008113"/>
          </a:xfrm>
          <a:prstGeom prst="rect">
            <a:avLst/>
          </a:prstGeom>
        </p:spPr>
        <p:txBody>
          <a:bodyPr>
            <a:noAutofit/>
          </a:bodyPr>
          <a:lstStyle>
            <a:lvl1pPr marL="342900" indent="-342900" algn="l" rtl="0" eaLnBrk="0" fontAlgn="base" hangingPunct="0">
              <a:spcBef>
                <a:spcPct val="20000"/>
              </a:spcBef>
              <a:spcAft>
                <a:spcPct val="0"/>
              </a:spcAft>
              <a:buChar cha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C00000"/>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457200">
              <a:spcBef>
                <a:spcPct val="0"/>
              </a:spcBef>
              <a:buNone/>
            </a:pPr>
            <a:r>
              <a:rPr lang="zh-CN" altLang="en-US" sz="1800" dirty="0">
                <a:latin typeface="微软雅黑" panose="020B0503020204020204" pitchFamily="34" charset="-122"/>
                <a:ea typeface="微软雅黑" panose="020B0503020204020204" pitchFamily="34" charset="-122"/>
              </a:rPr>
              <a:t>渐进决策，是说在以往的政策、惯例的基础上制定新政策，新政策是对过去政策的延伸和发展，只对过去的政策做局部的调整与修改</a:t>
            </a:r>
            <a:r>
              <a:rPr lang="zh-CN" altLang="en-US" sz="1800" dirty="0" smtClean="0">
                <a:latin typeface="微软雅黑" panose="020B0503020204020204" pitchFamily="34" charset="-122"/>
                <a:ea typeface="微软雅黑" panose="020B0503020204020204" pitchFamily="34" charset="-122"/>
              </a:rPr>
              <a:t>。</a:t>
            </a:r>
            <a:endParaRPr lang="zh-CN" altLang="en-US" sz="1800" dirty="0">
              <a:latin typeface="微软雅黑" panose="020B0503020204020204" pitchFamily="34" charset="-122"/>
              <a:ea typeface="微软雅黑" panose="020B0503020204020204" pitchFamily="34" charset="-122"/>
            </a:endParaRPr>
          </a:p>
        </p:txBody>
      </p:sp>
      <p:graphicFrame>
        <p:nvGraphicFramePr>
          <p:cNvPr id="5" name="图示 4"/>
          <p:cNvGraphicFramePr/>
          <p:nvPr/>
        </p:nvGraphicFramePr>
        <p:xfrm>
          <a:off x="1061610" y="2551746"/>
          <a:ext cx="7020780" cy="3629332"/>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1"/>
          <p:cNvSpPr txBox="1"/>
          <p:nvPr/>
        </p:nvSpPr>
        <p:spPr>
          <a:xfrm>
            <a:off x="107504" y="188640"/>
            <a:ext cx="7111703" cy="706923"/>
          </a:xfrm>
          <a:prstGeom prst="rect">
            <a:avLst/>
          </a:prstGeom>
        </p:spPr>
        <p:txBody>
          <a:bodyPr>
            <a:normAutofit/>
          </a:bodyPr>
          <a:lstStyle>
            <a:lvl1pPr algn="l" rtl="0" eaLnBrk="0" fontAlgn="base" hangingPunct="0">
              <a:spcBef>
                <a:spcPct val="0"/>
              </a:spcBef>
              <a:spcAft>
                <a:spcPct val="0"/>
              </a:spcAft>
              <a:defRPr sz="3600" kern="1200">
                <a:solidFill>
                  <a:schemeClr val="bg1"/>
                </a:solidFill>
                <a:latin typeface="黑体" panose="02010609060101010101" pitchFamily="49" charset="-122"/>
                <a:ea typeface="黑体" panose="02010609060101010101" pitchFamily="49" charset="-122"/>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r>
              <a:rPr lang="zh-CN" altLang="zh-CN" sz="3200" dirty="0"/>
              <a:t>三、非理性决策</a:t>
            </a:r>
            <a:endParaRPr lang="zh-CN" altLang="zh-CN" sz="3200" dirty="0"/>
          </a:p>
        </p:txBody>
      </p:sp>
      <p:sp>
        <p:nvSpPr>
          <p:cNvPr id="10" name="标题 1"/>
          <p:cNvSpPr txBox="1"/>
          <p:nvPr/>
        </p:nvSpPr>
        <p:spPr>
          <a:xfrm>
            <a:off x="251520" y="1193797"/>
            <a:ext cx="6912768" cy="77893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200" kern="1200">
                <a:solidFill>
                  <a:schemeClr val="tx1"/>
                </a:solidFill>
                <a:latin typeface="微软雅黑" panose="020B0503020204020204" pitchFamily="34" charset="-122"/>
                <a:ea typeface="微软雅黑" panose="020B0503020204020204" pitchFamily="34" charset="-122"/>
                <a:cs typeface="+mj-cs"/>
              </a:defRPr>
            </a:lvl1pPr>
          </a:lstStyle>
          <a:p>
            <a:pPr>
              <a:lnSpc>
                <a:spcPct val="100000"/>
              </a:lnSpc>
            </a:pPr>
            <a:r>
              <a:rPr lang="zh-CN" altLang="zh-CN" sz="2000" dirty="0"/>
              <a:t>（二）政治协调决策模型</a:t>
            </a:r>
            <a:endParaRPr lang="en-US" altLang="zh-CN" sz="2000" dirty="0"/>
          </a:p>
        </p:txBody>
      </p:sp>
      <p:sp>
        <p:nvSpPr>
          <p:cNvPr id="11" name="内容占位符 2"/>
          <p:cNvSpPr txBox="1"/>
          <p:nvPr/>
        </p:nvSpPr>
        <p:spPr>
          <a:xfrm>
            <a:off x="628650" y="1772815"/>
            <a:ext cx="7886700" cy="1008113"/>
          </a:xfrm>
          <a:prstGeom prst="rect">
            <a:avLst/>
          </a:prstGeom>
        </p:spPr>
        <p:txBody>
          <a:bodyPr>
            <a:noAutofit/>
          </a:bodyPr>
          <a:lstStyle>
            <a:lvl1pPr marL="342900" indent="-342900" algn="l" rtl="0" eaLnBrk="0" fontAlgn="base" hangingPunct="0">
              <a:spcBef>
                <a:spcPct val="20000"/>
              </a:spcBef>
              <a:spcAft>
                <a:spcPct val="0"/>
              </a:spcAft>
              <a:buChar cha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C00000"/>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457200">
              <a:spcBef>
                <a:spcPct val="0"/>
              </a:spcBef>
              <a:buNone/>
            </a:pPr>
            <a:r>
              <a:rPr lang="zh-CN" altLang="en-US" sz="1800" dirty="0">
                <a:latin typeface="微软雅黑" panose="020B0503020204020204" pitchFamily="34" charset="-122"/>
                <a:ea typeface="微软雅黑" panose="020B0503020204020204" pitchFamily="34" charset="-122"/>
              </a:rPr>
              <a:t>政治协调决策模型实质是把公共政策看成利益集团斗争的产物。它是决策者制定政策时，广泛地通过对话、协商、讨论，协调利益关系，在达成妥协、谅解的基础上进行决策。</a:t>
            </a:r>
            <a:endParaRPr lang="zh-CN" altLang="en-US" sz="1800" dirty="0">
              <a:latin typeface="微软雅黑" panose="020B0503020204020204" pitchFamily="34" charset="-122"/>
              <a:ea typeface="微软雅黑" panose="020B0503020204020204" pitchFamily="34" charset="-122"/>
            </a:endParaRPr>
          </a:p>
          <a:p>
            <a:pPr marL="0" indent="457200">
              <a:spcBef>
                <a:spcPct val="0"/>
              </a:spcBef>
              <a:buNone/>
            </a:pPr>
            <a:r>
              <a:rPr lang="zh-CN" altLang="en-US" sz="1800" dirty="0">
                <a:latin typeface="微软雅黑" panose="020B0503020204020204" pitchFamily="34" charset="-122"/>
                <a:ea typeface="微软雅黑" panose="020B0503020204020204" pitchFamily="34" charset="-122"/>
              </a:rPr>
              <a:t>这一模型的缺点是过分夸大了利益集团的重要性，认为政府甚至立法和司法机关在政策制定过程中都完全处于被动的地位。</a:t>
            </a:r>
            <a:endParaRPr lang="zh-CN" altLang="en-US" sz="1800" dirty="0">
              <a:latin typeface="微软雅黑" panose="020B0503020204020204" pitchFamily="34" charset="-122"/>
              <a:ea typeface="微软雅黑" panose="020B0503020204020204" pitchFamily="34" charset="-122"/>
            </a:endParaRPr>
          </a:p>
          <a:p>
            <a:pPr marL="0" indent="457200">
              <a:spcBef>
                <a:spcPct val="0"/>
              </a:spcBef>
              <a:buNone/>
            </a:pPr>
            <a:endParaRPr lang="zh-CN" altLang="en-US" sz="1800" dirty="0">
              <a:latin typeface="微软雅黑" panose="020B0503020204020204" pitchFamily="34" charset="-122"/>
              <a:ea typeface="微软雅黑" panose="020B0503020204020204" pitchFamily="34" charset="-122"/>
            </a:endParaRPr>
          </a:p>
        </p:txBody>
      </p:sp>
      <p:pic>
        <p:nvPicPr>
          <p:cNvPr id="7172" name="Picture 4" descr="https://ss3.bdstatic.com/70cFv8Sh_Q1YnxGkpoWK1HF6hhy/it/u=3591610591,1538910198&amp;fm=26&amp;gp=0.jp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5292081" y="3284985"/>
            <a:ext cx="2825194" cy="2952328"/>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1"/>
          <p:cNvSpPr txBox="1"/>
          <p:nvPr/>
        </p:nvSpPr>
        <p:spPr>
          <a:xfrm>
            <a:off x="107504" y="188640"/>
            <a:ext cx="7111703" cy="706923"/>
          </a:xfrm>
          <a:prstGeom prst="rect">
            <a:avLst/>
          </a:prstGeom>
        </p:spPr>
        <p:txBody>
          <a:bodyPr>
            <a:normAutofit/>
          </a:bodyPr>
          <a:lstStyle>
            <a:lvl1pPr algn="l" rtl="0" eaLnBrk="0" fontAlgn="base" hangingPunct="0">
              <a:spcBef>
                <a:spcPct val="0"/>
              </a:spcBef>
              <a:spcAft>
                <a:spcPct val="0"/>
              </a:spcAft>
              <a:defRPr sz="3600" kern="1200">
                <a:solidFill>
                  <a:schemeClr val="bg1"/>
                </a:solidFill>
                <a:latin typeface="黑体" panose="02010609060101010101" pitchFamily="49" charset="-122"/>
                <a:ea typeface="黑体" panose="02010609060101010101" pitchFamily="49" charset="-122"/>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r>
              <a:rPr lang="zh-CN" altLang="zh-CN" sz="3200" dirty="0"/>
              <a:t>三、非理性决策</a:t>
            </a:r>
            <a:endParaRPr lang="zh-CN" altLang="zh-CN" sz="3200" dirty="0"/>
          </a:p>
        </p:txBody>
      </p:sp>
      <p:sp>
        <p:nvSpPr>
          <p:cNvPr id="10" name="标题 1"/>
          <p:cNvSpPr txBox="1"/>
          <p:nvPr/>
        </p:nvSpPr>
        <p:spPr>
          <a:xfrm>
            <a:off x="251520" y="1193797"/>
            <a:ext cx="6912768" cy="77893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200" kern="1200">
                <a:solidFill>
                  <a:schemeClr val="tx1"/>
                </a:solidFill>
                <a:latin typeface="微软雅黑" panose="020B0503020204020204" pitchFamily="34" charset="-122"/>
                <a:ea typeface="微软雅黑" panose="020B0503020204020204" pitchFamily="34" charset="-122"/>
                <a:cs typeface="+mj-cs"/>
              </a:defRPr>
            </a:lvl1pPr>
          </a:lstStyle>
          <a:p>
            <a:pPr>
              <a:lnSpc>
                <a:spcPct val="100000"/>
              </a:lnSpc>
            </a:pPr>
            <a:r>
              <a:rPr lang="zh-CN" altLang="zh-CN" sz="2000" dirty="0"/>
              <a:t>（三）领导集体决策模型</a:t>
            </a:r>
            <a:endParaRPr lang="en-US" altLang="zh-CN" sz="2000" dirty="0"/>
          </a:p>
        </p:txBody>
      </p:sp>
      <p:sp>
        <p:nvSpPr>
          <p:cNvPr id="11" name="内容占位符 2"/>
          <p:cNvSpPr txBox="1"/>
          <p:nvPr/>
        </p:nvSpPr>
        <p:spPr>
          <a:xfrm>
            <a:off x="628650" y="1772815"/>
            <a:ext cx="7886700" cy="1008113"/>
          </a:xfrm>
          <a:prstGeom prst="rect">
            <a:avLst/>
          </a:prstGeom>
        </p:spPr>
        <p:txBody>
          <a:bodyPr>
            <a:noAutofit/>
          </a:bodyPr>
          <a:lstStyle>
            <a:lvl1pPr marL="342900" indent="-342900" algn="l" rtl="0" eaLnBrk="0" fontAlgn="base" hangingPunct="0">
              <a:spcBef>
                <a:spcPct val="20000"/>
              </a:spcBef>
              <a:spcAft>
                <a:spcPct val="0"/>
              </a:spcAft>
              <a:buChar cha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C00000"/>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457200">
              <a:spcBef>
                <a:spcPct val="0"/>
              </a:spcBef>
              <a:buNone/>
            </a:pPr>
            <a:r>
              <a:rPr lang="zh-CN" altLang="en-US" sz="1800" dirty="0">
                <a:latin typeface="微软雅黑" panose="020B0503020204020204" pitchFamily="34" charset="-122"/>
                <a:ea typeface="微软雅黑" panose="020B0503020204020204" pitchFamily="34" charset="-122"/>
              </a:rPr>
              <a:t>领导集体决策模型是认为政策选择是建立在领导者优秀的素质和管理经验的基础上，由领导者或领导集体依据自己的应变能力和判断力进行决策。</a:t>
            </a:r>
            <a:endParaRPr lang="zh-CN" altLang="en-US" sz="1800" dirty="0">
              <a:latin typeface="微软雅黑" panose="020B0503020204020204" pitchFamily="34" charset="-122"/>
              <a:ea typeface="微软雅黑" panose="020B0503020204020204" pitchFamily="34" charset="-122"/>
            </a:endParaRPr>
          </a:p>
          <a:p>
            <a:pPr marL="0" indent="457200">
              <a:spcBef>
                <a:spcPct val="0"/>
              </a:spcBef>
              <a:buNone/>
            </a:pPr>
            <a:r>
              <a:rPr lang="zh-CN" altLang="en-US" sz="1800" dirty="0">
                <a:latin typeface="微软雅黑" panose="020B0503020204020204" pitchFamily="34" charset="-122"/>
                <a:ea typeface="微软雅黑" panose="020B0503020204020204" pitchFamily="34" charset="-122"/>
              </a:rPr>
              <a:t>其优点是决策迅速，但决策的质量同领导者个人的素质、经验密切相关，是决策是否成功的决定性因素。</a:t>
            </a:r>
            <a:endParaRPr lang="zh-CN" altLang="en-US" sz="1800" dirty="0">
              <a:latin typeface="微软雅黑" panose="020B0503020204020204" pitchFamily="34" charset="-122"/>
              <a:ea typeface="微软雅黑" panose="020B0503020204020204" pitchFamily="34" charset="-122"/>
            </a:endParaRPr>
          </a:p>
          <a:p>
            <a:pPr marL="0" indent="457200">
              <a:spcBef>
                <a:spcPct val="0"/>
              </a:spcBef>
              <a:buNone/>
            </a:pPr>
            <a:r>
              <a:rPr lang="zh-CN" altLang="en-US" sz="1800" dirty="0">
                <a:latin typeface="微软雅黑" panose="020B0503020204020204" pitchFamily="34" charset="-122"/>
                <a:ea typeface="微软雅黑" panose="020B0503020204020204" pitchFamily="34" charset="-122"/>
              </a:rPr>
              <a:t>“精英决策模型”：忽略公众对社会发展的影响，而把公共政策看成反映精英们的价值和偏好，认为是他们决定了政策。</a:t>
            </a:r>
            <a:endParaRPr lang="zh-CN" altLang="en-US" sz="1800" dirty="0">
              <a:latin typeface="微软雅黑" panose="020B0503020204020204" pitchFamily="34" charset="-122"/>
              <a:ea typeface="微软雅黑" panose="020B0503020204020204" pitchFamily="34" charset="-122"/>
            </a:endParaRPr>
          </a:p>
        </p:txBody>
      </p:sp>
      <p:pic>
        <p:nvPicPr>
          <p:cNvPr id="6146" name="Picture 2" descr="https://ss2.bdstatic.com/70cFvnSh_Q1YnxGkpoWK1HF6hhy/it/u=3962930327,1951326493&amp;fm=26&amp;gp=0.jp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4572000" y="3573016"/>
            <a:ext cx="3872521" cy="2664296"/>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1"/>
          <p:cNvSpPr txBox="1"/>
          <p:nvPr/>
        </p:nvSpPr>
        <p:spPr>
          <a:xfrm>
            <a:off x="107504" y="188640"/>
            <a:ext cx="7111703" cy="706923"/>
          </a:xfrm>
          <a:prstGeom prst="rect">
            <a:avLst/>
          </a:prstGeom>
        </p:spPr>
        <p:txBody>
          <a:bodyPr>
            <a:normAutofit/>
          </a:bodyPr>
          <a:lstStyle>
            <a:lvl1pPr algn="l" rtl="0" eaLnBrk="0" fontAlgn="base" hangingPunct="0">
              <a:spcBef>
                <a:spcPct val="0"/>
              </a:spcBef>
              <a:spcAft>
                <a:spcPct val="0"/>
              </a:spcAft>
              <a:defRPr sz="3600" kern="1200">
                <a:solidFill>
                  <a:schemeClr val="bg1"/>
                </a:solidFill>
                <a:latin typeface="黑体" panose="02010609060101010101" pitchFamily="49" charset="-122"/>
                <a:ea typeface="黑体" panose="02010609060101010101" pitchFamily="49" charset="-122"/>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r>
              <a:rPr lang="zh-CN" altLang="zh-CN" sz="3200" dirty="0"/>
              <a:t>四、价值理性与工具理性的对立</a:t>
            </a:r>
            <a:endParaRPr lang="zh-CN" altLang="zh-CN" sz="3200" dirty="0"/>
          </a:p>
        </p:txBody>
      </p:sp>
      <p:sp>
        <p:nvSpPr>
          <p:cNvPr id="2" name="云形标注 1"/>
          <p:cNvSpPr/>
          <p:nvPr/>
        </p:nvSpPr>
        <p:spPr>
          <a:xfrm>
            <a:off x="38894" y="1346685"/>
            <a:ext cx="7192063" cy="1944216"/>
          </a:xfrm>
          <a:prstGeom prst="cloudCallout">
            <a:avLst>
              <a:gd name="adj1" fmla="val -51244"/>
              <a:gd name="adj2" fmla="val 70851"/>
            </a:avLst>
          </a:prstGeom>
        </p:spPr>
        <p:style>
          <a:lnRef idx="0">
            <a:schemeClr val="accent2"/>
          </a:lnRef>
          <a:fillRef idx="3">
            <a:schemeClr val="accent2"/>
          </a:fillRef>
          <a:effectRef idx="3">
            <a:schemeClr val="accent2"/>
          </a:effectRef>
          <a:fontRef idx="minor">
            <a:schemeClr val="lt1"/>
          </a:fontRef>
        </p:style>
        <p:txBody>
          <a:bodyPr rtlCol="0" anchor="ctr"/>
          <a:lstStyle/>
          <a:p>
            <a:pPr algn="ctr"/>
            <a:r>
              <a:rPr lang="zh-CN" altLang="en-US" sz="2400" dirty="0" smtClean="0"/>
              <a:t>理性在决策中究竟发挥何等程度的作用？</a:t>
            </a:r>
            <a:endParaRPr lang="zh-CN" altLang="en-US" sz="2400" dirty="0"/>
          </a:p>
        </p:txBody>
      </p:sp>
      <p:graphicFrame>
        <p:nvGraphicFramePr>
          <p:cNvPr id="3" name="图示 2"/>
          <p:cNvGraphicFramePr/>
          <p:nvPr/>
        </p:nvGraphicFramePr>
        <p:xfrm>
          <a:off x="179512" y="3410695"/>
          <a:ext cx="5695207" cy="3112119"/>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sp>
        <p:nvSpPr>
          <p:cNvPr id="5" name="矩形 4"/>
          <p:cNvSpPr/>
          <p:nvPr/>
        </p:nvSpPr>
        <p:spPr>
          <a:xfrm>
            <a:off x="4564571" y="4505089"/>
            <a:ext cx="1107996" cy="923330"/>
          </a:xfrm>
          <a:prstGeom prst="rect">
            <a:avLst/>
          </a:prstGeom>
          <a:noFill/>
        </p:spPr>
        <p:txBody>
          <a:bodyPr wrap="none" lIns="91440" tIns="45720" rIns="91440" bIns="45720">
            <a:spAutoFit/>
          </a:bodyPr>
          <a:lstStyle/>
          <a:p>
            <a:pPr algn="ctr"/>
            <a:r>
              <a:rPr lang="en-US" altLang="zh-CN" sz="5400" b="1" cap="none" spc="0" dirty="0" smtClean="0">
                <a:ln w="6600">
                  <a:solidFill>
                    <a:schemeClr val="accent2"/>
                  </a:solidFill>
                  <a:prstDash val="solid"/>
                </a:ln>
                <a:solidFill>
                  <a:srgbClr val="FFFFFF"/>
                </a:solidFill>
                <a:effectLst>
                  <a:outerShdw dist="38100" dir="2700000" algn="tl" rotWithShape="0">
                    <a:schemeClr val="accent2"/>
                  </a:outerShdw>
                </a:effectLst>
              </a:rPr>
              <a:t>VS</a:t>
            </a:r>
            <a:endParaRPr lang="zh-CN" altLang="en-US" sz="5400" b="1" cap="none" spc="0" dirty="0">
              <a:ln w="6600">
                <a:solidFill>
                  <a:schemeClr val="accent2"/>
                </a:solidFill>
                <a:prstDash val="solid"/>
              </a:ln>
              <a:solidFill>
                <a:srgbClr val="FFFFFF"/>
              </a:solidFill>
              <a:effectLst>
                <a:outerShdw dist="38100" dir="2700000" algn="tl" rotWithShape="0">
                  <a:schemeClr val="accent2"/>
                </a:outerShdw>
              </a:effectLst>
            </a:endParaRPr>
          </a:p>
        </p:txBody>
      </p:sp>
      <p:sp>
        <p:nvSpPr>
          <p:cNvPr id="6" name="椭圆 5"/>
          <p:cNvSpPr/>
          <p:nvPr/>
        </p:nvSpPr>
        <p:spPr>
          <a:xfrm>
            <a:off x="6125251" y="4413901"/>
            <a:ext cx="1105706" cy="1105706"/>
          </a:xfrm>
          <a:prstGeom prst="ellipse">
            <a:avLst/>
          </a:prstGeom>
        </p:spPr>
        <p:style>
          <a:lnRef idx="2">
            <a:schemeClr val="accent2"/>
          </a:lnRef>
          <a:fillRef idx="1">
            <a:schemeClr val="lt1"/>
          </a:fillRef>
          <a:effectRef idx="0">
            <a:schemeClr val="accent2"/>
          </a:effectRef>
          <a:fontRef idx="minor">
            <a:schemeClr val="dk1"/>
          </a:fontRef>
        </p:style>
        <p:txBody>
          <a:bodyPr rtlCol="0" anchor="ctr"/>
          <a:lstStyle/>
          <a:p>
            <a:pPr algn="ctr"/>
            <a:r>
              <a:rPr lang="zh-CN" altLang="en-US" dirty="0" smtClean="0"/>
              <a:t>价值理性</a:t>
            </a:r>
            <a:endParaRPr lang="zh-CN" altLang="en-US" dirty="0"/>
          </a:p>
        </p:txBody>
      </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1"/>
          <p:cNvSpPr txBox="1"/>
          <p:nvPr/>
        </p:nvSpPr>
        <p:spPr>
          <a:xfrm>
            <a:off x="107504" y="188640"/>
            <a:ext cx="7111703" cy="706923"/>
          </a:xfrm>
          <a:prstGeom prst="rect">
            <a:avLst/>
          </a:prstGeom>
        </p:spPr>
        <p:txBody>
          <a:bodyPr>
            <a:normAutofit/>
          </a:bodyPr>
          <a:lstStyle>
            <a:lvl1pPr algn="l" rtl="0" eaLnBrk="0" fontAlgn="base" hangingPunct="0">
              <a:spcBef>
                <a:spcPct val="0"/>
              </a:spcBef>
              <a:spcAft>
                <a:spcPct val="0"/>
              </a:spcAft>
              <a:defRPr sz="3600" kern="1200">
                <a:solidFill>
                  <a:schemeClr val="bg1"/>
                </a:solidFill>
                <a:latin typeface="黑体" panose="02010609060101010101" pitchFamily="49" charset="-122"/>
                <a:ea typeface="黑体" panose="02010609060101010101" pitchFamily="49" charset="-122"/>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r>
              <a:rPr lang="zh-CN" altLang="zh-CN" dirty="0"/>
              <a:t>第三节</a:t>
            </a:r>
            <a:r>
              <a:rPr lang="en-US" altLang="zh-CN" dirty="0"/>
              <a:t>  </a:t>
            </a:r>
            <a:r>
              <a:rPr lang="zh-CN" altLang="zh-CN" dirty="0"/>
              <a:t>决策方法</a:t>
            </a:r>
            <a:endParaRPr lang="zh-CN" altLang="zh-CN" dirty="0"/>
          </a:p>
        </p:txBody>
      </p:sp>
      <p:sp>
        <p:nvSpPr>
          <p:cNvPr id="10" name="标题 1"/>
          <p:cNvSpPr txBox="1"/>
          <p:nvPr/>
        </p:nvSpPr>
        <p:spPr>
          <a:xfrm>
            <a:off x="251520" y="1193797"/>
            <a:ext cx="6912768" cy="77893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200" kern="1200">
                <a:solidFill>
                  <a:schemeClr val="tx1"/>
                </a:solidFill>
                <a:latin typeface="微软雅黑" panose="020B0503020204020204" pitchFamily="34" charset="-122"/>
                <a:ea typeface="微软雅黑" panose="020B0503020204020204" pitchFamily="34" charset="-122"/>
                <a:cs typeface="+mj-cs"/>
              </a:defRPr>
            </a:lvl1pPr>
          </a:lstStyle>
          <a:p>
            <a:pPr>
              <a:lnSpc>
                <a:spcPct val="100000"/>
              </a:lnSpc>
            </a:pPr>
            <a:r>
              <a:rPr lang="zh-CN" altLang="zh-CN" sz="2000" dirty="0" smtClean="0"/>
              <a:t>一、决策背景研究方法</a:t>
            </a:r>
            <a:endParaRPr lang="zh-CN" altLang="zh-CN" sz="2000" dirty="0"/>
          </a:p>
        </p:txBody>
      </p:sp>
      <p:sp>
        <p:nvSpPr>
          <p:cNvPr id="11" name="内容占位符 2"/>
          <p:cNvSpPr txBox="1"/>
          <p:nvPr/>
        </p:nvSpPr>
        <p:spPr>
          <a:xfrm>
            <a:off x="628650" y="1772815"/>
            <a:ext cx="7886700" cy="1008113"/>
          </a:xfrm>
          <a:prstGeom prst="rect">
            <a:avLst/>
          </a:prstGeom>
        </p:spPr>
        <p:txBody>
          <a:bodyPr>
            <a:noAutofit/>
          </a:bodyPr>
          <a:lstStyle>
            <a:lvl1pPr marL="342900" indent="-342900" algn="l" rtl="0" eaLnBrk="0" fontAlgn="base" hangingPunct="0">
              <a:spcBef>
                <a:spcPct val="20000"/>
              </a:spcBef>
              <a:spcAft>
                <a:spcPct val="0"/>
              </a:spcAft>
              <a:buChar cha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C00000"/>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ct val="0"/>
              </a:spcBef>
              <a:buNone/>
            </a:pPr>
            <a:r>
              <a:rPr lang="zh-CN" altLang="en-US" sz="1800" dirty="0" smtClean="0">
                <a:latin typeface="微软雅黑" panose="020B0503020204020204" pitchFamily="34" charset="-122"/>
                <a:ea typeface="微软雅黑" panose="020B0503020204020204" pitchFamily="34" charset="-122"/>
              </a:rPr>
              <a:t>（一）决策背景的性质分析</a:t>
            </a:r>
            <a:endParaRPr lang="en-US" altLang="zh-CN" sz="1800" dirty="0" smtClean="0">
              <a:latin typeface="微软雅黑" panose="020B0503020204020204" pitchFamily="34" charset="-122"/>
              <a:ea typeface="微软雅黑" panose="020B0503020204020204" pitchFamily="34" charset="-122"/>
            </a:endParaRPr>
          </a:p>
          <a:p>
            <a:pPr marL="0" indent="457200">
              <a:spcBef>
                <a:spcPct val="0"/>
              </a:spcBef>
              <a:buNone/>
            </a:pPr>
            <a:r>
              <a:rPr lang="zh-CN" altLang="en-US" sz="1800" dirty="0" smtClean="0">
                <a:latin typeface="微软雅黑" panose="020B0503020204020204" pitchFamily="34" charset="-122"/>
                <a:ea typeface="微软雅黑" panose="020B0503020204020204" pitchFamily="34" charset="-122"/>
              </a:rPr>
              <a:t>决策</a:t>
            </a:r>
            <a:r>
              <a:rPr lang="zh-CN" altLang="en-US" sz="1800" dirty="0">
                <a:latin typeface="微软雅黑" panose="020B0503020204020204" pitchFamily="34" charset="-122"/>
                <a:ea typeface="微软雅黑" panose="020B0503020204020204" pitchFamily="34" charset="-122"/>
              </a:rPr>
              <a:t>背景具有不稳定性，并对决策工作产生复杂的影响</a:t>
            </a:r>
            <a:r>
              <a:rPr lang="zh-CN" altLang="en-US" sz="1800" dirty="0" smtClean="0">
                <a:latin typeface="微软雅黑" panose="020B0503020204020204" pitchFamily="34" charset="-122"/>
                <a:ea typeface="微软雅黑" panose="020B0503020204020204" pitchFamily="34" charset="-122"/>
              </a:rPr>
              <a:t>，给</a:t>
            </a:r>
            <a:r>
              <a:rPr lang="zh-CN" altLang="en-US" sz="1800" dirty="0">
                <a:latin typeface="微软雅黑" panose="020B0503020204020204" pitchFamily="34" charset="-122"/>
                <a:ea typeface="微软雅黑" panose="020B0503020204020204" pitchFamily="34" charset="-122"/>
              </a:rPr>
              <a:t>决策者认知、适应和改变环境带来困难。</a:t>
            </a:r>
            <a:endParaRPr lang="zh-CN" altLang="en-US" sz="1800" dirty="0">
              <a:latin typeface="微软雅黑" panose="020B0503020204020204" pitchFamily="34" charset="-122"/>
              <a:ea typeface="微软雅黑" panose="020B0503020204020204" pitchFamily="34" charset="-122"/>
            </a:endParaRPr>
          </a:p>
        </p:txBody>
      </p:sp>
      <p:graphicFrame>
        <p:nvGraphicFramePr>
          <p:cNvPr id="6" name="图示 5"/>
          <p:cNvGraphicFramePr/>
          <p:nvPr/>
        </p:nvGraphicFramePr>
        <p:xfrm>
          <a:off x="908593" y="2780928"/>
          <a:ext cx="7326814" cy="3629332"/>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1"/>
          <p:cNvSpPr txBox="1"/>
          <p:nvPr/>
        </p:nvSpPr>
        <p:spPr>
          <a:xfrm>
            <a:off x="107504" y="188640"/>
            <a:ext cx="7111703" cy="706923"/>
          </a:xfrm>
          <a:prstGeom prst="rect">
            <a:avLst/>
          </a:prstGeom>
        </p:spPr>
        <p:txBody>
          <a:bodyPr>
            <a:normAutofit/>
          </a:bodyPr>
          <a:lstStyle>
            <a:lvl1pPr algn="l" rtl="0" eaLnBrk="0" fontAlgn="base" hangingPunct="0">
              <a:spcBef>
                <a:spcPct val="0"/>
              </a:spcBef>
              <a:spcAft>
                <a:spcPct val="0"/>
              </a:spcAft>
              <a:defRPr sz="3600" kern="1200">
                <a:solidFill>
                  <a:schemeClr val="bg1"/>
                </a:solidFill>
                <a:latin typeface="黑体" panose="02010609060101010101" pitchFamily="49" charset="-122"/>
                <a:ea typeface="黑体" panose="02010609060101010101" pitchFamily="49" charset="-122"/>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r>
              <a:rPr lang="zh-CN" altLang="zh-CN" sz="3200" dirty="0"/>
              <a:t>一、决策背景研究方法</a:t>
            </a:r>
            <a:endParaRPr lang="zh-CN" altLang="zh-CN" sz="3200" dirty="0"/>
          </a:p>
        </p:txBody>
      </p:sp>
      <p:sp>
        <p:nvSpPr>
          <p:cNvPr id="10" name="标题 1"/>
          <p:cNvSpPr txBox="1"/>
          <p:nvPr/>
        </p:nvSpPr>
        <p:spPr>
          <a:xfrm>
            <a:off x="251520" y="1193797"/>
            <a:ext cx="6912768" cy="77893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200" kern="1200">
                <a:solidFill>
                  <a:schemeClr val="tx1"/>
                </a:solidFill>
                <a:latin typeface="微软雅黑" panose="020B0503020204020204" pitchFamily="34" charset="-122"/>
                <a:ea typeface="微软雅黑" panose="020B0503020204020204" pitchFamily="34" charset="-122"/>
                <a:cs typeface="+mj-cs"/>
              </a:defRPr>
            </a:lvl1pPr>
          </a:lstStyle>
          <a:p>
            <a:pPr>
              <a:lnSpc>
                <a:spcPct val="100000"/>
              </a:lnSpc>
            </a:pPr>
            <a:r>
              <a:rPr lang="zh-CN" altLang="zh-CN" sz="2000" dirty="0"/>
              <a:t>（二）决策背景的不确定性模型</a:t>
            </a:r>
            <a:endParaRPr lang="en-US" altLang="zh-CN" sz="2000" dirty="0"/>
          </a:p>
        </p:txBody>
      </p:sp>
      <p:sp>
        <p:nvSpPr>
          <p:cNvPr id="11" name="内容占位符 2"/>
          <p:cNvSpPr txBox="1"/>
          <p:nvPr/>
        </p:nvSpPr>
        <p:spPr>
          <a:xfrm>
            <a:off x="628650" y="1772815"/>
            <a:ext cx="7886700" cy="1008113"/>
          </a:xfrm>
          <a:prstGeom prst="rect">
            <a:avLst/>
          </a:prstGeom>
        </p:spPr>
        <p:txBody>
          <a:bodyPr>
            <a:noAutofit/>
          </a:bodyPr>
          <a:lstStyle>
            <a:lvl1pPr marL="342900" indent="-342900" algn="l" rtl="0" eaLnBrk="0" fontAlgn="base" hangingPunct="0">
              <a:spcBef>
                <a:spcPct val="20000"/>
              </a:spcBef>
              <a:spcAft>
                <a:spcPct val="0"/>
              </a:spcAft>
              <a:buChar cha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C00000"/>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457200">
              <a:spcBef>
                <a:spcPct val="0"/>
              </a:spcBef>
              <a:buNone/>
            </a:pPr>
            <a:r>
              <a:rPr lang="zh-CN" altLang="en-US" sz="1800" dirty="0">
                <a:latin typeface="微软雅黑" panose="020B0503020204020204" pitchFamily="34" charset="-122"/>
                <a:ea typeface="微软雅黑" panose="020B0503020204020204" pitchFamily="34" charset="-122"/>
              </a:rPr>
              <a:t>在决策背景的各种性质和特点中，核心是环境中蕴含的高度不确定性。</a:t>
            </a:r>
            <a:endParaRPr lang="zh-CN" altLang="en-US" sz="1800" dirty="0">
              <a:latin typeface="微软雅黑" panose="020B0503020204020204" pitchFamily="34" charset="-122"/>
              <a:ea typeface="微软雅黑" panose="020B0503020204020204" pitchFamily="34" charset="-122"/>
            </a:endParaRPr>
          </a:p>
        </p:txBody>
      </p:sp>
      <p:pic>
        <p:nvPicPr>
          <p:cNvPr id="2" name="图片 1"/>
          <p:cNvPicPr>
            <a:picLocks noChangeAspect="1"/>
          </p:cNvPicPr>
          <p:nvPr/>
        </p:nvPicPr>
        <p:blipFill>
          <a:blip r:embed="rId1"/>
          <a:stretch>
            <a:fillRect/>
          </a:stretch>
        </p:blipFill>
        <p:spPr>
          <a:xfrm>
            <a:off x="681336" y="2348880"/>
            <a:ext cx="7781328" cy="3731348"/>
          </a:xfrm>
          <a:prstGeom prst="rect">
            <a:avLst/>
          </a:prstGeom>
        </p:spPr>
      </p:pic>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1"/>
          <p:cNvSpPr txBox="1"/>
          <p:nvPr/>
        </p:nvSpPr>
        <p:spPr>
          <a:xfrm>
            <a:off x="107504" y="188640"/>
            <a:ext cx="7111703" cy="706923"/>
          </a:xfrm>
          <a:prstGeom prst="rect">
            <a:avLst/>
          </a:prstGeom>
        </p:spPr>
        <p:txBody>
          <a:bodyPr>
            <a:normAutofit/>
          </a:bodyPr>
          <a:lstStyle>
            <a:lvl1pPr algn="l" rtl="0" eaLnBrk="0" fontAlgn="base" hangingPunct="0">
              <a:spcBef>
                <a:spcPct val="0"/>
              </a:spcBef>
              <a:spcAft>
                <a:spcPct val="0"/>
              </a:spcAft>
              <a:defRPr sz="3600" kern="1200">
                <a:solidFill>
                  <a:schemeClr val="bg1"/>
                </a:solidFill>
                <a:latin typeface="黑体" panose="02010609060101010101" pitchFamily="49" charset="-122"/>
                <a:ea typeface="黑体" panose="02010609060101010101" pitchFamily="49" charset="-122"/>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r>
              <a:rPr lang="zh-CN" altLang="zh-CN" sz="3200" dirty="0"/>
              <a:t>一、决策背景研究方法</a:t>
            </a:r>
            <a:endParaRPr lang="zh-CN" altLang="zh-CN" sz="3200" dirty="0"/>
          </a:p>
        </p:txBody>
      </p:sp>
      <p:sp>
        <p:nvSpPr>
          <p:cNvPr id="10" name="标题 1"/>
          <p:cNvSpPr txBox="1"/>
          <p:nvPr/>
        </p:nvSpPr>
        <p:spPr>
          <a:xfrm>
            <a:off x="251520" y="1193797"/>
            <a:ext cx="6912768" cy="77893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200" kern="1200">
                <a:solidFill>
                  <a:schemeClr val="tx1"/>
                </a:solidFill>
                <a:latin typeface="微软雅黑" panose="020B0503020204020204" pitchFamily="34" charset="-122"/>
                <a:ea typeface="微软雅黑" panose="020B0503020204020204" pitchFamily="34" charset="-122"/>
                <a:cs typeface="+mj-cs"/>
              </a:defRPr>
            </a:lvl1pPr>
          </a:lstStyle>
          <a:p>
            <a:pPr>
              <a:lnSpc>
                <a:spcPct val="100000"/>
              </a:lnSpc>
            </a:pPr>
            <a:r>
              <a:rPr lang="zh-CN" altLang="zh-CN" sz="2000" dirty="0"/>
              <a:t>（三）决策背景的分析步骤</a:t>
            </a:r>
            <a:endParaRPr lang="en-US" altLang="zh-CN" sz="2000" dirty="0"/>
          </a:p>
        </p:txBody>
      </p:sp>
      <p:graphicFrame>
        <p:nvGraphicFramePr>
          <p:cNvPr id="3" name="图示 2"/>
          <p:cNvGraphicFramePr/>
          <p:nvPr/>
        </p:nvGraphicFramePr>
        <p:xfrm>
          <a:off x="1355812" y="1844824"/>
          <a:ext cx="6432376" cy="4320480"/>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1"/>
          <p:cNvSpPr txBox="1"/>
          <p:nvPr/>
        </p:nvSpPr>
        <p:spPr>
          <a:xfrm>
            <a:off x="107504" y="188640"/>
            <a:ext cx="7111703" cy="706923"/>
          </a:xfrm>
          <a:prstGeom prst="rect">
            <a:avLst/>
          </a:prstGeom>
        </p:spPr>
        <p:txBody>
          <a:bodyPr>
            <a:normAutofit/>
          </a:bodyPr>
          <a:lstStyle>
            <a:lvl1pPr algn="l" rtl="0" eaLnBrk="0" fontAlgn="base" hangingPunct="0">
              <a:spcBef>
                <a:spcPct val="0"/>
              </a:spcBef>
              <a:spcAft>
                <a:spcPct val="0"/>
              </a:spcAft>
              <a:defRPr sz="3600" kern="1200">
                <a:solidFill>
                  <a:schemeClr val="bg1"/>
                </a:solidFill>
                <a:latin typeface="黑体" panose="02010609060101010101" pitchFamily="49" charset="-122"/>
                <a:ea typeface="黑体" panose="02010609060101010101" pitchFamily="49" charset="-122"/>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r>
              <a:rPr lang="zh-CN" altLang="zh-CN" sz="3200" dirty="0"/>
              <a:t>二、活动方案生成与评价方法</a:t>
            </a:r>
            <a:endParaRPr lang="zh-CN" altLang="zh-CN" sz="3200" dirty="0"/>
          </a:p>
        </p:txBody>
      </p:sp>
      <p:sp>
        <p:nvSpPr>
          <p:cNvPr id="10" name="标题 1"/>
          <p:cNvSpPr txBox="1"/>
          <p:nvPr/>
        </p:nvSpPr>
        <p:spPr>
          <a:xfrm>
            <a:off x="251520" y="1193797"/>
            <a:ext cx="6912768" cy="77893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200" kern="1200">
                <a:solidFill>
                  <a:schemeClr val="tx1"/>
                </a:solidFill>
                <a:latin typeface="微软雅黑" panose="020B0503020204020204" pitchFamily="34" charset="-122"/>
                <a:ea typeface="微软雅黑" panose="020B0503020204020204" pitchFamily="34" charset="-122"/>
                <a:cs typeface="+mj-cs"/>
              </a:defRPr>
            </a:lvl1pPr>
          </a:lstStyle>
          <a:p>
            <a:pPr>
              <a:lnSpc>
                <a:spcPct val="100000"/>
              </a:lnSpc>
            </a:pPr>
            <a:r>
              <a:rPr lang="zh-CN" altLang="zh-CN" sz="2000" dirty="0"/>
              <a:t>（一）活动方案生成方法</a:t>
            </a:r>
            <a:endParaRPr lang="zh-CN" altLang="zh-CN" sz="2000" dirty="0"/>
          </a:p>
        </p:txBody>
      </p:sp>
      <p:sp>
        <p:nvSpPr>
          <p:cNvPr id="5" name="内容占位符 2"/>
          <p:cNvSpPr txBox="1"/>
          <p:nvPr/>
        </p:nvSpPr>
        <p:spPr>
          <a:xfrm>
            <a:off x="628650" y="1772815"/>
            <a:ext cx="7886700" cy="1008113"/>
          </a:xfrm>
          <a:prstGeom prst="rect">
            <a:avLst/>
          </a:prstGeom>
        </p:spPr>
        <p:txBody>
          <a:bodyPr>
            <a:noAutofit/>
          </a:bodyPr>
          <a:lstStyle>
            <a:lvl1pPr marL="342900" indent="-342900" algn="l" rtl="0" eaLnBrk="0" fontAlgn="base" hangingPunct="0">
              <a:spcBef>
                <a:spcPct val="20000"/>
              </a:spcBef>
              <a:spcAft>
                <a:spcPct val="0"/>
              </a:spcAft>
              <a:buChar cha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C00000"/>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457200">
              <a:spcBef>
                <a:spcPct val="0"/>
              </a:spcBef>
              <a:buNone/>
            </a:pPr>
            <a:r>
              <a:rPr lang="en-US" altLang="zh-CN" sz="1800" dirty="0">
                <a:latin typeface="微软雅黑" panose="020B0503020204020204" pitchFamily="34" charset="-122"/>
                <a:ea typeface="微软雅黑" panose="020B0503020204020204" pitchFamily="34" charset="-122"/>
              </a:rPr>
              <a:t>1. 5W2H</a:t>
            </a:r>
            <a:r>
              <a:rPr lang="zh-CN" altLang="en-US" sz="1800" dirty="0" smtClean="0">
                <a:latin typeface="微软雅黑" panose="020B0503020204020204" pitchFamily="34" charset="-122"/>
                <a:ea typeface="微软雅黑" panose="020B0503020204020204" pitchFamily="34" charset="-122"/>
              </a:rPr>
              <a:t>法</a:t>
            </a:r>
            <a:endParaRPr lang="zh-CN" altLang="en-US" sz="1800" dirty="0">
              <a:latin typeface="微软雅黑" panose="020B0503020204020204" pitchFamily="34" charset="-122"/>
              <a:ea typeface="微软雅黑" panose="020B0503020204020204" pitchFamily="34" charset="-122"/>
            </a:endParaRPr>
          </a:p>
        </p:txBody>
      </p:sp>
      <p:pic>
        <p:nvPicPr>
          <p:cNvPr id="10242" name="Picture 2" descr="https://timgsa.baidu.com/timg?image&amp;quality=80&amp;size=b9999_10000&amp;sec=1547994678497&amp;di=0eda60113d674eaf5f82ff9b0f416643&amp;imgtype=0&amp;src=http%3A%2F%2Fimg3.doubanio.com%2Fview%2Fnote%2Flarge%2Fpublic%2Fp36908353.jpg"/>
          <p:cNvPicPr>
            <a:picLocks noChangeAspect="1" noChangeArrowheads="1"/>
          </p:cNvPicPr>
          <p:nvPr/>
        </p:nvPicPr>
        <p:blipFill rotWithShape="1">
          <a:blip r:embed="rId1">
            <a:extLst>
              <a:ext uri="{28A0092B-C50C-407E-A947-70E740481C1C}">
                <a14:useLocalDpi xmlns:a14="http://schemas.microsoft.com/office/drawing/2010/main" val="0"/>
              </a:ext>
            </a:extLst>
          </a:blip>
          <a:srcRect r="23540"/>
          <a:stretch>
            <a:fillRect/>
          </a:stretch>
        </p:blipFill>
        <p:spPr bwMode="auto">
          <a:xfrm>
            <a:off x="2387166" y="2270962"/>
            <a:ext cx="4369668" cy="4124326"/>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1"/>
          <p:cNvSpPr txBox="1"/>
          <p:nvPr/>
        </p:nvSpPr>
        <p:spPr>
          <a:xfrm>
            <a:off x="107504" y="188640"/>
            <a:ext cx="7111703" cy="706923"/>
          </a:xfrm>
          <a:prstGeom prst="rect">
            <a:avLst/>
          </a:prstGeom>
        </p:spPr>
        <p:txBody>
          <a:bodyPr>
            <a:normAutofit/>
          </a:bodyPr>
          <a:lstStyle>
            <a:lvl1pPr algn="l" rtl="0" eaLnBrk="0" fontAlgn="base" hangingPunct="0">
              <a:spcBef>
                <a:spcPct val="0"/>
              </a:spcBef>
              <a:spcAft>
                <a:spcPct val="0"/>
              </a:spcAft>
              <a:defRPr sz="3600" kern="1200">
                <a:solidFill>
                  <a:schemeClr val="bg1"/>
                </a:solidFill>
                <a:latin typeface="黑体" panose="02010609060101010101" pitchFamily="49" charset="-122"/>
                <a:ea typeface="黑体" panose="02010609060101010101" pitchFamily="49" charset="-122"/>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r>
              <a:rPr lang="zh-CN" altLang="zh-CN" sz="3200" dirty="0"/>
              <a:t>二、活动方案生成与评价方法</a:t>
            </a:r>
            <a:endParaRPr lang="zh-CN" altLang="zh-CN" sz="3200" dirty="0"/>
          </a:p>
        </p:txBody>
      </p:sp>
      <p:sp>
        <p:nvSpPr>
          <p:cNvPr id="10" name="标题 1"/>
          <p:cNvSpPr txBox="1"/>
          <p:nvPr/>
        </p:nvSpPr>
        <p:spPr>
          <a:xfrm>
            <a:off x="251520" y="1193797"/>
            <a:ext cx="6912768" cy="77893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200" kern="1200">
                <a:solidFill>
                  <a:schemeClr val="tx1"/>
                </a:solidFill>
                <a:latin typeface="微软雅黑" panose="020B0503020204020204" pitchFamily="34" charset="-122"/>
                <a:ea typeface="微软雅黑" panose="020B0503020204020204" pitchFamily="34" charset="-122"/>
                <a:cs typeface="+mj-cs"/>
              </a:defRPr>
            </a:lvl1pPr>
          </a:lstStyle>
          <a:p>
            <a:pPr>
              <a:lnSpc>
                <a:spcPct val="100000"/>
              </a:lnSpc>
            </a:pPr>
            <a:r>
              <a:rPr lang="zh-CN" altLang="zh-CN" sz="2000" dirty="0"/>
              <a:t>（一）活动方案生成方法</a:t>
            </a:r>
            <a:endParaRPr lang="zh-CN" altLang="zh-CN" sz="2000" dirty="0"/>
          </a:p>
        </p:txBody>
      </p:sp>
      <p:sp>
        <p:nvSpPr>
          <p:cNvPr id="5" name="内容占位符 2"/>
          <p:cNvSpPr txBox="1"/>
          <p:nvPr/>
        </p:nvSpPr>
        <p:spPr>
          <a:xfrm>
            <a:off x="634087" y="1835771"/>
            <a:ext cx="3943350" cy="2320368"/>
          </a:xfrm>
          <a:prstGeom prst="rect">
            <a:avLst/>
          </a:prstGeom>
        </p:spPr>
        <p:txBody>
          <a:bodyPr>
            <a:noAutofit/>
          </a:bodyPr>
          <a:lstStyle>
            <a:lvl1pPr marL="342900" indent="-342900" algn="l" rtl="0" eaLnBrk="0" fontAlgn="base" hangingPunct="0">
              <a:spcBef>
                <a:spcPct val="20000"/>
              </a:spcBef>
              <a:spcAft>
                <a:spcPct val="0"/>
              </a:spcAft>
              <a:buChar cha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C00000"/>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457200">
              <a:spcBef>
                <a:spcPct val="0"/>
              </a:spcBef>
              <a:buNone/>
            </a:pPr>
            <a:r>
              <a:rPr lang="en-US" altLang="zh-CN" sz="1800" dirty="0">
                <a:latin typeface="微软雅黑" panose="020B0503020204020204" pitchFamily="34" charset="-122"/>
                <a:ea typeface="微软雅黑" panose="020B0503020204020204" pitchFamily="34" charset="-122"/>
              </a:rPr>
              <a:t>2. </a:t>
            </a:r>
            <a:r>
              <a:rPr lang="zh-CN" altLang="en-US" sz="1800" dirty="0">
                <a:latin typeface="微软雅黑" panose="020B0503020204020204" pitchFamily="34" charset="-122"/>
                <a:ea typeface="微软雅黑" panose="020B0503020204020204" pitchFamily="34" charset="-122"/>
              </a:rPr>
              <a:t>头脑风暴法</a:t>
            </a:r>
            <a:endParaRPr lang="zh-CN" altLang="en-US" sz="1800" dirty="0">
              <a:latin typeface="微软雅黑" panose="020B0503020204020204" pitchFamily="34" charset="-122"/>
              <a:ea typeface="微软雅黑" panose="020B0503020204020204" pitchFamily="34" charset="-122"/>
            </a:endParaRPr>
          </a:p>
          <a:p>
            <a:pPr marL="0" indent="457200">
              <a:lnSpc>
                <a:spcPct val="150000"/>
              </a:lnSpc>
              <a:spcBef>
                <a:spcPct val="0"/>
              </a:spcBef>
              <a:buNone/>
            </a:pPr>
            <a:r>
              <a:rPr lang="zh-CN" altLang="en-US" sz="1800" dirty="0">
                <a:latin typeface="微软雅黑" panose="020B0503020204020204" pitchFamily="34" charset="-122"/>
                <a:ea typeface="微软雅黑" panose="020B0503020204020204" pitchFamily="34" charset="-122"/>
              </a:rPr>
              <a:t>请一定数量的专家，对预测对象的未来发展趋势及状况做出判断。</a:t>
            </a:r>
            <a:r>
              <a:rPr lang="zh-CN" altLang="en-US" sz="1800" dirty="0" smtClean="0">
                <a:latin typeface="微软雅黑" panose="020B0503020204020204" pitchFamily="34" charset="-122"/>
                <a:ea typeface="微软雅黑" panose="020B0503020204020204" pitchFamily="34" charset="-122"/>
              </a:rPr>
              <a:t>通过面对面</a:t>
            </a:r>
            <a:r>
              <a:rPr lang="zh-CN" altLang="en-US" sz="1800" dirty="0">
                <a:latin typeface="微软雅黑" panose="020B0503020204020204" pitchFamily="34" charset="-122"/>
                <a:ea typeface="微软雅黑" panose="020B0503020204020204" pitchFamily="34" charset="-122"/>
              </a:rPr>
              <a:t>的信息交流，引起思维共振，产生组合效应，进行创造性思维，在较短的时间内取得较明显的成果</a:t>
            </a:r>
            <a:r>
              <a:rPr lang="zh-CN" altLang="en-US" sz="1800" dirty="0" smtClean="0">
                <a:latin typeface="微软雅黑" panose="020B0503020204020204" pitchFamily="34" charset="-122"/>
                <a:ea typeface="微软雅黑" panose="020B0503020204020204" pitchFamily="34" charset="-122"/>
              </a:rPr>
              <a:t>。</a:t>
            </a:r>
            <a:endParaRPr lang="zh-CN" altLang="en-US" sz="1800" dirty="0">
              <a:latin typeface="微软雅黑" panose="020B0503020204020204" pitchFamily="34" charset="-122"/>
              <a:ea typeface="微软雅黑" panose="020B0503020204020204" pitchFamily="34" charset="-122"/>
            </a:endParaRPr>
          </a:p>
        </p:txBody>
      </p:sp>
      <p:pic>
        <p:nvPicPr>
          <p:cNvPr id="15362" name="Picture 2" descr="https://ss1.bdstatic.com/70cFvXSh_Q1YnxGkpoWK1HF6hhy/it/u=3374587482,236705527&amp;fm=26&amp;gp=0.jp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4577437" y="1491559"/>
            <a:ext cx="4198994" cy="2494506"/>
          </a:xfrm>
          <a:prstGeom prst="rect">
            <a:avLst/>
          </a:prstGeom>
          <a:noFill/>
          <a:extLst>
            <a:ext uri="{909E8E84-426E-40DD-AFC4-6F175D3DCCD1}">
              <a14:hiddenFill xmlns:a14="http://schemas.microsoft.com/office/drawing/2010/main">
                <a:solidFill>
                  <a:srgbClr val="FFFFFF"/>
                </a:solidFill>
              </a14:hiddenFill>
            </a:ext>
          </a:extLst>
        </p:spPr>
      </p:pic>
      <p:sp>
        <p:nvSpPr>
          <p:cNvPr id="8" name="内容占位符 2"/>
          <p:cNvSpPr txBox="1"/>
          <p:nvPr/>
        </p:nvSpPr>
        <p:spPr>
          <a:xfrm>
            <a:off x="628649" y="4276895"/>
            <a:ext cx="8147781" cy="1008113"/>
          </a:xfrm>
          <a:prstGeom prst="rect">
            <a:avLst/>
          </a:prstGeom>
        </p:spPr>
        <p:txBody>
          <a:bodyPr>
            <a:noAutofit/>
          </a:bodyPr>
          <a:lstStyle>
            <a:lvl1pPr marL="342900" indent="-342900" algn="l" rtl="0" eaLnBrk="0" fontAlgn="base" hangingPunct="0">
              <a:spcBef>
                <a:spcPct val="20000"/>
              </a:spcBef>
              <a:spcAft>
                <a:spcPct val="0"/>
              </a:spcAft>
              <a:buChar cha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C00000"/>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457200">
              <a:spcBef>
                <a:spcPct val="0"/>
              </a:spcBef>
              <a:buNone/>
            </a:pPr>
            <a:r>
              <a:rPr lang="zh-CN" altLang="en-US" sz="1800" dirty="0" smtClean="0">
                <a:latin typeface="微软雅黑" panose="020B0503020204020204" pitchFamily="34" charset="-122"/>
                <a:ea typeface="微软雅黑" panose="020B0503020204020204" pitchFamily="34" charset="-122"/>
              </a:rPr>
              <a:t>专家</a:t>
            </a:r>
            <a:r>
              <a:rPr lang="zh-CN" altLang="en-US" sz="1800" dirty="0">
                <a:latin typeface="微软雅黑" panose="020B0503020204020204" pitchFamily="34" charset="-122"/>
                <a:ea typeface="微软雅黑" panose="020B0503020204020204" pitchFamily="34" charset="-122"/>
              </a:rPr>
              <a:t>的人选和对会议的精心组织至关重要。一般地说，专家小组规模以</a:t>
            </a:r>
            <a:r>
              <a:rPr lang="en-US" altLang="zh-CN" sz="1800" dirty="0">
                <a:latin typeface="微软雅黑" panose="020B0503020204020204" pitchFamily="34" charset="-122"/>
                <a:ea typeface="微软雅黑" panose="020B0503020204020204" pitchFamily="34" charset="-122"/>
              </a:rPr>
              <a:t>10</a:t>
            </a:r>
            <a:r>
              <a:rPr lang="zh-CN" altLang="en-US" sz="1800" dirty="0">
                <a:latin typeface="微软雅黑" panose="020B0503020204020204" pitchFamily="34" charset="-122"/>
                <a:ea typeface="微软雅黑" panose="020B0503020204020204" pitchFamily="34" charset="-122"/>
              </a:rPr>
              <a:t>～</a:t>
            </a:r>
            <a:r>
              <a:rPr lang="en-US" altLang="zh-CN" sz="1800" dirty="0">
                <a:latin typeface="微软雅黑" panose="020B0503020204020204" pitchFamily="34" charset="-122"/>
                <a:ea typeface="微软雅黑" panose="020B0503020204020204" pitchFamily="34" charset="-122"/>
              </a:rPr>
              <a:t>15</a:t>
            </a:r>
            <a:r>
              <a:rPr lang="zh-CN" altLang="en-US" sz="1800" dirty="0">
                <a:latin typeface="微软雅黑" panose="020B0503020204020204" pitchFamily="34" charset="-122"/>
                <a:ea typeface="微软雅黑" panose="020B0503020204020204" pitchFamily="34" charset="-122"/>
              </a:rPr>
              <a:t>人为宜，会议时间以</a:t>
            </a:r>
            <a:r>
              <a:rPr lang="en-US" altLang="zh-CN" sz="1800" dirty="0">
                <a:latin typeface="微软雅黑" panose="020B0503020204020204" pitchFamily="34" charset="-122"/>
                <a:ea typeface="微软雅黑" panose="020B0503020204020204" pitchFamily="34" charset="-122"/>
              </a:rPr>
              <a:t>40</a:t>
            </a:r>
            <a:r>
              <a:rPr lang="zh-CN" altLang="en-US" sz="1800" dirty="0">
                <a:latin typeface="微软雅黑" panose="020B0503020204020204" pitchFamily="34" charset="-122"/>
                <a:ea typeface="微软雅黑" panose="020B0503020204020204" pitchFamily="34" charset="-122"/>
              </a:rPr>
              <a:t>～</a:t>
            </a:r>
            <a:r>
              <a:rPr lang="en-US" altLang="zh-CN" sz="1800" dirty="0">
                <a:latin typeface="微软雅黑" panose="020B0503020204020204" pitchFamily="34" charset="-122"/>
                <a:ea typeface="微软雅黑" panose="020B0503020204020204" pitchFamily="34" charset="-122"/>
              </a:rPr>
              <a:t>60</a:t>
            </a:r>
            <a:r>
              <a:rPr lang="zh-CN" altLang="en-US" sz="1800" dirty="0">
                <a:latin typeface="微软雅黑" panose="020B0503020204020204" pitchFamily="34" charset="-122"/>
                <a:ea typeface="微软雅黑" panose="020B0503020204020204" pitchFamily="34" charset="-122"/>
              </a:rPr>
              <a:t>分钟为佳。</a:t>
            </a:r>
            <a:endParaRPr lang="zh-CN" altLang="en-US" sz="1800" dirty="0">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1"/>
          <p:cNvSpPr txBox="1"/>
          <p:nvPr/>
        </p:nvSpPr>
        <p:spPr>
          <a:xfrm>
            <a:off x="107504" y="188640"/>
            <a:ext cx="7111703" cy="706923"/>
          </a:xfrm>
          <a:prstGeom prst="rect">
            <a:avLst/>
          </a:prstGeom>
        </p:spPr>
        <p:txBody>
          <a:bodyPr>
            <a:normAutofit/>
          </a:bodyPr>
          <a:lstStyle>
            <a:lvl1pPr algn="l" rtl="0" eaLnBrk="0" fontAlgn="base" hangingPunct="0">
              <a:spcBef>
                <a:spcPct val="0"/>
              </a:spcBef>
              <a:spcAft>
                <a:spcPct val="0"/>
              </a:spcAft>
              <a:defRPr sz="3600" kern="1200">
                <a:solidFill>
                  <a:schemeClr val="bg1"/>
                </a:solidFill>
                <a:latin typeface="黑体" panose="02010609060101010101" pitchFamily="49" charset="-122"/>
                <a:ea typeface="黑体" panose="02010609060101010101" pitchFamily="49" charset="-122"/>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r>
              <a:rPr lang="zh-CN" altLang="zh-CN" sz="3200" dirty="0"/>
              <a:t>二、活动方案生成与评价方法</a:t>
            </a:r>
            <a:endParaRPr lang="zh-CN" altLang="zh-CN" sz="3200" dirty="0"/>
          </a:p>
        </p:txBody>
      </p:sp>
      <p:sp>
        <p:nvSpPr>
          <p:cNvPr id="10" name="标题 1"/>
          <p:cNvSpPr txBox="1"/>
          <p:nvPr/>
        </p:nvSpPr>
        <p:spPr>
          <a:xfrm>
            <a:off x="251520" y="1193797"/>
            <a:ext cx="6912768" cy="77893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200" kern="1200">
                <a:solidFill>
                  <a:schemeClr val="tx1"/>
                </a:solidFill>
                <a:latin typeface="微软雅黑" panose="020B0503020204020204" pitchFamily="34" charset="-122"/>
                <a:ea typeface="微软雅黑" panose="020B0503020204020204" pitchFamily="34" charset="-122"/>
                <a:cs typeface="+mj-cs"/>
              </a:defRPr>
            </a:lvl1pPr>
          </a:lstStyle>
          <a:p>
            <a:pPr>
              <a:lnSpc>
                <a:spcPct val="100000"/>
              </a:lnSpc>
            </a:pPr>
            <a:r>
              <a:rPr lang="zh-CN" altLang="zh-CN" sz="2000" dirty="0"/>
              <a:t>（一）活动方案生成方法</a:t>
            </a:r>
            <a:endParaRPr lang="zh-CN" altLang="zh-CN" sz="2000" dirty="0"/>
          </a:p>
        </p:txBody>
      </p:sp>
      <p:sp>
        <p:nvSpPr>
          <p:cNvPr id="5" name="内容占位符 2"/>
          <p:cNvSpPr txBox="1"/>
          <p:nvPr/>
        </p:nvSpPr>
        <p:spPr>
          <a:xfrm>
            <a:off x="628650" y="1772815"/>
            <a:ext cx="8119814" cy="2520281"/>
          </a:xfrm>
          <a:prstGeom prst="rect">
            <a:avLst/>
          </a:prstGeom>
        </p:spPr>
        <p:txBody>
          <a:bodyPr>
            <a:noAutofit/>
          </a:bodyPr>
          <a:lstStyle>
            <a:lvl1pPr marL="342900" indent="-342900" algn="l" rtl="0" eaLnBrk="0" fontAlgn="base" hangingPunct="0">
              <a:spcBef>
                <a:spcPct val="20000"/>
              </a:spcBef>
              <a:spcAft>
                <a:spcPct val="0"/>
              </a:spcAft>
              <a:buChar cha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C00000"/>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457200">
              <a:spcBef>
                <a:spcPct val="0"/>
              </a:spcBef>
              <a:buNone/>
            </a:pPr>
            <a:r>
              <a:rPr lang="en-US" altLang="zh-CN" sz="1800" dirty="0">
                <a:latin typeface="微软雅黑" panose="020B0503020204020204" pitchFamily="34" charset="-122"/>
                <a:ea typeface="微软雅黑" panose="020B0503020204020204" pitchFamily="34" charset="-122"/>
              </a:rPr>
              <a:t>3. </a:t>
            </a:r>
            <a:r>
              <a:rPr lang="zh-CN" altLang="en-US" sz="1800" dirty="0">
                <a:latin typeface="微软雅黑" panose="020B0503020204020204" pitchFamily="34" charset="-122"/>
                <a:ea typeface="微软雅黑" panose="020B0503020204020204" pitchFamily="34" charset="-122"/>
              </a:rPr>
              <a:t>德尔菲法</a:t>
            </a:r>
            <a:endParaRPr lang="zh-CN" altLang="en-US" sz="1800" dirty="0">
              <a:latin typeface="微软雅黑" panose="020B0503020204020204" pitchFamily="34" charset="-122"/>
              <a:ea typeface="微软雅黑" panose="020B0503020204020204" pitchFamily="34" charset="-122"/>
            </a:endParaRPr>
          </a:p>
          <a:p>
            <a:pPr marL="0" indent="457200">
              <a:spcBef>
                <a:spcPct val="0"/>
              </a:spcBef>
              <a:buNone/>
            </a:pPr>
            <a:r>
              <a:rPr lang="zh-CN" altLang="en-US" sz="1800" dirty="0">
                <a:latin typeface="微软雅黑" panose="020B0503020204020204" pitchFamily="34" charset="-122"/>
                <a:ea typeface="微软雅黑" panose="020B0503020204020204" pitchFamily="34" charset="-122"/>
              </a:rPr>
              <a:t>德尔菲法依靠专家背靠背地发表意见，各抒己见，管理小组对专家们的意见进行统计处理和信息反馈，经过几轮循环，使分散的意见逐步统一，最后达到较高的预测精度。该法的不足之处是时间较长，费用较高。</a:t>
            </a:r>
            <a:endParaRPr lang="zh-CN" altLang="en-US" sz="1800" dirty="0">
              <a:latin typeface="微软雅黑" panose="020B0503020204020204" pitchFamily="34" charset="-122"/>
              <a:ea typeface="微软雅黑" panose="020B0503020204020204" pitchFamily="34" charset="-122"/>
            </a:endParaRPr>
          </a:p>
        </p:txBody>
      </p:sp>
      <p:pic>
        <p:nvPicPr>
          <p:cNvPr id="16386" name="Picture 2" descr="https://ss0.bdstatic.com/70cFuHSh_Q1YnxGkpoWK1HF6hhy/it/u=1807769529,2805195335&amp;fm=26&amp;gp=0.jp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297655" y="3212976"/>
            <a:ext cx="6548690" cy="3001483"/>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1"/>
          <p:cNvSpPr txBox="1"/>
          <p:nvPr/>
        </p:nvSpPr>
        <p:spPr>
          <a:xfrm>
            <a:off x="107504" y="188640"/>
            <a:ext cx="7111703" cy="706923"/>
          </a:xfrm>
          <a:prstGeom prst="rect">
            <a:avLst/>
          </a:prstGeom>
        </p:spPr>
        <p:txBody>
          <a:bodyPr>
            <a:normAutofit/>
          </a:bodyPr>
          <a:lstStyle>
            <a:lvl1pPr algn="l" rtl="0" eaLnBrk="0" fontAlgn="base" hangingPunct="0">
              <a:spcBef>
                <a:spcPct val="0"/>
              </a:spcBef>
              <a:spcAft>
                <a:spcPct val="0"/>
              </a:spcAft>
              <a:defRPr sz="3600" kern="1200">
                <a:solidFill>
                  <a:schemeClr val="bg1"/>
                </a:solidFill>
                <a:latin typeface="黑体" panose="02010609060101010101" pitchFamily="49" charset="-122"/>
                <a:ea typeface="黑体" panose="02010609060101010101" pitchFamily="49" charset="-122"/>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r>
              <a:rPr lang="zh-CN" altLang="zh-CN" sz="3200" dirty="0"/>
              <a:t>二、活动方案生成与评价方法</a:t>
            </a:r>
            <a:endParaRPr lang="zh-CN" altLang="zh-CN" sz="3200" dirty="0"/>
          </a:p>
        </p:txBody>
      </p:sp>
      <p:sp>
        <p:nvSpPr>
          <p:cNvPr id="10" name="标题 1"/>
          <p:cNvSpPr txBox="1"/>
          <p:nvPr/>
        </p:nvSpPr>
        <p:spPr>
          <a:xfrm>
            <a:off x="251520" y="1193797"/>
            <a:ext cx="6912768" cy="77893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200" kern="1200">
                <a:solidFill>
                  <a:schemeClr val="tx1"/>
                </a:solidFill>
                <a:latin typeface="微软雅黑" panose="020B0503020204020204" pitchFamily="34" charset="-122"/>
                <a:ea typeface="微软雅黑" panose="020B0503020204020204" pitchFamily="34" charset="-122"/>
                <a:cs typeface="+mj-cs"/>
              </a:defRPr>
            </a:lvl1pPr>
          </a:lstStyle>
          <a:p>
            <a:pPr>
              <a:lnSpc>
                <a:spcPct val="100000"/>
              </a:lnSpc>
            </a:pPr>
            <a:r>
              <a:rPr lang="zh-CN" altLang="zh-CN" sz="2000" dirty="0"/>
              <a:t>（一）活动方案生成方法</a:t>
            </a:r>
            <a:endParaRPr lang="zh-CN" altLang="zh-CN" sz="2000" dirty="0"/>
          </a:p>
        </p:txBody>
      </p:sp>
      <p:sp>
        <p:nvSpPr>
          <p:cNvPr id="5" name="内容占位符 2"/>
          <p:cNvSpPr txBox="1"/>
          <p:nvPr/>
        </p:nvSpPr>
        <p:spPr>
          <a:xfrm>
            <a:off x="628650" y="1772815"/>
            <a:ext cx="8119814" cy="2520281"/>
          </a:xfrm>
          <a:prstGeom prst="rect">
            <a:avLst/>
          </a:prstGeom>
        </p:spPr>
        <p:txBody>
          <a:bodyPr>
            <a:noAutofit/>
          </a:bodyPr>
          <a:lstStyle>
            <a:lvl1pPr marL="342900" indent="-342900" algn="l" rtl="0" eaLnBrk="0" fontAlgn="base" hangingPunct="0">
              <a:spcBef>
                <a:spcPct val="20000"/>
              </a:spcBef>
              <a:spcAft>
                <a:spcPct val="0"/>
              </a:spcAft>
              <a:buChar cha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C00000"/>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457200">
              <a:spcBef>
                <a:spcPct val="0"/>
              </a:spcBef>
              <a:buNone/>
            </a:pPr>
            <a:r>
              <a:rPr lang="en-US" altLang="zh-CN" sz="1800" dirty="0">
                <a:latin typeface="微软雅黑" panose="020B0503020204020204" pitchFamily="34" charset="-122"/>
                <a:ea typeface="微软雅黑" panose="020B0503020204020204" pitchFamily="34" charset="-122"/>
              </a:rPr>
              <a:t>4. </a:t>
            </a:r>
            <a:r>
              <a:rPr lang="zh-CN" altLang="en-US" sz="1800" dirty="0">
                <a:latin typeface="微软雅黑" panose="020B0503020204020204" pitchFamily="34" charset="-122"/>
                <a:ea typeface="微软雅黑" panose="020B0503020204020204" pitchFamily="34" charset="-122"/>
              </a:rPr>
              <a:t>强迫联系法</a:t>
            </a:r>
            <a:endParaRPr lang="zh-CN" altLang="en-US" sz="1800" dirty="0">
              <a:latin typeface="微软雅黑" panose="020B0503020204020204" pitchFamily="34" charset="-122"/>
              <a:ea typeface="微软雅黑" panose="020B0503020204020204" pitchFamily="34" charset="-122"/>
            </a:endParaRPr>
          </a:p>
          <a:p>
            <a:pPr marL="0" indent="457200">
              <a:spcBef>
                <a:spcPct val="0"/>
              </a:spcBef>
              <a:buNone/>
            </a:pPr>
            <a:r>
              <a:rPr lang="zh-CN" altLang="en-US" sz="1800" dirty="0">
                <a:latin typeface="微软雅黑" panose="020B0503020204020204" pitchFamily="34" charset="-122"/>
                <a:ea typeface="微软雅黑" panose="020B0503020204020204" pitchFamily="34" charset="-122"/>
              </a:rPr>
              <a:t>将无关的观点和目标之间建立关系是这种方法的基础。一个目标是固定的，其他的目标则可完全随机地或从名单上进行选择</a:t>
            </a:r>
            <a:r>
              <a:rPr lang="zh-CN" altLang="en-US" sz="1800" dirty="0" smtClean="0">
                <a:latin typeface="微软雅黑" panose="020B0503020204020204" pitchFamily="34" charset="-122"/>
                <a:ea typeface="微软雅黑" panose="020B0503020204020204" pitchFamily="34" charset="-122"/>
              </a:rPr>
              <a:t>，参加者</a:t>
            </a:r>
            <a:r>
              <a:rPr lang="zh-CN" altLang="en-US" sz="1800" dirty="0">
                <a:latin typeface="微软雅黑" panose="020B0503020204020204" pitchFamily="34" charset="-122"/>
                <a:ea typeface="微软雅黑" panose="020B0503020204020204" pitchFamily="34" charset="-122"/>
              </a:rPr>
              <a:t>要找出尽可能多的方法将固定目标和随机选择的目标联系起来</a:t>
            </a:r>
            <a:r>
              <a:rPr lang="zh-CN" altLang="en-US" sz="1800" dirty="0" smtClean="0">
                <a:latin typeface="微软雅黑" panose="020B0503020204020204" pitchFamily="34" charset="-122"/>
                <a:ea typeface="微软雅黑" panose="020B0503020204020204" pitchFamily="34" charset="-122"/>
              </a:rPr>
              <a:t>。联系</a:t>
            </a:r>
            <a:r>
              <a:rPr lang="zh-CN" altLang="en-US" sz="1800" dirty="0">
                <a:latin typeface="微软雅黑" panose="020B0503020204020204" pitchFamily="34" charset="-122"/>
                <a:ea typeface="微软雅黑" panose="020B0503020204020204" pitchFamily="34" charset="-122"/>
              </a:rPr>
              <a:t>的</a:t>
            </a:r>
            <a:r>
              <a:rPr lang="zh-CN" altLang="en-US" sz="1800" dirty="0" smtClean="0">
                <a:latin typeface="微软雅黑" panose="020B0503020204020204" pitchFamily="34" charset="-122"/>
                <a:ea typeface="微软雅黑" panose="020B0503020204020204" pitchFamily="34" charset="-122"/>
              </a:rPr>
              <a:t>强迫性会</a:t>
            </a:r>
            <a:r>
              <a:rPr lang="zh-CN" altLang="en-US" sz="1800" dirty="0">
                <a:latin typeface="微软雅黑" panose="020B0503020204020204" pitchFamily="34" charset="-122"/>
                <a:ea typeface="微软雅黑" panose="020B0503020204020204" pitchFamily="34" charset="-122"/>
              </a:rPr>
              <a:t>导致许多新</a:t>
            </a:r>
            <a:r>
              <a:rPr lang="zh-CN" altLang="en-US" sz="1800" dirty="0" smtClean="0">
                <a:latin typeface="微软雅黑" panose="020B0503020204020204" pitchFamily="34" charset="-122"/>
                <a:ea typeface="微软雅黑" panose="020B0503020204020204" pitchFamily="34" charset="-122"/>
              </a:rPr>
              <a:t>的方法</a:t>
            </a:r>
            <a:r>
              <a:rPr lang="zh-CN" altLang="en-US" sz="1800" dirty="0">
                <a:latin typeface="微软雅黑" panose="020B0503020204020204" pitchFamily="34" charset="-122"/>
                <a:ea typeface="微软雅黑" panose="020B0503020204020204" pitchFamily="34" charset="-122"/>
              </a:rPr>
              <a:t>产生。</a:t>
            </a:r>
            <a:endParaRPr lang="zh-CN" altLang="en-US" sz="1800" dirty="0">
              <a:latin typeface="微软雅黑" panose="020B0503020204020204" pitchFamily="34" charset="-122"/>
              <a:ea typeface="微软雅黑" panose="020B0503020204020204" pitchFamily="34" charset="-122"/>
            </a:endParaRPr>
          </a:p>
        </p:txBody>
      </p:sp>
      <p:pic>
        <p:nvPicPr>
          <p:cNvPr id="17410" name="Picture 2" descr="https://ss1.bdstatic.com/70cFuXSh_Q1YnxGkpoWK1HF6hhy/it/u=1884169669,423559192&amp;fm=26&amp;gp=0.jp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123729" y="3494100"/>
            <a:ext cx="4896543" cy="2756028"/>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1"/>
          <p:cNvSpPr txBox="1"/>
          <p:nvPr/>
        </p:nvSpPr>
        <p:spPr>
          <a:xfrm>
            <a:off x="107504" y="188640"/>
            <a:ext cx="7111703" cy="706923"/>
          </a:xfrm>
          <a:prstGeom prst="rect">
            <a:avLst/>
          </a:prstGeom>
        </p:spPr>
        <p:txBody>
          <a:bodyPr>
            <a:normAutofit/>
          </a:bodyPr>
          <a:lstStyle>
            <a:lvl1pPr algn="l" rtl="0" eaLnBrk="0" fontAlgn="base" hangingPunct="0">
              <a:spcBef>
                <a:spcPct val="0"/>
              </a:spcBef>
              <a:spcAft>
                <a:spcPct val="0"/>
              </a:spcAft>
              <a:defRPr sz="3600" kern="1200">
                <a:solidFill>
                  <a:schemeClr val="bg1"/>
                </a:solidFill>
                <a:latin typeface="黑体" panose="02010609060101010101" pitchFamily="49" charset="-122"/>
                <a:ea typeface="黑体" panose="02010609060101010101" pitchFamily="49" charset="-122"/>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r>
              <a:rPr lang="zh-CN" altLang="zh-CN" sz="3200" dirty="0"/>
              <a:t>二、活动方案生成与评价方法</a:t>
            </a:r>
            <a:endParaRPr lang="zh-CN" altLang="zh-CN" sz="3200" dirty="0"/>
          </a:p>
        </p:txBody>
      </p:sp>
      <p:sp>
        <p:nvSpPr>
          <p:cNvPr id="10" name="标题 1"/>
          <p:cNvSpPr txBox="1"/>
          <p:nvPr/>
        </p:nvSpPr>
        <p:spPr>
          <a:xfrm>
            <a:off x="251520" y="1193797"/>
            <a:ext cx="6912768" cy="77893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200" kern="1200">
                <a:solidFill>
                  <a:schemeClr val="tx1"/>
                </a:solidFill>
                <a:latin typeface="微软雅黑" panose="020B0503020204020204" pitchFamily="34" charset="-122"/>
                <a:ea typeface="微软雅黑" panose="020B0503020204020204" pitchFamily="34" charset="-122"/>
                <a:cs typeface="+mj-cs"/>
              </a:defRPr>
            </a:lvl1pPr>
          </a:lstStyle>
          <a:p>
            <a:pPr>
              <a:lnSpc>
                <a:spcPct val="100000"/>
              </a:lnSpc>
            </a:pPr>
            <a:r>
              <a:rPr lang="zh-CN" altLang="zh-CN" sz="2000" dirty="0"/>
              <a:t>（二）活动方案评价方法</a:t>
            </a:r>
            <a:endParaRPr lang="zh-CN" altLang="zh-CN" sz="2000" dirty="0"/>
          </a:p>
        </p:txBody>
      </p:sp>
      <p:sp>
        <p:nvSpPr>
          <p:cNvPr id="5" name="内容占位符 2"/>
          <p:cNvSpPr txBox="1"/>
          <p:nvPr/>
        </p:nvSpPr>
        <p:spPr>
          <a:xfrm>
            <a:off x="628650" y="1772815"/>
            <a:ext cx="8119814" cy="2520281"/>
          </a:xfrm>
          <a:prstGeom prst="rect">
            <a:avLst/>
          </a:prstGeom>
        </p:spPr>
        <p:txBody>
          <a:bodyPr>
            <a:noAutofit/>
          </a:bodyPr>
          <a:lstStyle>
            <a:lvl1pPr marL="342900" indent="-342900" algn="l" rtl="0" eaLnBrk="0" fontAlgn="base" hangingPunct="0">
              <a:spcBef>
                <a:spcPct val="20000"/>
              </a:spcBef>
              <a:spcAft>
                <a:spcPct val="0"/>
              </a:spcAft>
              <a:buChar cha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C00000"/>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457200">
              <a:spcBef>
                <a:spcPct val="0"/>
              </a:spcBef>
              <a:buNone/>
            </a:pPr>
            <a:r>
              <a:rPr lang="en-US" altLang="zh-CN" sz="1800" dirty="0">
                <a:latin typeface="微软雅黑" panose="020B0503020204020204" pitchFamily="34" charset="-122"/>
                <a:ea typeface="微软雅黑" panose="020B0503020204020204" pitchFamily="34" charset="-122"/>
              </a:rPr>
              <a:t>1. </a:t>
            </a:r>
            <a:r>
              <a:rPr lang="zh-CN" altLang="en-US" sz="1800" dirty="0">
                <a:latin typeface="微软雅黑" panose="020B0503020204020204" pitchFamily="34" charset="-122"/>
                <a:ea typeface="微软雅黑" panose="020B0503020204020204" pitchFamily="34" charset="-122"/>
              </a:rPr>
              <a:t>定量评价方法与定性评价方法</a:t>
            </a:r>
            <a:endParaRPr lang="zh-CN" altLang="en-US" sz="1800" dirty="0">
              <a:latin typeface="微软雅黑" panose="020B0503020204020204" pitchFamily="34" charset="-122"/>
              <a:ea typeface="微软雅黑" panose="020B0503020204020204" pitchFamily="34" charset="-122"/>
            </a:endParaRPr>
          </a:p>
          <a:p>
            <a:pPr marL="0" indent="457200">
              <a:spcBef>
                <a:spcPct val="0"/>
              </a:spcBef>
              <a:buNone/>
            </a:pPr>
            <a:r>
              <a:rPr lang="zh-CN" altLang="en-US" sz="1800" dirty="0">
                <a:latin typeface="微软雅黑" panose="020B0503020204020204" pitchFamily="34" charset="-122"/>
                <a:ea typeface="微软雅黑" panose="020B0503020204020204" pitchFamily="34" charset="-122"/>
              </a:rPr>
              <a:t>定量指标较为具体、直观，通常可用货币金额、产销数量、完成比率、完成阶段等来表示。定量指标有很多优点，如可以制定明确的评价标准，衡量实际绩效时也可以计算出该指标的实际值，而且通过量化的表述，使评价结果给人以直接、清晰的印象。</a:t>
            </a:r>
            <a:endParaRPr lang="zh-CN" altLang="en-US" sz="1800" dirty="0">
              <a:latin typeface="微软雅黑" panose="020B0503020204020204" pitchFamily="34" charset="-122"/>
              <a:ea typeface="微软雅黑" panose="020B0503020204020204" pitchFamily="34" charset="-122"/>
            </a:endParaRPr>
          </a:p>
          <a:p>
            <a:pPr marL="0" indent="457200">
              <a:spcBef>
                <a:spcPct val="0"/>
              </a:spcBef>
              <a:buNone/>
            </a:pPr>
            <a:r>
              <a:rPr lang="zh-CN" altLang="en-US" sz="1800" dirty="0">
                <a:latin typeface="微软雅黑" panose="020B0503020204020204" pitchFamily="34" charset="-122"/>
                <a:ea typeface="微软雅黑" panose="020B0503020204020204" pitchFamily="34" charset="-122"/>
              </a:rPr>
              <a:t>然而，不是所有反映方案水平的因素都能够量化。这就要求对这些因素设计定性指标予以反映。评价指标的选择既要包括定量指标，又要包括定性指标，遵循定量指标与定性指标相结合的原则。</a:t>
            </a:r>
            <a:endParaRPr lang="zh-CN" altLang="en-US" sz="1800" dirty="0">
              <a:latin typeface="微软雅黑" panose="020B0503020204020204" pitchFamily="34" charset="-122"/>
              <a:ea typeface="微软雅黑" panose="020B0503020204020204" pitchFamily="34" charset="-122"/>
            </a:endParaRPr>
          </a:p>
          <a:p>
            <a:pPr marL="0" indent="457200">
              <a:spcBef>
                <a:spcPct val="0"/>
              </a:spcBef>
              <a:buNone/>
            </a:pPr>
            <a:endParaRPr lang="zh-CN" altLang="en-US" sz="1800" dirty="0">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1"/>
          <p:cNvSpPr txBox="1"/>
          <p:nvPr/>
        </p:nvSpPr>
        <p:spPr>
          <a:xfrm>
            <a:off x="107504" y="188640"/>
            <a:ext cx="7111703" cy="706923"/>
          </a:xfrm>
          <a:prstGeom prst="rect">
            <a:avLst/>
          </a:prstGeom>
        </p:spPr>
        <p:txBody>
          <a:bodyPr>
            <a:normAutofit/>
          </a:bodyPr>
          <a:lstStyle>
            <a:lvl1pPr algn="l" rtl="0" eaLnBrk="0" fontAlgn="base" hangingPunct="0">
              <a:spcBef>
                <a:spcPct val="0"/>
              </a:spcBef>
              <a:spcAft>
                <a:spcPct val="0"/>
              </a:spcAft>
              <a:defRPr sz="3600" kern="1200">
                <a:solidFill>
                  <a:schemeClr val="bg1"/>
                </a:solidFill>
                <a:latin typeface="黑体" panose="02010609060101010101" pitchFamily="49" charset="-122"/>
                <a:ea typeface="黑体" panose="02010609060101010101" pitchFamily="49" charset="-122"/>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r>
              <a:rPr lang="zh-CN" altLang="zh-CN" sz="3200" dirty="0"/>
              <a:t>二、活动方案生成与评价方法</a:t>
            </a:r>
            <a:endParaRPr lang="zh-CN" altLang="zh-CN" sz="3200" dirty="0"/>
          </a:p>
        </p:txBody>
      </p:sp>
      <p:sp>
        <p:nvSpPr>
          <p:cNvPr id="10" name="标题 1"/>
          <p:cNvSpPr txBox="1"/>
          <p:nvPr/>
        </p:nvSpPr>
        <p:spPr>
          <a:xfrm>
            <a:off x="251520" y="1193797"/>
            <a:ext cx="6912768" cy="77893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200" kern="1200">
                <a:solidFill>
                  <a:schemeClr val="tx1"/>
                </a:solidFill>
                <a:latin typeface="微软雅黑" panose="020B0503020204020204" pitchFamily="34" charset="-122"/>
                <a:ea typeface="微软雅黑" panose="020B0503020204020204" pitchFamily="34" charset="-122"/>
                <a:cs typeface="+mj-cs"/>
              </a:defRPr>
            </a:lvl1pPr>
          </a:lstStyle>
          <a:p>
            <a:pPr>
              <a:lnSpc>
                <a:spcPct val="100000"/>
              </a:lnSpc>
            </a:pPr>
            <a:r>
              <a:rPr lang="zh-CN" altLang="zh-CN" sz="2000" dirty="0"/>
              <a:t>（二）活动方案评价方法</a:t>
            </a:r>
            <a:endParaRPr lang="zh-CN" altLang="zh-CN" sz="2000" dirty="0"/>
          </a:p>
        </p:txBody>
      </p:sp>
      <p:sp>
        <p:nvSpPr>
          <p:cNvPr id="5" name="内容占位符 2"/>
          <p:cNvSpPr txBox="1"/>
          <p:nvPr/>
        </p:nvSpPr>
        <p:spPr>
          <a:xfrm>
            <a:off x="628650" y="1772815"/>
            <a:ext cx="8119814" cy="2520281"/>
          </a:xfrm>
          <a:prstGeom prst="rect">
            <a:avLst/>
          </a:prstGeom>
        </p:spPr>
        <p:txBody>
          <a:bodyPr>
            <a:noAutofit/>
          </a:bodyPr>
          <a:lstStyle>
            <a:lvl1pPr marL="342900" indent="-342900" algn="l" rtl="0" eaLnBrk="0" fontAlgn="base" hangingPunct="0">
              <a:spcBef>
                <a:spcPct val="20000"/>
              </a:spcBef>
              <a:spcAft>
                <a:spcPct val="0"/>
              </a:spcAft>
              <a:buChar cha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C00000"/>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457200">
              <a:spcBef>
                <a:spcPct val="0"/>
              </a:spcBef>
              <a:buNone/>
            </a:pPr>
            <a:r>
              <a:rPr lang="en-US" altLang="zh-CN" sz="1800" dirty="0">
                <a:latin typeface="微软雅黑" panose="020B0503020204020204" pitchFamily="34" charset="-122"/>
                <a:ea typeface="微软雅黑" panose="020B0503020204020204" pitchFamily="34" charset="-122"/>
              </a:rPr>
              <a:t>2. </a:t>
            </a:r>
            <a:r>
              <a:rPr lang="zh-CN" altLang="en-US" sz="1800" dirty="0">
                <a:latin typeface="微软雅黑" panose="020B0503020204020204" pitchFamily="34" charset="-122"/>
                <a:ea typeface="微软雅黑" panose="020B0503020204020204" pitchFamily="34" charset="-122"/>
              </a:rPr>
              <a:t>财务评价方法与非财务评价方法</a:t>
            </a:r>
            <a:endParaRPr lang="zh-CN" altLang="en-US" sz="1800" dirty="0">
              <a:latin typeface="微软雅黑" panose="020B0503020204020204" pitchFamily="34" charset="-122"/>
              <a:ea typeface="微软雅黑" panose="020B0503020204020204" pitchFamily="34" charset="-122"/>
            </a:endParaRPr>
          </a:p>
          <a:p>
            <a:pPr marL="0" indent="457200">
              <a:spcBef>
                <a:spcPct val="0"/>
              </a:spcBef>
              <a:buNone/>
            </a:pPr>
            <a:r>
              <a:rPr lang="zh-CN" altLang="en-US" sz="1800" dirty="0">
                <a:latin typeface="微软雅黑" panose="020B0503020204020204" pitchFamily="34" charset="-122"/>
                <a:ea typeface="微软雅黑" panose="020B0503020204020204" pitchFamily="34" charset="-122"/>
              </a:rPr>
              <a:t>传统的财务评价，多注重可用货币单位计量的财务指标</a:t>
            </a:r>
            <a:r>
              <a:rPr lang="zh-CN" altLang="en-US" sz="1800" dirty="0" smtClean="0">
                <a:latin typeface="微软雅黑" panose="020B0503020204020204" pitchFamily="34" charset="-122"/>
                <a:ea typeface="微软雅黑" panose="020B0503020204020204" pitchFamily="34" charset="-122"/>
              </a:rPr>
              <a:t>。但在</a:t>
            </a:r>
            <a:r>
              <a:rPr lang="zh-CN" altLang="en-US" sz="1800" dirty="0">
                <a:latin typeface="微软雅黑" panose="020B0503020204020204" pitchFamily="34" charset="-122"/>
                <a:ea typeface="微软雅黑" panose="020B0503020204020204" pitchFamily="34" charset="-122"/>
              </a:rPr>
              <a:t>很多情况下非财务指标越来越重要。如在评价企业运营方案时，产品质量、技术进步、生产效率、市场占有率等指标，对最终的选择是否全面、准确也非常关键。</a:t>
            </a:r>
            <a:endParaRPr lang="zh-CN" altLang="en-US" sz="1800" dirty="0">
              <a:latin typeface="微软雅黑" panose="020B0503020204020204" pitchFamily="34" charset="-122"/>
              <a:ea typeface="微软雅黑" panose="020B0503020204020204" pitchFamily="34" charset="-122"/>
            </a:endParaRPr>
          </a:p>
        </p:txBody>
      </p:sp>
      <p:pic>
        <p:nvPicPr>
          <p:cNvPr id="18434" name="Picture 2" descr="https://ss0.bdstatic.com/70cFuHSh_Q1YnxGkpoWK1HF6hhy/it/u=88185723,352787173&amp;fm=26&amp;gp=0.jp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833563" y="3284984"/>
            <a:ext cx="5476875" cy="28575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1"/>
          <p:cNvSpPr txBox="1"/>
          <p:nvPr/>
        </p:nvSpPr>
        <p:spPr>
          <a:xfrm>
            <a:off x="107504" y="188640"/>
            <a:ext cx="7111703" cy="706923"/>
          </a:xfrm>
          <a:prstGeom prst="rect">
            <a:avLst/>
          </a:prstGeom>
        </p:spPr>
        <p:txBody>
          <a:bodyPr>
            <a:normAutofit/>
          </a:bodyPr>
          <a:lstStyle>
            <a:lvl1pPr algn="l" rtl="0" eaLnBrk="0" fontAlgn="base" hangingPunct="0">
              <a:spcBef>
                <a:spcPct val="0"/>
              </a:spcBef>
              <a:spcAft>
                <a:spcPct val="0"/>
              </a:spcAft>
              <a:defRPr sz="3600" kern="1200">
                <a:solidFill>
                  <a:schemeClr val="bg1"/>
                </a:solidFill>
                <a:latin typeface="黑体" panose="02010609060101010101" pitchFamily="49" charset="-122"/>
                <a:ea typeface="黑体" panose="02010609060101010101" pitchFamily="49" charset="-122"/>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r>
              <a:rPr lang="zh-CN" altLang="zh-CN" sz="3200" dirty="0"/>
              <a:t>二、活动方案生成与评价方法</a:t>
            </a:r>
            <a:endParaRPr lang="zh-CN" altLang="zh-CN" sz="3200" dirty="0"/>
          </a:p>
        </p:txBody>
      </p:sp>
      <p:sp>
        <p:nvSpPr>
          <p:cNvPr id="10" name="标题 1"/>
          <p:cNvSpPr txBox="1"/>
          <p:nvPr/>
        </p:nvSpPr>
        <p:spPr>
          <a:xfrm>
            <a:off x="251520" y="1193797"/>
            <a:ext cx="6912768" cy="77893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200" kern="1200">
                <a:solidFill>
                  <a:schemeClr val="tx1"/>
                </a:solidFill>
                <a:latin typeface="微软雅黑" panose="020B0503020204020204" pitchFamily="34" charset="-122"/>
                <a:ea typeface="微软雅黑" panose="020B0503020204020204" pitchFamily="34" charset="-122"/>
                <a:cs typeface="+mj-cs"/>
              </a:defRPr>
            </a:lvl1pPr>
          </a:lstStyle>
          <a:p>
            <a:pPr>
              <a:lnSpc>
                <a:spcPct val="100000"/>
              </a:lnSpc>
            </a:pPr>
            <a:r>
              <a:rPr lang="zh-CN" altLang="zh-CN" sz="2000" dirty="0"/>
              <a:t>（二）活动方案评价方法</a:t>
            </a:r>
            <a:endParaRPr lang="zh-CN" altLang="zh-CN" sz="2000" dirty="0"/>
          </a:p>
        </p:txBody>
      </p:sp>
      <p:sp>
        <p:nvSpPr>
          <p:cNvPr id="5" name="内容占位符 2"/>
          <p:cNvSpPr txBox="1"/>
          <p:nvPr/>
        </p:nvSpPr>
        <p:spPr>
          <a:xfrm>
            <a:off x="628650" y="1772815"/>
            <a:ext cx="8119814" cy="2520281"/>
          </a:xfrm>
          <a:prstGeom prst="rect">
            <a:avLst/>
          </a:prstGeom>
        </p:spPr>
        <p:txBody>
          <a:bodyPr>
            <a:noAutofit/>
          </a:bodyPr>
          <a:lstStyle>
            <a:lvl1pPr marL="342900" indent="-342900" algn="l" rtl="0" eaLnBrk="0" fontAlgn="base" hangingPunct="0">
              <a:spcBef>
                <a:spcPct val="20000"/>
              </a:spcBef>
              <a:spcAft>
                <a:spcPct val="0"/>
              </a:spcAft>
              <a:buChar cha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C00000"/>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457200">
              <a:spcBef>
                <a:spcPct val="0"/>
              </a:spcBef>
              <a:buNone/>
            </a:pPr>
            <a:r>
              <a:rPr lang="en-US" altLang="zh-CN" sz="1800" dirty="0" smtClean="0">
                <a:latin typeface="微软雅黑" panose="020B0503020204020204" pitchFamily="34" charset="-122"/>
                <a:ea typeface="微软雅黑" panose="020B0503020204020204" pitchFamily="34" charset="-122"/>
              </a:rPr>
              <a:t>3</a:t>
            </a:r>
            <a:r>
              <a:rPr lang="en-US" altLang="zh-CN" sz="1800" dirty="0">
                <a:latin typeface="微软雅黑" panose="020B0503020204020204" pitchFamily="34" charset="-122"/>
                <a:ea typeface="微软雅黑" panose="020B0503020204020204" pitchFamily="34" charset="-122"/>
              </a:rPr>
              <a:t>. </a:t>
            </a:r>
            <a:r>
              <a:rPr lang="zh-CN" altLang="en-US" sz="1800" dirty="0">
                <a:latin typeface="微软雅黑" panose="020B0503020204020204" pitchFamily="34" charset="-122"/>
                <a:ea typeface="微软雅黑" panose="020B0503020204020204" pitchFamily="34" charset="-122"/>
              </a:rPr>
              <a:t>动态评价方法与静态评价方法</a:t>
            </a:r>
            <a:endParaRPr lang="zh-CN" altLang="en-US" sz="1800" dirty="0">
              <a:latin typeface="微软雅黑" panose="020B0503020204020204" pitchFamily="34" charset="-122"/>
              <a:ea typeface="微软雅黑" panose="020B0503020204020204" pitchFamily="34" charset="-122"/>
            </a:endParaRPr>
          </a:p>
          <a:p>
            <a:pPr marL="0" indent="457200">
              <a:spcBef>
                <a:spcPct val="0"/>
              </a:spcBef>
              <a:buNone/>
            </a:pPr>
            <a:r>
              <a:rPr lang="zh-CN" altLang="en-US" sz="1800" dirty="0">
                <a:latin typeface="微软雅黑" panose="020B0503020204020204" pitchFamily="34" charset="-122"/>
                <a:ea typeface="微软雅黑" panose="020B0503020204020204" pitchFamily="34" charset="-122"/>
              </a:rPr>
              <a:t>决策评价指标体系在指标的内涵、指标的数量、体系的构成等方面均应有相对的稳定性。</a:t>
            </a:r>
            <a:endParaRPr lang="zh-CN" altLang="en-US" sz="1800" dirty="0">
              <a:latin typeface="微软雅黑" panose="020B0503020204020204" pitchFamily="34" charset="-122"/>
              <a:ea typeface="微软雅黑" panose="020B0503020204020204" pitchFamily="34" charset="-122"/>
            </a:endParaRPr>
          </a:p>
          <a:p>
            <a:pPr marL="0" indent="457200">
              <a:spcBef>
                <a:spcPct val="0"/>
              </a:spcBef>
              <a:buNone/>
            </a:pPr>
            <a:r>
              <a:rPr lang="zh-CN" altLang="en-US" sz="1800" dirty="0">
                <a:latin typeface="微软雅黑" panose="020B0503020204020204" pitchFamily="34" charset="-122"/>
                <a:ea typeface="微软雅黑" panose="020B0503020204020204" pitchFamily="34" charset="-122"/>
              </a:rPr>
              <a:t>随着企业经营环境的变化，决策评价体系也应做相应的变更。因此，绩效评价体系还具有明显的动态性特征</a:t>
            </a:r>
            <a:r>
              <a:rPr lang="zh-CN" altLang="en-US" sz="1800" dirty="0" smtClean="0">
                <a:latin typeface="微软雅黑" panose="020B0503020204020204" pitchFamily="34" charset="-122"/>
                <a:ea typeface="微软雅黑" panose="020B0503020204020204" pitchFamily="34" charset="-122"/>
              </a:rPr>
              <a:t>。</a:t>
            </a:r>
            <a:endParaRPr lang="zh-CN" altLang="en-US" sz="1800" dirty="0">
              <a:latin typeface="微软雅黑" panose="020B0503020204020204" pitchFamily="34" charset="-122"/>
              <a:ea typeface="微软雅黑" panose="020B0503020204020204" pitchFamily="34" charset="-122"/>
            </a:endParaRPr>
          </a:p>
        </p:txBody>
      </p:sp>
      <p:pic>
        <p:nvPicPr>
          <p:cNvPr id="20482" name="Picture 2" descr="https://ss0.bdstatic.com/70cFvHSh_Q1YnxGkpoWK1HF6hhy/it/u=1157560478,2418110266&amp;fm=26&amp;gp=0.jpg"/>
          <p:cNvPicPr>
            <a:picLocks noChangeAspect="1" noChangeArrowheads="1"/>
          </p:cNvPicPr>
          <p:nvPr/>
        </p:nvPicPr>
        <p:blipFill rotWithShape="1">
          <a:blip r:embed="rId1">
            <a:extLst>
              <a:ext uri="{28A0092B-C50C-407E-A947-70E740481C1C}">
                <a14:useLocalDpi xmlns:a14="http://schemas.microsoft.com/office/drawing/2010/main" val="0"/>
              </a:ext>
            </a:extLst>
          </a:blip>
          <a:srcRect t="14111" b="27425"/>
          <a:stretch>
            <a:fillRect/>
          </a:stretch>
        </p:blipFill>
        <p:spPr bwMode="auto">
          <a:xfrm>
            <a:off x="1780189" y="3451799"/>
            <a:ext cx="5583621" cy="2448272"/>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1"/>
          <p:cNvSpPr txBox="1"/>
          <p:nvPr/>
        </p:nvSpPr>
        <p:spPr>
          <a:xfrm>
            <a:off x="107504" y="188640"/>
            <a:ext cx="7111703" cy="706923"/>
          </a:xfrm>
          <a:prstGeom prst="rect">
            <a:avLst/>
          </a:prstGeom>
        </p:spPr>
        <p:txBody>
          <a:bodyPr>
            <a:normAutofit/>
          </a:bodyPr>
          <a:lstStyle>
            <a:lvl1pPr algn="l" rtl="0" eaLnBrk="0" fontAlgn="base" hangingPunct="0">
              <a:spcBef>
                <a:spcPct val="0"/>
              </a:spcBef>
              <a:spcAft>
                <a:spcPct val="0"/>
              </a:spcAft>
              <a:defRPr sz="3600" kern="1200">
                <a:solidFill>
                  <a:schemeClr val="bg1"/>
                </a:solidFill>
                <a:latin typeface="黑体" panose="02010609060101010101" pitchFamily="49" charset="-122"/>
                <a:ea typeface="黑体" panose="02010609060101010101" pitchFamily="49" charset="-122"/>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r>
              <a:rPr lang="zh-CN" altLang="zh-CN" sz="3200" dirty="0"/>
              <a:t>三、选择活动方案的评价方法</a:t>
            </a:r>
            <a:endParaRPr lang="zh-CN" altLang="en-US" sz="3200" dirty="0"/>
          </a:p>
        </p:txBody>
      </p:sp>
      <p:sp>
        <p:nvSpPr>
          <p:cNvPr id="10" name="标题 1"/>
          <p:cNvSpPr txBox="1"/>
          <p:nvPr/>
        </p:nvSpPr>
        <p:spPr>
          <a:xfrm>
            <a:off x="251520" y="1193797"/>
            <a:ext cx="6912768" cy="77893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200" kern="1200">
                <a:solidFill>
                  <a:schemeClr val="tx1"/>
                </a:solidFill>
                <a:latin typeface="微软雅黑" panose="020B0503020204020204" pitchFamily="34" charset="-122"/>
                <a:ea typeface="微软雅黑" panose="020B0503020204020204" pitchFamily="34" charset="-122"/>
                <a:cs typeface="+mj-cs"/>
              </a:defRPr>
            </a:lvl1pPr>
          </a:lstStyle>
          <a:p>
            <a:pPr>
              <a:lnSpc>
                <a:spcPct val="100000"/>
              </a:lnSpc>
            </a:pPr>
            <a:r>
              <a:rPr lang="zh-CN" altLang="en-US" sz="2000" dirty="0"/>
              <a:t>（一）决策树方法</a:t>
            </a:r>
            <a:endParaRPr lang="zh-CN" altLang="zh-CN" sz="2000" dirty="0"/>
          </a:p>
        </p:txBody>
      </p:sp>
      <p:sp>
        <p:nvSpPr>
          <p:cNvPr id="5" name="内容占位符 2"/>
          <p:cNvSpPr txBox="1"/>
          <p:nvPr/>
        </p:nvSpPr>
        <p:spPr>
          <a:xfrm>
            <a:off x="628650" y="1772815"/>
            <a:ext cx="8119814" cy="2520281"/>
          </a:xfrm>
          <a:prstGeom prst="rect">
            <a:avLst/>
          </a:prstGeom>
        </p:spPr>
        <p:txBody>
          <a:bodyPr>
            <a:noAutofit/>
          </a:bodyPr>
          <a:lstStyle>
            <a:lvl1pPr marL="342900" indent="-342900" algn="l" rtl="0" eaLnBrk="0" fontAlgn="base" hangingPunct="0">
              <a:spcBef>
                <a:spcPct val="20000"/>
              </a:spcBef>
              <a:spcAft>
                <a:spcPct val="0"/>
              </a:spcAft>
              <a:buChar cha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C00000"/>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457200">
              <a:spcBef>
                <a:spcPct val="0"/>
              </a:spcBef>
              <a:buNone/>
            </a:pPr>
            <a:r>
              <a:rPr lang="zh-CN" altLang="en-US" sz="1800" dirty="0">
                <a:latin typeface="微软雅黑" panose="020B0503020204020204" pitchFamily="34" charset="-122"/>
                <a:ea typeface="微软雅黑" panose="020B0503020204020204" pitchFamily="34" charset="-122"/>
              </a:rPr>
              <a:t>以树形图来辅助进行各方案期望收益的计算和比较。</a:t>
            </a:r>
            <a:endParaRPr lang="zh-CN" altLang="en-US" sz="1800" dirty="0">
              <a:latin typeface="微软雅黑" panose="020B0503020204020204" pitchFamily="34" charset="-122"/>
              <a:ea typeface="微软雅黑" panose="020B0503020204020204" pitchFamily="34" charset="-122"/>
            </a:endParaRPr>
          </a:p>
          <a:p>
            <a:pPr marL="0" indent="457200">
              <a:spcBef>
                <a:spcPct val="0"/>
              </a:spcBef>
              <a:buNone/>
            </a:pPr>
            <a:endParaRPr lang="en-US" altLang="zh-CN" sz="1800" dirty="0" smtClean="0">
              <a:latin typeface="宋体" panose="02010600030101010101" pitchFamily="2" charset="-122"/>
              <a:ea typeface="宋体" panose="02010600030101010101" pitchFamily="2" charset="-122"/>
            </a:endParaRPr>
          </a:p>
          <a:p>
            <a:pPr marL="0" indent="457200">
              <a:spcBef>
                <a:spcPct val="0"/>
              </a:spcBef>
              <a:buNone/>
            </a:pPr>
            <a:r>
              <a:rPr lang="zh-CN" altLang="en-US" sz="1800" b="1" dirty="0" smtClean="0">
                <a:latin typeface="+mj-ea"/>
                <a:ea typeface="+mj-ea"/>
              </a:rPr>
              <a:t>例</a:t>
            </a:r>
            <a:r>
              <a:rPr lang="zh-CN" altLang="en-US" sz="1800" b="1" dirty="0">
                <a:latin typeface="+mj-ea"/>
                <a:ea typeface="+mj-ea"/>
              </a:rPr>
              <a:t>（这里不考虑货币的时间价值）</a:t>
            </a:r>
            <a:r>
              <a:rPr lang="zh-CN" altLang="en-US" sz="1800" b="1" dirty="0" smtClean="0">
                <a:latin typeface="+mj-ea"/>
                <a:ea typeface="+mj-ea"/>
              </a:rPr>
              <a:t>：</a:t>
            </a:r>
            <a:endParaRPr lang="en-US" altLang="zh-CN" sz="1800" b="1" dirty="0" smtClean="0">
              <a:latin typeface="+mj-ea"/>
              <a:ea typeface="+mj-ea"/>
            </a:endParaRPr>
          </a:p>
          <a:p>
            <a:pPr marL="0" indent="457200">
              <a:spcBef>
                <a:spcPct val="0"/>
              </a:spcBef>
              <a:buNone/>
            </a:pPr>
            <a:r>
              <a:rPr lang="zh-CN" altLang="en-US" sz="1800" dirty="0" smtClean="0">
                <a:latin typeface="宋体" panose="02010600030101010101" pitchFamily="2" charset="-122"/>
                <a:ea typeface="宋体" panose="02010600030101010101" pitchFamily="2" charset="-122"/>
              </a:rPr>
              <a:t>某</a:t>
            </a:r>
            <a:r>
              <a:rPr lang="zh-CN" altLang="en-US" sz="1800" dirty="0">
                <a:latin typeface="宋体" panose="02010600030101010101" pitchFamily="2" charset="-122"/>
                <a:ea typeface="宋体" panose="02010600030101010101" pitchFamily="2" charset="-122"/>
              </a:rPr>
              <a:t>公司为满足市场对某种新产品的需求，拟规划建设新厂。预计市场对这种新产品的需求量比较大，但也存在销路差的可能性。公司有两种可行的扩大生产规模方案：一是新建一个大厂，预计需投资</a:t>
            </a:r>
            <a:r>
              <a:rPr lang="en-US" altLang="zh-CN" sz="1800" dirty="0">
                <a:latin typeface="宋体" panose="02010600030101010101" pitchFamily="2" charset="-122"/>
                <a:ea typeface="宋体" panose="02010600030101010101" pitchFamily="2" charset="-122"/>
              </a:rPr>
              <a:t>30</a:t>
            </a:r>
            <a:r>
              <a:rPr lang="zh-CN" altLang="en-US" sz="1800" dirty="0">
                <a:latin typeface="宋体" panose="02010600030101010101" pitchFamily="2" charset="-122"/>
                <a:ea typeface="宋体" panose="02010600030101010101" pitchFamily="2" charset="-122"/>
              </a:rPr>
              <a:t>万元，销路好时可获利</a:t>
            </a:r>
            <a:r>
              <a:rPr lang="en-US" altLang="zh-CN" sz="1800" dirty="0">
                <a:latin typeface="宋体" panose="02010600030101010101" pitchFamily="2" charset="-122"/>
                <a:ea typeface="宋体" panose="02010600030101010101" pitchFamily="2" charset="-122"/>
              </a:rPr>
              <a:t>100</a:t>
            </a:r>
            <a:r>
              <a:rPr lang="zh-CN" altLang="en-US" sz="1800" dirty="0">
                <a:latin typeface="宋体" panose="02010600030101010101" pitchFamily="2" charset="-122"/>
                <a:ea typeface="宋体" panose="02010600030101010101" pitchFamily="2" charset="-122"/>
              </a:rPr>
              <a:t>万元，销路不好时亏损</a:t>
            </a:r>
            <a:r>
              <a:rPr lang="en-US" altLang="zh-CN" sz="1800" dirty="0">
                <a:latin typeface="宋体" panose="02010600030101010101" pitchFamily="2" charset="-122"/>
                <a:ea typeface="宋体" panose="02010600030101010101" pitchFamily="2" charset="-122"/>
              </a:rPr>
              <a:t>20</a:t>
            </a:r>
            <a:r>
              <a:rPr lang="zh-CN" altLang="en-US" sz="1800" dirty="0">
                <a:latin typeface="宋体" panose="02010600030101010101" pitchFamily="2" charset="-122"/>
                <a:ea typeface="宋体" panose="02010600030101010101" pitchFamily="2" charset="-122"/>
              </a:rPr>
              <a:t>万元；二是新建一个小厂，需投资</a:t>
            </a:r>
            <a:r>
              <a:rPr lang="en-US" altLang="zh-CN" sz="1800" dirty="0">
                <a:latin typeface="宋体" panose="02010600030101010101" pitchFamily="2" charset="-122"/>
                <a:ea typeface="宋体" panose="02010600030101010101" pitchFamily="2" charset="-122"/>
              </a:rPr>
              <a:t>20</a:t>
            </a:r>
            <a:r>
              <a:rPr lang="zh-CN" altLang="en-US" sz="1800" dirty="0">
                <a:latin typeface="宋体" panose="02010600030101010101" pitchFamily="2" charset="-122"/>
                <a:ea typeface="宋体" panose="02010600030101010101" pitchFamily="2" charset="-122"/>
              </a:rPr>
              <a:t>万元，销路好时可获利</a:t>
            </a:r>
            <a:r>
              <a:rPr lang="en-US" altLang="zh-CN" sz="1800" dirty="0">
                <a:latin typeface="宋体" panose="02010600030101010101" pitchFamily="2" charset="-122"/>
                <a:ea typeface="宋体" panose="02010600030101010101" pitchFamily="2" charset="-122"/>
              </a:rPr>
              <a:t>40</a:t>
            </a:r>
            <a:r>
              <a:rPr lang="zh-CN" altLang="en-US" sz="1800" dirty="0">
                <a:latin typeface="宋体" panose="02010600030101010101" pitchFamily="2" charset="-122"/>
                <a:ea typeface="宋体" panose="02010600030101010101" pitchFamily="2" charset="-122"/>
              </a:rPr>
              <a:t>万元，销路不好仍可获利</a:t>
            </a:r>
            <a:r>
              <a:rPr lang="en-US" altLang="zh-CN" sz="1800" dirty="0">
                <a:latin typeface="宋体" panose="02010600030101010101" pitchFamily="2" charset="-122"/>
                <a:ea typeface="宋体" panose="02010600030101010101" pitchFamily="2" charset="-122"/>
              </a:rPr>
              <a:t>30</a:t>
            </a:r>
            <a:r>
              <a:rPr lang="zh-CN" altLang="en-US" sz="1800" dirty="0">
                <a:latin typeface="宋体" panose="02010600030101010101" pitchFamily="2" charset="-122"/>
                <a:ea typeface="宋体" panose="02010600030101010101" pitchFamily="2" charset="-122"/>
              </a:rPr>
              <a:t>万元。假设市场预测结果显示，此种新产品销路好的概率为</a:t>
            </a:r>
            <a:r>
              <a:rPr lang="en-US" altLang="zh-CN" sz="1800" dirty="0">
                <a:latin typeface="宋体" panose="02010600030101010101" pitchFamily="2" charset="-122"/>
                <a:ea typeface="宋体" panose="02010600030101010101" pitchFamily="2" charset="-122"/>
              </a:rPr>
              <a:t>0.7</a:t>
            </a:r>
            <a:r>
              <a:rPr lang="zh-CN" altLang="en-US" sz="1800" dirty="0">
                <a:latin typeface="宋体" panose="02010600030101010101" pitchFamily="2" charset="-122"/>
                <a:ea typeface="宋体" panose="02010600030101010101" pitchFamily="2" charset="-122"/>
              </a:rPr>
              <a:t>，销路不好的概率为</a:t>
            </a:r>
            <a:r>
              <a:rPr lang="en-US" altLang="zh-CN" sz="1800" dirty="0">
                <a:latin typeface="宋体" panose="02010600030101010101" pitchFamily="2" charset="-122"/>
                <a:ea typeface="宋体" panose="02010600030101010101" pitchFamily="2" charset="-122"/>
              </a:rPr>
              <a:t>0.3</a:t>
            </a:r>
            <a:r>
              <a:rPr lang="zh-CN" altLang="en-US" sz="1800" dirty="0">
                <a:latin typeface="宋体" panose="02010600030101010101" pitchFamily="2" charset="-122"/>
                <a:ea typeface="宋体" panose="02010600030101010101" pitchFamily="2" charset="-122"/>
              </a:rPr>
              <a:t>。根据这些情况，下面用决策树法说明如何选择最佳的方案。</a:t>
            </a:r>
            <a:endParaRPr lang="zh-CN" altLang="en-US" sz="1800" dirty="0">
              <a:latin typeface="宋体" panose="02010600030101010101" pitchFamily="2" charset="-122"/>
              <a:ea typeface="宋体" panose="02010600030101010101" pitchFamily="2" charset="-122"/>
            </a:endParaRPr>
          </a:p>
          <a:p>
            <a:pPr marL="0" indent="457200">
              <a:spcBef>
                <a:spcPct val="0"/>
              </a:spcBef>
              <a:buNone/>
            </a:pPr>
            <a:endParaRPr lang="zh-CN" altLang="en-US" sz="1800" dirty="0">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23545" y="1800764"/>
            <a:ext cx="8296910" cy="1512168"/>
          </a:xfrm>
        </p:spPr>
        <p:txBody>
          <a:bodyPr>
            <a:noAutofit/>
          </a:bodyPr>
          <a:lstStyle/>
          <a:p>
            <a:pPr marL="0" indent="457200">
              <a:spcBef>
                <a:spcPct val="0"/>
              </a:spcBef>
              <a:buNone/>
            </a:pPr>
            <a:r>
              <a:rPr lang="zh-CN" altLang="zh-CN" sz="1800" dirty="0" smtClean="0"/>
              <a:t>用</a:t>
            </a:r>
            <a:r>
              <a:rPr lang="zh-CN" altLang="zh-CN" sz="1800" dirty="0"/>
              <a:t>决策树的方法比较和评价不同方案的经济效果，需要进行以下几个</a:t>
            </a:r>
            <a:r>
              <a:rPr lang="zh-CN" altLang="zh-CN" sz="1800" dirty="0" smtClean="0"/>
              <a:t>步骤</a:t>
            </a:r>
            <a:r>
              <a:rPr lang="zh-CN" altLang="zh-CN" sz="1800" dirty="0"/>
              <a:t>的工作：</a:t>
            </a:r>
            <a:endParaRPr lang="zh-CN" altLang="zh-CN" sz="1800" dirty="0"/>
          </a:p>
          <a:p>
            <a:pPr marL="0" indent="457200">
              <a:spcBef>
                <a:spcPct val="0"/>
              </a:spcBef>
              <a:buNone/>
            </a:pPr>
            <a:r>
              <a:rPr lang="en-US" altLang="zh-CN" sz="1800" dirty="0" smtClean="0"/>
              <a:t>1. </a:t>
            </a:r>
            <a:r>
              <a:rPr lang="zh-CN" altLang="zh-CN" sz="1800" dirty="0" smtClean="0"/>
              <a:t>根据</a:t>
            </a:r>
            <a:r>
              <a:rPr lang="zh-CN" altLang="zh-CN" sz="1800" dirty="0"/>
              <a:t>决策备选方案的数目和对未来环境状态的了解，</a:t>
            </a:r>
            <a:r>
              <a:rPr lang="zh-CN" altLang="zh-CN" sz="1800" dirty="0">
                <a:solidFill>
                  <a:srgbClr val="C00000"/>
                </a:solidFill>
              </a:rPr>
              <a:t>绘出决策树图</a:t>
            </a:r>
            <a:r>
              <a:rPr lang="zh-CN" altLang="zh-CN" sz="1800" dirty="0" smtClean="0">
                <a:solidFill>
                  <a:srgbClr val="C00000"/>
                </a:solidFill>
              </a:rPr>
              <a:t>形</a:t>
            </a:r>
            <a:r>
              <a:rPr lang="zh-CN" altLang="en-US" sz="1800" dirty="0" smtClean="0"/>
              <a:t>：</a:t>
            </a:r>
            <a:endParaRPr lang="zh-CN" altLang="zh-CN" sz="1800" dirty="0"/>
          </a:p>
        </p:txBody>
      </p:sp>
      <p:pic>
        <p:nvPicPr>
          <p:cNvPr id="5" name="内容占位符 4" descr="D:\tl\word\马工程-管理学0-图eps\eps\0404.tif"/>
          <p:cNvPicPr/>
          <p:nvPr/>
        </p:nvPicPr>
        <p:blipFill>
          <a:blip r:embed="rId1" cstate="print"/>
          <a:srcRect/>
          <a:stretch>
            <a:fillRect/>
          </a:stretch>
        </p:blipFill>
        <p:spPr bwMode="auto">
          <a:xfrm>
            <a:off x="1335347" y="2996952"/>
            <a:ext cx="6473306" cy="2888090"/>
          </a:xfrm>
          <a:prstGeom prst="rect">
            <a:avLst/>
          </a:prstGeom>
          <a:noFill/>
          <a:ln w="9525">
            <a:noFill/>
            <a:miter lim="800000"/>
            <a:headEnd/>
            <a:tailEnd/>
          </a:ln>
        </p:spPr>
      </p:pic>
      <p:sp>
        <p:nvSpPr>
          <p:cNvPr id="6" name="标题 1"/>
          <p:cNvSpPr txBox="1"/>
          <p:nvPr/>
        </p:nvSpPr>
        <p:spPr>
          <a:xfrm>
            <a:off x="107504" y="188640"/>
            <a:ext cx="7111703" cy="706923"/>
          </a:xfrm>
          <a:prstGeom prst="rect">
            <a:avLst/>
          </a:prstGeom>
        </p:spPr>
        <p:txBody>
          <a:bodyPr>
            <a:normAutofit/>
          </a:bodyPr>
          <a:lstStyle>
            <a:lvl1pPr algn="l" rtl="0" eaLnBrk="0" fontAlgn="base" hangingPunct="0">
              <a:spcBef>
                <a:spcPct val="0"/>
              </a:spcBef>
              <a:spcAft>
                <a:spcPct val="0"/>
              </a:spcAft>
              <a:defRPr sz="3600" kern="1200">
                <a:solidFill>
                  <a:schemeClr val="bg1"/>
                </a:solidFill>
                <a:latin typeface="黑体" panose="02010609060101010101" pitchFamily="49" charset="-122"/>
                <a:ea typeface="黑体" panose="02010609060101010101" pitchFamily="49" charset="-122"/>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r>
              <a:rPr lang="zh-CN" altLang="zh-CN" sz="3200" dirty="0"/>
              <a:t>三、选择活动方案的评价方法</a:t>
            </a:r>
            <a:endParaRPr lang="zh-CN" altLang="en-US" sz="3200" dirty="0"/>
          </a:p>
        </p:txBody>
      </p:sp>
      <p:sp>
        <p:nvSpPr>
          <p:cNvPr id="7" name="标题 1"/>
          <p:cNvSpPr txBox="1"/>
          <p:nvPr/>
        </p:nvSpPr>
        <p:spPr>
          <a:xfrm>
            <a:off x="251520" y="1193797"/>
            <a:ext cx="6912768" cy="77893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200" kern="1200">
                <a:solidFill>
                  <a:schemeClr val="tx1"/>
                </a:solidFill>
                <a:latin typeface="微软雅黑" panose="020B0503020204020204" pitchFamily="34" charset="-122"/>
                <a:ea typeface="微软雅黑" panose="020B0503020204020204" pitchFamily="34" charset="-122"/>
                <a:cs typeface="+mj-cs"/>
              </a:defRPr>
            </a:lvl1pPr>
          </a:lstStyle>
          <a:p>
            <a:pPr>
              <a:lnSpc>
                <a:spcPct val="100000"/>
              </a:lnSpc>
            </a:pPr>
            <a:r>
              <a:rPr lang="zh-CN" altLang="en-US" sz="2000" dirty="0"/>
              <a:t>（一）决策树方法</a:t>
            </a:r>
            <a:endParaRPr lang="zh-CN" altLang="zh-CN" sz="20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23545" y="1886630"/>
            <a:ext cx="8296910" cy="4062649"/>
          </a:xfrm>
        </p:spPr>
        <p:txBody>
          <a:bodyPr>
            <a:noAutofit/>
          </a:bodyPr>
          <a:lstStyle/>
          <a:p>
            <a:pPr marL="0" indent="457200">
              <a:spcBef>
                <a:spcPct val="0"/>
              </a:spcBef>
              <a:buNone/>
            </a:pPr>
            <a:r>
              <a:rPr lang="zh-CN" altLang="zh-CN" dirty="0" smtClean="0"/>
              <a:t>用</a:t>
            </a:r>
            <a:r>
              <a:rPr lang="zh-CN" altLang="zh-CN" dirty="0"/>
              <a:t>决策树的方法比较和评价不同方案的经济效果，需要进行以下几个</a:t>
            </a:r>
            <a:r>
              <a:rPr lang="zh-CN" altLang="zh-CN" dirty="0" smtClean="0"/>
              <a:t>步骤</a:t>
            </a:r>
            <a:r>
              <a:rPr lang="zh-CN" altLang="zh-CN" dirty="0"/>
              <a:t>的工作：</a:t>
            </a:r>
            <a:endParaRPr lang="zh-CN" altLang="zh-CN" dirty="0"/>
          </a:p>
          <a:p>
            <a:pPr marL="0" indent="457200">
              <a:spcBef>
                <a:spcPct val="0"/>
              </a:spcBef>
              <a:buNone/>
            </a:pPr>
            <a:endParaRPr lang="en-US" altLang="zh-CN" dirty="0" smtClean="0"/>
          </a:p>
          <a:p>
            <a:pPr marL="0" indent="457200">
              <a:spcBef>
                <a:spcPct val="0"/>
              </a:spcBef>
              <a:buNone/>
            </a:pPr>
            <a:r>
              <a:rPr lang="en-US" altLang="zh-CN" dirty="0" smtClean="0"/>
              <a:t>2</a:t>
            </a:r>
            <a:r>
              <a:rPr lang="en-US" altLang="zh-CN" dirty="0"/>
              <a:t>. </a:t>
            </a:r>
            <a:r>
              <a:rPr lang="zh-CN" altLang="zh-CN" dirty="0">
                <a:solidFill>
                  <a:srgbClr val="C00000"/>
                </a:solidFill>
              </a:rPr>
              <a:t>计算各个方案的期望收益</a:t>
            </a:r>
            <a:r>
              <a:rPr lang="zh-CN" altLang="zh-CN" dirty="0" smtClean="0">
                <a:solidFill>
                  <a:srgbClr val="C00000"/>
                </a:solidFill>
              </a:rPr>
              <a:t>值</a:t>
            </a:r>
            <a:r>
              <a:rPr lang="zh-CN" altLang="en-US" dirty="0" smtClean="0"/>
              <a:t>：</a:t>
            </a:r>
            <a:endParaRPr lang="zh-CN" altLang="zh-CN" dirty="0"/>
          </a:p>
          <a:p>
            <a:pPr marL="0" indent="457200">
              <a:spcBef>
                <a:spcPct val="0"/>
              </a:spcBef>
              <a:buNone/>
            </a:pPr>
            <a:endParaRPr lang="en-US" altLang="zh-CN" sz="2000" dirty="0" smtClean="0"/>
          </a:p>
          <a:p>
            <a:pPr marL="0" indent="457200">
              <a:spcBef>
                <a:spcPct val="0"/>
              </a:spcBef>
              <a:buNone/>
            </a:pPr>
            <a:r>
              <a:rPr lang="zh-CN" altLang="zh-CN" sz="2000" dirty="0" smtClean="0"/>
              <a:t>第一</a:t>
            </a:r>
            <a:r>
              <a:rPr lang="zh-CN" altLang="zh-CN" sz="2000" dirty="0"/>
              <a:t>方案的期望收益</a:t>
            </a:r>
            <a:r>
              <a:rPr lang="en-US" altLang="zh-CN" sz="2000" dirty="0"/>
              <a:t> = 100×0. 7 +</a:t>
            </a:r>
            <a:r>
              <a:rPr lang="zh-CN" altLang="zh-CN" sz="2000" dirty="0"/>
              <a:t>（</a:t>
            </a:r>
            <a:r>
              <a:rPr lang="en-US" altLang="zh-CN" sz="2000" dirty="0"/>
              <a:t>-20</a:t>
            </a:r>
            <a:r>
              <a:rPr lang="zh-CN" altLang="zh-CN" sz="2000" dirty="0"/>
              <a:t>）</a:t>
            </a:r>
            <a:r>
              <a:rPr lang="en-US" altLang="zh-CN" sz="2000" dirty="0"/>
              <a:t>×0. 3 = 64</a:t>
            </a:r>
            <a:r>
              <a:rPr lang="zh-CN" altLang="zh-CN" sz="2000" dirty="0"/>
              <a:t>（万元）</a:t>
            </a:r>
            <a:endParaRPr lang="zh-CN" altLang="zh-CN" sz="2000" dirty="0"/>
          </a:p>
          <a:p>
            <a:pPr marL="0" indent="457200">
              <a:spcBef>
                <a:spcPct val="0"/>
              </a:spcBef>
              <a:buNone/>
            </a:pPr>
            <a:endParaRPr lang="en-US" altLang="zh-CN" sz="2000" dirty="0" smtClean="0"/>
          </a:p>
          <a:p>
            <a:pPr marL="0" indent="457200">
              <a:spcBef>
                <a:spcPct val="0"/>
              </a:spcBef>
              <a:buNone/>
            </a:pPr>
            <a:r>
              <a:rPr lang="zh-CN" altLang="zh-CN" sz="2000" dirty="0" smtClean="0"/>
              <a:t>第二</a:t>
            </a:r>
            <a:r>
              <a:rPr lang="zh-CN" altLang="zh-CN" sz="2000" dirty="0"/>
              <a:t>方案的期望收益</a:t>
            </a:r>
            <a:r>
              <a:rPr lang="en-US" altLang="zh-CN" sz="2000" dirty="0"/>
              <a:t> = 40×0. 7 + 30×0. 3 = 37</a:t>
            </a:r>
            <a:r>
              <a:rPr lang="zh-CN" altLang="zh-CN" sz="2000" dirty="0"/>
              <a:t>（万元）</a:t>
            </a:r>
            <a:endParaRPr lang="zh-CN" altLang="zh-CN" sz="2000" dirty="0"/>
          </a:p>
        </p:txBody>
      </p:sp>
      <p:sp>
        <p:nvSpPr>
          <p:cNvPr id="4" name="标题 1"/>
          <p:cNvSpPr txBox="1"/>
          <p:nvPr/>
        </p:nvSpPr>
        <p:spPr>
          <a:xfrm>
            <a:off x="107504" y="188640"/>
            <a:ext cx="7111703" cy="706923"/>
          </a:xfrm>
          <a:prstGeom prst="rect">
            <a:avLst/>
          </a:prstGeom>
        </p:spPr>
        <p:txBody>
          <a:bodyPr>
            <a:normAutofit/>
          </a:bodyPr>
          <a:lstStyle>
            <a:lvl1pPr algn="l" rtl="0" eaLnBrk="0" fontAlgn="base" hangingPunct="0">
              <a:spcBef>
                <a:spcPct val="0"/>
              </a:spcBef>
              <a:spcAft>
                <a:spcPct val="0"/>
              </a:spcAft>
              <a:defRPr sz="3600" kern="1200">
                <a:solidFill>
                  <a:schemeClr val="bg1"/>
                </a:solidFill>
                <a:latin typeface="黑体" panose="02010609060101010101" pitchFamily="49" charset="-122"/>
                <a:ea typeface="黑体" panose="02010609060101010101" pitchFamily="49" charset="-122"/>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r>
              <a:rPr lang="zh-CN" altLang="zh-CN" sz="3200" dirty="0"/>
              <a:t>三、选择活动方案的评价方法</a:t>
            </a:r>
            <a:endParaRPr lang="zh-CN" altLang="en-US" sz="3200" dirty="0"/>
          </a:p>
        </p:txBody>
      </p:sp>
      <p:sp>
        <p:nvSpPr>
          <p:cNvPr id="6" name="标题 1"/>
          <p:cNvSpPr txBox="1"/>
          <p:nvPr/>
        </p:nvSpPr>
        <p:spPr>
          <a:xfrm>
            <a:off x="251520" y="1193797"/>
            <a:ext cx="6912768" cy="77893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200" kern="1200">
                <a:solidFill>
                  <a:schemeClr val="tx1"/>
                </a:solidFill>
                <a:latin typeface="微软雅黑" panose="020B0503020204020204" pitchFamily="34" charset="-122"/>
                <a:ea typeface="微软雅黑" panose="020B0503020204020204" pitchFamily="34" charset="-122"/>
                <a:cs typeface="+mj-cs"/>
              </a:defRPr>
            </a:lvl1pPr>
          </a:lstStyle>
          <a:p>
            <a:pPr>
              <a:lnSpc>
                <a:spcPct val="100000"/>
              </a:lnSpc>
            </a:pPr>
            <a:r>
              <a:rPr lang="zh-CN" altLang="en-US" sz="2000" dirty="0"/>
              <a:t>（一）决策树方法</a:t>
            </a:r>
            <a:endParaRPr lang="zh-CN" altLang="zh-CN" sz="20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23545" y="1886631"/>
            <a:ext cx="8296910" cy="1512168"/>
          </a:xfrm>
        </p:spPr>
        <p:txBody>
          <a:bodyPr>
            <a:noAutofit/>
          </a:bodyPr>
          <a:lstStyle/>
          <a:p>
            <a:pPr marL="0" indent="457200">
              <a:spcBef>
                <a:spcPct val="0"/>
              </a:spcBef>
              <a:buNone/>
            </a:pPr>
            <a:r>
              <a:rPr lang="zh-CN" altLang="zh-CN" sz="1800" dirty="0" smtClean="0"/>
              <a:t>用</a:t>
            </a:r>
            <a:r>
              <a:rPr lang="zh-CN" altLang="zh-CN" sz="1800" dirty="0"/>
              <a:t>决策树的方法比较和评价不同方案的经济效果，需要进行以下几个</a:t>
            </a:r>
            <a:r>
              <a:rPr lang="zh-CN" altLang="zh-CN" sz="1800" dirty="0" smtClean="0"/>
              <a:t>步骤</a:t>
            </a:r>
            <a:r>
              <a:rPr lang="zh-CN" altLang="zh-CN" sz="1800" dirty="0"/>
              <a:t>的工作：</a:t>
            </a:r>
            <a:endParaRPr lang="zh-CN" altLang="zh-CN" sz="1800" dirty="0"/>
          </a:p>
          <a:p>
            <a:pPr marL="0" indent="457200">
              <a:spcBef>
                <a:spcPct val="0"/>
              </a:spcBef>
              <a:buNone/>
            </a:pPr>
            <a:r>
              <a:rPr lang="en-US" altLang="zh-CN" sz="1800" dirty="0"/>
              <a:t>3. </a:t>
            </a:r>
            <a:r>
              <a:rPr lang="zh-CN" altLang="zh-CN" sz="1800" dirty="0"/>
              <a:t>将每个方案的期望收益值减去该方案实施所需要的投资额（该数额标记在相应的方案枝下方），</a:t>
            </a:r>
            <a:r>
              <a:rPr lang="zh-CN" altLang="zh-CN" sz="1800" dirty="0">
                <a:solidFill>
                  <a:srgbClr val="C00000"/>
                </a:solidFill>
              </a:rPr>
              <a:t>比较余值后就可以选出经济效果最佳的</a:t>
            </a:r>
            <a:r>
              <a:rPr lang="zh-CN" altLang="zh-CN" sz="1800" dirty="0" smtClean="0">
                <a:solidFill>
                  <a:srgbClr val="C00000"/>
                </a:solidFill>
              </a:rPr>
              <a:t>方案</a:t>
            </a:r>
            <a:r>
              <a:rPr lang="zh-CN" altLang="en-US" sz="1800" dirty="0" smtClean="0"/>
              <a:t>：</a:t>
            </a:r>
            <a:endParaRPr lang="en-US" altLang="zh-CN" sz="1800" dirty="0" smtClean="0"/>
          </a:p>
          <a:p>
            <a:pPr marL="0" indent="457200">
              <a:spcBef>
                <a:spcPct val="0"/>
              </a:spcBef>
              <a:buNone/>
            </a:pPr>
            <a:r>
              <a:rPr lang="zh-CN" altLang="zh-CN" sz="1800" dirty="0" smtClean="0"/>
              <a:t>在</a:t>
            </a:r>
            <a:r>
              <a:rPr lang="zh-CN" altLang="zh-CN" sz="1800" dirty="0"/>
              <a:t>上例中，第一方案预期的净收益</a:t>
            </a:r>
            <a:r>
              <a:rPr lang="en-US" altLang="zh-CN" sz="1800" dirty="0"/>
              <a:t> = 64-30 = 34</a:t>
            </a:r>
            <a:r>
              <a:rPr lang="zh-CN" altLang="zh-CN" sz="1800" dirty="0"/>
              <a:t>（万元）；第二方案预期的净收益</a:t>
            </a:r>
            <a:r>
              <a:rPr lang="en-US" altLang="zh-CN" sz="1800" dirty="0"/>
              <a:t> = 37-20 = 17</a:t>
            </a:r>
            <a:r>
              <a:rPr lang="zh-CN" altLang="zh-CN" sz="1800" dirty="0"/>
              <a:t>（万元）。比较两者，可看出应选择第一方案（在决策树图中，未被选中的方案以被</a:t>
            </a:r>
            <a:r>
              <a:rPr lang="en-US" altLang="zh-CN" sz="1800" dirty="0"/>
              <a:t>“</a:t>
            </a:r>
            <a:r>
              <a:rPr lang="zh-CN" altLang="zh-CN" sz="1800" dirty="0"/>
              <a:t>剪断</a:t>
            </a:r>
            <a:r>
              <a:rPr lang="en-US" altLang="zh-CN" sz="1800" dirty="0"/>
              <a:t>”</a:t>
            </a:r>
            <a:r>
              <a:rPr lang="zh-CN" altLang="zh-CN" sz="1800" dirty="0"/>
              <a:t>的符号来表示）。</a:t>
            </a:r>
            <a:endParaRPr lang="zh-CN" altLang="zh-CN" sz="1800" dirty="0"/>
          </a:p>
        </p:txBody>
      </p:sp>
      <p:sp>
        <p:nvSpPr>
          <p:cNvPr id="4" name="标题 1"/>
          <p:cNvSpPr txBox="1"/>
          <p:nvPr/>
        </p:nvSpPr>
        <p:spPr>
          <a:xfrm>
            <a:off x="107504" y="188640"/>
            <a:ext cx="7111703" cy="706923"/>
          </a:xfrm>
          <a:prstGeom prst="rect">
            <a:avLst/>
          </a:prstGeom>
        </p:spPr>
        <p:txBody>
          <a:bodyPr>
            <a:normAutofit/>
          </a:bodyPr>
          <a:lstStyle>
            <a:lvl1pPr algn="l" rtl="0" eaLnBrk="0" fontAlgn="base" hangingPunct="0">
              <a:spcBef>
                <a:spcPct val="0"/>
              </a:spcBef>
              <a:spcAft>
                <a:spcPct val="0"/>
              </a:spcAft>
              <a:defRPr sz="3600" kern="1200">
                <a:solidFill>
                  <a:schemeClr val="bg1"/>
                </a:solidFill>
                <a:latin typeface="黑体" panose="02010609060101010101" pitchFamily="49" charset="-122"/>
                <a:ea typeface="黑体" panose="02010609060101010101" pitchFamily="49" charset="-122"/>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r>
              <a:rPr lang="zh-CN" altLang="zh-CN" sz="3200" dirty="0"/>
              <a:t>三、选择活动方案的评价方法</a:t>
            </a:r>
            <a:endParaRPr lang="zh-CN" altLang="en-US" sz="3200" dirty="0"/>
          </a:p>
        </p:txBody>
      </p:sp>
      <p:sp>
        <p:nvSpPr>
          <p:cNvPr id="6" name="标题 1"/>
          <p:cNvSpPr txBox="1"/>
          <p:nvPr/>
        </p:nvSpPr>
        <p:spPr>
          <a:xfrm>
            <a:off x="251520" y="1193797"/>
            <a:ext cx="6912768" cy="77893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200" kern="1200">
                <a:solidFill>
                  <a:schemeClr val="tx1"/>
                </a:solidFill>
                <a:latin typeface="微软雅黑" panose="020B0503020204020204" pitchFamily="34" charset="-122"/>
                <a:ea typeface="微软雅黑" panose="020B0503020204020204" pitchFamily="34" charset="-122"/>
                <a:cs typeface="+mj-cs"/>
              </a:defRPr>
            </a:lvl1pPr>
          </a:lstStyle>
          <a:p>
            <a:pPr>
              <a:lnSpc>
                <a:spcPct val="100000"/>
              </a:lnSpc>
            </a:pPr>
            <a:r>
              <a:rPr lang="zh-CN" altLang="en-US" sz="2000" dirty="0"/>
              <a:t>（一）决策树方法</a:t>
            </a:r>
            <a:endParaRPr lang="zh-CN" altLang="zh-CN" sz="2000" dirty="0"/>
          </a:p>
        </p:txBody>
      </p:sp>
      <p:pic>
        <p:nvPicPr>
          <p:cNvPr id="5" name="内容占位符 4" descr="D:\tl\word\马工程-管理学0-图eps\eps\0404.tif"/>
          <p:cNvPicPr/>
          <p:nvPr/>
        </p:nvPicPr>
        <p:blipFill>
          <a:blip r:embed="rId1" cstate="print"/>
          <a:srcRect/>
          <a:stretch>
            <a:fillRect/>
          </a:stretch>
        </p:blipFill>
        <p:spPr bwMode="auto">
          <a:xfrm>
            <a:off x="3923928" y="4085751"/>
            <a:ext cx="4691711" cy="2093225"/>
          </a:xfrm>
          <a:prstGeom prst="rect">
            <a:avLst/>
          </a:prstGeom>
          <a:noFill/>
          <a:ln w="9525">
            <a:noFill/>
            <a:miter lim="800000"/>
            <a:headEnd/>
            <a:tailEnd/>
          </a:ln>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23545" y="1886631"/>
            <a:ext cx="8296910" cy="1512168"/>
          </a:xfrm>
        </p:spPr>
        <p:txBody>
          <a:bodyPr>
            <a:noAutofit/>
          </a:bodyPr>
          <a:lstStyle/>
          <a:p>
            <a:pPr marL="0" indent="457200">
              <a:spcBef>
                <a:spcPct val="0"/>
              </a:spcBef>
              <a:buNone/>
            </a:pPr>
            <a:r>
              <a:rPr lang="zh-CN" altLang="en-US" sz="1800" dirty="0" smtClean="0"/>
              <a:t>蒂蒙斯机会评价体系的评价对象</a:t>
            </a:r>
            <a:r>
              <a:rPr lang="zh-CN" altLang="en-US" sz="1800" dirty="0"/>
              <a:t>是具有创新性的</a:t>
            </a:r>
            <a:r>
              <a:rPr lang="zh-CN" altLang="en-US" sz="1800" dirty="0" smtClean="0"/>
              <a:t>机会，主要从从八</a:t>
            </a:r>
            <a:r>
              <a:rPr lang="zh-CN" altLang="en-US" sz="1800" dirty="0"/>
              <a:t>个方面评价创业机会的价值</a:t>
            </a:r>
            <a:r>
              <a:rPr lang="zh-CN" altLang="en-US" sz="1800" dirty="0" smtClean="0"/>
              <a:t>潜力：</a:t>
            </a:r>
            <a:endParaRPr lang="zh-CN" altLang="zh-CN" sz="1800" dirty="0"/>
          </a:p>
        </p:txBody>
      </p:sp>
      <p:sp>
        <p:nvSpPr>
          <p:cNvPr id="4" name="标题 1"/>
          <p:cNvSpPr txBox="1"/>
          <p:nvPr/>
        </p:nvSpPr>
        <p:spPr>
          <a:xfrm>
            <a:off x="107504" y="188640"/>
            <a:ext cx="7111703" cy="706923"/>
          </a:xfrm>
          <a:prstGeom prst="rect">
            <a:avLst/>
          </a:prstGeom>
        </p:spPr>
        <p:txBody>
          <a:bodyPr>
            <a:normAutofit/>
          </a:bodyPr>
          <a:lstStyle>
            <a:lvl1pPr algn="l" rtl="0" eaLnBrk="0" fontAlgn="base" hangingPunct="0">
              <a:spcBef>
                <a:spcPct val="0"/>
              </a:spcBef>
              <a:spcAft>
                <a:spcPct val="0"/>
              </a:spcAft>
              <a:defRPr sz="3600" kern="1200">
                <a:solidFill>
                  <a:schemeClr val="bg1"/>
                </a:solidFill>
                <a:latin typeface="黑体" panose="02010609060101010101" pitchFamily="49" charset="-122"/>
                <a:ea typeface="黑体" panose="02010609060101010101" pitchFamily="49" charset="-122"/>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r>
              <a:rPr lang="zh-CN" altLang="zh-CN" sz="3200" dirty="0"/>
              <a:t>三、选择活动方案的评价方法</a:t>
            </a:r>
            <a:endParaRPr lang="zh-CN" altLang="en-US" sz="3200" dirty="0"/>
          </a:p>
        </p:txBody>
      </p:sp>
      <p:sp>
        <p:nvSpPr>
          <p:cNvPr id="6" name="标题 1"/>
          <p:cNvSpPr txBox="1"/>
          <p:nvPr/>
        </p:nvSpPr>
        <p:spPr>
          <a:xfrm>
            <a:off x="251520" y="1193797"/>
            <a:ext cx="6912768" cy="77893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200" kern="1200">
                <a:solidFill>
                  <a:schemeClr val="tx1"/>
                </a:solidFill>
                <a:latin typeface="微软雅黑" panose="020B0503020204020204" pitchFamily="34" charset="-122"/>
                <a:ea typeface="微软雅黑" panose="020B0503020204020204" pitchFamily="34" charset="-122"/>
                <a:cs typeface="+mj-cs"/>
              </a:defRPr>
            </a:lvl1pPr>
          </a:lstStyle>
          <a:p>
            <a:pPr>
              <a:lnSpc>
                <a:spcPct val="100000"/>
              </a:lnSpc>
            </a:pPr>
            <a:r>
              <a:rPr lang="zh-CN" altLang="en-US" sz="2000" dirty="0"/>
              <a:t>（二）机会评价框架</a:t>
            </a:r>
            <a:endParaRPr lang="zh-CN" altLang="zh-CN" sz="2000" dirty="0"/>
          </a:p>
        </p:txBody>
      </p:sp>
      <p:graphicFrame>
        <p:nvGraphicFramePr>
          <p:cNvPr id="2" name="图示 1"/>
          <p:cNvGraphicFramePr/>
          <p:nvPr/>
        </p:nvGraphicFramePr>
        <p:xfrm>
          <a:off x="1118560" y="2492896"/>
          <a:ext cx="6906880" cy="4064000"/>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txBox="1"/>
          <p:nvPr/>
        </p:nvSpPr>
        <p:spPr>
          <a:xfrm>
            <a:off x="107504" y="188640"/>
            <a:ext cx="7111703" cy="706923"/>
          </a:xfrm>
          <a:prstGeom prst="rect">
            <a:avLst/>
          </a:prstGeom>
        </p:spPr>
        <p:txBody>
          <a:bodyPr>
            <a:normAutofit/>
          </a:bodyPr>
          <a:lstStyle>
            <a:lvl1pPr algn="l" rtl="0" eaLnBrk="0" fontAlgn="base" hangingPunct="0">
              <a:spcBef>
                <a:spcPct val="0"/>
              </a:spcBef>
              <a:spcAft>
                <a:spcPct val="0"/>
              </a:spcAft>
              <a:defRPr sz="3600" kern="1200">
                <a:solidFill>
                  <a:schemeClr val="bg1"/>
                </a:solidFill>
                <a:latin typeface="黑体" panose="02010609060101010101" pitchFamily="49" charset="-122"/>
                <a:ea typeface="黑体" panose="02010609060101010101" pitchFamily="49" charset="-122"/>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r>
              <a:rPr lang="zh-CN" altLang="zh-CN" sz="3200" dirty="0"/>
              <a:t>三、选择活动方案的评价方法</a:t>
            </a:r>
            <a:endParaRPr lang="zh-CN" altLang="en-US" sz="3200" dirty="0"/>
          </a:p>
        </p:txBody>
      </p:sp>
      <p:sp>
        <p:nvSpPr>
          <p:cNvPr id="6" name="标题 1"/>
          <p:cNvSpPr txBox="1"/>
          <p:nvPr/>
        </p:nvSpPr>
        <p:spPr>
          <a:xfrm>
            <a:off x="251520" y="1193797"/>
            <a:ext cx="6912768" cy="77893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200" kern="1200">
                <a:solidFill>
                  <a:schemeClr val="tx1"/>
                </a:solidFill>
                <a:latin typeface="微软雅黑" panose="020B0503020204020204" pitchFamily="34" charset="-122"/>
                <a:ea typeface="微软雅黑" panose="020B0503020204020204" pitchFamily="34" charset="-122"/>
                <a:cs typeface="+mj-cs"/>
              </a:defRPr>
            </a:lvl1pPr>
          </a:lstStyle>
          <a:p>
            <a:pPr>
              <a:lnSpc>
                <a:spcPct val="100000"/>
              </a:lnSpc>
            </a:pPr>
            <a:r>
              <a:rPr lang="zh-CN" altLang="en-US" sz="2000" dirty="0"/>
              <a:t>（二）机会评价框架</a:t>
            </a:r>
            <a:endParaRPr lang="zh-CN" altLang="zh-CN" sz="2000" dirty="0"/>
          </a:p>
        </p:txBody>
      </p:sp>
      <p:graphicFrame>
        <p:nvGraphicFramePr>
          <p:cNvPr id="7" name="表格 6"/>
          <p:cNvGraphicFramePr>
            <a:graphicFrameLocks noGrp="1"/>
          </p:cNvGraphicFramePr>
          <p:nvPr/>
        </p:nvGraphicFramePr>
        <p:xfrm>
          <a:off x="914401" y="2060848"/>
          <a:ext cx="7315199" cy="3134405"/>
        </p:xfrm>
        <a:graphic>
          <a:graphicData uri="http://schemas.openxmlformats.org/drawingml/2006/table">
            <a:tbl>
              <a:tblPr firstRow="1" firstCol="1" bandRow="1"/>
              <a:tblGrid>
                <a:gridCol w="2033533"/>
                <a:gridCol w="5281666"/>
              </a:tblGrid>
              <a:tr h="3134405">
                <a:tc>
                  <a:txBody>
                    <a:bodyPr/>
                    <a:lstStyle/>
                    <a:p>
                      <a:pPr algn="just">
                        <a:lnSpc>
                          <a:spcPct val="100000"/>
                        </a:lnSpc>
                        <a:spcBef>
                          <a:spcPts val="0"/>
                        </a:spcBef>
                        <a:spcAft>
                          <a:spcPts val="0"/>
                        </a:spcAft>
                      </a:pPr>
                      <a:r>
                        <a:rPr lang="zh-CN" sz="1600" kern="100" dirty="0">
                          <a:effectLst/>
                          <a:latin typeface="微软雅黑" panose="020B0503020204020204" pitchFamily="34" charset="-122"/>
                          <a:ea typeface="微软雅黑" panose="020B0503020204020204" pitchFamily="34" charset="-122"/>
                          <a:cs typeface="宋体" panose="02010600030101010101" pitchFamily="2" charset="-122"/>
                        </a:rPr>
                        <a:t>行业和市场</a:t>
                      </a:r>
                      <a:endParaRPr lang="zh-CN" sz="1600" kern="100" dirty="0">
                        <a:effectLst/>
                        <a:latin typeface="微软雅黑" panose="020B0503020204020204" pitchFamily="34" charset="-122"/>
                        <a:ea typeface="微软雅黑" panose="020B0503020204020204" pitchFamily="34" charset="-122"/>
                        <a:cs typeface="宋体" panose="02010600030101010101" pitchFamily="2" charset="-122"/>
                      </a:endParaRPr>
                    </a:p>
                  </a:txBody>
                  <a:tcPr marL="68580" marR="68580" marT="0" marB="0">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00000"/>
                        </a:lnSpc>
                        <a:spcBef>
                          <a:spcPts val="0"/>
                        </a:spcBef>
                        <a:spcAft>
                          <a:spcPts val="0"/>
                        </a:spcAft>
                      </a:pPr>
                      <a:r>
                        <a:rPr lang="en-US" sz="1600" kern="100" dirty="0">
                          <a:effectLst/>
                          <a:latin typeface="微软雅黑" panose="020B0503020204020204" pitchFamily="34" charset="-122"/>
                          <a:ea typeface="微软雅黑" panose="020B0503020204020204" pitchFamily="34" charset="-122"/>
                          <a:cs typeface="宋体" panose="02010600030101010101" pitchFamily="2" charset="-122"/>
                        </a:rPr>
                        <a:t>1. </a:t>
                      </a:r>
                      <a:r>
                        <a:rPr lang="zh-CN" sz="1600" kern="100" dirty="0">
                          <a:effectLst/>
                          <a:latin typeface="微软雅黑" panose="020B0503020204020204" pitchFamily="34" charset="-122"/>
                          <a:ea typeface="微软雅黑" panose="020B0503020204020204" pitchFamily="34" charset="-122"/>
                          <a:cs typeface="宋体" panose="02010600030101010101" pitchFamily="2" charset="-122"/>
                        </a:rPr>
                        <a:t>市场容易识别，可以带来持续收入</a:t>
                      </a:r>
                      <a:endParaRPr lang="zh-CN" sz="1600" kern="100" dirty="0">
                        <a:effectLst/>
                        <a:latin typeface="微软雅黑" panose="020B0503020204020204" pitchFamily="34" charset="-122"/>
                        <a:ea typeface="微软雅黑" panose="020B0503020204020204" pitchFamily="34" charset="-122"/>
                        <a:cs typeface="宋体" panose="02010600030101010101" pitchFamily="2" charset="-122"/>
                      </a:endParaRPr>
                    </a:p>
                    <a:p>
                      <a:pPr algn="just">
                        <a:lnSpc>
                          <a:spcPct val="100000"/>
                        </a:lnSpc>
                        <a:spcBef>
                          <a:spcPts val="0"/>
                        </a:spcBef>
                        <a:spcAft>
                          <a:spcPts val="0"/>
                        </a:spcAft>
                      </a:pPr>
                      <a:r>
                        <a:rPr lang="en-US" sz="1600" kern="100" dirty="0">
                          <a:effectLst/>
                          <a:latin typeface="微软雅黑" panose="020B0503020204020204" pitchFamily="34" charset="-122"/>
                          <a:ea typeface="微软雅黑" panose="020B0503020204020204" pitchFamily="34" charset="-122"/>
                          <a:cs typeface="宋体" panose="02010600030101010101" pitchFamily="2" charset="-122"/>
                        </a:rPr>
                        <a:t>2. </a:t>
                      </a:r>
                      <a:r>
                        <a:rPr lang="zh-CN" sz="1600" kern="100" dirty="0">
                          <a:effectLst/>
                          <a:latin typeface="微软雅黑" panose="020B0503020204020204" pitchFamily="34" charset="-122"/>
                          <a:ea typeface="微软雅黑" panose="020B0503020204020204" pitchFamily="34" charset="-122"/>
                          <a:cs typeface="宋体" panose="02010600030101010101" pitchFamily="2" charset="-122"/>
                        </a:rPr>
                        <a:t>顾客可以接受产品或服务，愿意为此付费</a:t>
                      </a:r>
                      <a:endParaRPr lang="zh-CN" sz="1600" kern="100" dirty="0">
                        <a:effectLst/>
                        <a:latin typeface="微软雅黑" panose="020B0503020204020204" pitchFamily="34" charset="-122"/>
                        <a:ea typeface="微软雅黑" panose="020B0503020204020204" pitchFamily="34" charset="-122"/>
                        <a:cs typeface="宋体" panose="02010600030101010101" pitchFamily="2" charset="-122"/>
                      </a:endParaRPr>
                    </a:p>
                    <a:p>
                      <a:pPr algn="just">
                        <a:lnSpc>
                          <a:spcPct val="100000"/>
                        </a:lnSpc>
                        <a:spcBef>
                          <a:spcPts val="0"/>
                        </a:spcBef>
                        <a:spcAft>
                          <a:spcPts val="0"/>
                        </a:spcAft>
                      </a:pPr>
                      <a:r>
                        <a:rPr lang="en-US" sz="1600" kern="100" dirty="0">
                          <a:effectLst/>
                          <a:latin typeface="微软雅黑" panose="020B0503020204020204" pitchFamily="34" charset="-122"/>
                          <a:ea typeface="微软雅黑" panose="020B0503020204020204" pitchFamily="34" charset="-122"/>
                          <a:cs typeface="宋体" panose="02010600030101010101" pitchFamily="2" charset="-122"/>
                        </a:rPr>
                        <a:t>3. </a:t>
                      </a:r>
                      <a:r>
                        <a:rPr lang="zh-CN" sz="1600" kern="100" dirty="0">
                          <a:effectLst/>
                          <a:latin typeface="微软雅黑" panose="020B0503020204020204" pitchFamily="34" charset="-122"/>
                          <a:ea typeface="微软雅黑" panose="020B0503020204020204" pitchFamily="34" charset="-122"/>
                          <a:cs typeface="宋体" panose="02010600030101010101" pitchFamily="2" charset="-122"/>
                        </a:rPr>
                        <a:t>产品的附加价值高</a:t>
                      </a:r>
                      <a:endParaRPr lang="zh-CN" sz="1600" kern="100" dirty="0">
                        <a:effectLst/>
                        <a:latin typeface="微软雅黑" panose="020B0503020204020204" pitchFamily="34" charset="-122"/>
                        <a:ea typeface="微软雅黑" panose="020B0503020204020204" pitchFamily="34" charset="-122"/>
                        <a:cs typeface="宋体" panose="02010600030101010101" pitchFamily="2" charset="-122"/>
                      </a:endParaRPr>
                    </a:p>
                    <a:p>
                      <a:pPr algn="just">
                        <a:lnSpc>
                          <a:spcPct val="100000"/>
                        </a:lnSpc>
                        <a:spcBef>
                          <a:spcPts val="0"/>
                        </a:spcBef>
                        <a:spcAft>
                          <a:spcPts val="0"/>
                        </a:spcAft>
                      </a:pPr>
                      <a:r>
                        <a:rPr lang="en-US" sz="1600" kern="100" dirty="0">
                          <a:effectLst/>
                          <a:latin typeface="微软雅黑" panose="020B0503020204020204" pitchFamily="34" charset="-122"/>
                          <a:ea typeface="微软雅黑" panose="020B0503020204020204" pitchFamily="34" charset="-122"/>
                          <a:cs typeface="宋体" panose="02010600030101010101" pitchFamily="2" charset="-122"/>
                        </a:rPr>
                        <a:t>4. </a:t>
                      </a:r>
                      <a:r>
                        <a:rPr lang="zh-CN" sz="1600" kern="100" dirty="0">
                          <a:effectLst/>
                          <a:latin typeface="微软雅黑" panose="020B0503020204020204" pitchFamily="34" charset="-122"/>
                          <a:ea typeface="微软雅黑" panose="020B0503020204020204" pitchFamily="34" charset="-122"/>
                          <a:cs typeface="宋体" panose="02010600030101010101" pitchFamily="2" charset="-122"/>
                        </a:rPr>
                        <a:t>产品对市场的影响力大</a:t>
                      </a:r>
                      <a:endParaRPr lang="zh-CN" sz="1600" kern="100" dirty="0">
                        <a:effectLst/>
                        <a:latin typeface="微软雅黑" panose="020B0503020204020204" pitchFamily="34" charset="-122"/>
                        <a:ea typeface="微软雅黑" panose="020B0503020204020204" pitchFamily="34" charset="-122"/>
                        <a:cs typeface="宋体" panose="02010600030101010101" pitchFamily="2" charset="-122"/>
                      </a:endParaRPr>
                    </a:p>
                    <a:p>
                      <a:pPr algn="just">
                        <a:lnSpc>
                          <a:spcPct val="100000"/>
                        </a:lnSpc>
                        <a:spcBef>
                          <a:spcPts val="0"/>
                        </a:spcBef>
                        <a:spcAft>
                          <a:spcPts val="0"/>
                        </a:spcAft>
                      </a:pPr>
                      <a:r>
                        <a:rPr lang="en-US" sz="1600" kern="100" dirty="0">
                          <a:effectLst/>
                          <a:latin typeface="微软雅黑" panose="020B0503020204020204" pitchFamily="34" charset="-122"/>
                          <a:ea typeface="微软雅黑" panose="020B0503020204020204" pitchFamily="34" charset="-122"/>
                          <a:cs typeface="宋体" panose="02010600030101010101" pitchFamily="2" charset="-122"/>
                        </a:rPr>
                        <a:t>5. </a:t>
                      </a:r>
                      <a:r>
                        <a:rPr lang="zh-CN" sz="1600" kern="100" dirty="0">
                          <a:effectLst/>
                          <a:latin typeface="微软雅黑" panose="020B0503020204020204" pitchFamily="34" charset="-122"/>
                          <a:ea typeface="微软雅黑" panose="020B0503020204020204" pitchFamily="34" charset="-122"/>
                          <a:cs typeface="宋体" panose="02010600030101010101" pitchFamily="2" charset="-122"/>
                        </a:rPr>
                        <a:t>将要开发的产品生命长久</a:t>
                      </a:r>
                      <a:endParaRPr lang="zh-CN" sz="1600" kern="100" dirty="0">
                        <a:effectLst/>
                        <a:latin typeface="微软雅黑" panose="020B0503020204020204" pitchFamily="34" charset="-122"/>
                        <a:ea typeface="微软雅黑" panose="020B0503020204020204" pitchFamily="34" charset="-122"/>
                        <a:cs typeface="宋体" panose="02010600030101010101" pitchFamily="2" charset="-122"/>
                      </a:endParaRPr>
                    </a:p>
                    <a:p>
                      <a:pPr algn="just">
                        <a:lnSpc>
                          <a:spcPct val="100000"/>
                        </a:lnSpc>
                        <a:spcBef>
                          <a:spcPts val="0"/>
                        </a:spcBef>
                        <a:spcAft>
                          <a:spcPts val="0"/>
                        </a:spcAft>
                      </a:pPr>
                      <a:r>
                        <a:rPr lang="en-US" sz="1600" kern="100" dirty="0">
                          <a:effectLst/>
                          <a:latin typeface="微软雅黑" panose="020B0503020204020204" pitchFamily="34" charset="-122"/>
                          <a:ea typeface="微软雅黑" panose="020B0503020204020204" pitchFamily="34" charset="-122"/>
                          <a:cs typeface="宋体" panose="02010600030101010101" pitchFamily="2" charset="-122"/>
                        </a:rPr>
                        <a:t>6. </a:t>
                      </a:r>
                      <a:r>
                        <a:rPr lang="zh-CN" sz="1600" kern="100" dirty="0">
                          <a:effectLst/>
                          <a:latin typeface="微软雅黑" panose="020B0503020204020204" pitchFamily="34" charset="-122"/>
                          <a:ea typeface="微软雅黑" panose="020B0503020204020204" pitchFamily="34" charset="-122"/>
                          <a:cs typeface="宋体" panose="02010600030101010101" pitchFamily="2" charset="-122"/>
                        </a:rPr>
                        <a:t>项目所在行业是新兴行业，竞争不激烈</a:t>
                      </a:r>
                      <a:endParaRPr lang="zh-CN" sz="1600" kern="100" dirty="0">
                        <a:effectLst/>
                        <a:latin typeface="微软雅黑" panose="020B0503020204020204" pitchFamily="34" charset="-122"/>
                        <a:ea typeface="微软雅黑" panose="020B0503020204020204" pitchFamily="34" charset="-122"/>
                        <a:cs typeface="宋体" panose="02010600030101010101" pitchFamily="2" charset="-122"/>
                      </a:endParaRPr>
                    </a:p>
                    <a:p>
                      <a:pPr algn="just">
                        <a:lnSpc>
                          <a:spcPct val="100000"/>
                        </a:lnSpc>
                        <a:spcBef>
                          <a:spcPts val="0"/>
                        </a:spcBef>
                        <a:spcAft>
                          <a:spcPts val="0"/>
                        </a:spcAft>
                      </a:pPr>
                      <a:r>
                        <a:rPr lang="en-US" sz="1600" kern="100" dirty="0">
                          <a:effectLst/>
                          <a:latin typeface="微软雅黑" panose="020B0503020204020204" pitchFamily="34" charset="-122"/>
                          <a:ea typeface="微软雅黑" panose="020B0503020204020204" pitchFamily="34" charset="-122"/>
                          <a:cs typeface="宋体" panose="02010600030101010101" pitchFamily="2" charset="-122"/>
                        </a:rPr>
                        <a:t>7. </a:t>
                      </a:r>
                      <a:r>
                        <a:rPr lang="zh-CN" sz="1600" kern="100" dirty="0">
                          <a:effectLst/>
                          <a:latin typeface="微软雅黑" panose="020B0503020204020204" pitchFamily="34" charset="-122"/>
                          <a:ea typeface="微软雅黑" panose="020B0503020204020204" pitchFamily="34" charset="-122"/>
                          <a:cs typeface="宋体" panose="02010600030101010101" pitchFamily="2" charset="-122"/>
                        </a:rPr>
                        <a:t>市场规模大，销售潜力达到</a:t>
                      </a:r>
                      <a:r>
                        <a:rPr lang="en-US" sz="1600" kern="100" dirty="0">
                          <a:effectLst/>
                          <a:latin typeface="微软雅黑" panose="020B0503020204020204" pitchFamily="34" charset="-122"/>
                          <a:ea typeface="微软雅黑" panose="020B0503020204020204" pitchFamily="34" charset="-122"/>
                          <a:cs typeface="宋体" panose="02010600030101010101" pitchFamily="2" charset="-122"/>
                        </a:rPr>
                        <a:t>1 000</a:t>
                      </a:r>
                      <a:r>
                        <a:rPr lang="zh-CN" sz="1600" kern="100" dirty="0">
                          <a:effectLst/>
                          <a:latin typeface="微软雅黑" panose="020B0503020204020204" pitchFamily="34" charset="-122"/>
                          <a:ea typeface="微软雅黑" panose="020B0503020204020204" pitchFamily="34" charset="-122"/>
                          <a:cs typeface="宋体" panose="02010600030101010101" pitchFamily="2" charset="-122"/>
                        </a:rPr>
                        <a:t>万～</a:t>
                      </a:r>
                      <a:r>
                        <a:rPr lang="en-US" sz="1600" kern="100" dirty="0">
                          <a:effectLst/>
                          <a:latin typeface="微软雅黑" panose="020B0503020204020204" pitchFamily="34" charset="-122"/>
                          <a:ea typeface="微软雅黑" panose="020B0503020204020204" pitchFamily="34" charset="-122"/>
                          <a:cs typeface="宋体" panose="02010600030101010101" pitchFamily="2" charset="-122"/>
                        </a:rPr>
                        <a:t>10</a:t>
                      </a:r>
                      <a:r>
                        <a:rPr lang="zh-CN" sz="1600" kern="100" dirty="0">
                          <a:effectLst/>
                          <a:latin typeface="微软雅黑" panose="020B0503020204020204" pitchFamily="34" charset="-122"/>
                          <a:ea typeface="微软雅黑" panose="020B0503020204020204" pitchFamily="34" charset="-122"/>
                          <a:cs typeface="宋体" panose="02010600030101010101" pitchFamily="2" charset="-122"/>
                        </a:rPr>
                        <a:t>亿美元</a:t>
                      </a:r>
                      <a:endParaRPr lang="zh-CN" sz="1600" kern="100" dirty="0">
                        <a:effectLst/>
                        <a:latin typeface="微软雅黑" panose="020B0503020204020204" pitchFamily="34" charset="-122"/>
                        <a:ea typeface="微软雅黑" panose="020B0503020204020204" pitchFamily="34" charset="-122"/>
                        <a:cs typeface="宋体" panose="02010600030101010101" pitchFamily="2" charset="-122"/>
                      </a:endParaRPr>
                    </a:p>
                    <a:p>
                      <a:pPr algn="just">
                        <a:lnSpc>
                          <a:spcPct val="100000"/>
                        </a:lnSpc>
                        <a:spcBef>
                          <a:spcPts val="0"/>
                        </a:spcBef>
                        <a:spcAft>
                          <a:spcPts val="0"/>
                        </a:spcAft>
                      </a:pPr>
                      <a:r>
                        <a:rPr lang="en-US" sz="1600" kern="100" dirty="0">
                          <a:effectLst/>
                          <a:latin typeface="微软雅黑" panose="020B0503020204020204" pitchFamily="34" charset="-122"/>
                          <a:ea typeface="微软雅黑" panose="020B0503020204020204" pitchFamily="34" charset="-122"/>
                          <a:cs typeface="宋体" panose="02010600030101010101" pitchFamily="2" charset="-122"/>
                        </a:rPr>
                        <a:t>8. </a:t>
                      </a:r>
                      <a:r>
                        <a:rPr lang="zh-CN" sz="1600" kern="100" dirty="0">
                          <a:effectLst/>
                          <a:latin typeface="微软雅黑" panose="020B0503020204020204" pitchFamily="34" charset="-122"/>
                          <a:ea typeface="微软雅黑" panose="020B0503020204020204" pitchFamily="34" charset="-122"/>
                          <a:cs typeface="宋体" panose="02010600030101010101" pitchFamily="2" charset="-122"/>
                        </a:rPr>
                        <a:t>市场成长率在</a:t>
                      </a:r>
                      <a:r>
                        <a:rPr lang="en-US" sz="1600" kern="100" dirty="0">
                          <a:effectLst/>
                          <a:latin typeface="微软雅黑" panose="020B0503020204020204" pitchFamily="34" charset="-122"/>
                          <a:ea typeface="微软雅黑" panose="020B0503020204020204" pitchFamily="34" charset="-122"/>
                          <a:cs typeface="宋体" panose="02010600030101010101" pitchFamily="2" charset="-122"/>
                        </a:rPr>
                        <a:t>30%</a:t>
                      </a:r>
                      <a:r>
                        <a:rPr lang="zh-CN" sz="1600" kern="100" dirty="0">
                          <a:effectLst/>
                          <a:latin typeface="微软雅黑" panose="020B0503020204020204" pitchFamily="34" charset="-122"/>
                          <a:ea typeface="微软雅黑" panose="020B0503020204020204" pitchFamily="34" charset="-122"/>
                          <a:cs typeface="宋体" panose="02010600030101010101" pitchFamily="2" charset="-122"/>
                        </a:rPr>
                        <a:t>～</a:t>
                      </a:r>
                      <a:r>
                        <a:rPr lang="en-US" sz="1600" kern="100" dirty="0">
                          <a:effectLst/>
                          <a:latin typeface="微软雅黑" panose="020B0503020204020204" pitchFamily="34" charset="-122"/>
                          <a:ea typeface="微软雅黑" panose="020B0503020204020204" pitchFamily="34" charset="-122"/>
                          <a:cs typeface="宋体" panose="02010600030101010101" pitchFamily="2" charset="-122"/>
                        </a:rPr>
                        <a:t>50%</a:t>
                      </a:r>
                      <a:r>
                        <a:rPr lang="zh-CN" sz="1600" kern="100" dirty="0">
                          <a:effectLst/>
                          <a:latin typeface="微软雅黑" panose="020B0503020204020204" pitchFamily="34" charset="-122"/>
                          <a:ea typeface="微软雅黑" panose="020B0503020204020204" pitchFamily="34" charset="-122"/>
                          <a:cs typeface="宋体" panose="02010600030101010101" pitchFamily="2" charset="-122"/>
                        </a:rPr>
                        <a:t>甚至更高</a:t>
                      </a:r>
                      <a:endParaRPr lang="zh-CN" sz="1600" kern="100" dirty="0">
                        <a:effectLst/>
                        <a:latin typeface="微软雅黑" panose="020B0503020204020204" pitchFamily="34" charset="-122"/>
                        <a:ea typeface="微软雅黑" panose="020B0503020204020204" pitchFamily="34" charset="-122"/>
                        <a:cs typeface="宋体" panose="02010600030101010101" pitchFamily="2" charset="-122"/>
                      </a:endParaRPr>
                    </a:p>
                    <a:p>
                      <a:pPr algn="just">
                        <a:lnSpc>
                          <a:spcPct val="100000"/>
                        </a:lnSpc>
                        <a:spcBef>
                          <a:spcPts val="0"/>
                        </a:spcBef>
                        <a:spcAft>
                          <a:spcPts val="0"/>
                        </a:spcAft>
                      </a:pPr>
                      <a:r>
                        <a:rPr lang="en-US" sz="1600" kern="100" dirty="0">
                          <a:effectLst/>
                          <a:latin typeface="微软雅黑" panose="020B0503020204020204" pitchFamily="34" charset="-122"/>
                          <a:ea typeface="微软雅黑" panose="020B0503020204020204" pitchFamily="34" charset="-122"/>
                          <a:cs typeface="宋体" panose="02010600030101010101" pitchFamily="2" charset="-122"/>
                        </a:rPr>
                        <a:t>9. </a:t>
                      </a:r>
                      <a:r>
                        <a:rPr lang="zh-CN" sz="1600" kern="100" dirty="0">
                          <a:effectLst/>
                          <a:latin typeface="微软雅黑" panose="020B0503020204020204" pitchFamily="34" charset="-122"/>
                          <a:ea typeface="微软雅黑" panose="020B0503020204020204" pitchFamily="34" charset="-122"/>
                          <a:cs typeface="宋体" panose="02010600030101010101" pitchFamily="2" charset="-122"/>
                        </a:rPr>
                        <a:t>现有厂商的生产能力几乎完全饱和</a:t>
                      </a:r>
                      <a:endParaRPr lang="zh-CN" sz="1600" kern="100" dirty="0">
                        <a:effectLst/>
                        <a:latin typeface="微软雅黑" panose="020B0503020204020204" pitchFamily="34" charset="-122"/>
                        <a:ea typeface="微软雅黑" panose="020B0503020204020204" pitchFamily="34" charset="-122"/>
                        <a:cs typeface="宋体" panose="02010600030101010101" pitchFamily="2" charset="-122"/>
                      </a:endParaRPr>
                    </a:p>
                    <a:p>
                      <a:pPr algn="just">
                        <a:lnSpc>
                          <a:spcPct val="100000"/>
                        </a:lnSpc>
                        <a:spcBef>
                          <a:spcPts val="0"/>
                        </a:spcBef>
                        <a:spcAft>
                          <a:spcPts val="0"/>
                        </a:spcAft>
                      </a:pPr>
                      <a:r>
                        <a:rPr lang="en-US" sz="1600" kern="100" dirty="0">
                          <a:effectLst/>
                          <a:latin typeface="微软雅黑" panose="020B0503020204020204" pitchFamily="34" charset="-122"/>
                          <a:ea typeface="微软雅黑" panose="020B0503020204020204" pitchFamily="34" charset="-122"/>
                          <a:cs typeface="宋体" panose="02010600030101010101" pitchFamily="2" charset="-122"/>
                        </a:rPr>
                        <a:t>10. </a:t>
                      </a:r>
                      <a:r>
                        <a:rPr lang="zh-CN" sz="1600" kern="100" dirty="0">
                          <a:effectLst/>
                          <a:latin typeface="微软雅黑" panose="020B0503020204020204" pitchFamily="34" charset="-122"/>
                          <a:ea typeface="微软雅黑" panose="020B0503020204020204" pitchFamily="34" charset="-122"/>
                          <a:cs typeface="宋体" panose="02010600030101010101" pitchFamily="2" charset="-122"/>
                        </a:rPr>
                        <a:t>在</a:t>
                      </a:r>
                      <a:r>
                        <a:rPr lang="en-US" sz="1600" kern="100" dirty="0">
                          <a:effectLst/>
                          <a:latin typeface="微软雅黑" panose="020B0503020204020204" pitchFamily="34" charset="-122"/>
                          <a:ea typeface="微软雅黑" panose="020B0503020204020204" pitchFamily="34" charset="-122"/>
                          <a:cs typeface="宋体" panose="02010600030101010101" pitchFamily="2" charset="-122"/>
                        </a:rPr>
                        <a:t>5</a:t>
                      </a:r>
                      <a:r>
                        <a:rPr lang="zh-CN" sz="1600" kern="100" dirty="0">
                          <a:effectLst/>
                          <a:latin typeface="微软雅黑" panose="020B0503020204020204" pitchFamily="34" charset="-122"/>
                          <a:ea typeface="微软雅黑" panose="020B0503020204020204" pitchFamily="34" charset="-122"/>
                          <a:cs typeface="宋体" panose="02010600030101010101" pitchFamily="2" charset="-122"/>
                        </a:rPr>
                        <a:t>年内能占据市场的领导地位，达到</a:t>
                      </a:r>
                      <a:r>
                        <a:rPr lang="en-US" sz="1600" kern="100" dirty="0">
                          <a:effectLst/>
                          <a:latin typeface="微软雅黑" panose="020B0503020204020204" pitchFamily="34" charset="-122"/>
                          <a:ea typeface="微软雅黑" panose="020B0503020204020204" pitchFamily="34" charset="-122"/>
                          <a:cs typeface="宋体" panose="02010600030101010101" pitchFamily="2" charset="-122"/>
                        </a:rPr>
                        <a:t>20%</a:t>
                      </a:r>
                      <a:r>
                        <a:rPr lang="zh-CN" sz="1600" kern="100" dirty="0">
                          <a:effectLst/>
                          <a:latin typeface="微软雅黑" panose="020B0503020204020204" pitchFamily="34" charset="-122"/>
                          <a:ea typeface="微软雅黑" panose="020B0503020204020204" pitchFamily="34" charset="-122"/>
                          <a:cs typeface="宋体" panose="02010600030101010101" pitchFamily="2" charset="-122"/>
                        </a:rPr>
                        <a:t>以上</a:t>
                      </a:r>
                      <a:endParaRPr lang="zh-CN" sz="1600" kern="100" dirty="0">
                        <a:effectLst/>
                        <a:latin typeface="微软雅黑" panose="020B0503020204020204" pitchFamily="34" charset="-122"/>
                        <a:ea typeface="微软雅黑" panose="020B0503020204020204" pitchFamily="34" charset="-122"/>
                        <a:cs typeface="宋体" panose="02010600030101010101" pitchFamily="2" charset="-122"/>
                      </a:endParaRPr>
                    </a:p>
                    <a:p>
                      <a:pPr algn="just">
                        <a:lnSpc>
                          <a:spcPct val="100000"/>
                        </a:lnSpc>
                        <a:spcBef>
                          <a:spcPts val="0"/>
                        </a:spcBef>
                        <a:spcAft>
                          <a:spcPts val="0"/>
                        </a:spcAft>
                      </a:pPr>
                      <a:r>
                        <a:rPr lang="en-US" sz="1600" kern="100" dirty="0">
                          <a:effectLst/>
                          <a:latin typeface="微软雅黑" panose="020B0503020204020204" pitchFamily="34" charset="-122"/>
                          <a:ea typeface="微软雅黑" panose="020B0503020204020204" pitchFamily="34" charset="-122"/>
                          <a:cs typeface="宋体" panose="02010600030101010101" pitchFamily="2" charset="-122"/>
                        </a:rPr>
                        <a:t>11. </a:t>
                      </a:r>
                      <a:r>
                        <a:rPr lang="zh-CN" sz="1600" kern="100" dirty="0">
                          <a:effectLst/>
                          <a:latin typeface="微软雅黑" panose="020B0503020204020204" pitchFamily="34" charset="-122"/>
                          <a:ea typeface="微软雅黑" panose="020B0503020204020204" pitchFamily="34" charset="-122"/>
                          <a:cs typeface="宋体" panose="02010600030101010101" pitchFamily="2" charset="-122"/>
                        </a:rPr>
                        <a:t>拥有低成本的供货商，具有成本优势</a:t>
                      </a:r>
                      <a:endParaRPr lang="zh-CN" sz="1600" kern="100" dirty="0">
                        <a:effectLst/>
                        <a:latin typeface="微软雅黑" panose="020B0503020204020204" pitchFamily="34" charset="-122"/>
                        <a:ea typeface="微软雅黑" panose="020B0503020204020204" pitchFamily="34" charset="-122"/>
                        <a:cs typeface="宋体" panose="02010600030101010101" pitchFamily="2" charset="-122"/>
                      </a:endParaRPr>
                    </a:p>
                  </a:txBody>
                  <a:tcPr marL="68580" marR="68580" marT="0" marB="0">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txBox="1"/>
          <p:nvPr/>
        </p:nvSpPr>
        <p:spPr>
          <a:xfrm>
            <a:off x="107504" y="188640"/>
            <a:ext cx="7111703" cy="706923"/>
          </a:xfrm>
          <a:prstGeom prst="rect">
            <a:avLst/>
          </a:prstGeom>
        </p:spPr>
        <p:txBody>
          <a:bodyPr>
            <a:normAutofit/>
          </a:bodyPr>
          <a:lstStyle>
            <a:lvl1pPr algn="l" rtl="0" eaLnBrk="0" fontAlgn="base" hangingPunct="0">
              <a:spcBef>
                <a:spcPct val="0"/>
              </a:spcBef>
              <a:spcAft>
                <a:spcPct val="0"/>
              </a:spcAft>
              <a:defRPr sz="3600" kern="1200">
                <a:solidFill>
                  <a:schemeClr val="bg1"/>
                </a:solidFill>
                <a:latin typeface="黑体" panose="02010609060101010101" pitchFamily="49" charset="-122"/>
                <a:ea typeface="黑体" panose="02010609060101010101" pitchFamily="49" charset="-122"/>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r>
              <a:rPr lang="zh-CN" altLang="zh-CN" sz="3200" dirty="0"/>
              <a:t>三、选择活动方案的评价方法</a:t>
            </a:r>
            <a:endParaRPr lang="zh-CN" altLang="en-US" sz="3200" dirty="0"/>
          </a:p>
        </p:txBody>
      </p:sp>
      <p:sp>
        <p:nvSpPr>
          <p:cNvPr id="6" name="标题 1"/>
          <p:cNvSpPr txBox="1"/>
          <p:nvPr/>
        </p:nvSpPr>
        <p:spPr>
          <a:xfrm>
            <a:off x="251520" y="1193797"/>
            <a:ext cx="6912768" cy="77893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200" kern="1200">
                <a:solidFill>
                  <a:schemeClr val="tx1"/>
                </a:solidFill>
                <a:latin typeface="微软雅黑" panose="020B0503020204020204" pitchFamily="34" charset="-122"/>
                <a:ea typeface="微软雅黑" panose="020B0503020204020204" pitchFamily="34" charset="-122"/>
                <a:cs typeface="+mj-cs"/>
              </a:defRPr>
            </a:lvl1pPr>
          </a:lstStyle>
          <a:p>
            <a:pPr>
              <a:lnSpc>
                <a:spcPct val="100000"/>
              </a:lnSpc>
            </a:pPr>
            <a:r>
              <a:rPr lang="zh-CN" altLang="en-US" sz="2000" dirty="0"/>
              <a:t>（二）机会评价框架</a:t>
            </a:r>
            <a:endParaRPr lang="zh-CN" altLang="zh-CN" sz="2000" dirty="0"/>
          </a:p>
        </p:txBody>
      </p:sp>
      <p:graphicFrame>
        <p:nvGraphicFramePr>
          <p:cNvPr id="5" name="表格 4"/>
          <p:cNvGraphicFramePr>
            <a:graphicFrameLocks noGrp="1"/>
          </p:cNvGraphicFramePr>
          <p:nvPr/>
        </p:nvGraphicFramePr>
        <p:xfrm>
          <a:off x="927280" y="2060848"/>
          <a:ext cx="7289441" cy="2682240"/>
        </p:xfrm>
        <a:graphic>
          <a:graphicData uri="http://schemas.openxmlformats.org/drawingml/2006/table">
            <a:tbl>
              <a:tblPr firstRow="1" firstCol="1" bandRow="1"/>
              <a:tblGrid>
                <a:gridCol w="1996224"/>
                <a:gridCol w="5293217"/>
              </a:tblGrid>
              <a:tr h="2103134">
                <a:tc>
                  <a:txBody>
                    <a:bodyPr/>
                    <a:lstStyle/>
                    <a:p>
                      <a:pPr algn="ctr">
                        <a:lnSpc>
                          <a:spcPct val="100000"/>
                        </a:lnSpc>
                        <a:spcBef>
                          <a:spcPts val="0"/>
                        </a:spcBef>
                        <a:spcAft>
                          <a:spcPts val="0"/>
                        </a:spcAft>
                      </a:pPr>
                      <a:r>
                        <a:rPr lang="zh-CN" sz="1600" kern="100" dirty="0">
                          <a:effectLst/>
                          <a:latin typeface="微软雅黑" panose="020B0503020204020204" pitchFamily="34" charset="-122"/>
                          <a:ea typeface="微软雅黑" panose="020B0503020204020204" pitchFamily="34" charset="-122"/>
                          <a:cs typeface="宋体" panose="02010600030101010101" pitchFamily="2" charset="-122"/>
                        </a:rPr>
                        <a:t>经济因素</a:t>
                      </a:r>
                      <a:endParaRPr lang="zh-CN" sz="1600" kern="100" dirty="0">
                        <a:effectLst/>
                        <a:latin typeface="微软雅黑" panose="020B0503020204020204" pitchFamily="34" charset="-122"/>
                        <a:ea typeface="微软雅黑" panose="020B0503020204020204" pitchFamily="34" charset="-122"/>
                        <a:cs typeface="宋体" panose="02010600030101010101" pitchFamily="2" charset="-122"/>
                      </a:endParaRPr>
                    </a:p>
                  </a:txBody>
                  <a:tcPr marL="68580" marR="68580" marT="0" marB="0">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00000"/>
                        </a:lnSpc>
                        <a:spcBef>
                          <a:spcPts val="0"/>
                        </a:spcBef>
                        <a:spcAft>
                          <a:spcPts val="0"/>
                        </a:spcAft>
                      </a:pPr>
                      <a:r>
                        <a:rPr lang="en-US" sz="1600" kern="100" dirty="0">
                          <a:effectLst/>
                          <a:latin typeface="微软雅黑" panose="020B0503020204020204" pitchFamily="34" charset="-122"/>
                          <a:ea typeface="微软雅黑" panose="020B0503020204020204" pitchFamily="34" charset="-122"/>
                          <a:cs typeface="宋体" panose="02010600030101010101" pitchFamily="2" charset="-122"/>
                        </a:rPr>
                        <a:t>12. </a:t>
                      </a:r>
                      <a:r>
                        <a:rPr lang="zh-CN" sz="1600" kern="100" dirty="0">
                          <a:effectLst/>
                          <a:latin typeface="微软雅黑" panose="020B0503020204020204" pitchFamily="34" charset="-122"/>
                          <a:ea typeface="微软雅黑" panose="020B0503020204020204" pitchFamily="34" charset="-122"/>
                          <a:cs typeface="宋体" panose="02010600030101010101" pitchFamily="2" charset="-122"/>
                        </a:rPr>
                        <a:t>达到盈亏平衡点所需要的时间为</a:t>
                      </a:r>
                      <a:r>
                        <a:rPr lang="en-US" sz="1600" kern="100" dirty="0">
                          <a:effectLst/>
                          <a:latin typeface="微软雅黑" panose="020B0503020204020204" pitchFamily="34" charset="-122"/>
                          <a:ea typeface="微软雅黑" panose="020B0503020204020204" pitchFamily="34" charset="-122"/>
                          <a:cs typeface="宋体" panose="02010600030101010101" pitchFamily="2" charset="-122"/>
                        </a:rPr>
                        <a:t>1. 5</a:t>
                      </a:r>
                      <a:r>
                        <a:rPr lang="zh-CN" sz="1600" kern="100" dirty="0">
                          <a:effectLst/>
                          <a:latin typeface="微软雅黑" panose="020B0503020204020204" pitchFamily="34" charset="-122"/>
                          <a:ea typeface="微软雅黑" panose="020B0503020204020204" pitchFamily="34" charset="-122"/>
                          <a:cs typeface="宋体" panose="02010600030101010101" pitchFamily="2" charset="-122"/>
                        </a:rPr>
                        <a:t>～</a:t>
                      </a:r>
                      <a:r>
                        <a:rPr lang="en-US" sz="1600" kern="100" dirty="0">
                          <a:effectLst/>
                          <a:latin typeface="微软雅黑" panose="020B0503020204020204" pitchFamily="34" charset="-122"/>
                          <a:ea typeface="微软雅黑" panose="020B0503020204020204" pitchFamily="34" charset="-122"/>
                          <a:cs typeface="宋体" panose="02010600030101010101" pitchFamily="2" charset="-122"/>
                        </a:rPr>
                        <a:t>2</a:t>
                      </a:r>
                      <a:r>
                        <a:rPr lang="zh-CN" sz="1600" kern="100" dirty="0">
                          <a:effectLst/>
                          <a:latin typeface="微软雅黑" panose="020B0503020204020204" pitchFamily="34" charset="-122"/>
                          <a:ea typeface="微软雅黑" panose="020B0503020204020204" pitchFamily="34" charset="-122"/>
                          <a:cs typeface="宋体" panose="02010600030101010101" pitchFamily="2" charset="-122"/>
                        </a:rPr>
                        <a:t>年</a:t>
                      </a:r>
                      <a:endParaRPr lang="zh-CN" sz="1600" kern="100" dirty="0">
                        <a:effectLst/>
                        <a:latin typeface="微软雅黑" panose="020B0503020204020204" pitchFamily="34" charset="-122"/>
                        <a:ea typeface="微软雅黑" panose="020B0503020204020204" pitchFamily="34" charset="-122"/>
                        <a:cs typeface="宋体" panose="02010600030101010101" pitchFamily="2" charset="-122"/>
                      </a:endParaRPr>
                    </a:p>
                    <a:p>
                      <a:pPr algn="just">
                        <a:lnSpc>
                          <a:spcPct val="100000"/>
                        </a:lnSpc>
                        <a:spcBef>
                          <a:spcPts val="0"/>
                        </a:spcBef>
                        <a:spcAft>
                          <a:spcPts val="0"/>
                        </a:spcAft>
                      </a:pPr>
                      <a:r>
                        <a:rPr lang="en-US" sz="1600" kern="100" dirty="0">
                          <a:effectLst/>
                          <a:latin typeface="微软雅黑" panose="020B0503020204020204" pitchFamily="34" charset="-122"/>
                          <a:ea typeface="微软雅黑" panose="020B0503020204020204" pitchFamily="34" charset="-122"/>
                          <a:cs typeface="宋体" panose="02010600030101010101" pitchFamily="2" charset="-122"/>
                        </a:rPr>
                        <a:t>13. </a:t>
                      </a:r>
                      <a:r>
                        <a:rPr lang="zh-CN" sz="1600" kern="100" dirty="0">
                          <a:effectLst/>
                          <a:latin typeface="微软雅黑" panose="020B0503020204020204" pitchFamily="34" charset="-122"/>
                          <a:ea typeface="微软雅黑" panose="020B0503020204020204" pitchFamily="34" charset="-122"/>
                          <a:cs typeface="宋体" panose="02010600030101010101" pitchFamily="2" charset="-122"/>
                        </a:rPr>
                        <a:t>盈亏平衡点不会逐渐提高</a:t>
                      </a:r>
                      <a:endParaRPr lang="zh-CN" sz="1600" kern="100" dirty="0">
                        <a:effectLst/>
                        <a:latin typeface="微软雅黑" panose="020B0503020204020204" pitchFamily="34" charset="-122"/>
                        <a:ea typeface="微软雅黑" panose="020B0503020204020204" pitchFamily="34" charset="-122"/>
                        <a:cs typeface="宋体" panose="02010600030101010101" pitchFamily="2" charset="-122"/>
                      </a:endParaRPr>
                    </a:p>
                    <a:p>
                      <a:pPr algn="just">
                        <a:lnSpc>
                          <a:spcPct val="100000"/>
                        </a:lnSpc>
                        <a:spcBef>
                          <a:spcPts val="0"/>
                        </a:spcBef>
                        <a:spcAft>
                          <a:spcPts val="0"/>
                        </a:spcAft>
                      </a:pPr>
                      <a:r>
                        <a:rPr lang="en-US" sz="1600" kern="100" dirty="0">
                          <a:effectLst/>
                          <a:latin typeface="微软雅黑" panose="020B0503020204020204" pitchFamily="34" charset="-122"/>
                          <a:ea typeface="微软雅黑" panose="020B0503020204020204" pitchFamily="34" charset="-122"/>
                          <a:cs typeface="宋体" panose="02010600030101010101" pitchFamily="2" charset="-122"/>
                        </a:rPr>
                        <a:t>14. </a:t>
                      </a:r>
                      <a:r>
                        <a:rPr lang="zh-CN" sz="1600" kern="100" dirty="0">
                          <a:effectLst/>
                          <a:latin typeface="微软雅黑" panose="020B0503020204020204" pitchFamily="34" charset="-122"/>
                          <a:ea typeface="微软雅黑" panose="020B0503020204020204" pitchFamily="34" charset="-122"/>
                          <a:cs typeface="宋体" panose="02010600030101010101" pitchFamily="2" charset="-122"/>
                        </a:rPr>
                        <a:t>投资回报率在</a:t>
                      </a:r>
                      <a:r>
                        <a:rPr lang="en-US" sz="1600" kern="100" dirty="0">
                          <a:effectLst/>
                          <a:latin typeface="微软雅黑" panose="020B0503020204020204" pitchFamily="34" charset="-122"/>
                          <a:ea typeface="微软雅黑" panose="020B0503020204020204" pitchFamily="34" charset="-122"/>
                          <a:cs typeface="宋体" panose="02010600030101010101" pitchFamily="2" charset="-122"/>
                        </a:rPr>
                        <a:t>25%</a:t>
                      </a:r>
                      <a:r>
                        <a:rPr lang="zh-CN" sz="1600" kern="100" dirty="0">
                          <a:effectLst/>
                          <a:latin typeface="微软雅黑" panose="020B0503020204020204" pitchFamily="34" charset="-122"/>
                          <a:ea typeface="微软雅黑" panose="020B0503020204020204" pitchFamily="34" charset="-122"/>
                          <a:cs typeface="宋体" panose="02010600030101010101" pitchFamily="2" charset="-122"/>
                        </a:rPr>
                        <a:t>以上</a:t>
                      </a:r>
                      <a:endParaRPr lang="zh-CN" sz="1600" kern="100" dirty="0">
                        <a:effectLst/>
                        <a:latin typeface="微软雅黑" panose="020B0503020204020204" pitchFamily="34" charset="-122"/>
                        <a:ea typeface="微软雅黑" panose="020B0503020204020204" pitchFamily="34" charset="-122"/>
                        <a:cs typeface="宋体" panose="02010600030101010101" pitchFamily="2" charset="-122"/>
                      </a:endParaRPr>
                    </a:p>
                    <a:p>
                      <a:pPr algn="just">
                        <a:lnSpc>
                          <a:spcPct val="100000"/>
                        </a:lnSpc>
                        <a:spcBef>
                          <a:spcPts val="0"/>
                        </a:spcBef>
                        <a:spcAft>
                          <a:spcPts val="0"/>
                        </a:spcAft>
                      </a:pPr>
                      <a:r>
                        <a:rPr lang="en-US" sz="1600" kern="100" dirty="0">
                          <a:effectLst/>
                          <a:latin typeface="微软雅黑" panose="020B0503020204020204" pitchFamily="34" charset="-122"/>
                          <a:ea typeface="微软雅黑" panose="020B0503020204020204" pitchFamily="34" charset="-122"/>
                          <a:cs typeface="宋体" panose="02010600030101010101" pitchFamily="2" charset="-122"/>
                        </a:rPr>
                        <a:t>15. </a:t>
                      </a:r>
                      <a:r>
                        <a:rPr lang="zh-CN" sz="1600" kern="100" dirty="0">
                          <a:effectLst/>
                          <a:latin typeface="微软雅黑" panose="020B0503020204020204" pitchFamily="34" charset="-122"/>
                          <a:ea typeface="微软雅黑" panose="020B0503020204020204" pitchFamily="34" charset="-122"/>
                          <a:cs typeface="宋体" panose="02010600030101010101" pitchFamily="2" charset="-122"/>
                        </a:rPr>
                        <a:t>项目对资金的要求不是很高，能够获得融资</a:t>
                      </a:r>
                      <a:endParaRPr lang="zh-CN" sz="1600" kern="100" dirty="0">
                        <a:effectLst/>
                        <a:latin typeface="微软雅黑" panose="020B0503020204020204" pitchFamily="34" charset="-122"/>
                        <a:ea typeface="微软雅黑" panose="020B0503020204020204" pitchFamily="34" charset="-122"/>
                        <a:cs typeface="宋体" panose="02010600030101010101" pitchFamily="2" charset="-122"/>
                      </a:endParaRPr>
                    </a:p>
                    <a:p>
                      <a:pPr algn="just">
                        <a:lnSpc>
                          <a:spcPct val="100000"/>
                        </a:lnSpc>
                        <a:spcBef>
                          <a:spcPts val="0"/>
                        </a:spcBef>
                        <a:spcAft>
                          <a:spcPts val="0"/>
                        </a:spcAft>
                      </a:pPr>
                      <a:r>
                        <a:rPr lang="en-US" sz="1600" kern="100" dirty="0">
                          <a:effectLst/>
                          <a:latin typeface="微软雅黑" panose="020B0503020204020204" pitchFamily="34" charset="-122"/>
                          <a:ea typeface="微软雅黑" panose="020B0503020204020204" pitchFamily="34" charset="-122"/>
                          <a:cs typeface="宋体" panose="02010600030101010101" pitchFamily="2" charset="-122"/>
                        </a:rPr>
                        <a:t>16. </a:t>
                      </a:r>
                      <a:r>
                        <a:rPr lang="zh-CN" sz="1600" kern="100" dirty="0">
                          <a:effectLst/>
                          <a:latin typeface="微软雅黑" panose="020B0503020204020204" pitchFamily="34" charset="-122"/>
                          <a:ea typeface="微软雅黑" panose="020B0503020204020204" pitchFamily="34" charset="-122"/>
                          <a:cs typeface="宋体" panose="02010600030101010101" pitchFamily="2" charset="-122"/>
                        </a:rPr>
                        <a:t>销售额的年增长率高于</a:t>
                      </a:r>
                      <a:r>
                        <a:rPr lang="en-US" sz="1600" kern="100" dirty="0">
                          <a:effectLst/>
                          <a:latin typeface="微软雅黑" panose="020B0503020204020204" pitchFamily="34" charset="-122"/>
                          <a:ea typeface="微软雅黑" panose="020B0503020204020204" pitchFamily="34" charset="-122"/>
                          <a:cs typeface="宋体" panose="02010600030101010101" pitchFamily="2" charset="-122"/>
                        </a:rPr>
                        <a:t>15%</a:t>
                      </a:r>
                      <a:endParaRPr lang="zh-CN" sz="1600" kern="100" dirty="0">
                        <a:effectLst/>
                        <a:latin typeface="微软雅黑" panose="020B0503020204020204" pitchFamily="34" charset="-122"/>
                        <a:ea typeface="微软雅黑" panose="020B0503020204020204" pitchFamily="34" charset="-122"/>
                        <a:cs typeface="宋体" panose="02010600030101010101" pitchFamily="2" charset="-122"/>
                      </a:endParaRPr>
                    </a:p>
                    <a:p>
                      <a:pPr algn="just">
                        <a:lnSpc>
                          <a:spcPct val="100000"/>
                        </a:lnSpc>
                        <a:spcBef>
                          <a:spcPts val="0"/>
                        </a:spcBef>
                        <a:spcAft>
                          <a:spcPts val="0"/>
                        </a:spcAft>
                      </a:pPr>
                      <a:r>
                        <a:rPr lang="en-US" sz="1600" kern="100" dirty="0">
                          <a:effectLst/>
                          <a:latin typeface="微软雅黑" panose="020B0503020204020204" pitchFamily="34" charset="-122"/>
                          <a:ea typeface="微软雅黑" panose="020B0503020204020204" pitchFamily="34" charset="-122"/>
                          <a:cs typeface="宋体" panose="02010600030101010101" pitchFamily="2" charset="-122"/>
                        </a:rPr>
                        <a:t>17. </a:t>
                      </a:r>
                      <a:r>
                        <a:rPr lang="zh-CN" sz="1600" kern="100" dirty="0">
                          <a:effectLst/>
                          <a:latin typeface="微软雅黑" panose="020B0503020204020204" pitchFamily="34" charset="-122"/>
                          <a:ea typeface="微软雅黑" panose="020B0503020204020204" pitchFamily="34" charset="-122"/>
                          <a:cs typeface="宋体" panose="02010600030101010101" pitchFamily="2" charset="-122"/>
                        </a:rPr>
                        <a:t>有良好的现金流量，能占到销售额的</a:t>
                      </a:r>
                      <a:r>
                        <a:rPr lang="en-US" sz="1600" kern="100" dirty="0">
                          <a:effectLst/>
                          <a:latin typeface="微软雅黑" panose="020B0503020204020204" pitchFamily="34" charset="-122"/>
                          <a:ea typeface="微软雅黑" panose="020B0503020204020204" pitchFamily="34" charset="-122"/>
                          <a:cs typeface="宋体" panose="02010600030101010101" pitchFamily="2" charset="-122"/>
                        </a:rPr>
                        <a:t>20%</a:t>
                      </a:r>
                      <a:r>
                        <a:rPr lang="zh-CN" sz="1600" kern="100" dirty="0">
                          <a:effectLst/>
                          <a:latin typeface="微软雅黑" panose="020B0503020204020204" pitchFamily="34" charset="-122"/>
                          <a:ea typeface="微软雅黑" panose="020B0503020204020204" pitchFamily="34" charset="-122"/>
                          <a:cs typeface="宋体" panose="02010600030101010101" pitchFamily="2" charset="-122"/>
                        </a:rPr>
                        <a:t>～</a:t>
                      </a:r>
                      <a:r>
                        <a:rPr lang="en-US" sz="1600" kern="100" dirty="0">
                          <a:effectLst/>
                          <a:latin typeface="微软雅黑" panose="020B0503020204020204" pitchFamily="34" charset="-122"/>
                          <a:ea typeface="微软雅黑" panose="020B0503020204020204" pitchFamily="34" charset="-122"/>
                          <a:cs typeface="宋体" panose="02010600030101010101" pitchFamily="2" charset="-122"/>
                        </a:rPr>
                        <a:t>30%</a:t>
                      </a:r>
                      <a:endParaRPr lang="zh-CN" sz="1600" kern="100" dirty="0">
                        <a:effectLst/>
                        <a:latin typeface="微软雅黑" panose="020B0503020204020204" pitchFamily="34" charset="-122"/>
                        <a:ea typeface="微软雅黑" panose="020B0503020204020204" pitchFamily="34" charset="-122"/>
                        <a:cs typeface="宋体" panose="02010600030101010101" pitchFamily="2" charset="-122"/>
                      </a:endParaRPr>
                    </a:p>
                    <a:p>
                      <a:pPr algn="just">
                        <a:lnSpc>
                          <a:spcPct val="100000"/>
                        </a:lnSpc>
                        <a:spcBef>
                          <a:spcPts val="0"/>
                        </a:spcBef>
                        <a:spcAft>
                          <a:spcPts val="0"/>
                        </a:spcAft>
                      </a:pPr>
                      <a:r>
                        <a:rPr lang="en-US" sz="1600" kern="100" dirty="0">
                          <a:effectLst/>
                          <a:latin typeface="微软雅黑" panose="020B0503020204020204" pitchFamily="34" charset="-122"/>
                          <a:ea typeface="微软雅黑" panose="020B0503020204020204" pitchFamily="34" charset="-122"/>
                          <a:cs typeface="宋体" panose="02010600030101010101" pitchFamily="2" charset="-122"/>
                        </a:rPr>
                        <a:t>18. </a:t>
                      </a:r>
                      <a:r>
                        <a:rPr lang="zh-CN" sz="1600" kern="100" dirty="0">
                          <a:effectLst/>
                          <a:latin typeface="微软雅黑" panose="020B0503020204020204" pitchFamily="34" charset="-122"/>
                          <a:ea typeface="微软雅黑" panose="020B0503020204020204" pitchFamily="34" charset="-122"/>
                          <a:cs typeface="宋体" panose="02010600030101010101" pitchFamily="2" charset="-122"/>
                        </a:rPr>
                        <a:t>能获得持久的毛利，毛利率要达到</a:t>
                      </a:r>
                      <a:r>
                        <a:rPr lang="en-US" sz="1600" kern="100" dirty="0">
                          <a:effectLst/>
                          <a:latin typeface="微软雅黑" panose="020B0503020204020204" pitchFamily="34" charset="-122"/>
                          <a:ea typeface="微软雅黑" panose="020B0503020204020204" pitchFamily="34" charset="-122"/>
                          <a:cs typeface="宋体" panose="02010600030101010101" pitchFamily="2" charset="-122"/>
                        </a:rPr>
                        <a:t>40%</a:t>
                      </a:r>
                      <a:r>
                        <a:rPr lang="zh-CN" sz="1600" kern="100" dirty="0">
                          <a:effectLst/>
                          <a:latin typeface="微软雅黑" panose="020B0503020204020204" pitchFamily="34" charset="-122"/>
                          <a:ea typeface="微软雅黑" panose="020B0503020204020204" pitchFamily="34" charset="-122"/>
                          <a:cs typeface="宋体" panose="02010600030101010101" pitchFamily="2" charset="-122"/>
                        </a:rPr>
                        <a:t>以上</a:t>
                      </a:r>
                      <a:endParaRPr lang="zh-CN" sz="1600" kern="100" dirty="0">
                        <a:effectLst/>
                        <a:latin typeface="微软雅黑" panose="020B0503020204020204" pitchFamily="34" charset="-122"/>
                        <a:ea typeface="微软雅黑" panose="020B0503020204020204" pitchFamily="34" charset="-122"/>
                        <a:cs typeface="宋体" panose="02010600030101010101" pitchFamily="2" charset="-122"/>
                      </a:endParaRPr>
                    </a:p>
                    <a:p>
                      <a:pPr algn="just">
                        <a:lnSpc>
                          <a:spcPct val="100000"/>
                        </a:lnSpc>
                        <a:spcBef>
                          <a:spcPts val="0"/>
                        </a:spcBef>
                        <a:spcAft>
                          <a:spcPts val="0"/>
                        </a:spcAft>
                      </a:pPr>
                      <a:r>
                        <a:rPr lang="en-US" sz="1600" kern="100" dirty="0">
                          <a:effectLst/>
                          <a:latin typeface="微软雅黑" panose="020B0503020204020204" pitchFamily="34" charset="-122"/>
                          <a:ea typeface="微软雅黑" panose="020B0503020204020204" pitchFamily="34" charset="-122"/>
                          <a:cs typeface="宋体" panose="02010600030101010101" pitchFamily="2" charset="-122"/>
                        </a:rPr>
                        <a:t>19. </a:t>
                      </a:r>
                      <a:r>
                        <a:rPr lang="zh-CN" sz="1600" kern="100" dirty="0">
                          <a:effectLst/>
                          <a:latin typeface="微软雅黑" panose="020B0503020204020204" pitchFamily="34" charset="-122"/>
                          <a:ea typeface="微软雅黑" panose="020B0503020204020204" pitchFamily="34" charset="-122"/>
                          <a:cs typeface="宋体" panose="02010600030101010101" pitchFamily="2" charset="-122"/>
                        </a:rPr>
                        <a:t>能获得持久的税后利润，税后利润率要超过</a:t>
                      </a:r>
                      <a:r>
                        <a:rPr lang="en-US" sz="1600" kern="100" dirty="0">
                          <a:effectLst/>
                          <a:latin typeface="微软雅黑" panose="020B0503020204020204" pitchFamily="34" charset="-122"/>
                          <a:ea typeface="微软雅黑" panose="020B0503020204020204" pitchFamily="34" charset="-122"/>
                          <a:cs typeface="宋体" panose="02010600030101010101" pitchFamily="2" charset="-122"/>
                        </a:rPr>
                        <a:t>10%</a:t>
                      </a:r>
                      <a:endParaRPr lang="zh-CN" sz="1600" kern="100" dirty="0">
                        <a:effectLst/>
                        <a:latin typeface="微软雅黑" panose="020B0503020204020204" pitchFamily="34" charset="-122"/>
                        <a:ea typeface="微软雅黑" panose="020B0503020204020204" pitchFamily="34" charset="-122"/>
                        <a:cs typeface="宋体" panose="02010600030101010101" pitchFamily="2" charset="-122"/>
                      </a:endParaRPr>
                    </a:p>
                    <a:p>
                      <a:pPr algn="just">
                        <a:lnSpc>
                          <a:spcPct val="100000"/>
                        </a:lnSpc>
                        <a:spcBef>
                          <a:spcPts val="0"/>
                        </a:spcBef>
                        <a:spcAft>
                          <a:spcPts val="0"/>
                        </a:spcAft>
                      </a:pPr>
                      <a:r>
                        <a:rPr lang="en-US" sz="1600" kern="100" dirty="0">
                          <a:effectLst/>
                          <a:latin typeface="微软雅黑" panose="020B0503020204020204" pitchFamily="34" charset="-122"/>
                          <a:ea typeface="微软雅黑" panose="020B0503020204020204" pitchFamily="34" charset="-122"/>
                          <a:cs typeface="宋体" panose="02010600030101010101" pitchFamily="2" charset="-122"/>
                        </a:rPr>
                        <a:t>20. </a:t>
                      </a:r>
                      <a:r>
                        <a:rPr lang="zh-CN" sz="1600" kern="100" dirty="0">
                          <a:effectLst/>
                          <a:latin typeface="微软雅黑" panose="020B0503020204020204" pitchFamily="34" charset="-122"/>
                          <a:ea typeface="微软雅黑" panose="020B0503020204020204" pitchFamily="34" charset="-122"/>
                          <a:cs typeface="宋体" panose="02010600030101010101" pitchFamily="2" charset="-122"/>
                        </a:rPr>
                        <a:t>资产集中程度低</a:t>
                      </a:r>
                      <a:endParaRPr lang="zh-CN" sz="1600" kern="100" dirty="0">
                        <a:effectLst/>
                        <a:latin typeface="微软雅黑" panose="020B0503020204020204" pitchFamily="34" charset="-122"/>
                        <a:ea typeface="微软雅黑" panose="020B0503020204020204" pitchFamily="34" charset="-122"/>
                        <a:cs typeface="宋体" panose="02010600030101010101" pitchFamily="2" charset="-122"/>
                      </a:endParaRPr>
                    </a:p>
                    <a:p>
                      <a:pPr algn="just">
                        <a:lnSpc>
                          <a:spcPct val="100000"/>
                        </a:lnSpc>
                        <a:spcBef>
                          <a:spcPts val="0"/>
                        </a:spcBef>
                        <a:spcAft>
                          <a:spcPts val="0"/>
                        </a:spcAft>
                      </a:pPr>
                      <a:r>
                        <a:rPr lang="en-US" sz="1600" kern="100" dirty="0">
                          <a:effectLst/>
                          <a:latin typeface="微软雅黑" panose="020B0503020204020204" pitchFamily="34" charset="-122"/>
                          <a:ea typeface="微软雅黑" panose="020B0503020204020204" pitchFamily="34" charset="-122"/>
                          <a:cs typeface="宋体" panose="02010600030101010101" pitchFamily="2" charset="-122"/>
                        </a:rPr>
                        <a:t>21. </a:t>
                      </a:r>
                      <a:r>
                        <a:rPr lang="zh-CN" sz="1600" kern="100" dirty="0">
                          <a:effectLst/>
                          <a:latin typeface="微软雅黑" panose="020B0503020204020204" pitchFamily="34" charset="-122"/>
                          <a:ea typeface="微软雅黑" panose="020B0503020204020204" pitchFamily="34" charset="-122"/>
                          <a:cs typeface="宋体" panose="02010600030101010101" pitchFamily="2" charset="-122"/>
                        </a:rPr>
                        <a:t>运营资金不多，需求量是逐渐增加的</a:t>
                      </a:r>
                      <a:endParaRPr lang="zh-CN" sz="1600" kern="100" dirty="0">
                        <a:effectLst/>
                        <a:latin typeface="微软雅黑" panose="020B0503020204020204" pitchFamily="34" charset="-122"/>
                        <a:ea typeface="微软雅黑" panose="020B0503020204020204" pitchFamily="34" charset="-122"/>
                        <a:cs typeface="宋体" panose="02010600030101010101" pitchFamily="2" charset="-122"/>
                      </a:endParaRPr>
                    </a:p>
                    <a:p>
                      <a:pPr algn="just">
                        <a:lnSpc>
                          <a:spcPct val="100000"/>
                        </a:lnSpc>
                        <a:spcBef>
                          <a:spcPts val="0"/>
                        </a:spcBef>
                        <a:spcAft>
                          <a:spcPts val="0"/>
                        </a:spcAft>
                      </a:pPr>
                      <a:r>
                        <a:rPr lang="en-US" sz="1600" kern="100" dirty="0">
                          <a:effectLst/>
                          <a:latin typeface="微软雅黑" panose="020B0503020204020204" pitchFamily="34" charset="-122"/>
                          <a:ea typeface="微软雅黑" panose="020B0503020204020204" pitchFamily="34" charset="-122"/>
                          <a:cs typeface="宋体" panose="02010600030101010101" pitchFamily="2" charset="-122"/>
                        </a:rPr>
                        <a:t>22. </a:t>
                      </a:r>
                      <a:r>
                        <a:rPr lang="zh-CN" sz="1600" kern="100" dirty="0">
                          <a:effectLst/>
                          <a:latin typeface="微软雅黑" panose="020B0503020204020204" pitchFamily="34" charset="-122"/>
                          <a:ea typeface="微软雅黑" panose="020B0503020204020204" pitchFamily="34" charset="-122"/>
                          <a:cs typeface="宋体" panose="02010600030101010101" pitchFamily="2" charset="-122"/>
                        </a:rPr>
                        <a:t>研究开发工作对资金的要求不高</a:t>
                      </a:r>
                      <a:endParaRPr lang="zh-CN" sz="1600" kern="100" dirty="0">
                        <a:effectLst/>
                        <a:latin typeface="微软雅黑" panose="020B0503020204020204" pitchFamily="34" charset="-122"/>
                        <a:ea typeface="微软雅黑" panose="020B0503020204020204" pitchFamily="34" charset="-122"/>
                        <a:cs typeface="宋体" panose="02010600030101010101" pitchFamily="2" charset="-122"/>
                      </a:endParaRPr>
                    </a:p>
                  </a:txBody>
                  <a:tcPr marL="68580" marR="68580" marT="0" marB="0">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txBox="1"/>
          <p:nvPr/>
        </p:nvSpPr>
        <p:spPr>
          <a:xfrm>
            <a:off x="107504" y="188640"/>
            <a:ext cx="7111703" cy="706923"/>
          </a:xfrm>
          <a:prstGeom prst="rect">
            <a:avLst/>
          </a:prstGeom>
        </p:spPr>
        <p:txBody>
          <a:bodyPr>
            <a:normAutofit/>
          </a:bodyPr>
          <a:lstStyle>
            <a:lvl1pPr algn="l" rtl="0" eaLnBrk="0" fontAlgn="base" hangingPunct="0">
              <a:spcBef>
                <a:spcPct val="0"/>
              </a:spcBef>
              <a:spcAft>
                <a:spcPct val="0"/>
              </a:spcAft>
              <a:defRPr sz="3600" kern="1200">
                <a:solidFill>
                  <a:schemeClr val="bg1"/>
                </a:solidFill>
                <a:latin typeface="黑体" panose="02010609060101010101" pitchFamily="49" charset="-122"/>
                <a:ea typeface="黑体" panose="02010609060101010101" pitchFamily="49" charset="-122"/>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r>
              <a:rPr lang="zh-CN" altLang="zh-CN" sz="3200" dirty="0"/>
              <a:t>三、选择活动方案的评价方法</a:t>
            </a:r>
            <a:endParaRPr lang="zh-CN" altLang="en-US" sz="3200" dirty="0"/>
          </a:p>
        </p:txBody>
      </p:sp>
      <p:sp>
        <p:nvSpPr>
          <p:cNvPr id="6" name="标题 1"/>
          <p:cNvSpPr txBox="1"/>
          <p:nvPr/>
        </p:nvSpPr>
        <p:spPr>
          <a:xfrm>
            <a:off x="251520" y="1193797"/>
            <a:ext cx="6912768" cy="77893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200" kern="1200">
                <a:solidFill>
                  <a:schemeClr val="tx1"/>
                </a:solidFill>
                <a:latin typeface="微软雅黑" panose="020B0503020204020204" pitchFamily="34" charset="-122"/>
                <a:ea typeface="微软雅黑" panose="020B0503020204020204" pitchFamily="34" charset="-122"/>
                <a:cs typeface="+mj-cs"/>
              </a:defRPr>
            </a:lvl1pPr>
          </a:lstStyle>
          <a:p>
            <a:pPr>
              <a:lnSpc>
                <a:spcPct val="100000"/>
              </a:lnSpc>
            </a:pPr>
            <a:r>
              <a:rPr lang="zh-CN" altLang="en-US" sz="2000" dirty="0"/>
              <a:t>（二）机会评价框架</a:t>
            </a:r>
            <a:endParaRPr lang="zh-CN" altLang="zh-CN" sz="2000" dirty="0"/>
          </a:p>
        </p:txBody>
      </p:sp>
      <p:graphicFrame>
        <p:nvGraphicFramePr>
          <p:cNvPr id="7" name="表格 6"/>
          <p:cNvGraphicFramePr>
            <a:graphicFrameLocks noGrp="1"/>
          </p:cNvGraphicFramePr>
          <p:nvPr/>
        </p:nvGraphicFramePr>
        <p:xfrm>
          <a:off x="935228" y="2282780"/>
          <a:ext cx="7273545" cy="1146220"/>
        </p:xfrm>
        <a:graphic>
          <a:graphicData uri="http://schemas.openxmlformats.org/drawingml/2006/table">
            <a:tbl>
              <a:tblPr firstRow="1" firstCol="1" bandRow="1"/>
              <a:tblGrid>
                <a:gridCol w="1985541"/>
                <a:gridCol w="5288004"/>
              </a:tblGrid>
              <a:tr h="1146220">
                <a:tc>
                  <a:txBody>
                    <a:bodyPr/>
                    <a:lstStyle/>
                    <a:p>
                      <a:pPr algn="ctr">
                        <a:lnSpc>
                          <a:spcPct val="100000"/>
                        </a:lnSpc>
                        <a:spcBef>
                          <a:spcPts val="0"/>
                        </a:spcBef>
                        <a:spcAft>
                          <a:spcPts val="0"/>
                        </a:spcAft>
                      </a:pPr>
                      <a:r>
                        <a:rPr lang="zh-CN" sz="1600" kern="100" dirty="0">
                          <a:effectLst/>
                          <a:latin typeface="微软雅黑" panose="020B0503020204020204" pitchFamily="34" charset="-122"/>
                          <a:ea typeface="微软雅黑" panose="020B0503020204020204" pitchFamily="34" charset="-122"/>
                          <a:cs typeface="宋体" panose="02010600030101010101" pitchFamily="2" charset="-122"/>
                        </a:rPr>
                        <a:t>收获条件</a:t>
                      </a:r>
                      <a:endParaRPr lang="zh-CN" sz="1600" kern="100" dirty="0">
                        <a:effectLst/>
                        <a:latin typeface="微软雅黑" panose="020B0503020204020204" pitchFamily="34" charset="-122"/>
                        <a:ea typeface="微软雅黑" panose="020B0503020204020204" pitchFamily="34" charset="-122"/>
                        <a:cs typeface="宋体" panose="02010600030101010101" pitchFamily="2" charset="-122"/>
                      </a:endParaRPr>
                    </a:p>
                  </a:txBody>
                  <a:tcPr marL="68580" marR="68580" marT="0" marB="0">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00000"/>
                        </a:lnSpc>
                        <a:spcBef>
                          <a:spcPts val="0"/>
                        </a:spcBef>
                        <a:spcAft>
                          <a:spcPts val="0"/>
                        </a:spcAft>
                      </a:pPr>
                      <a:r>
                        <a:rPr lang="en-US" sz="1600" kern="100" dirty="0">
                          <a:effectLst/>
                          <a:latin typeface="微软雅黑" panose="020B0503020204020204" pitchFamily="34" charset="-122"/>
                          <a:ea typeface="微软雅黑" panose="020B0503020204020204" pitchFamily="34" charset="-122"/>
                          <a:cs typeface="宋体" panose="02010600030101010101" pitchFamily="2" charset="-122"/>
                        </a:rPr>
                        <a:t>23. </a:t>
                      </a:r>
                      <a:r>
                        <a:rPr lang="zh-CN" sz="1600" kern="100" dirty="0">
                          <a:effectLst/>
                          <a:latin typeface="微软雅黑" panose="020B0503020204020204" pitchFamily="34" charset="-122"/>
                          <a:ea typeface="微软雅黑" panose="020B0503020204020204" pitchFamily="34" charset="-122"/>
                          <a:cs typeface="宋体" panose="02010600030101010101" pitchFamily="2" charset="-122"/>
                        </a:rPr>
                        <a:t>项目带来的附加价值具有较大的战略</a:t>
                      </a:r>
                      <a:r>
                        <a:rPr lang="zh-CN" sz="1600" kern="100" dirty="0" smtClean="0">
                          <a:effectLst/>
                          <a:latin typeface="微软雅黑" panose="020B0503020204020204" pitchFamily="34" charset="-122"/>
                          <a:ea typeface="微软雅黑" panose="020B0503020204020204" pitchFamily="34" charset="-122"/>
                          <a:cs typeface="宋体" panose="02010600030101010101" pitchFamily="2" charset="-122"/>
                        </a:rPr>
                        <a:t>意义</a:t>
                      </a:r>
                      <a:endParaRPr lang="zh-CN" sz="1600" kern="100" dirty="0">
                        <a:effectLst/>
                        <a:latin typeface="微软雅黑" panose="020B0503020204020204" pitchFamily="34" charset="-122"/>
                        <a:ea typeface="微软雅黑" panose="020B0503020204020204" pitchFamily="34" charset="-122"/>
                        <a:cs typeface="Times New Roman" panose="02020603050405020304" pitchFamily="18" charset="0"/>
                      </a:endParaRPr>
                    </a:p>
                    <a:p>
                      <a:pPr algn="just">
                        <a:lnSpc>
                          <a:spcPct val="100000"/>
                        </a:lnSpc>
                        <a:spcBef>
                          <a:spcPts val="0"/>
                        </a:spcBef>
                        <a:spcAft>
                          <a:spcPts val="0"/>
                        </a:spcAft>
                      </a:pPr>
                      <a:r>
                        <a:rPr lang="en-US" sz="1600" kern="100" dirty="0">
                          <a:effectLst/>
                          <a:latin typeface="微软雅黑" panose="020B0503020204020204" pitchFamily="34" charset="-122"/>
                          <a:ea typeface="微软雅黑" panose="020B0503020204020204" pitchFamily="34" charset="-122"/>
                          <a:cs typeface="Times New Roman" panose="02020603050405020304" pitchFamily="18" charset="0"/>
                        </a:rPr>
                        <a:t>24. </a:t>
                      </a:r>
                      <a:r>
                        <a:rPr lang="zh-CN" sz="1600" kern="100" dirty="0">
                          <a:effectLst/>
                          <a:latin typeface="微软雅黑" panose="020B0503020204020204" pitchFamily="34" charset="-122"/>
                          <a:ea typeface="微软雅黑" panose="020B0503020204020204" pitchFamily="34" charset="-122"/>
                          <a:cs typeface="Times New Roman" panose="02020603050405020304" pitchFamily="18" charset="0"/>
                        </a:rPr>
                        <a:t>存在现有的或可预料的退出方式 </a:t>
                      </a:r>
                      <a:endParaRPr lang="en-US" altLang="zh-CN" sz="1600" kern="100" dirty="0" smtClean="0">
                        <a:effectLst/>
                        <a:latin typeface="微软雅黑" panose="020B0503020204020204" pitchFamily="34" charset="-122"/>
                        <a:ea typeface="微软雅黑" panose="020B0503020204020204" pitchFamily="34" charset="-122"/>
                        <a:cs typeface="Times New Roman" panose="02020603050405020304" pitchFamily="18" charset="0"/>
                      </a:endParaRPr>
                    </a:p>
                    <a:p>
                      <a:pPr algn="just">
                        <a:lnSpc>
                          <a:spcPct val="100000"/>
                        </a:lnSpc>
                        <a:spcBef>
                          <a:spcPts val="0"/>
                        </a:spcBef>
                        <a:spcAft>
                          <a:spcPts val="0"/>
                        </a:spcAft>
                      </a:pPr>
                      <a:r>
                        <a:rPr lang="en-US" sz="1600" kern="100" dirty="0" smtClean="0">
                          <a:effectLst/>
                          <a:latin typeface="微软雅黑" panose="020B0503020204020204" pitchFamily="34" charset="-122"/>
                          <a:ea typeface="微软雅黑" panose="020B0503020204020204" pitchFamily="34" charset="-122"/>
                          <a:cs typeface="宋体" panose="02010600030101010101" pitchFamily="2" charset="-122"/>
                        </a:rPr>
                        <a:t>25</a:t>
                      </a:r>
                      <a:r>
                        <a:rPr lang="en-US" sz="1600" kern="100" dirty="0">
                          <a:effectLst/>
                          <a:latin typeface="微软雅黑" panose="020B0503020204020204" pitchFamily="34" charset="-122"/>
                          <a:ea typeface="微软雅黑" panose="020B0503020204020204" pitchFamily="34" charset="-122"/>
                          <a:cs typeface="宋体" panose="02010600030101010101" pitchFamily="2" charset="-122"/>
                        </a:rPr>
                        <a:t>. </a:t>
                      </a:r>
                      <a:r>
                        <a:rPr lang="zh-CN" sz="1600" kern="100" dirty="0">
                          <a:effectLst/>
                          <a:latin typeface="微软雅黑" panose="020B0503020204020204" pitchFamily="34" charset="-122"/>
                          <a:ea typeface="微软雅黑" panose="020B0503020204020204" pitchFamily="34" charset="-122"/>
                          <a:cs typeface="宋体" panose="02010600030101010101" pitchFamily="2" charset="-122"/>
                        </a:rPr>
                        <a:t>资本市场环境有利，可以实现资本的流动</a:t>
                      </a:r>
                      <a:endParaRPr lang="zh-CN" sz="1600" kern="100" dirty="0">
                        <a:effectLst/>
                        <a:latin typeface="微软雅黑" panose="020B0503020204020204" pitchFamily="34" charset="-122"/>
                        <a:ea typeface="微软雅黑" panose="020B0503020204020204" pitchFamily="34" charset="-122"/>
                        <a:cs typeface="宋体" panose="02010600030101010101" pitchFamily="2" charset="-122"/>
                      </a:endParaRPr>
                    </a:p>
                  </a:txBody>
                  <a:tcPr marL="68580" marR="68580" marT="0" marB="0">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graphicFrame>
        <p:nvGraphicFramePr>
          <p:cNvPr id="8" name="表格 7"/>
          <p:cNvGraphicFramePr>
            <a:graphicFrameLocks noGrp="1"/>
          </p:cNvGraphicFramePr>
          <p:nvPr/>
        </p:nvGraphicFramePr>
        <p:xfrm>
          <a:off x="933795" y="3689499"/>
          <a:ext cx="7274978" cy="2253435"/>
        </p:xfrm>
        <a:graphic>
          <a:graphicData uri="http://schemas.openxmlformats.org/drawingml/2006/table">
            <a:tbl>
              <a:tblPr firstRow="1" firstCol="1" bandRow="1"/>
              <a:tblGrid>
                <a:gridCol w="1982021"/>
                <a:gridCol w="5292957"/>
              </a:tblGrid>
              <a:tr h="2253435">
                <a:tc>
                  <a:txBody>
                    <a:bodyPr/>
                    <a:lstStyle/>
                    <a:p>
                      <a:pPr algn="ctr">
                        <a:lnSpc>
                          <a:spcPct val="100000"/>
                        </a:lnSpc>
                        <a:spcBef>
                          <a:spcPts val="0"/>
                        </a:spcBef>
                        <a:spcAft>
                          <a:spcPts val="0"/>
                        </a:spcAft>
                      </a:pPr>
                      <a:r>
                        <a:rPr lang="zh-CN" sz="1600" kern="100" dirty="0">
                          <a:effectLst/>
                          <a:latin typeface="微软雅黑" panose="020B0503020204020204" pitchFamily="34" charset="-122"/>
                          <a:ea typeface="微软雅黑" panose="020B0503020204020204" pitchFamily="34" charset="-122"/>
                          <a:cs typeface="宋体" panose="02010600030101010101" pitchFamily="2" charset="-122"/>
                        </a:rPr>
                        <a:t>竞争优势</a:t>
                      </a:r>
                      <a:endParaRPr lang="zh-CN" sz="1600" kern="100" dirty="0">
                        <a:effectLst/>
                        <a:latin typeface="微软雅黑" panose="020B0503020204020204" pitchFamily="34" charset="-122"/>
                        <a:ea typeface="微软雅黑" panose="020B0503020204020204" pitchFamily="34" charset="-122"/>
                        <a:cs typeface="宋体" panose="02010600030101010101" pitchFamily="2" charset="-122"/>
                      </a:endParaRPr>
                    </a:p>
                  </a:txBody>
                  <a:tcPr marL="68580" marR="68580" marT="0" marB="0">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00000"/>
                        </a:lnSpc>
                        <a:spcBef>
                          <a:spcPts val="0"/>
                        </a:spcBef>
                        <a:spcAft>
                          <a:spcPts val="0"/>
                        </a:spcAft>
                      </a:pPr>
                      <a:r>
                        <a:rPr lang="en-US" sz="1600" kern="100" dirty="0">
                          <a:effectLst/>
                          <a:latin typeface="微软雅黑" panose="020B0503020204020204" pitchFamily="34" charset="-122"/>
                          <a:ea typeface="微软雅黑" panose="020B0503020204020204" pitchFamily="34" charset="-122"/>
                          <a:cs typeface="宋体" panose="02010600030101010101" pitchFamily="2" charset="-122"/>
                        </a:rPr>
                        <a:t>26. </a:t>
                      </a:r>
                      <a:r>
                        <a:rPr lang="zh-CN" sz="1600" kern="100" dirty="0">
                          <a:effectLst/>
                          <a:latin typeface="微软雅黑" panose="020B0503020204020204" pitchFamily="34" charset="-122"/>
                          <a:ea typeface="微软雅黑" panose="020B0503020204020204" pitchFamily="34" charset="-122"/>
                          <a:cs typeface="宋体" panose="02010600030101010101" pitchFamily="2" charset="-122"/>
                        </a:rPr>
                        <a:t>固定成本和可变成本低</a:t>
                      </a:r>
                      <a:endParaRPr lang="zh-CN" sz="1600" kern="100" dirty="0">
                        <a:effectLst/>
                        <a:latin typeface="微软雅黑" panose="020B0503020204020204" pitchFamily="34" charset="-122"/>
                        <a:ea typeface="微软雅黑" panose="020B0503020204020204" pitchFamily="34" charset="-122"/>
                        <a:cs typeface="宋体" panose="02010600030101010101" pitchFamily="2" charset="-122"/>
                      </a:endParaRPr>
                    </a:p>
                    <a:p>
                      <a:pPr algn="just">
                        <a:lnSpc>
                          <a:spcPct val="100000"/>
                        </a:lnSpc>
                        <a:spcBef>
                          <a:spcPts val="0"/>
                        </a:spcBef>
                        <a:spcAft>
                          <a:spcPts val="0"/>
                        </a:spcAft>
                      </a:pPr>
                      <a:r>
                        <a:rPr lang="en-US" sz="1600" kern="100" dirty="0">
                          <a:effectLst/>
                          <a:latin typeface="微软雅黑" panose="020B0503020204020204" pitchFamily="34" charset="-122"/>
                          <a:ea typeface="微软雅黑" panose="020B0503020204020204" pitchFamily="34" charset="-122"/>
                          <a:cs typeface="宋体" panose="02010600030101010101" pitchFamily="2" charset="-122"/>
                        </a:rPr>
                        <a:t>27. </a:t>
                      </a:r>
                      <a:r>
                        <a:rPr lang="zh-CN" sz="1600" kern="100" dirty="0">
                          <a:effectLst/>
                          <a:latin typeface="微软雅黑" panose="020B0503020204020204" pitchFamily="34" charset="-122"/>
                          <a:ea typeface="微软雅黑" panose="020B0503020204020204" pitchFamily="34" charset="-122"/>
                          <a:cs typeface="宋体" panose="02010600030101010101" pitchFamily="2" charset="-122"/>
                        </a:rPr>
                        <a:t>对成本、价格和销售的控制较高</a:t>
                      </a:r>
                      <a:endParaRPr lang="zh-CN" sz="1600" kern="100" dirty="0">
                        <a:effectLst/>
                        <a:latin typeface="微软雅黑" panose="020B0503020204020204" pitchFamily="34" charset="-122"/>
                        <a:ea typeface="微软雅黑" panose="020B0503020204020204" pitchFamily="34" charset="-122"/>
                        <a:cs typeface="宋体" panose="02010600030101010101" pitchFamily="2" charset="-122"/>
                      </a:endParaRPr>
                    </a:p>
                    <a:p>
                      <a:pPr algn="just">
                        <a:lnSpc>
                          <a:spcPct val="100000"/>
                        </a:lnSpc>
                        <a:spcBef>
                          <a:spcPts val="0"/>
                        </a:spcBef>
                        <a:spcAft>
                          <a:spcPts val="0"/>
                        </a:spcAft>
                      </a:pPr>
                      <a:r>
                        <a:rPr lang="en-US" sz="1600" kern="100" dirty="0">
                          <a:effectLst/>
                          <a:latin typeface="微软雅黑" panose="020B0503020204020204" pitchFamily="34" charset="-122"/>
                          <a:ea typeface="微软雅黑" panose="020B0503020204020204" pitchFamily="34" charset="-122"/>
                          <a:cs typeface="宋体" panose="02010600030101010101" pitchFamily="2" charset="-122"/>
                        </a:rPr>
                        <a:t>28. </a:t>
                      </a:r>
                      <a:r>
                        <a:rPr lang="zh-CN" sz="1600" kern="100" dirty="0">
                          <a:effectLst/>
                          <a:latin typeface="微软雅黑" panose="020B0503020204020204" pitchFamily="34" charset="-122"/>
                          <a:ea typeface="微软雅黑" panose="020B0503020204020204" pitchFamily="34" charset="-122"/>
                          <a:cs typeface="宋体" panose="02010600030101010101" pitchFamily="2" charset="-122"/>
                        </a:rPr>
                        <a:t>已经获得或可以获得对专利所有权的保护</a:t>
                      </a:r>
                      <a:endParaRPr lang="zh-CN" sz="1600" kern="100" dirty="0">
                        <a:effectLst/>
                        <a:latin typeface="微软雅黑" panose="020B0503020204020204" pitchFamily="34" charset="-122"/>
                        <a:ea typeface="微软雅黑" panose="020B0503020204020204" pitchFamily="34" charset="-122"/>
                        <a:cs typeface="宋体" panose="02010600030101010101" pitchFamily="2" charset="-122"/>
                      </a:endParaRPr>
                    </a:p>
                    <a:p>
                      <a:pPr algn="just">
                        <a:lnSpc>
                          <a:spcPct val="100000"/>
                        </a:lnSpc>
                        <a:spcBef>
                          <a:spcPts val="0"/>
                        </a:spcBef>
                        <a:spcAft>
                          <a:spcPts val="0"/>
                        </a:spcAft>
                      </a:pPr>
                      <a:r>
                        <a:rPr lang="en-US" sz="1600" kern="100" dirty="0">
                          <a:effectLst/>
                          <a:latin typeface="微软雅黑" panose="020B0503020204020204" pitchFamily="34" charset="-122"/>
                          <a:ea typeface="微软雅黑" panose="020B0503020204020204" pitchFamily="34" charset="-122"/>
                          <a:cs typeface="宋体" panose="02010600030101010101" pitchFamily="2" charset="-122"/>
                        </a:rPr>
                        <a:t>29. </a:t>
                      </a:r>
                      <a:r>
                        <a:rPr lang="zh-CN" sz="1600" kern="100" dirty="0">
                          <a:effectLst/>
                          <a:latin typeface="微软雅黑" panose="020B0503020204020204" pitchFamily="34" charset="-122"/>
                          <a:ea typeface="微软雅黑" panose="020B0503020204020204" pitchFamily="34" charset="-122"/>
                          <a:cs typeface="宋体" panose="02010600030101010101" pitchFamily="2" charset="-122"/>
                        </a:rPr>
                        <a:t>竞争对手尚未觉醒，竞争较弱</a:t>
                      </a:r>
                      <a:endParaRPr lang="zh-CN" sz="1600" kern="100" dirty="0">
                        <a:effectLst/>
                        <a:latin typeface="微软雅黑" panose="020B0503020204020204" pitchFamily="34" charset="-122"/>
                        <a:ea typeface="微软雅黑" panose="020B0503020204020204" pitchFamily="34" charset="-122"/>
                        <a:cs typeface="宋体" panose="02010600030101010101" pitchFamily="2" charset="-122"/>
                      </a:endParaRPr>
                    </a:p>
                    <a:p>
                      <a:pPr algn="just">
                        <a:lnSpc>
                          <a:spcPct val="100000"/>
                        </a:lnSpc>
                        <a:spcBef>
                          <a:spcPts val="0"/>
                        </a:spcBef>
                        <a:spcAft>
                          <a:spcPts val="0"/>
                        </a:spcAft>
                      </a:pPr>
                      <a:r>
                        <a:rPr lang="en-US" sz="1600" kern="100" dirty="0">
                          <a:effectLst/>
                          <a:latin typeface="微软雅黑" panose="020B0503020204020204" pitchFamily="34" charset="-122"/>
                          <a:ea typeface="微软雅黑" panose="020B0503020204020204" pitchFamily="34" charset="-122"/>
                          <a:cs typeface="宋体" panose="02010600030101010101" pitchFamily="2" charset="-122"/>
                        </a:rPr>
                        <a:t>30. </a:t>
                      </a:r>
                      <a:r>
                        <a:rPr lang="zh-CN" sz="1600" kern="100" dirty="0">
                          <a:effectLst/>
                          <a:latin typeface="微软雅黑" panose="020B0503020204020204" pitchFamily="34" charset="-122"/>
                          <a:ea typeface="微软雅黑" panose="020B0503020204020204" pitchFamily="34" charset="-122"/>
                          <a:cs typeface="宋体" panose="02010600030101010101" pitchFamily="2" charset="-122"/>
                        </a:rPr>
                        <a:t>拥有专利或具有某种独占性</a:t>
                      </a:r>
                      <a:endParaRPr lang="zh-CN" sz="1600" kern="100" dirty="0">
                        <a:effectLst/>
                        <a:latin typeface="微软雅黑" panose="020B0503020204020204" pitchFamily="34" charset="-122"/>
                        <a:ea typeface="微软雅黑" panose="020B0503020204020204" pitchFamily="34" charset="-122"/>
                        <a:cs typeface="宋体" panose="02010600030101010101" pitchFamily="2" charset="-122"/>
                      </a:endParaRPr>
                    </a:p>
                    <a:p>
                      <a:pPr algn="just">
                        <a:lnSpc>
                          <a:spcPct val="100000"/>
                        </a:lnSpc>
                        <a:spcBef>
                          <a:spcPts val="0"/>
                        </a:spcBef>
                        <a:spcAft>
                          <a:spcPts val="0"/>
                        </a:spcAft>
                      </a:pPr>
                      <a:r>
                        <a:rPr lang="en-US" sz="1600" kern="100" dirty="0">
                          <a:effectLst/>
                          <a:latin typeface="微软雅黑" panose="020B0503020204020204" pitchFamily="34" charset="-122"/>
                          <a:ea typeface="微软雅黑" panose="020B0503020204020204" pitchFamily="34" charset="-122"/>
                          <a:cs typeface="宋体" panose="02010600030101010101" pitchFamily="2" charset="-122"/>
                        </a:rPr>
                        <a:t>31. </a:t>
                      </a:r>
                      <a:r>
                        <a:rPr lang="zh-CN" sz="1600" kern="100" dirty="0">
                          <a:effectLst/>
                          <a:latin typeface="微软雅黑" panose="020B0503020204020204" pitchFamily="34" charset="-122"/>
                          <a:ea typeface="微软雅黑" panose="020B0503020204020204" pitchFamily="34" charset="-122"/>
                          <a:cs typeface="宋体" panose="02010600030101010101" pitchFamily="2" charset="-122"/>
                        </a:rPr>
                        <a:t>拥有发展良好的网络关系，容易获得合同</a:t>
                      </a:r>
                      <a:endParaRPr lang="zh-CN" sz="1600" kern="100" dirty="0">
                        <a:effectLst/>
                        <a:latin typeface="微软雅黑" panose="020B0503020204020204" pitchFamily="34" charset="-122"/>
                        <a:ea typeface="微软雅黑" panose="020B0503020204020204" pitchFamily="34" charset="-122"/>
                        <a:cs typeface="宋体" panose="02010600030101010101" pitchFamily="2" charset="-122"/>
                      </a:endParaRPr>
                    </a:p>
                    <a:p>
                      <a:pPr algn="just">
                        <a:lnSpc>
                          <a:spcPct val="100000"/>
                        </a:lnSpc>
                        <a:spcBef>
                          <a:spcPts val="0"/>
                        </a:spcBef>
                        <a:spcAft>
                          <a:spcPts val="0"/>
                        </a:spcAft>
                      </a:pPr>
                      <a:r>
                        <a:rPr lang="en-US" sz="1600" kern="100" dirty="0">
                          <a:effectLst/>
                          <a:latin typeface="微软雅黑" panose="020B0503020204020204" pitchFamily="34" charset="-122"/>
                          <a:ea typeface="微软雅黑" panose="020B0503020204020204" pitchFamily="34" charset="-122"/>
                          <a:cs typeface="宋体" panose="02010600030101010101" pitchFamily="2" charset="-122"/>
                        </a:rPr>
                        <a:t>32. </a:t>
                      </a:r>
                      <a:r>
                        <a:rPr lang="zh-CN" sz="1600" kern="100" dirty="0">
                          <a:effectLst/>
                          <a:latin typeface="微软雅黑" panose="020B0503020204020204" pitchFamily="34" charset="-122"/>
                          <a:ea typeface="微软雅黑" panose="020B0503020204020204" pitchFamily="34" charset="-122"/>
                          <a:cs typeface="宋体" panose="02010600030101010101" pitchFamily="2" charset="-122"/>
                        </a:rPr>
                        <a:t>拥有杰出的关键人员和管理团队</a:t>
                      </a:r>
                      <a:endParaRPr lang="zh-CN" sz="1600" kern="100" dirty="0">
                        <a:effectLst/>
                        <a:latin typeface="微软雅黑" panose="020B0503020204020204" pitchFamily="34" charset="-122"/>
                        <a:ea typeface="微软雅黑" panose="020B0503020204020204" pitchFamily="34" charset="-122"/>
                        <a:cs typeface="宋体" panose="02010600030101010101" pitchFamily="2" charset="-122"/>
                      </a:endParaRPr>
                    </a:p>
                  </a:txBody>
                  <a:tcPr marL="68580" marR="68580" marT="0" marB="0">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txBox="1"/>
          <p:nvPr/>
        </p:nvSpPr>
        <p:spPr>
          <a:xfrm>
            <a:off x="107504" y="188640"/>
            <a:ext cx="7111703" cy="706923"/>
          </a:xfrm>
          <a:prstGeom prst="rect">
            <a:avLst/>
          </a:prstGeom>
        </p:spPr>
        <p:txBody>
          <a:bodyPr>
            <a:normAutofit/>
          </a:bodyPr>
          <a:lstStyle>
            <a:lvl1pPr algn="l" rtl="0" eaLnBrk="0" fontAlgn="base" hangingPunct="0">
              <a:spcBef>
                <a:spcPct val="0"/>
              </a:spcBef>
              <a:spcAft>
                <a:spcPct val="0"/>
              </a:spcAft>
              <a:defRPr sz="3600" kern="1200">
                <a:solidFill>
                  <a:schemeClr val="bg1"/>
                </a:solidFill>
                <a:latin typeface="黑体" panose="02010609060101010101" pitchFamily="49" charset="-122"/>
                <a:ea typeface="黑体" panose="02010609060101010101" pitchFamily="49" charset="-122"/>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r>
              <a:rPr lang="zh-CN" altLang="zh-CN" sz="3200" dirty="0"/>
              <a:t>三、选择活动方案的评价方法</a:t>
            </a:r>
            <a:endParaRPr lang="zh-CN" altLang="en-US" sz="3200" dirty="0"/>
          </a:p>
        </p:txBody>
      </p:sp>
      <p:sp>
        <p:nvSpPr>
          <p:cNvPr id="6" name="标题 1"/>
          <p:cNvSpPr txBox="1"/>
          <p:nvPr/>
        </p:nvSpPr>
        <p:spPr>
          <a:xfrm>
            <a:off x="251520" y="1193797"/>
            <a:ext cx="6912768" cy="77893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200" kern="1200">
                <a:solidFill>
                  <a:schemeClr val="tx1"/>
                </a:solidFill>
                <a:latin typeface="微软雅黑" panose="020B0503020204020204" pitchFamily="34" charset="-122"/>
                <a:ea typeface="微软雅黑" panose="020B0503020204020204" pitchFamily="34" charset="-122"/>
                <a:cs typeface="+mj-cs"/>
              </a:defRPr>
            </a:lvl1pPr>
          </a:lstStyle>
          <a:p>
            <a:pPr>
              <a:lnSpc>
                <a:spcPct val="100000"/>
              </a:lnSpc>
            </a:pPr>
            <a:r>
              <a:rPr lang="zh-CN" altLang="en-US" sz="2000" dirty="0"/>
              <a:t>（二）机会评价框架</a:t>
            </a:r>
            <a:endParaRPr lang="zh-CN" altLang="zh-CN" sz="2000" dirty="0"/>
          </a:p>
        </p:txBody>
      </p:sp>
      <p:graphicFrame>
        <p:nvGraphicFramePr>
          <p:cNvPr id="9" name="表格 8"/>
          <p:cNvGraphicFramePr>
            <a:graphicFrameLocks noGrp="1"/>
          </p:cNvGraphicFramePr>
          <p:nvPr/>
        </p:nvGraphicFramePr>
        <p:xfrm>
          <a:off x="1204175" y="2069508"/>
          <a:ext cx="6735650" cy="1263650"/>
        </p:xfrm>
        <a:graphic>
          <a:graphicData uri="http://schemas.openxmlformats.org/drawingml/2006/table">
            <a:tbl>
              <a:tblPr firstRow="1" firstCol="1" bandRow="1"/>
              <a:tblGrid>
                <a:gridCol w="1872425"/>
                <a:gridCol w="4863225"/>
              </a:tblGrid>
              <a:tr h="288290">
                <a:tc>
                  <a:txBody>
                    <a:bodyPr/>
                    <a:lstStyle/>
                    <a:p>
                      <a:pPr algn="ctr">
                        <a:lnSpc>
                          <a:spcPct val="100000"/>
                        </a:lnSpc>
                        <a:spcBef>
                          <a:spcPts val="0"/>
                        </a:spcBef>
                        <a:spcAft>
                          <a:spcPts val="0"/>
                        </a:spcAft>
                      </a:pPr>
                      <a:r>
                        <a:rPr lang="zh-CN" sz="1600" kern="100" dirty="0">
                          <a:effectLst/>
                          <a:latin typeface="微软雅黑" panose="020B0503020204020204" pitchFamily="34" charset="-122"/>
                          <a:ea typeface="微软雅黑" panose="020B0503020204020204" pitchFamily="34" charset="-122"/>
                          <a:cs typeface="宋体" panose="02010600030101010101" pitchFamily="2" charset="-122"/>
                        </a:rPr>
                        <a:t>管理团队</a:t>
                      </a:r>
                      <a:endParaRPr lang="zh-CN" sz="1600" kern="100" dirty="0">
                        <a:effectLst/>
                        <a:latin typeface="微软雅黑" panose="020B0503020204020204" pitchFamily="34" charset="-122"/>
                        <a:ea typeface="微软雅黑" panose="020B0503020204020204" pitchFamily="34" charset="-122"/>
                        <a:cs typeface="宋体" panose="02010600030101010101" pitchFamily="2" charset="-122"/>
                      </a:endParaRPr>
                    </a:p>
                  </a:txBody>
                  <a:tcPr marL="68580" marR="68580" marT="0" marB="0">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00000"/>
                        </a:lnSpc>
                        <a:spcBef>
                          <a:spcPts val="0"/>
                        </a:spcBef>
                        <a:spcAft>
                          <a:spcPts val="0"/>
                        </a:spcAft>
                      </a:pPr>
                      <a:r>
                        <a:rPr lang="en-US" sz="1600" kern="100" dirty="0">
                          <a:effectLst/>
                          <a:latin typeface="微软雅黑" panose="020B0503020204020204" pitchFamily="34" charset="-122"/>
                          <a:ea typeface="微软雅黑" panose="020B0503020204020204" pitchFamily="34" charset="-122"/>
                          <a:cs typeface="宋体" panose="02010600030101010101" pitchFamily="2" charset="-122"/>
                        </a:rPr>
                        <a:t>33. </a:t>
                      </a:r>
                      <a:r>
                        <a:rPr lang="zh-CN" sz="1600" kern="100" dirty="0">
                          <a:effectLst/>
                          <a:latin typeface="微软雅黑" panose="020B0503020204020204" pitchFamily="34" charset="-122"/>
                          <a:ea typeface="微软雅黑" panose="020B0503020204020204" pitchFamily="34" charset="-122"/>
                          <a:cs typeface="宋体" panose="02010600030101010101" pitchFamily="2" charset="-122"/>
                        </a:rPr>
                        <a:t>创业者团队是一个优秀管理者的组合</a:t>
                      </a:r>
                      <a:endParaRPr lang="zh-CN" sz="1600" kern="100" dirty="0">
                        <a:effectLst/>
                        <a:latin typeface="微软雅黑" panose="020B0503020204020204" pitchFamily="34" charset="-122"/>
                        <a:ea typeface="微软雅黑" panose="020B0503020204020204" pitchFamily="34" charset="-122"/>
                        <a:cs typeface="宋体" panose="02010600030101010101" pitchFamily="2" charset="-122"/>
                      </a:endParaRPr>
                    </a:p>
                    <a:p>
                      <a:pPr algn="just">
                        <a:lnSpc>
                          <a:spcPct val="100000"/>
                        </a:lnSpc>
                        <a:spcBef>
                          <a:spcPts val="0"/>
                        </a:spcBef>
                        <a:spcAft>
                          <a:spcPts val="0"/>
                        </a:spcAft>
                      </a:pPr>
                      <a:r>
                        <a:rPr lang="en-US" sz="1600" kern="100" dirty="0">
                          <a:effectLst/>
                          <a:latin typeface="微软雅黑" panose="020B0503020204020204" pitchFamily="34" charset="-122"/>
                          <a:ea typeface="微软雅黑" panose="020B0503020204020204" pitchFamily="34" charset="-122"/>
                          <a:cs typeface="宋体" panose="02010600030101010101" pitchFamily="2" charset="-122"/>
                        </a:rPr>
                        <a:t>34. </a:t>
                      </a:r>
                      <a:r>
                        <a:rPr lang="zh-CN" sz="1600" kern="100" dirty="0">
                          <a:effectLst/>
                          <a:latin typeface="微软雅黑" panose="020B0503020204020204" pitchFamily="34" charset="-122"/>
                          <a:ea typeface="微软雅黑" panose="020B0503020204020204" pitchFamily="34" charset="-122"/>
                          <a:cs typeface="宋体" panose="02010600030101010101" pitchFamily="2" charset="-122"/>
                        </a:rPr>
                        <a:t>行业和技术经验达到了本行业内的最高水平</a:t>
                      </a:r>
                      <a:endParaRPr lang="zh-CN" sz="1600" kern="100" dirty="0">
                        <a:effectLst/>
                        <a:latin typeface="微软雅黑" panose="020B0503020204020204" pitchFamily="34" charset="-122"/>
                        <a:ea typeface="微软雅黑" panose="020B0503020204020204" pitchFamily="34" charset="-122"/>
                        <a:cs typeface="宋体" panose="02010600030101010101" pitchFamily="2" charset="-122"/>
                      </a:endParaRPr>
                    </a:p>
                    <a:p>
                      <a:pPr algn="just">
                        <a:lnSpc>
                          <a:spcPct val="100000"/>
                        </a:lnSpc>
                        <a:spcBef>
                          <a:spcPts val="0"/>
                        </a:spcBef>
                        <a:spcAft>
                          <a:spcPts val="0"/>
                        </a:spcAft>
                      </a:pPr>
                      <a:r>
                        <a:rPr lang="en-US" sz="1600" kern="100" dirty="0">
                          <a:effectLst/>
                          <a:latin typeface="微软雅黑" panose="020B0503020204020204" pitchFamily="34" charset="-122"/>
                          <a:ea typeface="微软雅黑" panose="020B0503020204020204" pitchFamily="34" charset="-122"/>
                          <a:cs typeface="宋体" panose="02010600030101010101" pitchFamily="2" charset="-122"/>
                        </a:rPr>
                        <a:t>35. </a:t>
                      </a:r>
                      <a:r>
                        <a:rPr lang="zh-CN" sz="1600" kern="100" dirty="0">
                          <a:effectLst/>
                          <a:latin typeface="微软雅黑" panose="020B0503020204020204" pitchFamily="34" charset="-122"/>
                          <a:ea typeface="微软雅黑" panose="020B0503020204020204" pitchFamily="34" charset="-122"/>
                          <a:cs typeface="宋体" panose="02010600030101010101" pitchFamily="2" charset="-122"/>
                        </a:rPr>
                        <a:t>管理团队的正直廉洁程度能达到最高水准</a:t>
                      </a:r>
                      <a:endParaRPr lang="zh-CN" sz="1600" kern="100" dirty="0">
                        <a:effectLst/>
                        <a:latin typeface="微软雅黑" panose="020B0503020204020204" pitchFamily="34" charset="-122"/>
                        <a:ea typeface="微软雅黑" panose="020B0503020204020204" pitchFamily="34" charset="-122"/>
                        <a:cs typeface="宋体" panose="02010600030101010101" pitchFamily="2" charset="-122"/>
                      </a:endParaRPr>
                    </a:p>
                    <a:p>
                      <a:pPr algn="just">
                        <a:lnSpc>
                          <a:spcPct val="100000"/>
                        </a:lnSpc>
                        <a:spcBef>
                          <a:spcPts val="0"/>
                        </a:spcBef>
                        <a:spcAft>
                          <a:spcPts val="0"/>
                        </a:spcAft>
                      </a:pPr>
                      <a:r>
                        <a:rPr lang="en-US" sz="1600" kern="100" dirty="0">
                          <a:effectLst/>
                          <a:latin typeface="微软雅黑" panose="020B0503020204020204" pitchFamily="34" charset="-122"/>
                          <a:ea typeface="微软雅黑" panose="020B0503020204020204" pitchFamily="34" charset="-122"/>
                          <a:cs typeface="宋体" panose="02010600030101010101" pitchFamily="2" charset="-122"/>
                        </a:rPr>
                        <a:t>36. </a:t>
                      </a:r>
                      <a:r>
                        <a:rPr lang="zh-CN" sz="1600" kern="100" dirty="0">
                          <a:effectLst/>
                          <a:latin typeface="微软雅黑" panose="020B0503020204020204" pitchFamily="34" charset="-122"/>
                          <a:ea typeface="微软雅黑" panose="020B0503020204020204" pitchFamily="34" charset="-122"/>
                          <a:cs typeface="宋体" panose="02010600030101010101" pitchFamily="2" charset="-122"/>
                        </a:rPr>
                        <a:t>管理团队知道自己缺乏哪方面的知识</a:t>
                      </a:r>
                      <a:endParaRPr lang="zh-CN" sz="1600" kern="100" dirty="0">
                        <a:effectLst/>
                        <a:latin typeface="微软雅黑" panose="020B0503020204020204" pitchFamily="34" charset="-122"/>
                        <a:ea typeface="微软雅黑" panose="020B0503020204020204" pitchFamily="34" charset="-122"/>
                        <a:cs typeface="宋体" panose="02010600030101010101" pitchFamily="2" charset="-122"/>
                      </a:endParaRPr>
                    </a:p>
                  </a:txBody>
                  <a:tcPr marL="68580" marR="68580" marT="0" marB="0">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88290">
                <a:tc>
                  <a:txBody>
                    <a:bodyPr/>
                    <a:lstStyle/>
                    <a:p>
                      <a:pPr algn="ctr">
                        <a:lnSpc>
                          <a:spcPct val="100000"/>
                        </a:lnSpc>
                        <a:spcBef>
                          <a:spcPts val="0"/>
                        </a:spcBef>
                        <a:spcAft>
                          <a:spcPts val="0"/>
                        </a:spcAft>
                      </a:pPr>
                      <a:r>
                        <a:rPr lang="zh-CN" sz="1600" kern="100">
                          <a:effectLst/>
                          <a:latin typeface="微软雅黑" panose="020B0503020204020204" pitchFamily="34" charset="-122"/>
                          <a:ea typeface="微软雅黑" panose="020B0503020204020204" pitchFamily="34" charset="-122"/>
                          <a:cs typeface="宋体" panose="02010600030101010101" pitchFamily="2" charset="-122"/>
                        </a:rPr>
                        <a:t>致命缺陷问题</a:t>
                      </a:r>
                      <a:endParaRPr lang="zh-CN" sz="1600" kern="100">
                        <a:effectLst/>
                        <a:latin typeface="微软雅黑" panose="020B0503020204020204" pitchFamily="34" charset="-122"/>
                        <a:ea typeface="微软雅黑" panose="020B0503020204020204" pitchFamily="34" charset="-122"/>
                        <a:cs typeface="宋体" panose="02010600030101010101" pitchFamily="2" charset="-122"/>
                      </a:endParaRPr>
                    </a:p>
                  </a:txBody>
                  <a:tcPr marL="68580" marR="68580" marT="0" marB="0">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00000"/>
                        </a:lnSpc>
                        <a:spcBef>
                          <a:spcPts val="0"/>
                        </a:spcBef>
                        <a:spcAft>
                          <a:spcPts val="0"/>
                        </a:spcAft>
                      </a:pPr>
                      <a:r>
                        <a:rPr lang="en-US" sz="1600" kern="100" dirty="0">
                          <a:effectLst/>
                          <a:latin typeface="微软雅黑" panose="020B0503020204020204" pitchFamily="34" charset="-122"/>
                          <a:ea typeface="微软雅黑" panose="020B0503020204020204" pitchFamily="34" charset="-122"/>
                          <a:cs typeface="宋体" panose="02010600030101010101" pitchFamily="2" charset="-122"/>
                        </a:rPr>
                        <a:t>37. </a:t>
                      </a:r>
                      <a:r>
                        <a:rPr lang="zh-CN" sz="1600" kern="100" dirty="0">
                          <a:effectLst/>
                          <a:latin typeface="微软雅黑" panose="020B0503020204020204" pitchFamily="34" charset="-122"/>
                          <a:ea typeface="微软雅黑" panose="020B0503020204020204" pitchFamily="34" charset="-122"/>
                          <a:cs typeface="宋体" panose="02010600030101010101" pitchFamily="2" charset="-122"/>
                        </a:rPr>
                        <a:t>不存在任何致命缺陷问题</a:t>
                      </a:r>
                      <a:endParaRPr lang="zh-CN" sz="1600" kern="100" dirty="0">
                        <a:effectLst/>
                        <a:latin typeface="微软雅黑" panose="020B0503020204020204" pitchFamily="34" charset="-122"/>
                        <a:ea typeface="微软雅黑" panose="020B0503020204020204" pitchFamily="34" charset="-122"/>
                        <a:cs typeface="宋体" panose="02010600030101010101" pitchFamily="2" charset="-122"/>
                      </a:endParaRPr>
                    </a:p>
                  </a:txBody>
                  <a:tcPr marL="68580" marR="68580" marT="0" marB="0">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graphicFrame>
        <p:nvGraphicFramePr>
          <p:cNvPr id="10" name="表格 9"/>
          <p:cNvGraphicFramePr>
            <a:graphicFrameLocks noGrp="1"/>
          </p:cNvGraphicFramePr>
          <p:nvPr/>
        </p:nvGraphicFramePr>
        <p:xfrm>
          <a:off x="1204175" y="4077072"/>
          <a:ext cx="6735650" cy="1706880"/>
        </p:xfrm>
        <a:graphic>
          <a:graphicData uri="http://schemas.openxmlformats.org/drawingml/2006/table">
            <a:tbl>
              <a:tblPr firstRow="1" firstCol="1" bandRow="1"/>
              <a:tblGrid>
                <a:gridCol w="1872427"/>
                <a:gridCol w="4863223"/>
              </a:tblGrid>
              <a:tr h="288290">
                <a:tc>
                  <a:txBody>
                    <a:bodyPr/>
                    <a:lstStyle/>
                    <a:p>
                      <a:pPr algn="ctr">
                        <a:lnSpc>
                          <a:spcPct val="100000"/>
                        </a:lnSpc>
                        <a:spcBef>
                          <a:spcPts val="0"/>
                        </a:spcBef>
                        <a:spcAft>
                          <a:spcPts val="0"/>
                        </a:spcAft>
                      </a:pPr>
                      <a:r>
                        <a:rPr lang="zh-CN" sz="1600" kern="100" dirty="0">
                          <a:effectLst/>
                          <a:latin typeface="微软雅黑" panose="020B0503020204020204" pitchFamily="34" charset="-122"/>
                          <a:ea typeface="微软雅黑" panose="020B0503020204020204" pitchFamily="34" charset="-122"/>
                          <a:cs typeface="宋体" panose="02010600030101010101" pitchFamily="2" charset="-122"/>
                        </a:rPr>
                        <a:t>个人标准</a:t>
                      </a:r>
                      <a:endParaRPr lang="zh-CN" sz="1600" kern="100" dirty="0">
                        <a:effectLst/>
                        <a:latin typeface="微软雅黑" panose="020B0503020204020204" pitchFamily="34" charset="-122"/>
                        <a:ea typeface="微软雅黑" panose="020B0503020204020204" pitchFamily="34" charset="-122"/>
                        <a:cs typeface="宋体" panose="02010600030101010101" pitchFamily="2" charset="-122"/>
                      </a:endParaRPr>
                    </a:p>
                  </a:txBody>
                  <a:tcPr marL="68580" marR="68580" marT="0" marB="0">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00000"/>
                        </a:lnSpc>
                        <a:spcBef>
                          <a:spcPts val="0"/>
                        </a:spcBef>
                        <a:spcAft>
                          <a:spcPts val="0"/>
                        </a:spcAft>
                      </a:pPr>
                      <a:r>
                        <a:rPr lang="en-US" sz="1600" kern="100" dirty="0">
                          <a:effectLst/>
                          <a:latin typeface="微软雅黑" panose="020B0503020204020204" pitchFamily="34" charset="-122"/>
                          <a:ea typeface="微软雅黑" panose="020B0503020204020204" pitchFamily="34" charset="-122"/>
                          <a:cs typeface="宋体" panose="02010600030101010101" pitchFamily="2" charset="-122"/>
                        </a:rPr>
                        <a:t>38. </a:t>
                      </a:r>
                      <a:r>
                        <a:rPr lang="zh-CN" sz="1600" kern="100" dirty="0">
                          <a:effectLst/>
                          <a:latin typeface="微软雅黑" panose="020B0503020204020204" pitchFamily="34" charset="-122"/>
                          <a:ea typeface="微软雅黑" panose="020B0503020204020204" pitchFamily="34" charset="-122"/>
                          <a:cs typeface="宋体" panose="02010600030101010101" pitchFamily="2" charset="-122"/>
                        </a:rPr>
                        <a:t>个人目标与创业活动相符合</a:t>
                      </a:r>
                      <a:endParaRPr lang="zh-CN" sz="1600" kern="100" dirty="0">
                        <a:effectLst/>
                        <a:latin typeface="微软雅黑" panose="020B0503020204020204" pitchFamily="34" charset="-122"/>
                        <a:ea typeface="微软雅黑" panose="020B0503020204020204" pitchFamily="34" charset="-122"/>
                        <a:cs typeface="宋体" panose="02010600030101010101" pitchFamily="2" charset="-122"/>
                      </a:endParaRPr>
                    </a:p>
                    <a:p>
                      <a:pPr algn="just">
                        <a:lnSpc>
                          <a:spcPct val="100000"/>
                        </a:lnSpc>
                        <a:spcBef>
                          <a:spcPts val="0"/>
                        </a:spcBef>
                        <a:spcAft>
                          <a:spcPts val="0"/>
                        </a:spcAft>
                      </a:pPr>
                      <a:r>
                        <a:rPr lang="en-US" sz="1600" kern="100" dirty="0">
                          <a:effectLst/>
                          <a:latin typeface="微软雅黑" panose="020B0503020204020204" pitchFamily="34" charset="-122"/>
                          <a:ea typeface="微软雅黑" panose="020B0503020204020204" pitchFamily="34" charset="-122"/>
                          <a:cs typeface="宋体" panose="02010600030101010101" pitchFamily="2" charset="-122"/>
                        </a:rPr>
                        <a:t>39. </a:t>
                      </a:r>
                      <a:r>
                        <a:rPr lang="zh-CN" sz="1600" kern="100" dirty="0">
                          <a:effectLst/>
                          <a:latin typeface="微软雅黑" panose="020B0503020204020204" pitchFamily="34" charset="-122"/>
                          <a:ea typeface="微软雅黑" panose="020B0503020204020204" pitchFamily="34" charset="-122"/>
                          <a:cs typeface="宋体" panose="02010600030101010101" pitchFamily="2" charset="-122"/>
                        </a:rPr>
                        <a:t>创业家可以做到在有限的风险下实现成功</a:t>
                      </a:r>
                      <a:endParaRPr lang="zh-CN" sz="1600" kern="100" dirty="0">
                        <a:effectLst/>
                        <a:latin typeface="微软雅黑" panose="020B0503020204020204" pitchFamily="34" charset="-122"/>
                        <a:ea typeface="微软雅黑" panose="020B0503020204020204" pitchFamily="34" charset="-122"/>
                        <a:cs typeface="宋体" panose="02010600030101010101" pitchFamily="2" charset="-122"/>
                      </a:endParaRPr>
                    </a:p>
                    <a:p>
                      <a:pPr algn="just">
                        <a:lnSpc>
                          <a:spcPct val="100000"/>
                        </a:lnSpc>
                        <a:spcBef>
                          <a:spcPts val="0"/>
                        </a:spcBef>
                        <a:spcAft>
                          <a:spcPts val="0"/>
                        </a:spcAft>
                      </a:pPr>
                      <a:r>
                        <a:rPr lang="en-US" sz="1600" kern="100" dirty="0">
                          <a:effectLst/>
                          <a:latin typeface="微软雅黑" panose="020B0503020204020204" pitchFamily="34" charset="-122"/>
                          <a:ea typeface="微软雅黑" panose="020B0503020204020204" pitchFamily="34" charset="-122"/>
                          <a:cs typeface="宋体" panose="02010600030101010101" pitchFamily="2" charset="-122"/>
                        </a:rPr>
                        <a:t>40. </a:t>
                      </a:r>
                      <a:r>
                        <a:rPr lang="zh-CN" sz="1600" kern="100" dirty="0">
                          <a:effectLst/>
                          <a:latin typeface="微软雅黑" panose="020B0503020204020204" pitchFamily="34" charset="-122"/>
                          <a:ea typeface="微软雅黑" panose="020B0503020204020204" pitchFamily="34" charset="-122"/>
                          <a:cs typeface="宋体" panose="02010600030101010101" pitchFamily="2" charset="-122"/>
                        </a:rPr>
                        <a:t>创业家能接受薪水减少等损失</a:t>
                      </a:r>
                      <a:endParaRPr lang="zh-CN" sz="1600" kern="100" dirty="0">
                        <a:effectLst/>
                        <a:latin typeface="微软雅黑" panose="020B0503020204020204" pitchFamily="34" charset="-122"/>
                        <a:ea typeface="微软雅黑" panose="020B0503020204020204" pitchFamily="34" charset="-122"/>
                        <a:cs typeface="宋体" panose="02010600030101010101" pitchFamily="2" charset="-122"/>
                      </a:endParaRPr>
                    </a:p>
                    <a:p>
                      <a:pPr algn="just">
                        <a:lnSpc>
                          <a:spcPct val="100000"/>
                        </a:lnSpc>
                        <a:spcBef>
                          <a:spcPts val="0"/>
                        </a:spcBef>
                        <a:spcAft>
                          <a:spcPts val="0"/>
                        </a:spcAft>
                      </a:pPr>
                      <a:r>
                        <a:rPr lang="en-US" sz="1600" kern="100" dirty="0">
                          <a:effectLst/>
                          <a:latin typeface="微软雅黑" panose="020B0503020204020204" pitchFamily="34" charset="-122"/>
                          <a:ea typeface="微软雅黑" panose="020B0503020204020204" pitchFamily="34" charset="-122"/>
                          <a:cs typeface="宋体" panose="02010600030101010101" pitchFamily="2" charset="-122"/>
                        </a:rPr>
                        <a:t>41. </a:t>
                      </a:r>
                      <a:r>
                        <a:rPr lang="zh-CN" sz="1600" kern="100" dirty="0">
                          <a:effectLst/>
                          <a:latin typeface="微软雅黑" panose="020B0503020204020204" pitchFamily="34" charset="-122"/>
                          <a:ea typeface="微软雅黑" panose="020B0503020204020204" pitchFamily="34" charset="-122"/>
                          <a:cs typeface="宋体" panose="02010600030101010101" pitchFamily="2" charset="-122"/>
                        </a:rPr>
                        <a:t>创业家渴望进行创业这种生活方式，而不只是为了赚大钱</a:t>
                      </a:r>
                      <a:endParaRPr lang="zh-CN" sz="1600" kern="100" dirty="0">
                        <a:effectLst/>
                        <a:latin typeface="微软雅黑" panose="020B0503020204020204" pitchFamily="34" charset="-122"/>
                        <a:ea typeface="微软雅黑" panose="020B0503020204020204" pitchFamily="34" charset="-122"/>
                        <a:cs typeface="宋体" panose="02010600030101010101" pitchFamily="2" charset="-122"/>
                      </a:endParaRPr>
                    </a:p>
                    <a:p>
                      <a:pPr algn="just">
                        <a:lnSpc>
                          <a:spcPct val="100000"/>
                        </a:lnSpc>
                        <a:spcBef>
                          <a:spcPts val="0"/>
                        </a:spcBef>
                        <a:spcAft>
                          <a:spcPts val="0"/>
                        </a:spcAft>
                      </a:pPr>
                      <a:r>
                        <a:rPr lang="en-US" sz="1600" kern="100" dirty="0">
                          <a:effectLst/>
                          <a:latin typeface="微软雅黑" panose="020B0503020204020204" pitchFamily="34" charset="-122"/>
                          <a:ea typeface="微软雅黑" panose="020B0503020204020204" pitchFamily="34" charset="-122"/>
                          <a:cs typeface="宋体" panose="02010600030101010101" pitchFamily="2" charset="-122"/>
                        </a:rPr>
                        <a:t>42. </a:t>
                      </a:r>
                      <a:r>
                        <a:rPr lang="zh-CN" sz="1600" kern="100" dirty="0">
                          <a:effectLst/>
                          <a:latin typeface="微软雅黑" panose="020B0503020204020204" pitchFamily="34" charset="-122"/>
                          <a:ea typeface="微软雅黑" panose="020B0503020204020204" pitchFamily="34" charset="-122"/>
                          <a:cs typeface="宋体" panose="02010600030101010101" pitchFamily="2" charset="-122"/>
                        </a:rPr>
                        <a:t>创业家可以承受适当的风险</a:t>
                      </a:r>
                      <a:endParaRPr lang="zh-CN" sz="1600" kern="100" dirty="0">
                        <a:effectLst/>
                        <a:latin typeface="微软雅黑" panose="020B0503020204020204" pitchFamily="34" charset="-122"/>
                        <a:ea typeface="微软雅黑" panose="020B0503020204020204" pitchFamily="34" charset="-122"/>
                        <a:cs typeface="宋体" panose="02010600030101010101" pitchFamily="2" charset="-122"/>
                      </a:endParaRPr>
                    </a:p>
                    <a:p>
                      <a:pPr algn="just">
                        <a:lnSpc>
                          <a:spcPct val="100000"/>
                        </a:lnSpc>
                        <a:spcBef>
                          <a:spcPts val="0"/>
                        </a:spcBef>
                        <a:spcAft>
                          <a:spcPts val="0"/>
                        </a:spcAft>
                      </a:pPr>
                      <a:r>
                        <a:rPr lang="en-US" sz="1600" kern="100" dirty="0">
                          <a:effectLst/>
                          <a:latin typeface="微软雅黑" panose="020B0503020204020204" pitchFamily="34" charset="-122"/>
                          <a:ea typeface="微软雅黑" panose="020B0503020204020204" pitchFamily="34" charset="-122"/>
                          <a:cs typeface="宋体" panose="02010600030101010101" pitchFamily="2" charset="-122"/>
                        </a:rPr>
                        <a:t>43. </a:t>
                      </a:r>
                      <a:r>
                        <a:rPr lang="zh-CN" sz="1600" kern="100" dirty="0" smtClean="0">
                          <a:effectLst/>
                          <a:latin typeface="微软雅黑" panose="020B0503020204020204" pitchFamily="34" charset="-122"/>
                          <a:ea typeface="微软雅黑" panose="020B0503020204020204" pitchFamily="34" charset="-122"/>
                          <a:cs typeface="宋体" panose="02010600030101010101" pitchFamily="2" charset="-122"/>
                        </a:rPr>
                        <a:t>创业家在压力下状态</a:t>
                      </a:r>
                      <a:r>
                        <a:rPr lang="zh-CN" sz="1600" kern="100" dirty="0">
                          <a:effectLst/>
                          <a:latin typeface="微软雅黑" panose="020B0503020204020204" pitchFamily="34" charset="-122"/>
                          <a:ea typeface="微软雅黑" panose="020B0503020204020204" pitchFamily="34" charset="-122"/>
                          <a:cs typeface="宋体" panose="02010600030101010101" pitchFamily="2" charset="-122"/>
                        </a:rPr>
                        <a:t>依然良好</a:t>
                      </a:r>
                      <a:endParaRPr lang="zh-CN" sz="1600" kern="100" dirty="0">
                        <a:effectLst/>
                        <a:latin typeface="微软雅黑" panose="020B0503020204020204" pitchFamily="34" charset="-122"/>
                        <a:ea typeface="微软雅黑" panose="020B0503020204020204" pitchFamily="34" charset="-122"/>
                        <a:cs typeface="宋体" panose="02010600030101010101" pitchFamily="2" charset="-122"/>
                      </a:endParaRPr>
                    </a:p>
                  </a:txBody>
                  <a:tcPr marL="68580" marR="68580" marT="0" marB="0">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txBox="1"/>
          <p:nvPr/>
        </p:nvSpPr>
        <p:spPr>
          <a:xfrm>
            <a:off x="107504" y="188640"/>
            <a:ext cx="7111703" cy="706923"/>
          </a:xfrm>
          <a:prstGeom prst="rect">
            <a:avLst/>
          </a:prstGeom>
        </p:spPr>
        <p:txBody>
          <a:bodyPr>
            <a:normAutofit/>
          </a:bodyPr>
          <a:lstStyle>
            <a:lvl1pPr algn="l" rtl="0" eaLnBrk="0" fontAlgn="base" hangingPunct="0">
              <a:spcBef>
                <a:spcPct val="0"/>
              </a:spcBef>
              <a:spcAft>
                <a:spcPct val="0"/>
              </a:spcAft>
              <a:defRPr sz="3600" kern="1200">
                <a:solidFill>
                  <a:schemeClr val="bg1"/>
                </a:solidFill>
                <a:latin typeface="黑体" panose="02010609060101010101" pitchFamily="49" charset="-122"/>
                <a:ea typeface="黑体" panose="02010609060101010101" pitchFamily="49" charset="-122"/>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r>
              <a:rPr lang="zh-CN" altLang="zh-CN" sz="3200" dirty="0"/>
              <a:t>三、选择活动方案的评价方法</a:t>
            </a:r>
            <a:endParaRPr lang="zh-CN" altLang="en-US" sz="3200" dirty="0"/>
          </a:p>
        </p:txBody>
      </p:sp>
      <p:sp>
        <p:nvSpPr>
          <p:cNvPr id="6" name="标题 1"/>
          <p:cNvSpPr txBox="1"/>
          <p:nvPr/>
        </p:nvSpPr>
        <p:spPr>
          <a:xfrm>
            <a:off x="251520" y="1193797"/>
            <a:ext cx="6912768" cy="77893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200" kern="1200">
                <a:solidFill>
                  <a:schemeClr val="tx1"/>
                </a:solidFill>
                <a:latin typeface="微软雅黑" panose="020B0503020204020204" pitchFamily="34" charset="-122"/>
                <a:ea typeface="微软雅黑" panose="020B0503020204020204" pitchFamily="34" charset="-122"/>
                <a:cs typeface="+mj-cs"/>
              </a:defRPr>
            </a:lvl1pPr>
          </a:lstStyle>
          <a:p>
            <a:pPr>
              <a:lnSpc>
                <a:spcPct val="100000"/>
              </a:lnSpc>
            </a:pPr>
            <a:r>
              <a:rPr lang="zh-CN" altLang="en-US" sz="2000" dirty="0"/>
              <a:t>（二）机会评价框架</a:t>
            </a:r>
            <a:endParaRPr lang="zh-CN" altLang="zh-CN" sz="2000" dirty="0"/>
          </a:p>
        </p:txBody>
      </p:sp>
      <p:graphicFrame>
        <p:nvGraphicFramePr>
          <p:cNvPr id="7" name="表格 6"/>
          <p:cNvGraphicFramePr>
            <a:graphicFrameLocks noGrp="1"/>
          </p:cNvGraphicFramePr>
          <p:nvPr/>
        </p:nvGraphicFramePr>
        <p:xfrm>
          <a:off x="1265349" y="2270962"/>
          <a:ext cx="6613302" cy="3345799"/>
        </p:xfrm>
        <a:graphic>
          <a:graphicData uri="http://schemas.openxmlformats.org/drawingml/2006/table">
            <a:tbl>
              <a:tblPr firstRow="1" firstCol="1" bandRow="1"/>
              <a:tblGrid>
                <a:gridCol w="1838415"/>
                <a:gridCol w="4774887"/>
              </a:tblGrid>
              <a:tr h="3345799">
                <a:tc>
                  <a:txBody>
                    <a:bodyPr/>
                    <a:lstStyle/>
                    <a:p>
                      <a:pPr algn="ctr">
                        <a:lnSpc>
                          <a:spcPct val="100000"/>
                        </a:lnSpc>
                        <a:spcBef>
                          <a:spcPts val="0"/>
                        </a:spcBef>
                        <a:spcAft>
                          <a:spcPts val="0"/>
                        </a:spcAft>
                      </a:pPr>
                      <a:r>
                        <a:rPr lang="zh-CN" sz="1600" kern="100" dirty="0">
                          <a:effectLst/>
                          <a:latin typeface="微软雅黑" panose="020B0503020204020204" pitchFamily="34" charset="-122"/>
                          <a:ea typeface="微软雅黑" panose="020B0503020204020204" pitchFamily="34" charset="-122"/>
                          <a:cs typeface="宋体" panose="02010600030101010101" pitchFamily="2" charset="-122"/>
                        </a:rPr>
                        <a:t>理想与现实的战略差异</a:t>
                      </a:r>
                      <a:endParaRPr lang="zh-CN" sz="1600" kern="100" dirty="0">
                        <a:effectLst/>
                        <a:latin typeface="微软雅黑" panose="020B0503020204020204" pitchFamily="34" charset="-122"/>
                        <a:ea typeface="微软雅黑" panose="020B0503020204020204" pitchFamily="34" charset="-122"/>
                        <a:cs typeface="宋体" panose="02010600030101010101" pitchFamily="2" charset="-122"/>
                      </a:endParaRPr>
                    </a:p>
                  </a:txBody>
                  <a:tcPr marL="68580" marR="68580" marT="0" marB="0">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00000"/>
                        </a:lnSpc>
                        <a:spcBef>
                          <a:spcPts val="0"/>
                        </a:spcBef>
                        <a:spcAft>
                          <a:spcPts val="0"/>
                        </a:spcAft>
                      </a:pPr>
                      <a:r>
                        <a:rPr lang="en-US" sz="1600" kern="100" dirty="0">
                          <a:effectLst/>
                          <a:latin typeface="微软雅黑" panose="020B0503020204020204" pitchFamily="34" charset="-122"/>
                          <a:ea typeface="微软雅黑" panose="020B0503020204020204" pitchFamily="34" charset="-122"/>
                          <a:cs typeface="宋体" panose="02010600030101010101" pitchFamily="2" charset="-122"/>
                        </a:rPr>
                        <a:t>44. </a:t>
                      </a:r>
                      <a:r>
                        <a:rPr lang="zh-CN" sz="1600" kern="100" dirty="0">
                          <a:effectLst/>
                          <a:latin typeface="微软雅黑" panose="020B0503020204020204" pitchFamily="34" charset="-122"/>
                          <a:ea typeface="微软雅黑" panose="020B0503020204020204" pitchFamily="34" charset="-122"/>
                          <a:cs typeface="宋体" panose="02010600030101010101" pitchFamily="2" charset="-122"/>
                        </a:rPr>
                        <a:t>理想与现实情况相吻合</a:t>
                      </a:r>
                      <a:endParaRPr lang="zh-CN" sz="1600" kern="100" dirty="0">
                        <a:effectLst/>
                        <a:latin typeface="微软雅黑" panose="020B0503020204020204" pitchFamily="34" charset="-122"/>
                        <a:ea typeface="微软雅黑" panose="020B0503020204020204" pitchFamily="34" charset="-122"/>
                        <a:cs typeface="宋体" panose="02010600030101010101" pitchFamily="2" charset="-122"/>
                      </a:endParaRPr>
                    </a:p>
                    <a:p>
                      <a:pPr algn="just">
                        <a:lnSpc>
                          <a:spcPct val="100000"/>
                        </a:lnSpc>
                        <a:spcBef>
                          <a:spcPts val="0"/>
                        </a:spcBef>
                        <a:spcAft>
                          <a:spcPts val="0"/>
                        </a:spcAft>
                      </a:pPr>
                      <a:r>
                        <a:rPr lang="en-US" sz="1600" kern="100" dirty="0">
                          <a:effectLst/>
                          <a:latin typeface="微软雅黑" panose="020B0503020204020204" pitchFamily="34" charset="-122"/>
                          <a:ea typeface="微软雅黑" panose="020B0503020204020204" pitchFamily="34" charset="-122"/>
                          <a:cs typeface="宋体" panose="02010600030101010101" pitchFamily="2" charset="-122"/>
                        </a:rPr>
                        <a:t>45. </a:t>
                      </a:r>
                      <a:r>
                        <a:rPr lang="zh-CN" sz="1600" kern="100" dirty="0">
                          <a:effectLst/>
                          <a:latin typeface="微软雅黑" panose="020B0503020204020204" pitchFamily="34" charset="-122"/>
                          <a:ea typeface="微软雅黑" panose="020B0503020204020204" pitchFamily="34" charset="-122"/>
                          <a:cs typeface="宋体" panose="02010600030101010101" pitchFamily="2" charset="-122"/>
                        </a:rPr>
                        <a:t>管理团队已经是最好的</a:t>
                      </a:r>
                      <a:endParaRPr lang="zh-CN" sz="1600" kern="100" dirty="0">
                        <a:effectLst/>
                        <a:latin typeface="微软雅黑" panose="020B0503020204020204" pitchFamily="34" charset="-122"/>
                        <a:ea typeface="微软雅黑" panose="020B0503020204020204" pitchFamily="34" charset="-122"/>
                        <a:cs typeface="宋体" panose="02010600030101010101" pitchFamily="2" charset="-122"/>
                      </a:endParaRPr>
                    </a:p>
                    <a:p>
                      <a:pPr algn="just">
                        <a:lnSpc>
                          <a:spcPct val="100000"/>
                        </a:lnSpc>
                        <a:spcBef>
                          <a:spcPts val="0"/>
                        </a:spcBef>
                        <a:spcAft>
                          <a:spcPts val="0"/>
                        </a:spcAft>
                      </a:pPr>
                      <a:r>
                        <a:rPr lang="en-US" sz="1600" kern="100" dirty="0">
                          <a:effectLst/>
                          <a:latin typeface="微软雅黑" panose="020B0503020204020204" pitchFamily="34" charset="-122"/>
                          <a:ea typeface="微软雅黑" panose="020B0503020204020204" pitchFamily="34" charset="-122"/>
                          <a:cs typeface="宋体" panose="02010600030101010101" pitchFamily="2" charset="-122"/>
                        </a:rPr>
                        <a:t>46. </a:t>
                      </a:r>
                      <a:r>
                        <a:rPr lang="zh-CN" sz="1600" kern="100" dirty="0">
                          <a:effectLst/>
                          <a:latin typeface="微软雅黑" panose="020B0503020204020204" pitchFamily="34" charset="-122"/>
                          <a:ea typeface="微软雅黑" panose="020B0503020204020204" pitchFamily="34" charset="-122"/>
                          <a:cs typeface="宋体" panose="02010600030101010101" pitchFamily="2" charset="-122"/>
                        </a:rPr>
                        <a:t>在客户服务管理方面有很好的服务理念</a:t>
                      </a:r>
                      <a:endParaRPr lang="zh-CN" sz="1600" kern="100" dirty="0">
                        <a:effectLst/>
                        <a:latin typeface="微软雅黑" panose="020B0503020204020204" pitchFamily="34" charset="-122"/>
                        <a:ea typeface="微软雅黑" panose="020B0503020204020204" pitchFamily="34" charset="-122"/>
                        <a:cs typeface="宋体" panose="02010600030101010101" pitchFamily="2" charset="-122"/>
                      </a:endParaRPr>
                    </a:p>
                    <a:p>
                      <a:pPr algn="just">
                        <a:lnSpc>
                          <a:spcPct val="100000"/>
                        </a:lnSpc>
                        <a:spcBef>
                          <a:spcPts val="0"/>
                        </a:spcBef>
                        <a:spcAft>
                          <a:spcPts val="0"/>
                        </a:spcAft>
                      </a:pPr>
                      <a:r>
                        <a:rPr lang="en-US" sz="1600" kern="100" dirty="0">
                          <a:effectLst/>
                          <a:latin typeface="微软雅黑" panose="020B0503020204020204" pitchFamily="34" charset="-122"/>
                          <a:ea typeface="微软雅黑" panose="020B0503020204020204" pitchFamily="34" charset="-122"/>
                          <a:cs typeface="宋体" panose="02010600030101010101" pitchFamily="2" charset="-122"/>
                        </a:rPr>
                        <a:t>47. </a:t>
                      </a:r>
                      <a:r>
                        <a:rPr lang="zh-CN" sz="1600" kern="100" dirty="0">
                          <a:effectLst/>
                          <a:latin typeface="微软雅黑" panose="020B0503020204020204" pitchFamily="34" charset="-122"/>
                          <a:ea typeface="微软雅黑" panose="020B0503020204020204" pitchFamily="34" charset="-122"/>
                          <a:cs typeface="宋体" panose="02010600030101010101" pitchFamily="2" charset="-122"/>
                        </a:rPr>
                        <a:t>所创办的事业顺应时代</a:t>
                      </a:r>
                      <a:r>
                        <a:rPr lang="zh-CN" sz="1600" kern="100" dirty="0" smtClean="0">
                          <a:effectLst/>
                          <a:latin typeface="微软雅黑" panose="020B0503020204020204" pitchFamily="34" charset="-122"/>
                          <a:ea typeface="微软雅黑" panose="020B0503020204020204" pitchFamily="34" charset="-122"/>
                          <a:cs typeface="宋体" panose="02010600030101010101" pitchFamily="2" charset="-122"/>
                        </a:rPr>
                        <a:t>潮流</a:t>
                      </a:r>
                      <a:endParaRPr lang="zh-CN" sz="1600" kern="100" dirty="0">
                        <a:effectLst/>
                        <a:latin typeface="微软雅黑" panose="020B0503020204020204" pitchFamily="34" charset="-122"/>
                        <a:ea typeface="微软雅黑" panose="020B0503020204020204" pitchFamily="34" charset="-122"/>
                        <a:cs typeface="Times New Roman" panose="02020603050405020304" pitchFamily="18" charset="0"/>
                      </a:endParaRPr>
                    </a:p>
                    <a:p>
                      <a:pPr algn="just">
                        <a:lnSpc>
                          <a:spcPct val="100000"/>
                        </a:lnSpc>
                        <a:spcBef>
                          <a:spcPts val="0"/>
                        </a:spcBef>
                        <a:spcAft>
                          <a:spcPts val="0"/>
                        </a:spcAft>
                      </a:pPr>
                      <a:r>
                        <a:rPr lang="en-US" sz="1600" kern="100" dirty="0">
                          <a:effectLst/>
                          <a:latin typeface="微软雅黑" panose="020B0503020204020204" pitchFamily="34" charset="-122"/>
                          <a:ea typeface="微软雅黑" panose="020B0503020204020204" pitchFamily="34" charset="-122"/>
                          <a:cs typeface="Times New Roman" panose="02020603050405020304" pitchFamily="18" charset="0"/>
                        </a:rPr>
                        <a:t>48. </a:t>
                      </a:r>
                      <a:r>
                        <a:rPr lang="zh-CN" sz="1600" kern="100" dirty="0">
                          <a:effectLst/>
                          <a:latin typeface="微软雅黑" panose="020B0503020204020204" pitchFamily="34" charset="-122"/>
                          <a:ea typeface="微软雅黑" panose="020B0503020204020204" pitchFamily="34" charset="-122"/>
                          <a:cs typeface="Times New Roman" panose="02020603050405020304" pitchFamily="18" charset="0"/>
                        </a:rPr>
                        <a:t>所采取的技术具有突破性，不存在许多替代品或竞争对手 </a:t>
                      </a:r>
                      <a:endParaRPr lang="en-US" altLang="zh-CN" sz="1600" kern="100" dirty="0" smtClean="0">
                        <a:effectLst/>
                        <a:latin typeface="微软雅黑" panose="020B0503020204020204" pitchFamily="34" charset="-122"/>
                        <a:ea typeface="微软雅黑" panose="020B0503020204020204" pitchFamily="34" charset="-122"/>
                        <a:cs typeface="Times New Roman" panose="02020603050405020304" pitchFamily="18" charset="0"/>
                      </a:endParaRPr>
                    </a:p>
                    <a:p>
                      <a:pPr algn="just">
                        <a:lnSpc>
                          <a:spcPct val="100000"/>
                        </a:lnSpc>
                        <a:spcBef>
                          <a:spcPts val="0"/>
                        </a:spcBef>
                        <a:spcAft>
                          <a:spcPts val="0"/>
                        </a:spcAft>
                      </a:pPr>
                      <a:r>
                        <a:rPr lang="en-US" sz="1600" kern="100" dirty="0" smtClean="0">
                          <a:effectLst/>
                          <a:latin typeface="微软雅黑" panose="020B0503020204020204" pitchFamily="34" charset="-122"/>
                          <a:ea typeface="微软雅黑" panose="020B0503020204020204" pitchFamily="34" charset="-122"/>
                          <a:cs typeface="宋体" panose="02010600030101010101" pitchFamily="2" charset="-122"/>
                        </a:rPr>
                        <a:t>49</a:t>
                      </a:r>
                      <a:r>
                        <a:rPr lang="en-US" sz="1600" kern="100" dirty="0">
                          <a:effectLst/>
                          <a:latin typeface="微软雅黑" panose="020B0503020204020204" pitchFamily="34" charset="-122"/>
                          <a:ea typeface="微软雅黑" panose="020B0503020204020204" pitchFamily="34" charset="-122"/>
                          <a:cs typeface="宋体" panose="02010600030101010101" pitchFamily="2" charset="-122"/>
                        </a:rPr>
                        <a:t>. </a:t>
                      </a:r>
                      <a:r>
                        <a:rPr lang="zh-CN" sz="1600" kern="100" dirty="0">
                          <a:effectLst/>
                          <a:latin typeface="微软雅黑" panose="020B0503020204020204" pitchFamily="34" charset="-122"/>
                          <a:ea typeface="微软雅黑" panose="020B0503020204020204" pitchFamily="34" charset="-122"/>
                          <a:cs typeface="宋体" panose="02010600030101010101" pitchFamily="2" charset="-122"/>
                        </a:rPr>
                        <a:t>具备灵活的适应能力，能快速地进行取舍</a:t>
                      </a:r>
                      <a:endParaRPr lang="zh-CN" sz="1600" kern="100" dirty="0">
                        <a:effectLst/>
                        <a:latin typeface="微软雅黑" panose="020B0503020204020204" pitchFamily="34" charset="-122"/>
                        <a:ea typeface="微软雅黑" panose="020B0503020204020204" pitchFamily="34" charset="-122"/>
                        <a:cs typeface="宋体" panose="02010600030101010101" pitchFamily="2" charset="-122"/>
                      </a:endParaRPr>
                    </a:p>
                    <a:p>
                      <a:pPr algn="just">
                        <a:lnSpc>
                          <a:spcPct val="100000"/>
                        </a:lnSpc>
                        <a:spcBef>
                          <a:spcPts val="0"/>
                        </a:spcBef>
                        <a:spcAft>
                          <a:spcPts val="0"/>
                        </a:spcAft>
                      </a:pPr>
                      <a:r>
                        <a:rPr lang="en-US" sz="1600" kern="100" dirty="0">
                          <a:effectLst/>
                          <a:latin typeface="微软雅黑" panose="020B0503020204020204" pitchFamily="34" charset="-122"/>
                          <a:ea typeface="微软雅黑" panose="020B0503020204020204" pitchFamily="34" charset="-122"/>
                          <a:cs typeface="宋体" panose="02010600030101010101" pitchFamily="2" charset="-122"/>
                        </a:rPr>
                        <a:t>50. </a:t>
                      </a:r>
                      <a:r>
                        <a:rPr lang="zh-CN" sz="1600" kern="100" dirty="0">
                          <a:effectLst/>
                          <a:latin typeface="微软雅黑" panose="020B0503020204020204" pitchFamily="34" charset="-122"/>
                          <a:ea typeface="微软雅黑" panose="020B0503020204020204" pitchFamily="34" charset="-122"/>
                          <a:cs typeface="宋体" panose="02010600030101010101" pitchFamily="2" charset="-122"/>
                        </a:rPr>
                        <a:t>始终在寻找新的机会</a:t>
                      </a:r>
                      <a:endParaRPr lang="zh-CN" sz="1600" kern="100" dirty="0">
                        <a:effectLst/>
                        <a:latin typeface="微软雅黑" panose="020B0503020204020204" pitchFamily="34" charset="-122"/>
                        <a:ea typeface="微软雅黑" panose="020B0503020204020204" pitchFamily="34" charset="-122"/>
                        <a:cs typeface="宋体" panose="02010600030101010101" pitchFamily="2" charset="-122"/>
                      </a:endParaRPr>
                    </a:p>
                    <a:p>
                      <a:pPr algn="just">
                        <a:lnSpc>
                          <a:spcPct val="100000"/>
                        </a:lnSpc>
                        <a:spcBef>
                          <a:spcPts val="0"/>
                        </a:spcBef>
                        <a:spcAft>
                          <a:spcPts val="0"/>
                        </a:spcAft>
                      </a:pPr>
                      <a:r>
                        <a:rPr lang="en-US" sz="1600" kern="100" dirty="0">
                          <a:effectLst/>
                          <a:latin typeface="微软雅黑" panose="020B0503020204020204" pitchFamily="34" charset="-122"/>
                          <a:ea typeface="微软雅黑" panose="020B0503020204020204" pitchFamily="34" charset="-122"/>
                          <a:cs typeface="宋体" panose="02010600030101010101" pitchFamily="2" charset="-122"/>
                        </a:rPr>
                        <a:t>51. </a:t>
                      </a:r>
                      <a:r>
                        <a:rPr lang="zh-CN" sz="1600" kern="100" dirty="0">
                          <a:effectLst/>
                          <a:latin typeface="微软雅黑" panose="020B0503020204020204" pitchFamily="34" charset="-122"/>
                          <a:ea typeface="微软雅黑" panose="020B0503020204020204" pitchFamily="34" charset="-122"/>
                          <a:cs typeface="宋体" panose="02010600030101010101" pitchFamily="2" charset="-122"/>
                        </a:rPr>
                        <a:t>定价与市场领先者几乎持平</a:t>
                      </a:r>
                      <a:endParaRPr lang="zh-CN" sz="1600" kern="100" dirty="0">
                        <a:effectLst/>
                        <a:latin typeface="微软雅黑" panose="020B0503020204020204" pitchFamily="34" charset="-122"/>
                        <a:ea typeface="微软雅黑" panose="020B0503020204020204" pitchFamily="34" charset="-122"/>
                        <a:cs typeface="宋体" panose="02010600030101010101" pitchFamily="2" charset="-122"/>
                      </a:endParaRPr>
                    </a:p>
                    <a:p>
                      <a:pPr algn="just">
                        <a:lnSpc>
                          <a:spcPct val="100000"/>
                        </a:lnSpc>
                        <a:spcBef>
                          <a:spcPts val="0"/>
                        </a:spcBef>
                        <a:spcAft>
                          <a:spcPts val="0"/>
                        </a:spcAft>
                      </a:pPr>
                      <a:r>
                        <a:rPr lang="en-US" sz="1600" kern="100" dirty="0">
                          <a:effectLst/>
                          <a:latin typeface="微软雅黑" panose="020B0503020204020204" pitchFamily="34" charset="-122"/>
                          <a:ea typeface="微软雅黑" panose="020B0503020204020204" pitchFamily="34" charset="-122"/>
                          <a:cs typeface="宋体" panose="02010600030101010101" pitchFamily="2" charset="-122"/>
                        </a:rPr>
                        <a:t>52. </a:t>
                      </a:r>
                      <a:r>
                        <a:rPr lang="zh-CN" sz="1600" kern="100" dirty="0">
                          <a:effectLst/>
                          <a:latin typeface="微软雅黑" panose="020B0503020204020204" pitchFamily="34" charset="-122"/>
                          <a:ea typeface="微软雅黑" panose="020B0503020204020204" pitchFamily="34" charset="-122"/>
                          <a:cs typeface="宋体" panose="02010600030101010101" pitchFamily="2" charset="-122"/>
                        </a:rPr>
                        <a:t>能够获得销售渠道，或已经拥有现成的网络</a:t>
                      </a:r>
                      <a:endParaRPr lang="zh-CN" sz="1600" kern="100" dirty="0">
                        <a:effectLst/>
                        <a:latin typeface="微软雅黑" panose="020B0503020204020204" pitchFamily="34" charset="-122"/>
                        <a:ea typeface="微软雅黑" panose="020B0503020204020204" pitchFamily="34" charset="-122"/>
                        <a:cs typeface="宋体" panose="02010600030101010101" pitchFamily="2" charset="-122"/>
                      </a:endParaRPr>
                    </a:p>
                    <a:p>
                      <a:pPr algn="just">
                        <a:lnSpc>
                          <a:spcPct val="100000"/>
                        </a:lnSpc>
                        <a:spcBef>
                          <a:spcPts val="0"/>
                        </a:spcBef>
                        <a:spcAft>
                          <a:spcPts val="0"/>
                        </a:spcAft>
                      </a:pPr>
                      <a:r>
                        <a:rPr lang="en-US" sz="1600" kern="100" dirty="0">
                          <a:effectLst/>
                          <a:latin typeface="微软雅黑" panose="020B0503020204020204" pitchFamily="34" charset="-122"/>
                          <a:ea typeface="微软雅黑" panose="020B0503020204020204" pitchFamily="34" charset="-122"/>
                          <a:cs typeface="宋体" panose="02010600030101010101" pitchFamily="2" charset="-122"/>
                        </a:rPr>
                        <a:t>53. </a:t>
                      </a:r>
                      <a:r>
                        <a:rPr lang="zh-CN" sz="1600" kern="100" dirty="0">
                          <a:effectLst/>
                          <a:latin typeface="微软雅黑" panose="020B0503020204020204" pitchFamily="34" charset="-122"/>
                          <a:ea typeface="微软雅黑" panose="020B0503020204020204" pitchFamily="34" charset="-122"/>
                          <a:cs typeface="宋体" panose="02010600030101010101" pitchFamily="2" charset="-122"/>
                        </a:rPr>
                        <a:t>能够允许失败</a:t>
                      </a:r>
                      <a:endParaRPr lang="zh-CN" sz="1600" kern="100" dirty="0">
                        <a:effectLst/>
                        <a:latin typeface="微软雅黑" panose="020B0503020204020204" pitchFamily="34" charset="-122"/>
                        <a:ea typeface="微软雅黑" panose="020B0503020204020204" pitchFamily="34" charset="-122"/>
                        <a:cs typeface="宋体" panose="02010600030101010101" pitchFamily="2" charset="-122"/>
                      </a:endParaRPr>
                    </a:p>
                  </a:txBody>
                  <a:tcPr marL="68580" marR="68580" marT="0" marB="0">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标题 1"/>
          <p:cNvSpPr txBox="1"/>
          <p:nvPr/>
        </p:nvSpPr>
        <p:spPr>
          <a:xfrm>
            <a:off x="179512" y="111055"/>
            <a:ext cx="8712968" cy="648072"/>
          </a:xfrm>
          <a:prstGeom prst="rect">
            <a:avLst/>
          </a:prstGeom>
        </p:spPr>
        <p:txBody>
          <a:bodyPr>
            <a:noAutofit/>
          </a:bodyPr>
          <a:lstStyle>
            <a:lvl1pPr algn="l" rtl="0" eaLnBrk="0" fontAlgn="base" hangingPunct="0">
              <a:spcBef>
                <a:spcPct val="0"/>
              </a:spcBef>
              <a:spcAft>
                <a:spcPct val="0"/>
              </a:spcAft>
              <a:defRPr sz="3600" kern="1200">
                <a:solidFill>
                  <a:schemeClr val="bg1"/>
                </a:solidFill>
                <a:latin typeface="黑体" panose="02010609060101010101" pitchFamily="49" charset="-122"/>
                <a:ea typeface="黑体" panose="02010609060101010101" pitchFamily="49" charset="-122"/>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pPr marL="0" indent="0">
              <a:buNone/>
            </a:pPr>
            <a:r>
              <a:rPr lang="zh-CN" altLang="en-US" sz="3200" smtClean="0"/>
              <a:t>思考题</a:t>
            </a:r>
            <a:endParaRPr lang="en-US" altLang="zh-CN" sz="3200" dirty="0"/>
          </a:p>
        </p:txBody>
      </p:sp>
      <p:sp>
        <p:nvSpPr>
          <p:cNvPr id="10" name="文本框 9"/>
          <p:cNvSpPr txBox="1"/>
          <p:nvPr/>
        </p:nvSpPr>
        <p:spPr>
          <a:xfrm>
            <a:off x="352986" y="1720840"/>
            <a:ext cx="8251461" cy="4440767"/>
          </a:xfrm>
          <a:prstGeom prst="rect">
            <a:avLst/>
          </a:prstGeom>
          <a:noFill/>
        </p:spPr>
        <p:txBody>
          <a:bodyPr wrap="square" rtlCol="0">
            <a:spAutoFit/>
          </a:bodyPr>
          <a:lstStyle/>
          <a:p>
            <a:pPr indent="355600" algn="just">
              <a:lnSpc>
                <a:spcPct val="200000"/>
              </a:lnSpc>
              <a:spcAft>
                <a:spcPts val="0"/>
              </a:spcAft>
            </a:pPr>
            <a:r>
              <a:rPr lang="en-US" altLang="zh-CN" dirty="0">
                <a:latin typeface="微软雅黑" panose="020B0503020204020204" pitchFamily="34" charset="-122"/>
                <a:ea typeface="微软雅黑" panose="020B0503020204020204" pitchFamily="34" charset="-122"/>
              </a:rPr>
              <a:t>1. </a:t>
            </a:r>
            <a:r>
              <a:rPr lang="zh-CN" altLang="en-US" dirty="0">
                <a:latin typeface="微软雅黑" panose="020B0503020204020204" pitchFamily="34" charset="-122"/>
                <a:ea typeface="微软雅黑" panose="020B0503020204020204" pitchFamily="34" charset="-122"/>
              </a:rPr>
              <a:t>如何理解组织与环境的关系？</a:t>
            </a:r>
            <a:endParaRPr lang="zh-CN" altLang="en-US" dirty="0">
              <a:latin typeface="微软雅黑" panose="020B0503020204020204" pitchFamily="34" charset="-122"/>
              <a:ea typeface="微软雅黑" panose="020B0503020204020204" pitchFamily="34" charset="-122"/>
            </a:endParaRPr>
          </a:p>
          <a:p>
            <a:pPr indent="355600" algn="just">
              <a:lnSpc>
                <a:spcPct val="200000"/>
              </a:lnSpc>
              <a:spcAft>
                <a:spcPts val="0"/>
              </a:spcAft>
            </a:pPr>
            <a:r>
              <a:rPr lang="en-US" altLang="zh-CN" dirty="0">
                <a:latin typeface="微软雅黑" panose="020B0503020204020204" pitchFamily="34" charset="-122"/>
                <a:ea typeface="微软雅黑" panose="020B0503020204020204" pitchFamily="34" charset="-122"/>
              </a:rPr>
              <a:t>2. </a:t>
            </a:r>
            <a:r>
              <a:rPr lang="zh-CN" altLang="en-US" dirty="0">
                <a:latin typeface="微软雅黑" panose="020B0503020204020204" pitchFamily="34" charset="-122"/>
                <a:ea typeface="微软雅黑" panose="020B0503020204020204" pitchFamily="34" charset="-122"/>
              </a:rPr>
              <a:t>环境分析有哪些主要方法？如何应用？</a:t>
            </a:r>
            <a:endParaRPr lang="zh-CN" altLang="en-US" dirty="0">
              <a:latin typeface="微软雅黑" panose="020B0503020204020204" pitchFamily="34" charset="-122"/>
              <a:ea typeface="微软雅黑" panose="020B0503020204020204" pitchFamily="34" charset="-122"/>
            </a:endParaRPr>
          </a:p>
          <a:p>
            <a:pPr indent="355600" algn="just">
              <a:lnSpc>
                <a:spcPct val="200000"/>
              </a:lnSpc>
              <a:spcAft>
                <a:spcPts val="0"/>
              </a:spcAft>
            </a:pPr>
            <a:r>
              <a:rPr lang="en-US" altLang="zh-CN" dirty="0">
                <a:latin typeface="微软雅黑" panose="020B0503020204020204" pitchFamily="34" charset="-122"/>
                <a:ea typeface="微软雅黑" panose="020B0503020204020204" pitchFamily="34" charset="-122"/>
              </a:rPr>
              <a:t>3. </a:t>
            </a:r>
            <a:r>
              <a:rPr lang="zh-CN" altLang="en-US" dirty="0">
                <a:latin typeface="微软雅黑" panose="020B0503020204020204" pitchFamily="34" charset="-122"/>
                <a:ea typeface="微软雅黑" panose="020B0503020204020204" pitchFamily="34" charset="-122"/>
              </a:rPr>
              <a:t>请用实例说明理性决策、非理性决策和行为决策。</a:t>
            </a:r>
            <a:endParaRPr lang="zh-CN" altLang="en-US" dirty="0">
              <a:latin typeface="微软雅黑" panose="020B0503020204020204" pitchFamily="34" charset="-122"/>
              <a:ea typeface="微软雅黑" panose="020B0503020204020204" pitchFamily="34" charset="-122"/>
            </a:endParaRPr>
          </a:p>
          <a:p>
            <a:pPr indent="355600" algn="just">
              <a:lnSpc>
                <a:spcPct val="200000"/>
              </a:lnSpc>
              <a:spcAft>
                <a:spcPts val="0"/>
              </a:spcAft>
            </a:pPr>
            <a:r>
              <a:rPr lang="en-US" altLang="zh-CN" dirty="0">
                <a:latin typeface="微软雅黑" panose="020B0503020204020204" pitchFamily="34" charset="-122"/>
                <a:ea typeface="微软雅黑" panose="020B0503020204020204" pitchFamily="34" charset="-122"/>
              </a:rPr>
              <a:t>4. </a:t>
            </a:r>
            <a:r>
              <a:rPr lang="zh-CN" altLang="en-US" dirty="0">
                <a:latin typeface="微软雅黑" panose="020B0503020204020204" pitchFamily="34" charset="-122"/>
                <a:ea typeface="微软雅黑" panose="020B0503020204020204" pitchFamily="34" charset="-122"/>
              </a:rPr>
              <a:t>决策方案生成的主要方法是什么？</a:t>
            </a:r>
            <a:endParaRPr lang="zh-CN" altLang="en-US" dirty="0">
              <a:latin typeface="微软雅黑" panose="020B0503020204020204" pitchFamily="34" charset="-122"/>
              <a:ea typeface="微软雅黑" panose="020B0503020204020204" pitchFamily="34" charset="-122"/>
            </a:endParaRPr>
          </a:p>
          <a:p>
            <a:pPr indent="355600" algn="just">
              <a:lnSpc>
                <a:spcPct val="200000"/>
              </a:lnSpc>
              <a:spcAft>
                <a:spcPts val="0"/>
              </a:spcAft>
            </a:pPr>
            <a:r>
              <a:rPr lang="en-US" altLang="zh-CN" dirty="0">
                <a:latin typeface="微软雅黑" panose="020B0503020204020204" pitchFamily="34" charset="-122"/>
                <a:ea typeface="微软雅黑" panose="020B0503020204020204" pitchFamily="34" charset="-122"/>
              </a:rPr>
              <a:t>5. </a:t>
            </a:r>
            <a:r>
              <a:rPr lang="zh-CN" altLang="en-US" dirty="0">
                <a:latin typeface="微软雅黑" panose="020B0503020204020204" pitchFamily="34" charset="-122"/>
                <a:ea typeface="微软雅黑" panose="020B0503020204020204" pitchFamily="34" charset="-122"/>
              </a:rPr>
              <a:t>请用决策树方法来评价和选择一个具体的决策方案。</a:t>
            </a:r>
            <a:endParaRPr lang="zh-CN" altLang="en-US" dirty="0">
              <a:latin typeface="微软雅黑" panose="020B0503020204020204" pitchFamily="34" charset="-122"/>
              <a:ea typeface="微软雅黑" panose="020B0503020204020204" pitchFamily="34" charset="-122"/>
            </a:endParaRPr>
          </a:p>
          <a:p>
            <a:pPr indent="355600" algn="just">
              <a:lnSpc>
                <a:spcPct val="200000"/>
              </a:lnSpc>
              <a:spcAft>
                <a:spcPts val="0"/>
              </a:spcAft>
            </a:pPr>
            <a:r>
              <a:rPr lang="en-US" altLang="zh-CN" dirty="0">
                <a:latin typeface="微软雅黑" panose="020B0503020204020204" pitchFamily="34" charset="-122"/>
                <a:ea typeface="微软雅黑" panose="020B0503020204020204" pitchFamily="34" charset="-122"/>
              </a:rPr>
              <a:t>6. </a:t>
            </a:r>
            <a:r>
              <a:rPr lang="zh-CN" altLang="en-US" dirty="0">
                <a:latin typeface="微软雅黑" panose="020B0503020204020204" pitchFamily="34" charset="-122"/>
                <a:ea typeface="微软雅黑" panose="020B0503020204020204" pitchFamily="34" charset="-122"/>
              </a:rPr>
              <a:t>请用蒂蒙斯的机会评价框架评价一个创新或创业机会。</a:t>
            </a:r>
            <a:endParaRPr lang="zh-CN" altLang="en-US" dirty="0">
              <a:latin typeface="微软雅黑" panose="020B0503020204020204" pitchFamily="34" charset="-122"/>
              <a:ea typeface="微软雅黑" panose="020B0503020204020204" pitchFamily="34" charset="-122"/>
            </a:endParaRPr>
          </a:p>
          <a:p>
            <a:pPr indent="355600" algn="just">
              <a:lnSpc>
                <a:spcPct val="200000"/>
              </a:lnSpc>
              <a:spcAft>
                <a:spcPts val="0"/>
              </a:spcAft>
            </a:pPr>
            <a:br>
              <a:rPr lang="zh-CN" altLang="en-US" dirty="0">
                <a:latin typeface="微软雅黑" panose="020B0503020204020204" pitchFamily="34" charset="-122"/>
                <a:ea typeface="微软雅黑" panose="020B0503020204020204" pitchFamily="34" charset="-122"/>
              </a:rPr>
            </a:br>
            <a:endParaRPr lang="zh-CN" altLang="en-US" dirty="0">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par>
    </p:tnLst>
  </p:timing>
</p:sld>
</file>

<file path=ppt/tags/tag1.xml><?xml version="1.0" encoding="utf-8"?>
<p:tagLst xmlns:p="http://schemas.openxmlformats.org/presentationml/2006/main">
  <p:tag name="KSO_WM_TAG_VERSION" val="1.0"/>
  <p:tag name="KSO_WM_BEAUTIFY_FLAG" val="#wm#"/>
  <p:tag name="KSO_WM_UNIT_TYPE" val="i"/>
  <p:tag name="KSO_WM_UNIT_ID" val="diagram390_3*i*1"/>
  <p:tag name="KSO_WM_TEMPLATE_CATEGORY" val="diagram"/>
  <p:tag name="KSO_WM_TEMPLATE_INDEX" val="390"/>
  <p:tag name="KSO_WM_UNIT_INDEX" val="1"/>
</p:tagLst>
</file>

<file path=ppt/tags/tag2.xml><?xml version="1.0" encoding="utf-8"?>
<p:tagLst xmlns:p="http://schemas.openxmlformats.org/presentationml/2006/main">
  <p:tag name="KSO_WM_TEMPLATE_CATEGORY" val="diagram"/>
  <p:tag name="KSO_WM_TEMPLATE_INDEX" val="390"/>
  <p:tag name="KSO_WM_UNIT_TYPE" val="l_h_a"/>
  <p:tag name="KSO_WM_UNIT_INDEX" val="1_1_1"/>
  <p:tag name="KSO_WM_UNIT_ID" val="diagram390_3*l_h_a*1_1_1"/>
  <p:tag name="KSO_WM_UNIT_CLEAR" val="1"/>
  <p:tag name="KSO_WM_UNIT_LAYERLEVEL" val="1_1_1"/>
  <p:tag name="KSO_WM_UNIT_VALUE" val="21"/>
  <p:tag name="KSO_WM_UNIT_HIGHLIGHT" val="0"/>
  <p:tag name="KSO_WM_UNIT_COMPATIBLE" val="0"/>
  <p:tag name="KSO_WM_BEAUTIFY_FLAG" val="#wm#"/>
  <p:tag name="KSO_WM_UNIT_PRESET_TEXT_INDEX" val="3"/>
  <p:tag name="KSO_WM_UNIT_PRESET_TEXT_LEN" val="12"/>
  <p:tag name="KSO_WM_TAG_VERSION" val="1.0"/>
  <p:tag name="KSO_WM_DIAGRAM_GROUP_CODE" val="l1-1"/>
  <p:tag name="KSO_WM_UNIT_TEXT_FILL_FORE_SCHEMECOLOR_INDEX" val="5"/>
  <p:tag name="KSO_WM_UNIT_TEXT_FILL_TYPE" val="1"/>
</p:tagLst>
</file>

<file path=ppt/tags/tag3.xml><?xml version="1.0" encoding="utf-8"?>
<p:tagLst xmlns:p="http://schemas.openxmlformats.org/presentationml/2006/main">
  <p:tag name="KSO_WM_TEMPLATE_CATEGORY" val="diagram"/>
  <p:tag name="KSO_WM_TEMPLATE_INDEX" val="390"/>
  <p:tag name="KSO_WM_UNIT_TYPE" val="l_h_f"/>
  <p:tag name="KSO_WM_UNIT_INDEX" val="1_1_1"/>
  <p:tag name="KSO_WM_UNIT_ID" val="diagram390_3*l_h_f*1_1_1"/>
  <p:tag name="KSO_WM_UNIT_CLEAR" val="1"/>
  <p:tag name="KSO_WM_UNIT_LAYERLEVEL" val="1_1_1"/>
  <p:tag name="KSO_WM_UNIT_VALUE" val="63"/>
  <p:tag name="KSO_WM_UNIT_HIGHLIGHT" val="0"/>
  <p:tag name="KSO_WM_UNIT_COMPATIBLE" val="0"/>
  <p:tag name="KSO_WM_BEAUTIFY_FLAG" val="#wm#"/>
  <p:tag name="KSO_WM_UNIT_PRESET_TEXT_INDEX" val="4"/>
  <p:tag name="KSO_WM_UNIT_PRESET_TEXT_LEN" val="131"/>
  <p:tag name="KSO_WM_TAG_VERSION" val="1.0"/>
  <p:tag name="KSO_WM_DIAGRAM_GROUP_CODE" val="l1-1"/>
  <p:tag name="KSO_WM_UNIT_TEXT_FILL_FORE_SCHEMECOLOR_INDEX" val="13"/>
  <p:tag name="KSO_WM_UNIT_TEXT_FILL_TYPE" val="1"/>
</p:tagLst>
</file>

<file path=ppt/tags/tag4.xml><?xml version="1.0" encoding="utf-8"?>
<p:tagLst xmlns:p="http://schemas.openxmlformats.org/presentationml/2006/main">
  <p:tag name="KSO_WM_TAG_VERSION" val="1.0"/>
  <p:tag name="KSO_WM_BEAUTIFY_FLAG" val="#wm#"/>
  <p:tag name="KSO_WM_UNIT_TYPE" val="i"/>
  <p:tag name="KSO_WM_UNIT_ID" val="diagram390_3*i*1"/>
  <p:tag name="KSO_WM_TEMPLATE_CATEGORY" val="diagram"/>
  <p:tag name="KSO_WM_TEMPLATE_INDEX" val="390"/>
  <p:tag name="KSO_WM_UNIT_INDEX" val="1"/>
</p:tagLst>
</file>

<file path=ppt/tags/tag5.xml><?xml version="1.0" encoding="utf-8"?>
<p:tagLst xmlns:p="http://schemas.openxmlformats.org/presentationml/2006/main">
  <p:tag name="KSO_WM_TEMPLATE_CATEGORY" val="diagram"/>
  <p:tag name="KSO_WM_TEMPLATE_INDEX" val="390"/>
  <p:tag name="KSO_WM_UNIT_TYPE" val="l_h_a"/>
  <p:tag name="KSO_WM_UNIT_INDEX" val="1_1_1"/>
  <p:tag name="KSO_WM_UNIT_ID" val="diagram390_3*l_h_a*1_1_1"/>
  <p:tag name="KSO_WM_UNIT_CLEAR" val="1"/>
  <p:tag name="KSO_WM_UNIT_LAYERLEVEL" val="1_1_1"/>
  <p:tag name="KSO_WM_UNIT_VALUE" val="21"/>
  <p:tag name="KSO_WM_UNIT_HIGHLIGHT" val="0"/>
  <p:tag name="KSO_WM_UNIT_COMPATIBLE" val="0"/>
  <p:tag name="KSO_WM_BEAUTIFY_FLAG" val="#wm#"/>
  <p:tag name="KSO_WM_UNIT_PRESET_TEXT_INDEX" val="3"/>
  <p:tag name="KSO_WM_UNIT_PRESET_TEXT_LEN" val="12"/>
  <p:tag name="KSO_WM_TAG_VERSION" val="1.0"/>
  <p:tag name="KSO_WM_DIAGRAM_GROUP_CODE" val="l1-1"/>
  <p:tag name="KSO_WM_UNIT_TEXT_FILL_FORE_SCHEMECOLOR_INDEX" val="5"/>
  <p:tag name="KSO_WM_UNIT_TEXT_FILL_TYPE" val="1"/>
</p:tagLst>
</file>

<file path=ppt/tags/tag6.xml><?xml version="1.0" encoding="utf-8"?>
<p:tagLst xmlns:p="http://schemas.openxmlformats.org/presentationml/2006/main">
  <p:tag name="KSO_WM_TEMPLATE_CATEGORY" val="diagram"/>
  <p:tag name="KSO_WM_TEMPLATE_INDEX" val="390"/>
  <p:tag name="KSO_WM_UNIT_TYPE" val="l_h_f"/>
  <p:tag name="KSO_WM_UNIT_INDEX" val="1_1_1"/>
  <p:tag name="KSO_WM_UNIT_ID" val="diagram390_3*l_h_f*1_1_1"/>
  <p:tag name="KSO_WM_UNIT_CLEAR" val="1"/>
  <p:tag name="KSO_WM_UNIT_LAYERLEVEL" val="1_1_1"/>
  <p:tag name="KSO_WM_UNIT_VALUE" val="63"/>
  <p:tag name="KSO_WM_UNIT_HIGHLIGHT" val="0"/>
  <p:tag name="KSO_WM_UNIT_COMPATIBLE" val="0"/>
  <p:tag name="KSO_WM_BEAUTIFY_FLAG" val="#wm#"/>
  <p:tag name="KSO_WM_UNIT_PRESET_TEXT_INDEX" val="4"/>
  <p:tag name="KSO_WM_UNIT_PRESET_TEXT_LEN" val="131"/>
  <p:tag name="KSO_WM_TAG_VERSION" val="1.0"/>
  <p:tag name="KSO_WM_DIAGRAM_GROUP_CODE" val="l1-1"/>
  <p:tag name="KSO_WM_UNIT_TEXT_FILL_FORE_SCHEMECOLOR_INDEX" val="13"/>
  <p:tag name="KSO_WM_UNIT_TEXT_FILL_TYPE" val="1"/>
</p:tagLst>
</file>

<file path=ppt/theme/theme1.xml><?xml version="1.0" encoding="utf-8"?>
<a:theme xmlns:a="http://schemas.openxmlformats.org/drawingml/2006/main" name="默认设计模板">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axswczja">
      <a:majorFont>
        <a:latin typeface="Times New Roman"/>
        <a:ea typeface="Microsoft YaHei"/>
        <a:cs typeface=""/>
      </a:majorFont>
      <a:minorFont>
        <a:latin typeface="Times New Roman"/>
        <a:ea typeface="Microsoft YaHei"/>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raClrSchemeLst>
    <a:extraClrScheme>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默认设计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默认设计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默认设计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默认设计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默认设计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默认设计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默认设计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5980</Words>
  <Application>WPS 演示</Application>
  <PresentationFormat>全屏显示(4:3)</PresentationFormat>
  <Paragraphs>424</Paragraphs>
  <Slides>48</Slides>
  <Notes>0</Notes>
  <HiddenSlides>0</HiddenSlides>
  <MMClips>0</MMClips>
  <ScaleCrop>false</ScaleCrop>
  <HeadingPairs>
    <vt:vector size="6" baseType="variant">
      <vt:variant>
        <vt:lpstr>已用的字体</vt:lpstr>
      </vt:variant>
      <vt:variant>
        <vt:i4>9</vt:i4>
      </vt:variant>
      <vt:variant>
        <vt:lpstr>主题</vt:lpstr>
      </vt:variant>
      <vt:variant>
        <vt:i4>1</vt:i4>
      </vt:variant>
      <vt:variant>
        <vt:lpstr>幻灯片标题</vt:lpstr>
      </vt:variant>
      <vt:variant>
        <vt:i4>48</vt:i4>
      </vt:variant>
    </vt:vector>
  </HeadingPairs>
  <TitlesOfParts>
    <vt:vector size="58" baseType="lpstr">
      <vt:lpstr>Arial</vt:lpstr>
      <vt:lpstr>宋体</vt:lpstr>
      <vt:lpstr>Wingdings</vt:lpstr>
      <vt:lpstr>黑体</vt:lpstr>
      <vt:lpstr>微软雅黑</vt:lpstr>
      <vt:lpstr>Times New Roman</vt:lpstr>
      <vt:lpstr>Arial Unicode MS</vt:lpstr>
      <vt:lpstr>等线</vt:lpstr>
      <vt:lpstr>Impact</vt:lpstr>
      <vt:lpstr>默认设计模板</vt:lpstr>
      <vt:lpstr>第四章  环境分析与理性决策</vt:lpstr>
      <vt:lpstr>第一节  组织的内外部环境要素</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马工程网站修改建议</dc:title>
  <dc:creator>Ali</dc:creator>
  <cp:lastModifiedBy>铁匠</cp:lastModifiedBy>
  <cp:revision>128</cp:revision>
  <dcterms:created xsi:type="dcterms:W3CDTF">2022-02-09T07:06:09Z</dcterms:created>
  <dcterms:modified xsi:type="dcterms:W3CDTF">2022-02-09T07:06:48Z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2052-11.1.0.10314</vt:lpwstr>
  </property>
</Properties>
</file>