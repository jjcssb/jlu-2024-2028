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4.xml" ContentType="application/vnd.openxmlformats-officedocument.theme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5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6.xml" ContentType="application/vnd.openxmlformats-officedocument.theme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theme/theme7.xml" ContentType="application/vnd.openxmlformats-officedocument.theme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theme/theme8.xml" ContentType="application/vnd.openxmlformats-officedocument.theme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952" r:id="rId1"/>
    <p:sldMasterId id="2147485137" r:id="rId2"/>
    <p:sldMasterId id="2147485149" r:id="rId3"/>
    <p:sldMasterId id="2147485163" r:id="rId4"/>
    <p:sldMasterId id="2147485177" r:id="rId5"/>
    <p:sldMasterId id="2147485189" r:id="rId6"/>
    <p:sldMasterId id="2147485201" r:id="rId7"/>
    <p:sldMasterId id="2147485213" r:id="rId8"/>
    <p:sldMasterId id="2147485226" r:id="rId9"/>
  </p:sldMasterIdLst>
  <p:notesMasterIdLst>
    <p:notesMasterId r:id="rId38"/>
  </p:notesMasterIdLst>
  <p:handoutMasterIdLst>
    <p:handoutMasterId r:id="rId39"/>
  </p:handoutMasterIdLst>
  <p:sldIdLst>
    <p:sldId id="520" r:id="rId10"/>
    <p:sldId id="521" r:id="rId11"/>
    <p:sldId id="522" r:id="rId12"/>
    <p:sldId id="523" r:id="rId13"/>
    <p:sldId id="524" r:id="rId14"/>
    <p:sldId id="550" r:id="rId15"/>
    <p:sldId id="538" r:id="rId16"/>
    <p:sldId id="525" r:id="rId17"/>
    <p:sldId id="536" r:id="rId18"/>
    <p:sldId id="535" r:id="rId19"/>
    <p:sldId id="533" r:id="rId20"/>
    <p:sldId id="534" r:id="rId21"/>
    <p:sldId id="543" r:id="rId22"/>
    <p:sldId id="542" r:id="rId23"/>
    <p:sldId id="541" r:id="rId24"/>
    <p:sldId id="510" r:id="rId25"/>
    <p:sldId id="552" r:id="rId26"/>
    <p:sldId id="514" r:id="rId27"/>
    <p:sldId id="516" r:id="rId28"/>
    <p:sldId id="517" r:id="rId29"/>
    <p:sldId id="539" r:id="rId30"/>
    <p:sldId id="540" r:id="rId31"/>
    <p:sldId id="551" r:id="rId32"/>
    <p:sldId id="549" r:id="rId33"/>
    <p:sldId id="545" r:id="rId34"/>
    <p:sldId id="546" r:id="rId35"/>
    <p:sldId id="547" r:id="rId36"/>
    <p:sldId id="548" r:id="rId37"/>
  </p:sldIdLst>
  <p:sldSz cx="9144000" cy="6858000" type="screen4x3"/>
  <p:notesSz cx="6858000" cy="9144000"/>
  <p:embeddedFontLst>
    <p:embeddedFont>
      <p:font typeface="楷体_GB2312" panose="02010600030101010101" charset="-122"/>
      <p:regular r:id="rId40"/>
      <p:bold r:id="rId41"/>
      <p:italic r:id="rId42"/>
      <p:boldItalic r:id="rId43"/>
    </p:embeddedFont>
    <p:embeddedFont>
      <p:font typeface="楷体" panose="02010609060101010101" pitchFamily="49" charset="-122"/>
      <p:regular r:id="rId44"/>
    </p:embeddedFont>
    <p:embeddedFont>
      <p:font typeface="黑体" panose="02010609060101010101" pitchFamily="49" charset="-122"/>
      <p:regular r:id="rId45"/>
    </p:embeddedFont>
    <p:embeddedFont>
      <p:font typeface="华文中宋" panose="02010600040101010101" pitchFamily="2" charset="-122"/>
      <p:regular r:id="rId46"/>
    </p:embeddedFont>
    <p:embeddedFont>
      <p:font typeface="Malgun Gothic" panose="020B0503020000020004" pitchFamily="34" charset="-127"/>
      <p:regular r:id="rId47"/>
      <p:bold r:id="rId48"/>
    </p:embeddedFont>
    <p:embeddedFont>
      <p:font typeface="KaiTi" panose="02010609060101010101" pitchFamily="49" charset="-122"/>
      <p:regular r:id="rId49"/>
    </p:embeddedFont>
    <p:embeddedFont>
      <p:font typeface="微软雅黑" panose="020B0503020204020204" pitchFamily="34" charset="-122"/>
      <p:regular r:id="rId50"/>
      <p:bold r:id="rId51"/>
    </p:embeddedFont>
    <p:embeddedFont>
      <p:font typeface="Calibri" panose="020F0502020204030204" pitchFamily="34" charset="0"/>
      <p:regular r:id="rId52"/>
      <p:bold r:id="rId53"/>
      <p:italic r:id="rId54"/>
      <p:boldItalic r:id="rId55"/>
    </p:embeddedFont>
    <p:embeddedFont>
      <p:font typeface="-윤명조140" panose="020B0604020202020204" charset="-127"/>
      <p:regular r:id="rId56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楷体_GB2312" panose="0201060903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707" autoAdjust="0"/>
    <p:restoredTop sz="82514" autoAdjust="0"/>
  </p:normalViewPr>
  <p:slideViewPr>
    <p:cSldViewPr>
      <p:cViewPr varScale="1">
        <p:scale>
          <a:sx n="80" d="100"/>
          <a:sy n="80" d="100"/>
        </p:scale>
        <p:origin x="888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slide" Target="slides/slide17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2.xml"/><Relationship Id="rId34" Type="http://schemas.openxmlformats.org/officeDocument/2006/relationships/slide" Target="slides/slide25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font" Target="fonts/font11.fntdata"/><Relationship Id="rId55" Type="http://schemas.openxmlformats.org/officeDocument/2006/relationships/font" Target="fonts/font16.fntdata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7.xml"/><Relationship Id="rId29" Type="http://schemas.openxmlformats.org/officeDocument/2006/relationships/slide" Target="slides/slide20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slide" Target="slides/slide23.xml"/><Relationship Id="rId37" Type="http://schemas.openxmlformats.org/officeDocument/2006/relationships/slide" Target="slides/slide28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3" Type="http://schemas.openxmlformats.org/officeDocument/2006/relationships/font" Target="fonts/font14.fntdata"/><Relationship Id="rId58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9" Type="http://schemas.openxmlformats.org/officeDocument/2006/relationships/slide" Target="slides/slide10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43" Type="http://schemas.openxmlformats.org/officeDocument/2006/relationships/font" Target="fonts/font4.fntdata"/><Relationship Id="rId48" Type="http://schemas.openxmlformats.org/officeDocument/2006/relationships/font" Target="fonts/font9.fntdata"/><Relationship Id="rId56" Type="http://schemas.openxmlformats.org/officeDocument/2006/relationships/font" Target="fonts/font17.fntdata"/><Relationship Id="rId8" Type="http://schemas.openxmlformats.org/officeDocument/2006/relationships/slideMaster" Target="slideMasters/slideMaster8.xml"/><Relationship Id="rId51" Type="http://schemas.openxmlformats.org/officeDocument/2006/relationships/font" Target="fonts/font12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7.fntdata"/><Relationship Id="rId59" Type="http://schemas.openxmlformats.org/officeDocument/2006/relationships/theme" Target="theme/theme1.xml"/><Relationship Id="rId20" Type="http://schemas.openxmlformats.org/officeDocument/2006/relationships/slide" Target="slides/slide11.xml"/><Relationship Id="rId41" Type="http://schemas.openxmlformats.org/officeDocument/2006/relationships/font" Target="fonts/font2.fntdata"/><Relationship Id="rId54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49" Type="http://schemas.openxmlformats.org/officeDocument/2006/relationships/font" Target="fonts/font10.fntdata"/><Relationship Id="rId57" Type="http://schemas.openxmlformats.org/officeDocument/2006/relationships/presProps" Target="presProps.xml"/><Relationship Id="rId10" Type="http://schemas.openxmlformats.org/officeDocument/2006/relationships/slide" Target="slides/slide1.xml"/><Relationship Id="rId31" Type="http://schemas.openxmlformats.org/officeDocument/2006/relationships/slide" Target="slides/slide22.xml"/><Relationship Id="rId44" Type="http://schemas.openxmlformats.org/officeDocument/2006/relationships/font" Target="fonts/font5.fntdata"/><Relationship Id="rId52" Type="http://schemas.openxmlformats.org/officeDocument/2006/relationships/font" Target="fonts/font13.fntdata"/><Relationship Id="rId6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xmlns="" id="{BE9681FB-26C8-9E41-A628-2378EB005B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xmlns="" id="{7E5551D8-9317-BE44-ADFE-D43A9C42B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E7CA8A68-BE69-B646-A3D7-8311BAADFC91}" type="datetimeFigureOut">
              <a:rPr lang="zh-CN" altLang="en-US"/>
              <a:pPr>
                <a:defRPr/>
              </a:pPr>
              <a:t>2025/10/9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xmlns="" id="{C6C1788C-A8D6-9040-8B3D-A8D98758EA8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xmlns="" id="{1EEB1622-DECC-7341-B5F8-AC03A0B5BE9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smtClean="0"/>
            </a:lvl1pPr>
          </a:lstStyle>
          <a:p>
            <a:pPr>
              <a:defRPr/>
            </a:pPr>
            <a:fld id="{E0ACF3B1-F51E-2948-B292-CB8A2FA877C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xmlns="" id="{8EEF45E6-3AB4-FB4F-9D62-878BB548CEE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xmlns="" id="{B0DA920A-AAF4-D544-B7C4-FB03BE3C2F2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6169B0EB-FED5-F342-8E56-CD94A3635ADE}" type="datetimeFigureOut">
              <a:rPr lang="zh-CN" altLang="en-US"/>
              <a:pPr>
                <a:defRPr/>
              </a:pPr>
              <a:t>2025/10/9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xmlns="" id="{FC33789B-8346-804B-A92B-6499D98C9B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xmlns="" id="{B9CFCBE8-4C4B-AE44-B906-C23608CE3D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06FD6330-8891-9D45-9087-6E65136C153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AA5E861C-8B88-5048-9210-9073A308A7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smtClean="0"/>
            </a:lvl1pPr>
          </a:lstStyle>
          <a:p>
            <a:pPr>
              <a:defRPr/>
            </a:pPr>
            <a:fld id="{F14D2433-128D-984E-B31B-A5C5F89DD8A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31034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algun Gothic" panose="020B0503020000020004" pitchFamily="34" charset="-127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algun Gothic" panose="020B0503020000020004" pitchFamily="34" charset="-127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algun Gothic" panose="020B0503020000020004" pitchFamily="34" charset="-127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algun Gothic" panose="020B0503020000020004" pitchFamily="34" charset="-127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algun Gothic" panose="020B0503020000020004" pitchFamily="34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7">
            <a:extLst>
              <a:ext uri="{FF2B5EF4-FFF2-40B4-BE49-F238E27FC236}">
                <a16:creationId xmlns:a16="http://schemas.microsoft.com/office/drawing/2014/main" xmlns="" id="{B36EF923-828E-4D4D-AD42-BB68FAD5E7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fld id="{9DFBFA3C-2CF1-F445-B297-9C132F7DF38A}" type="slidenum">
              <a:rPr lang="en-US" altLang="zh-CN" smtClean="0">
                <a:solidFill>
                  <a:prstClr val="black"/>
                </a:solidFill>
              </a:rPr>
              <a:pPr/>
              <a:t>1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61442" name="Rectangle 2">
            <a:extLst>
              <a:ext uri="{FF2B5EF4-FFF2-40B4-BE49-F238E27FC236}">
                <a16:creationId xmlns:a16="http://schemas.microsoft.com/office/drawing/2014/main" xmlns="" id="{791DA545-F6D1-4045-997F-474E7C2DA2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xmlns="" id="{42EFE83B-A941-134F-B2B2-E16FE284CF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12017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7">
            <a:extLst>
              <a:ext uri="{FF2B5EF4-FFF2-40B4-BE49-F238E27FC236}">
                <a16:creationId xmlns:a16="http://schemas.microsoft.com/office/drawing/2014/main" xmlns="" id="{809F14A2-0048-0840-B00B-DB8B6AF531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fld id="{7C1A7CAA-DF81-364D-BBED-F6D02372493A}" type="slidenum">
              <a:rPr lang="en-US" altLang="zh-CN" smtClean="0">
                <a:solidFill>
                  <a:prstClr val="black"/>
                </a:solidFill>
              </a:rPr>
              <a:pPr/>
              <a:t>2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63490" name="Rectangle 2">
            <a:extLst>
              <a:ext uri="{FF2B5EF4-FFF2-40B4-BE49-F238E27FC236}">
                <a16:creationId xmlns:a16="http://schemas.microsoft.com/office/drawing/2014/main" xmlns="" id="{61E7ADB5-9FAC-AA44-9C38-C851A4F8B5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xmlns="" id="{E5EA3AA6-9571-6E4C-A5B2-9FFC1DF496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19875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7">
            <a:extLst>
              <a:ext uri="{FF2B5EF4-FFF2-40B4-BE49-F238E27FC236}">
                <a16:creationId xmlns:a16="http://schemas.microsoft.com/office/drawing/2014/main" xmlns="" id="{7402AF01-B4F4-824E-8AA8-AA2B054D5B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fld id="{0B9BA081-F65E-B741-AF26-E7B7A488A18F}" type="slidenum">
              <a:rPr lang="en-US" altLang="zh-CN" smtClean="0">
                <a:solidFill>
                  <a:prstClr val="black"/>
                </a:solidFill>
              </a:rPr>
              <a:pPr/>
              <a:t>3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79874" name="Rectangle 2">
            <a:extLst>
              <a:ext uri="{FF2B5EF4-FFF2-40B4-BE49-F238E27FC236}">
                <a16:creationId xmlns:a16="http://schemas.microsoft.com/office/drawing/2014/main" xmlns="" id="{B53DD304-69F1-A64B-86C8-7C1318FD2B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xmlns="" id="{4ADCD945-4A62-FF4B-839C-A0A441E91D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975130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>
            <a:extLst>
              <a:ext uri="{FF2B5EF4-FFF2-40B4-BE49-F238E27FC236}">
                <a16:creationId xmlns:a16="http://schemas.microsoft.com/office/drawing/2014/main" xmlns="" id="{FA62B3E2-F132-C140-B830-94E57984DF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fld id="{A617AC02-64D0-B54B-90AE-51A95B55C7B1}" type="slidenum">
              <a:rPr lang="en-US" altLang="zh-CN" smtClean="0">
                <a:solidFill>
                  <a:prstClr val="black"/>
                </a:solidFill>
              </a:rPr>
              <a:pPr/>
              <a:t>4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47106" name="Rectangle 2">
            <a:extLst>
              <a:ext uri="{FF2B5EF4-FFF2-40B4-BE49-F238E27FC236}">
                <a16:creationId xmlns:a16="http://schemas.microsoft.com/office/drawing/2014/main" xmlns="" id="{16B02C5A-9786-9944-9ED9-A6A718C5B5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xmlns="" id="{735C64CC-89FE-F949-86DA-8A99E92C56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133613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Rectangle 7">
            <a:extLst>
              <a:ext uri="{FF2B5EF4-FFF2-40B4-BE49-F238E27FC236}">
                <a16:creationId xmlns:a16="http://schemas.microsoft.com/office/drawing/2014/main" xmlns="" id="{CDC647CA-C3A0-254A-90FA-10287367AA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fld id="{91986C26-6A49-A045-9F4C-32C9FE62306C}" type="slidenum">
              <a:rPr lang="en-US" altLang="zh-CN" smtClean="0">
                <a:solidFill>
                  <a:prstClr val="black"/>
                </a:solidFill>
              </a:rPr>
              <a:pPr/>
              <a:t>5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118786" name="Rectangle 2">
            <a:extLst>
              <a:ext uri="{FF2B5EF4-FFF2-40B4-BE49-F238E27FC236}">
                <a16:creationId xmlns:a16="http://schemas.microsoft.com/office/drawing/2014/main" xmlns="" id="{8182FEB1-80BC-7942-ABCF-6D53D363A2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7" name="Rectangle 3">
            <a:extLst>
              <a:ext uri="{FF2B5EF4-FFF2-40B4-BE49-F238E27FC236}">
                <a16:creationId xmlns:a16="http://schemas.microsoft.com/office/drawing/2014/main" xmlns="" id="{D73FE7F9-3424-C040-A411-D456683629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191361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7">
            <a:extLst>
              <a:ext uri="{FF2B5EF4-FFF2-40B4-BE49-F238E27FC236}">
                <a16:creationId xmlns:a16="http://schemas.microsoft.com/office/drawing/2014/main" xmlns="" id="{9B124366-5C98-3B4A-96FE-DD4E7B3125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fld id="{071E32BF-C0A6-6348-808E-095257D6CCCD}" type="slidenum">
              <a:rPr lang="en-US" altLang="zh-CN" smtClean="0">
                <a:solidFill>
                  <a:prstClr val="black"/>
                </a:solidFill>
              </a:rPr>
              <a:pPr/>
              <a:t>6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67586" name="Rectangle 2">
            <a:extLst>
              <a:ext uri="{FF2B5EF4-FFF2-40B4-BE49-F238E27FC236}">
                <a16:creationId xmlns:a16="http://schemas.microsoft.com/office/drawing/2014/main" xmlns="" id="{EA0F7384-98E7-7646-B250-81E929D77B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xmlns="" id="{E871636B-B9D9-834C-9792-D05BC32E53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613476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7">
            <a:extLst>
              <a:ext uri="{FF2B5EF4-FFF2-40B4-BE49-F238E27FC236}">
                <a16:creationId xmlns:a16="http://schemas.microsoft.com/office/drawing/2014/main" xmlns="" id="{9646C323-2C67-EA4B-8EEA-D1596CE6D8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fld id="{0CA7EE4A-4E4A-0840-981C-17AE9CAEDC49}" type="slidenum">
              <a:rPr lang="en-US" altLang="zh-CN" smtClean="0">
                <a:solidFill>
                  <a:prstClr val="black"/>
                </a:solidFill>
              </a:rPr>
              <a:pPr/>
              <a:t>7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69634" name="Rectangle 2">
            <a:extLst>
              <a:ext uri="{FF2B5EF4-FFF2-40B4-BE49-F238E27FC236}">
                <a16:creationId xmlns:a16="http://schemas.microsoft.com/office/drawing/2014/main" xmlns="" id="{374CA013-991A-9D4E-852C-95C4A5EDB3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xmlns="" id="{C9CEA72D-CDEE-524F-8D06-337FE234D6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937934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7" name="Rectangle 7">
            <a:extLst>
              <a:ext uri="{FF2B5EF4-FFF2-40B4-BE49-F238E27FC236}">
                <a16:creationId xmlns:a16="http://schemas.microsoft.com/office/drawing/2014/main" xmlns="" id="{71C59D5F-85E8-B14C-86C8-BAA5618A60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fld id="{0CD97155-370A-5F45-93C2-A8D7F7573DC3}" type="slidenum">
              <a:rPr lang="en-US" altLang="zh-CN" smtClean="0">
                <a:solidFill>
                  <a:prstClr val="black"/>
                </a:solidFill>
              </a:rPr>
              <a:pPr/>
              <a:t>8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126978" name="Rectangle 2">
            <a:extLst>
              <a:ext uri="{FF2B5EF4-FFF2-40B4-BE49-F238E27FC236}">
                <a16:creationId xmlns:a16="http://schemas.microsoft.com/office/drawing/2014/main" xmlns="" id="{1600419E-037E-EF49-B99D-16EF706C6D8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79" name="Rectangle 3">
            <a:extLst>
              <a:ext uri="{FF2B5EF4-FFF2-40B4-BE49-F238E27FC236}">
                <a16:creationId xmlns:a16="http://schemas.microsoft.com/office/drawing/2014/main" xmlns="" id="{0CE1349B-4231-1F4D-A634-9C404615BC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771945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854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1085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fld id="{B516A0AE-3530-4A3F-9363-0AAE36ACCC3A}" type="slidenum">
              <a:rPr lang="zh-CN" altLang="en-US" sz="1200" smtClean="0">
                <a:solidFill>
                  <a:prstClr val="black"/>
                </a:solidFill>
              </a:rPr>
              <a:pPr/>
              <a:t>9</a:t>
            </a:fld>
            <a:endParaRPr lang="zh-CN" altLang="en-US" sz="1200" smtClean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22845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4D2433-128D-984E-B31B-A5C5F89DD8A0}" type="slidenum">
              <a:rPr lang="zh-CN" altLang="en-US">
                <a:solidFill>
                  <a:prstClr val="black"/>
                </a:solidFill>
              </a:rPr>
              <a:pPr>
                <a:defRPr/>
              </a:pPr>
              <a:t>10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69864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>
            <a:extLst>
              <a:ext uri="{FF2B5EF4-FFF2-40B4-BE49-F238E27FC236}">
                <a16:creationId xmlns:a16="http://schemas.microsoft.com/office/drawing/2014/main" xmlns="" id="{8B11710C-06A1-E146-83D3-CAF8A28B7C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3C8135A-8618-9948-A593-46227530160E}" type="slidenum">
              <a:rPr lang="zh-CN" altLang="en-US">
                <a:solidFill>
                  <a:prstClr val="black"/>
                </a:solidFill>
                <a:latin typeface="Times New Roman" panose="02020603050405020304" pitchFamily="18" charset="0"/>
              </a:rPr>
              <a:pPr eaLnBrk="1" hangingPunct="1"/>
              <a:t>12</a:t>
            </a:fld>
            <a:endParaRPr lang="en-US" altLang="zh-CN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4147" name="Rectangle 2">
            <a:extLst>
              <a:ext uri="{FF2B5EF4-FFF2-40B4-BE49-F238E27FC236}">
                <a16:creationId xmlns:a16="http://schemas.microsoft.com/office/drawing/2014/main" xmlns="" id="{D1647FB3-50C9-384C-9CB7-08422E1D08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8" name="Rectangle 3">
            <a:extLst>
              <a:ext uri="{FF2B5EF4-FFF2-40B4-BE49-F238E27FC236}">
                <a16:creationId xmlns:a16="http://schemas.microsoft.com/office/drawing/2014/main" xmlns="" id="{AEADD8DA-D960-6B41-9853-1CD145420E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sz="1400">
              <a:sym typeface="Symbol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7396897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7">
            <a:extLst>
              <a:ext uri="{FF2B5EF4-FFF2-40B4-BE49-F238E27FC236}">
                <a16:creationId xmlns:a16="http://schemas.microsoft.com/office/drawing/2014/main" xmlns="" id="{E932D270-82E5-0743-B2E3-30903DD674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fld id="{75B1A50D-CD1F-FA43-A4A7-D44CCAF4F7E7}" type="slidenum">
              <a:rPr lang="en-US" altLang="zh-CN" smtClean="0">
                <a:solidFill>
                  <a:prstClr val="black"/>
                </a:solidFill>
              </a:rPr>
              <a:pPr/>
              <a:t>16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71682" name="Rectangle 2">
            <a:extLst>
              <a:ext uri="{FF2B5EF4-FFF2-40B4-BE49-F238E27FC236}">
                <a16:creationId xmlns:a16="http://schemas.microsoft.com/office/drawing/2014/main" xmlns="" id="{0B6A97F0-C0ED-3C46-9581-F203965BF1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xmlns="" id="{AC64FCCF-E565-5340-A83B-84F3D1F4D8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20675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7">
            <a:extLst>
              <a:ext uri="{FF2B5EF4-FFF2-40B4-BE49-F238E27FC236}">
                <a16:creationId xmlns:a16="http://schemas.microsoft.com/office/drawing/2014/main" xmlns="" id="{E524B054-BEBC-0640-BAF1-4A095CFA94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fld id="{FB0416E3-E8B6-6C40-BCD3-88E1CFA91F58}" type="slidenum">
              <a:rPr lang="en-US" altLang="zh-CN" smtClean="0">
                <a:solidFill>
                  <a:prstClr val="black"/>
                </a:solidFill>
              </a:rPr>
              <a:pPr/>
              <a:t>18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57346" name="Rectangle 2">
            <a:extLst>
              <a:ext uri="{FF2B5EF4-FFF2-40B4-BE49-F238E27FC236}">
                <a16:creationId xmlns:a16="http://schemas.microsoft.com/office/drawing/2014/main" xmlns="" id="{0C660473-DBFC-844A-BE2D-0314D7C551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xmlns="" id="{763AC356-FABC-4943-98E9-1540373076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006848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Rectangle 7">
            <a:extLst>
              <a:ext uri="{FF2B5EF4-FFF2-40B4-BE49-F238E27FC236}">
                <a16:creationId xmlns:a16="http://schemas.microsoft.com/office/drawing/2014/main" xmlns="" id="{1D32DE1E-E7CC-1648-99EB-660C3B86454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fld id="{7F157E10-1C05-A143-8627-F739F8F8948E}" type="slidenum">
              <a:rPr lang="en-US" altLang="zh-CN" smtClean="0">
                <a:solidFill>
                  <a:prstClr val="black"/>
                </a:solidFill>
              </a:rPr>
              <a:pPr/>
              <a:t>19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112642" name="Rectangle 2">
            <a:extLst>
              <a:ext uri="{FF2B5EF4-FFF2-40B4-BE49-F238E27FC236}">
                <a16:creationId xmlns:a16="http://schemas.microsoft.com/office/drawing/2014/main" xmlns="" id="{BC5A44D6-0C72-354A-B7F3-3E8AF2335B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xmlns="" id="{FD823F59-893C-9F47-A1B0-4A62583A4C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34270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Rectangle 7">
            <a:extLst>
              <a:ext uri="{FF2B5EF4-FFF2-40B4-BE49-F238E27FC236}">
                <a16:creationId xmlns:a16="http://schemas.microsoft.com/office/drawing/2014/main" xmlns="" id="{9F83A178-9EBB-594C-828F-C24C362836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fld id="{CA456113-CB9E-E147-9D03-226A1BAC341A}" type="slidenum">
              <a:rPr lang="en-US" altLang="zh-CN" smtClean="0">
                <a:solidFill>
                  <a:prstClr val="black"/>
                </a:solidFill>
              </a:rPr>
              <a:pPr/>
              <a:t>20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114690" name="Rectangle 2">
            <a:extLst>
              <a:ext uri="{FF2B5EF4-FFF2-40B4-BE49-F238E27FC236}">
                <a16:creationId xmlns:a16="http://schemas.microsoft.com/office/drawing/2014/main" xmlns="" id="{FD86BA20-8CCF-2347-8C3C-7BAD6087D1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xmlns="" id="{B5906F8B-0FC4-204E-BC9F-ED0AD39D4F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207715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>
            <a:extLst>
              <a:ext uri="{FF2B5EF4-FFF2-40B4-BE49-F238E27FC236}">
                <a16:creationId xmlns:a16="http://schemas.microsoft.com/office/drawing/2014/main" xmlns="" id="{626880AC-DA69-7B47-9CF0-0862CB8D44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宋体" panose="02010600030101010101" pitchFamily="2" charset="-122"/>
              </a:defRPr>
            </a:lvl9pPr>
          </a:lstStyle>
          <a:p>
            <a:fld id="{497AA519-3DA8-3748-9CDB-87B55777A4CC}" type="slidenum">
              <a:rPr lang="en-US" altLang="zh-CN" smtClean="0">
                <a:solidFill>
                  <a:prstClr val="black"/>
                </a:solidFill>
              </a:rPr>
              <a:pPr/>
              <a:t>23</a:t>
            </a:fld>
            <a:endParaRPr lang="en-US" altLang="zh-CN">
              <a:solidFill>
                <a:prstClr val="black"/>
              </a:solidFill>
            </a:endParaRPr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xmlns="" id="{50DF728C-9AF9-FE43-96DD-CCE4C8829C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xmlns="" id="{AAAA9780-6BF4-2442-8A89-61543F79C0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189006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AE4CC8-9744-4CC5-988D-2E9C2B5874F3}" type="slidenum">
              <a:rPr lang="zh-CN" altLang="en-US" smtClean="0">
                <a:solidFill>
                  <a:prstClr val="black"/>
                </a:solidFill>
              </a:rPr>
              <a:pPr>
                <a:defRPr/>
              </a:pPr>
              <a:t>25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62664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과학(일러)1">
            <a:extLst>
              <a:ext uri="{FF2B5EF4-FFF2-40B4-BE49-F238E27FC236}">
                <a16:creationId xmlns:a16="http://schemas.microsoft.com/office/drawing/2014/main" xmlns="" id="{BFF51292-7C24-D344-A4D0-1FE9E07948F5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8">
            <a:extLst>
              <a:ext uri="{FF2B5EF4-FFF2-40B4-BE49-F238E27FC236}">
                <a16:creationId xmlns:a16="http://schemas.microsoft.com/office/drawing/2014/main" xmlns="" id="{04AFC66E-7D21-114F-9380-465086641DA7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1538" y="35814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Line 9">
            <a:extLst>
              <a:ext uri="{FF2B5EF4-FFF2-40B4-BE49-F238E27FC236}">
                <a16:creationId xmlns:a16="http://schemas.microsoft.com/office/drawing/2014/main" xmlns="" id="{79B67D75-F41B-8F4F-9765-0DFBBAB5F1DF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1538" y="41910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310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590800"/>
            <a:ext cx="9144000" cy="9906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0310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0" y="3648075"/>
            <a:ext cx="9144000" cy="619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xmlns="" id="{F62D7B1F-D4AA-2F49-BF96-694B528ACF4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7032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xmlns="" id="{A7E537E3-3412-B64F-B6D7-CE6B277F312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41663" y="60960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xmlns="" id="{DF0DD2E5-F0F1-C248-9F90-97C592EEF3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70663" y="60960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C2222B4-71DC-D847-96A7-82CA85A5F19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8167895"/>
      </p:ext>
    </p:extLst>
  </p:cSld>
  <p:clrMapOvr>
    <a:masterClrMapping/>
  </p:clrMapOvr>
  <p:transition spd="med"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xmlns="" id="{692AC690-E252-7742-B562-90E181BDC44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xmlns="" id="{1B9F66F4-D328-BD41-9D06-7A591CF9E1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xmlns="" id="{618B16D7-96E1-0D42-AA5F-8650ADF7C0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695C2E-1553-4143-805C-213D9C230BA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1225046"/>
      </p:ext>
    </p:extLst>
  </p:cSld>
  <p:clrMapOvr>
    <a:masterClrMapping/>
  </p:clrMapOvr>
  <p:transition spd="med"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xmlns="" id="{8241E169-6127-DD4E-91C6-0716B6EBA5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xmlns="" id="{599E1C6E-2E00-D44D-AD71-D20F13900E8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xmlns="" id="{10B7BB93-7479-DE40-B4B3-01731F12488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D32A54-00EA-0943-832E-E5CEB72C253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21632814"/>
      </p:ext>
    </p:extLst>
  </p:cSld>
  <p:clrMapOvr>
    <a:masterClrMapping/>
  </p:clrMapOvr>
  <p:transition spd="med"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ECBA4CAB-5601-B648-96E8-2D06B5D485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F5923146-2503-A84C-9A6E-1ECCBF3F54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xmlns="" id="{F02699BA-3DA2-1F46-84D9-71257F5468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3711A7-28EE-D743-9BDD-A3807CD5E52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17766817"/>
      </p:ext>
    </p:extLst>
  </p:cSld>
  <p:clrMapOvr>
    <a:masterClrMapping/>
  </p:clrMapOvr>
  <p:transition spd="med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xmlns="" id="{DA187415-FCC2-D448-86C3-3A4EEE9093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xmlns="" id="{00E71A0B-B197-DC4C-A8D0-5E44DE71311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xmlns="" id="{157B795B-B6F5-564B-823F-F686F193360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841253-C171-3047-93EB-BC998BD0D18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98672009"/>
      </p:ext>
    </p:extLst>
  </p:cSld>
  <p:clrMapOvr>
    <a:masterClrMapping/>
  </p:clrMapOvr>
  <p:transition spd="med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xmlns="" id="{F8BC7412-783A-AA43-A10E-1CFDD28827E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xmlns="" id="{0E421AFD-C5A2-664F-B407-A6810F22E59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xmlns="" id="{90202017-D2EB-B245-9BC1-4415FC6283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A60F07-F225-9045-A89D-E61C097800C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83011687"/>
      </p:ext>
    </p:extLst>
  </p:cSld>
  <p:clrMapOvr>
    <a:masterClrMapping/>
  </p:clrMapOvr>
  <p:transition spd="med"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xmlns="" id="{C948E136-7C4F-094A-8063-BE89A8FB2F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xmlns="" id="{602F769C-CB33-3F4C-901C-EDC648B3132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xmlns="" id="{F83918C7-E3D8-9744-A7B9-12B8C8B013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DE5839-2295-4940-91FA-EC8B87A1F78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89540120"/>
      </p:ext>
    </p:extLst>
  </p:cSld>
  <p:clrMapOvr>
    <a:masterClrMapping/>
  </p:clrMapOvr>
  <p:transition spd="med"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80448EB2-F429-C84E-94FB-510572782B6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4B5CBA13-C85F-C548-A4AB-33214DA19D9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xmlns="" id="{5FB315FB-F853-3044-811F-40063BA44D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5EB9A2-CD53-FF4F-8EBC-FA7290EB06D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19683802"/>
      </p:ext>
    </p:extLst>
  </p:cSld>
  <p:clrMapOvr>
    <a:masterClrMapping/>
  </p:clrMapOvr>
  <p:transition spd="med"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39E22BE9-D098-6144-B97F-F2921C2F39D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5125078D-00EF-3445-8DE7-C4F719D8E7D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xmlns="" id="{F1DE6C96-978B-574D-A2C2-D2311BC630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8192D5-30BF-5E46-AFE6-E2804E950F9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33186209"/>
      </p:ext>
    </p:extLst>
  </p:cSld>
  <p:clrMapOvr>
    <a:masterClrMapping/>
  </p:clrMapOvr>
  <p:transition spd="med"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xmlns="" id="{4C0E41E7-3CAB-374F-8EA6-B94F27F5253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xmlns="" id="{ACC922BD-2676-9E40-8E27-FAF8DC1CC8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xmlns="" id="{DF44C551-E355-2E42-B925-9B7F132149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F5E67E-F0CE-8445-B07A-DBFC87C6076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2918220"/>
      </p:ext>
    </p:extLst>
  </p:cSld>
  <p:clrMapOvr>
    <a:masterClrMapping/>
  </p:clrMapOvr>
  <p:transition spd="med"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150" y="533400"/>
            <a:ext cx="2074863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1975" y="533400"/>
            <a:ext cx="6073775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xmlns="" id="{41587563-F1E2-DC49-9B68-9CCD164DAC0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xmlns="" id="{F5EBEE4A-C95F-D346-BCA2-02D9F72AA1F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xmlns="" id="{57DA1A34-AC98-5245-B374-78632FB6DF0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385EBE-D0B4-7248-84DC-D6B47DBB0E9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19740660"/>
      </p:ext>
    </p:extLst>
  </p:cSld>
  <p:clrMapOvr>
    <a:masterClrMapping/>
  </p:clrMapOvr>
  <p:transition spd="med"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E71A58E5-7A7C-824E-8A9D-6326C7B769F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3C633A28-36D2-6A4D-A7DC-8D18A3B1EF7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xmlns="" id="{04C7E778-B760-1F40-9925-E41F6FE76E9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336350-9573-204C-99A7-C25B379F71A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384891027"/>
      </p:ext>
    </p:extLst>
  </p:cSld>
  <p:clrMapOvr>
    <a:masterClrMapping/>
  </p:clrMapOvr>
  <p:transition spd="med">
    <p:rand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과학(일러)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3411538" y="35814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mtClean="0">
              <a:solidFill>
                <a:srgbClr val="000000"/>
              </a:solidFill>
            </a:endParaRPr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3411538" y="41910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mtClean="0">
              <a:solidFill>
                <a:srgbClr val="000000"/>
              </a:solidFill>
            </a:endParaRPr>
          </a:p>
        </p:txBody>
      </p:sp>
      <p:sp>
        <p:nvSpPr>
          <p:cNvPr id="30310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590800"/>
            <a:ext cx="9144000" cy="9906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0310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0" y="3648075"/>
            <a:ext cx="9144000" cy="619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7032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41663" y="60960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706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210BEE-2950-441B-9932-9C66900A25F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546958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1BA873-E572-4244-AFE3-F18298C0EBC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449763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0C08BE-F6F6-4061-8ECE-C73DFEFC2DF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843861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5E677D-DDF3-4DBA-8781-C2AA8739843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674329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FA98F1-7D55-4232-9E41-2DAD5655E81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629098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2C8BC4-5847-4FD9-920E-361BBDC9615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527063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D6FA0C-154C-4DAA-B5DE-99ECA4049FE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939590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52929C-9401-4BA8-A4A8-B6FF8E32368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199795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89635E-1E16-4D1B-AE4F-AAA1FD1BF69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119986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E9AE4D-0CAD-4CD2-9BB7-7908CF23C5B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0213206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150" y="533400"/>
            <a:ext cx="2074863" cy="551497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1975" y="533400"/>
            <a:ext cx="6073775" cy="551497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F95EC6-76DE-43DF-8E5D-FD6E1011776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5764094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과학(일러)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3411538" y="35814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mtClean="0">
              <a:solidFill>
                <a:srgbClr val="000000"/>
              </a:solidFill>
            </a:endParaRPr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3411538" y="41910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mtClean="0">
              <a:solidFill>
                <a:srgbClr val="000000"/>
              </a:solidFill>
            </a:endParaRPr>
          </a:p>
        </p:txBody>
      </p:sp>
      <p:sp>
        <p:nvSpPr>
          <p:cNvPr id="30310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590800"/>
            <a:ext cx="9144000" cy="9906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0310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0" y="3648075"/>
            <a:ext cx="9144000" cy="619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7032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41663" y="60960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706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B3D3EC-7EE8-4232-8A33-BE3FBBB732A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20023408"/>
      </p:ext>
    </p:extLst>
  </p:cSld>
  <p:clrMapOvr>
    <a:masterClrMapping/>
  </p:clrMapOvr>
  <p:transition spd="med">
    <p:random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916B05-81F6-43C0-9C95-9C21CB3DE59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45055927"/>
      </p:ext>
    </p:extLst>
  </p:cSld>
  <p:clrMapOvr>
    <a:masterClrMapping/>
  </p:clrMapOvr>
  <p:transition spd="med">
    <p:random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DA9F46-D3E4-464D-8368-C187F032AF2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04111428"/>
      </p:ext>
    </p:extLst>
  </p:cSld>
  <p:clrMapOvr>
    <a:masterClrMapping/>
  </p:clrMapOvr>
  <p:transition spd="med">
    <p:random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34EBE6-2B9F-4F2D-89A8-004E2A759A4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01569878"/>
      </p:ext>
    </p:extLst>
  </p:cSld>
  <p:clrMapOvr>
    <a:masterClrMapping/>
  </p:clrMapOvr>
  <p:transition spd="med">
    <p:random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6256DB-0322-4E83-842C-8AD93AE06DC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3862109"/>
      </p:ext>
    </p:extLst>
  </p:cSld>
  <p:clrMapOvr>
    <a:masterClrMapping/>
  </p:clrMapOvr>
  <p:transition spd="med">
    <p:random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C11F2C-C51F-4CD0-941A-AC9BB51397D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7139457"/>
      </p:ext>
    </p:extLst>
  </p:cSld>
  <p:clrMapOvr>
    <a:masterClrMapping/>
  </p:clrMapOvr>
  <p:transition spd="med">
    <p:random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9DAAAA-CBED-4039-AC8E-50E6F429CDB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81474652"/>
      </p:ext>
    </p:extLst>
  </p:cSld>
  <p:clrMapOvr>
    <a:masterClrMapping/>
  </p:clrMapOvr>
  <p:transition spd="med">
    <p:random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AD6C7D-00AB-46DD-B070-BCCEF05FB20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60323991"/>
      </p:ext>
    </p:extLst>
  </p:cSld>
  <p:clrMapOvr>
    <a:masterClrMapping/>
  </p:clrMapOvr>
  <p:transition spd="med">
    <p:random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B1E136-5C33-4E33-8F65-4A7CF7C1C7D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43704758"/>
      </p:ext>
    </p:extLst>
  </p:cSld>
  <p:clrMapOvr>
    <a:masterClrMapping/>
  </p:clrMapOvr>
  <p:transition spd="med">
    <p:random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504F9A-B9CC-4D33-8C37-D1441E42BF6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6651528"/>
      </p:ext>
    </p:extLst>
  </p:cSld>
  <p:clrMapOvr>
    <a:masterClrMapping/>
  </p:clrMapOvr>
  <p:transition spd="med">
    <p:random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150" y="533400"/>
            <a:ext cx="2074863" cy="551497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1975" y="533400"/>
            <a:ext cx="6073775" cy="551497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352C81-2BFE-4878-89D3-9AEA63DE563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63574535"/>
      </p:ext>
    </p:extLst>
  </p:cSld>
  <p:clrMapOvr>
    <a:masterClrMapping/>
  </p:clrMapOvr>
  <p:transition spd="med">
    <p:random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/>
          <a:p>
            <a:pPr lvl="0"/>
            <a:endParaRPr lang="zh-CN" altLang="en-US" noProof="0" smtClean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F2E221-472F-4F20-91AA-3D3B9433213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07055969"/>
      </p:ext>
    </p:extLst>
  </p:cSld>
  <p:clrMapOvr>
    <a:masterClrMapping/>
  </p:clrMapOvr>
  <p:transition spd="med">
    <p:random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F1C2E2-E198-49B6-A148-18CDC63FAA2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98983560"/>
      </p:ext>
    </p:extLst>
  </p:cSld>
  <p:clrMapOvr>
    <a:masterClrMapping/>
  </p:clrMapOvr>
  <p:transition spd="med">
    <p:random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과학(일러)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3411538" y="35814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mtClean="0">
              <a:solidFill>
                <a:srgbClr val="000000"/>
              </a:solidFill>
              <a:ea typeface="楷体_GB2312" charset="-122"/>
            </a:endParaRPr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3411538" y="41910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mtClean="0">
              <a:solidFill>
                <a:srgbClr val="000000"/>
              </a:solidFill>
              <a:ea typeface="楷体_GB2312" charset="-122"/>
            </a:endParaRPr>
          </a:p>
        </p:txBody>
      </p:sp>
      <p:sp>
        <p:nvSpPr>
          <p:cNvPr id="30310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590800"/>
            <a:ext cx="9144000" cy="9906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0310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0" y="3648075"/>
            <a:ext cx="9144000" cy="619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7032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41663" y="60960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706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A6808254-B6D0-43BE-A6D9-07EDD0A19BB5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2947603"/>
      </p:ext>
    </p:extLst>
  </p:cSld>
  <p:clrMapOvr>
    <a:masterClrMapping/>
  </p:clrMapOvr>
  <p:transition spd="med">
    <p:random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B663481-64DE-485B-84A5-7DBF95A25BC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50378535"/>
      </p:ext>
    </p:extLst>
  </p:cSld>
  <p:clrMapOvr>
    <a:masterClrMapping/>
  </p:clrMapOvr>
  <p:transition spd="med">
    <p:random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1D1D10-E2D9-4731-B124-3593E4F5A8E9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26468284"/>
      </p:ext>
    </p:extLst>
  </p:cSld>
  <p:clrMapOvr>
    <a:masterClrMapping/>
  </p:clrMapOvr>
  <p:transition spd="med">
    <p:random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FF78ADC-B290-4724-991D-74FD46411FBF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43674311"/>
      </p:ext>
    </p:extLst>
  </p:cSld>
  <p:clrMapOvr>
    <a:masterClrMapping/>
  </p:clrMapOvr>
  <p:transition spd="med">
    <p:random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D3BFDA9-767A-4580-A4C7-CD4FF55889E5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43552170"/>
      </p:ext>
    </p:extLst>
  </p:cSld>
  <p:clrMapOvr>
    <a:masterClrMapping/>
  </p:clrMapOvr>
  <p:transition spd="med">
    <p:random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811BD8-AA24-4C00-AAC9-EEC13EBE72C2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69341162"/>
      </p:ext>
    </p:extLst>
  </p:cSld>
  <p:clrMapOvr>
    <a:masterClrMapping/>
  </p:clrMapOvr>
  <p:transition spd="med">
    <p:random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8D4B04F-AA83-4363-92CF-9ACC7A96E97C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49792767"/>
      </p:ext>
    </p:extLst>
  </p:cSld>
  <p:clrMapOvr>
    <a:masterClrMapping/>
  </p:clrMapOvr>
  <p:transition spd="med">
    <p:random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6DFDABB-6F1C-4A9A-9DFD-AFCFCD1BBF43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32812826"/>
      </p:ext>
    </p:extLst>
  </p:cSld>
  <p:clrMapOvr>
    <a:masterClrMapping/>
  </p:clrMapOvr>
  <p:transition spd="med">
    <p:random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FD13B8A-C3F5-42FA-B351-6409EF6E0DE7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8821626"/>
      </p:ext>
    </p:extLst>
  </p:cSld>
  <p:clrMapOvr>
    <a:masterClrMapping/>
  </p:clrMapOvr>
  <p:transition spd="med">
    <p:random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6C0FAE7-93A6-434B-B9B2-658C63F7012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47891261"/>
      </p:ext>
    </p:extLst>
  </p:cSld>
  <p:clrMapOvr>
    <a:masterClrMapping/>
  </p:clrMapOvr>
  <p:transition spd="med">
    <p:random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150" y="533400"/>
            <a:ext cx="2074863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1975" y="533400"/>
            <a:ext cx="6073775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4491ED-0333-4BAF-9892-E75A2C3352BF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58257076"/>
      </p:ext>
    </p:extLst>
  </p:cSld>
  <p:clrMapOvr>
    <a:masterClrMapping/>
  </p:clrMapOvr>
  <p:transition spd="med">
    <p:random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07BFDE-69A9-4229-93F8-438F53591DB1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9148068"/>
      </p:ext>
    </p:extLst>
  </p:cSld>
  <p:clrMapOvr>
    <a:masterClrMapping/>
  </p:clrMapOvr>
  <p:transition spd="med">
    <p:random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BB4DCA-B8A4-4434-BDFB-5DB6DF86DF0F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16281700"/>
      </p:ext>
    </p:extLst>
  </p:cSld>
  <p:clrMapOvr>
    <a:masterClrMapping/>
  </p:clrMapOvr>
  <p:transition spd="med">
    <p:random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과학(일러)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3411538" y="35814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mtClean="0">
              <a:solidFill>
                <a:srgbClr val="000000"/>
              </a:solidFill>
              <a:ea typeface="楷体_GB2312" charset="-122"/>
            </a:endParaRPr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3411538" y="41910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mtClean="0">
              <a:solidFill>
                <a:srgbClr val="000000"/>
              </a:solidFill>
              <a:ea typeface="楷体_GB2312" charset="-122"/>
            </a:endParaRPr>
          </a:p>
        </p:txBody>
      </p:sp>
      <p:sp>
        <p:nvSpPr>
          <p:cNvPr id="13824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590800"/>
            <a:ext cx="9144000" cy="9906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3824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0" y="3648075"/>
            <a:ext cx="9144000" cy="619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7032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41663" y="60960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706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462DE1DB-F001-4A60-AEDC-B9229D92A9A7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42167061"/>
      </p:ext>
    </p:extLst>
  </p:cSld>
  <p:clrMapOvr>
    <a:masterClrMapping/>
  </p:clrMapOvr>
  <p:transition>
    <p:random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DF2CC83-38E5-4C94-BB8F-CAEB58C1AD5F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9785850"/>
      </p:ext>
    </p:extLst>
  </p:cSld>
  <p:clrMapOvr>
    <a:masterClrMapping/>
  </p:clrMapOvr>
  <p:transition>
    <p:random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EB8003-AD82-4A0C-B487-590AFBE9B738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36960902"/>
      </p:ext>
    </p:extLst>
  </p:cSld>
  <p:clrMapOvr>
    <a:masterClrMapping/>
  </p:clrMapOvr>
  <p:transition>
    <p:random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B0E92F-72A7-4D6D-A523-FA92B2D81A53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05787251"/>
      </p:ext>
    </p:extLst>
  </p:cSld>
  <p:clrMapOvr>
    <a:masterClrMapping/>
  </p:clrMapOvr>
  <p:transition>
    <p:random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F14AC8-B469-4BE8-BC9D-CC98D9B84F52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89972048"/>
      </p:ext>
    </p:extLst>
  </p:cSld>
  <p:clrMapOvr>
    <a:masterClrMapping/>
  </p:clrMapOvr>
  <p:transition>
    <p:random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8A91993-7383-4088-ABF2-D06358B26516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68968287"/>
      </p:ext>
    </p:extLst>
  </p:cSld>
  <p:clrMapOvr>
    <a:masterClrMapping/>
  </p:clrMapOvr>
  <p:transition>
    <p:random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03D2685-F847-4789-9A46-9F7586676969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88965731"/>
      </p:ext>
    </p:extLst>
  </p:cSld>
  <p:clrMapOvr>
    <a:masterClrMapping/>
  </p:clrMapOvr>
  <p:transition>
    <p:random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8110EF2-1018-4855-A420-26F659F54B14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51449990"/>
      </p:ext>
    </p:extLst>
  </p:cSld>
  <p:clrMapOvr>
    <a:masterClrMapping/>
  </p:clrMapOvr>
  <p:transition>
    <p:random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459733-2304-4568-9AA5-397B9014F841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57307648"/>
      </p:ext>
    </p:extLst>
  </p:cSld>
  <p:clrMapOvr>
    <a:masterClrMapping/>
  </p:clrMapOvr>
  <p:transition>
    <p:random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5A93C2-B29B-444E-8B31-73467CB1D10D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13818142"/>
      </p:ext>
    </p:extLst>
  </p:cSld>
  <p:clrMapOvr>
    <a:masterClrMapping/>
  </p:clrMapOvr>
  <p:transition>
    <p:random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150" y="533400"/>
            <a:ext cx="2074863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1975" y="533400"/>
            <a:ext cx="6073775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2DF975-3B81-4911-BF6D-A9B1D5E1A0B1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4533782"/>
      </p:ext>
    </p:extLst>
  </p:cSld>
  <p:clrMapOvr>
    <a:masterClrMapping/>
  </p:clrMapOvr>
  <p:transition>
    <p:random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과학(일러)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3411538" y="35814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3411538" y="41910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0310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590800"/>
            <a:ext cx="9144000" cy="9906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0310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0" y="3648075"/>
            <a:ext cx="9144000" cy="619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7032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41663" y="60960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706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28EB4A-FDE0-4354-B5AB-C842DB5962F8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220225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2BE0B6-33ED-4271-BA60-4214A05283CD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6192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77DF3D-D505-4921-A94B-BE3A4F2C867E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599158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6501F0-CF88-4066-9ED9-BDF7A630D8EA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459108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98FA79-816C-42F3-A850-BFAD7541DA26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156752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95BADC-DF17-40CC-9BDA-6091E860DA32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769873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ABE1A2-4FB8-4B93-AD84-BB6052BC3D52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364558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D2C2F3-0813-4448-A8C6-1A1A7738B26A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729879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E55CCF-61C2-474B-8F7B-64EEA7A6E68E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445708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D74793-17C9-47E6-B4B6-C786CBF4652F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5111390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150" y="533400"/>
            <a:ext cx="2074863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1975" y="533400"/>
            <a:ext cx="6073775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E0A357-FD51-4798-8B0C-C735F717E5EE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602231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과학(일러)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3411538" y="35814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3411538" y="41910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0310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590800"/>
            <a:ext cx="9144000" cy="9906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0310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0" y="3648075"/>
            <a:ext cx="9144000" cy="619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7032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41663" y="60960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706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28EB4A-FDE0-4354-B5AB-C842DB5962F8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5747533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2BE0B6-33ED-4271-BA60-4214A05283CD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898158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77DF3D-D505-4921-A94B-BE3A4F2C867E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674143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6501F0-CF88-4066-9ED9-BDF7A630D8EA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54359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98FA79-816C-42F3-A850-BFAD7541DA26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541246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95BADC-DF17-40CC-9BDA-6091E860DA32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505289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ABE1A2-4FB8-4B93-AD84-BB6052BC3D52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0829476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D2C2F3-0813-4448-A8C6-1A1A7738B26A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851746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E55CCF-61C2-474B-8F7B-64EEA7A6E68E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5663322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D74793-17C9-47E6-B4B6-C786CBF4652F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3944578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150" y="533400"/>
            <a:ext cx="2074863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1975" y="533400"/>
            <a:ext cx="6073775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E0A357-FD51-4798-8B0C-C735F717E5EE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4110336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과학(일러)1">
            <a:extLst>
              <a:ext uri="{FF2B5EF4-FFF2-40B4-BE49-F238E27FC236}">
                <a16:creationId xmlns:a16="http://schemas.microsoft.com/office/drawing/2014/main" xmlns="" id="{BFF51292-7C24-D344-A4D0-1FE9E07948F5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8">
            <a:extLst>
              <a:ext uri="{FF2B5EF4-FFF2-40B4-BE49-F238E27FC236}">
                <a16:creationId xmlns:a16="http://schemas.microsoft.com/office/drawing/2014/main" xmlns="" id="{04AFC66E-7D21-114F-9380-465086641DA7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1538" y="35814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Line 9">
            <a:extLst>
              <a:ext uri="{FF2B5EF4-FFF2-40B4-BE49-F238E27FC236}">
                <a16:creationId xmlns:a16="http://schemas.microsoft.com/office/drawing/2014/main" xmlns="" id="{79B67D75-F41B-8F4F-9765-0DFBBAB5F1DF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1538" y="41910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0310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590800"/>
            <a:ext cx="9144000" cy="9906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0310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0" y="3648075"/>
            <a:ext cx="9144000" cy="619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xmlns="" id="{F62D7B1F-D4AA-2F49-BF96-694B528ACF4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703263" y="60960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xmlns="" id="{A7E537E3-3412-B64F-B6D7-CE6B277F312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41663" y="60960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xmlns="" id="{DF0DD2E5-F0F1-C248-9F90-97C592EEF3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70663" y="60960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C2222B4-71DC-D847-96A7-82CA85A5F197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0257289"/>
      </p:ext>
    </p:extLst>
  </p:cSld>
  <p:clrMapOvr>
    <a:masterClrMapping/>
  </p:clrMapOvr>
  <p:transition spd="med">
    <p:random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xmlns="" id="{692AC690-E252-7742-B562-90E181BDC44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xmlns="" id="{1B9F66F4-D328-BD41-9D06-7A591CF9E1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xmlns="" id="{618B16D7-96E1-0D42-AA5F-8650ADF7C0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695C2E-1553-4143-805C-213D9C230BA7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6691814"/>
      </p:ext>
    </p:extLst>
  </p:cSld>
  <p:clrMapOvr>
    <a:masterClrMapping/>
  </p:clrMapOvr>
  <p:transition spd="med">
    <p:random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xmlns="" id="{8241E169-6127-DD4E-91C6-0716B6EBA5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xmlns="" id="{599E1C6E-2E00-D44D-AD71-D20F13900E8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xmlns="" id="{10B7BB93-7479-DE40-B4B3-01731F12488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D32A54-00EA-0943-832E-E5CEB72C253F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7402112"/>
      </p:ext>
    </p:extLst>
  </p:cSld>
  <p:clrMapOvr>
    <a:masterClrMapping/>
  </p:clrMapOvr>
  <p:transition spd="med">
    <p:random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ECBA4CAB-5601-B648-96E8-2D06B5D485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F5923146-2503-A84C-9A6E-1ECCBF3F54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xmlns="" id="{F02699BA-3DA2-1F46-84D9-71257F5468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3711A7-28EE-D743-9BDD-A3807CD5E52F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7574061"/>
      </p:ext>
    </p:extLst>
  </p:cSld>
  <p:clrMapOvr>
    <a:masterClrMapping/>
  </p:clrMapOvr>
  <p:transition spd="med">
    <p:random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xmlns="" id="{DA187415-FCC2-D448-86C3-3A4EEE9093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xmlns="" id="{00E71A0B-B197-DC4C-A8D0-5E44DE71311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xmlns="" id="{157B795B-B6F5-564B-823F-F686F193360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841253-C171-3047-93EB-BC998BD0D187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1085974"/>
      </p:ext>
    </p:extLst>
  </p:cSld>
  <p:clrMapOvr>
    <a:masterClrMapping/>
  </p:clrMapOvr>
  <p:transition spd="med">
    <p:random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xmlns="" id="{F8BC7412-783A-AA43-A10E-1CFDD28827E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xmlns="" id="{0E421AFD-C5A2-664F-B407-A6810F22E59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xmlns="" id="{90202017-D2EB-B245-9BC1-4415FC6283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A60F07-F225-9045-A89D-E61C097800CC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9608552"/>
      </p:ext>
    </p:extLst>
  </p:cSld>
  <p:clrMapOvr>
    <a:masterClrMapping/>
  </p:clrMapOvr>
  <p:transition spd="med">
    <p:random/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xmlns="" id="{C948E136-7C4F-094A-8063-BE89A8FB2F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xmlns="" id="{602F769C-CB33-3F4C-901C-EDC648B3132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xmlns="" id="{F83918C7-E3D8-9744-A7B9-12B8C8B013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DE5839-2295-4940-91FA-EC8B87A1F78D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3382098"/>
      </p:ext>
    </p:extLst>
  </p:cSld>
  <p:clrMapOvr>
    <a:masterClrMapping/>
  </p:clrMapOvr>
  <p:transition spd="med">
    <p:random/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80448EB2-F429-C84E-94FB-510572782B6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4B5CBA13-C85F-C548-A4AB-33214DA19D9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xmlns="" id="{5FB315FB-F853-3044-811F-40063BA44D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5EB9A2-CD53-FF4F-8EBC-FA7290EB06D8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6616301"/>
      </p:ext>
    </p:extLst>
  </p:cSld>
  <p:clrMapOvr>
    <a:masterClrMapping/>
  </p:clrMapOvr>
  <p:transition spd="med">
    <p:random/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39E22BE9-D098-6144-B97F-F2921C2F39D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5125078D-00EF-3445-8DE7-C4F719D8E7D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xmlns="" id="{F1DE6C96-978B-574D-A2C2-D2311BC630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8192D5-30BF-5E46-AFE6-E2804E950F93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11880"/>
      </p:ext>
    </p:extLst>
  </p:cSld>
  <p:clrMapOvr>
    <a:masterClrMapping/>
  </p:clrMapOvr>
  <p:transition spd="med">
    <p:random/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xmlns="" id="{4C0E41E7-3CAB-374F-8EA6-B94F27F5253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xmlns="" id="{ACC922BD-2676-9E40-8E27-FAF8DC1CC8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xmlns="" id="{DF44C551-E355-2E42-B925-9B7F132149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F5E67E-F0CE-8445-B07A-DBFC87C60766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0377638"/>
      </p:ext>
    </p:extLst>
  </p:cSld>
  <p:clrMapOvr>
    <a:masterClrMapping/>
  </p:clrMapOvr>
  <p:transition spd="med">
    <p:random/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150" y="533400"/>
            <a:ext cx="2074863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1975" y="533400"/>
            <a:ext cx="6073775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xmlns="" id="{41587563-F1E2-DC49-9B68-9CCD164DAC0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xmlns="" id="{F5EBEE4A-C95F-D346-BCA2-02D9F72AA1F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xmlns="" id="{57DA1A34-AC98-5245-B374-78632FB6DF0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385EBE-D0B4-7248-84DC-D6B47DBB0E9A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1794901"/>
      </p:ext>
    </p:extLst>
  </p:cSld>
  <p:clrMapOvr>
    <a:masterClrMapping/>
  </p:clrMapOvr>
  <p:transition spd="med">
    <p:random/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xmlns="" id="{E71A58E5-7A7C-824E-8A9D-6326C7B769F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xmlns="" id="{3C633A28-36D2-6A4D-A7DC-8D18A3B1EF7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xmlns="" id="{04C7E778-B760-1F40-9925-E41F6FE76E9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336350-9573-204C-99A7-C25B379F71A9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9412871"/>
      </p:ext>
    </p:extLst>
  </p:cSld>
  <p:clrMapOvr>
    <a:masterClrMapping/>
  </p:clrMapOvr>
  <p:transition spd="med">
    <p:random/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과학(일러)1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3411538" y="35814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Line 9"/>
          <p:cNvSpPr>
            <a:spLocks noChangeShapeType="1"/>
          </p:cNvSpPr>
          <p:nvPr/>
        </p:nvSpPr>
        <p:spPr bwMode="auto">
          <a:xfrm>
            <a:off x="3411538" y="4191000"/>
            <a:ext cx="2320925" cy="0"/>
          </a:xfrm>
          <a:prstGeom prst="line">
            <a:avLst/>
          </a:prstGeom>
          <a:noFill/>
          <a:ln w="57150" cap="rnd">
            <a:solidFill>
              <a:srgbClr val="76C62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0310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0" y="2590800"/>
            <a:ext cx="9144000" cy="99060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03108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0" y="3648075"/>
            <a:ext cx="9144000" cy="619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>
                <a:solidFill>
                  <a:schemeClr val="bg2"/>
                </a:solidFill>
              </a:defRPr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703263" y="6096000"/>
            <a:ext cx="1905000" cy="457200"/>
          </a:xfrm>
        </p:spPr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41663" y="6096000"/>
            <a:ext cx="2895600" cy="457200"/>
          </a:xfrm>
        </p:spPr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70663" y="6096000"/>
            <a:ext cx="1905000" cy="457200"/>
          </a:xfrm>
        </p:spPr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fld id="{F1E69471-8113-4D03-8C49-5EEA8669B47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61412033"/>
      </p:ext>
    </p:extLst>
  </p:cSld>
  <p:clrMapOvr>
    <a:masterClrMapping/>
  </p:clrMapOvr>
  <p:transition spd="med">
    <p:random/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fld id="{2A7525B1-9C44-43CC-96C0-4B2B3E404D9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49150689"/>
      </p:ext>
    </p:extLst>
  </p:cSld>
  <p:clrMapOvr>
    <a:masterClrMapping/>
  </p:clrMapOvr>
  <p:transition spd="med">
    <p:random/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fld id="{AA6D7769-D3DC-4598-9971-7DDCBB87FDD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53864967"/>
      </p:ext>
    </p:extLst>
  </p:cSld>
  <p:clrMapOvr>
    <a:masterClrMapping/>
  </p:clrMapOvr>
  <p:transition spd="med">
    <p:random/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fld id="{B1E8A193-3B7F-49C8-8071-A068A00F2DA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92354573"/>
      </p:ext>
    </p:extLst>
  </p:cSld>
  <p:clrMapOvr>
    <a:masterClrMapping/>
  </p:clrMapOvr>
  <p:transition spd="med">
    <p:random/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fld id="{53917ED5-6514-4363-A4AA-AC995EB4641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73192191"/>
      </p:ext>
    </p:extLst>
  </p:cSld>
  <p:clrMapOvr>
    <a:masterClrMapping/>
  </p:clrMapOvr>
  <p:transition spd="med">
    <p:random/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fld id="{1D25B1AA-D088-496D-A84C-B010703D302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30742890"/>
      </p:ext>
    </p:extLst>
  </p:cSld>
  <p:clrMapOvr>
    <a:masterClrMapping/>
  </p:clrMapOvr>
  <p:transition spd="med">
    <p:random/>
  </p:transition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fld id="{DC08444C-0E7C-42D3-A739-CFE75D3EF51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99897592"/>
      </p:ext>
    </p:extLst>
  </p:cSld>
  <p:clrMapOvr>
    <a:masterClrMapping/>
  </p:clrMapOvr>
  <p:transition spd="med">
    <p:random/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fld id="{CCD834AD-7E40-419E-A209-E8742731BB8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81996938"/>
      </p:ext>
    </p:extLst>
  </p:cSld>
  <p:clrMapOvr>
    <a:masterClrMapping/>
  </p:clrMapOvr>
  <p:transition spd="med">
    <p:random/>
  </p:transition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fld id="{3A6625B2-3A7E-4A06-B03C-18D73AABA75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8768340"/>
      </p:ext>
    </p:extLst>
  </p:cSld>
  <p:clrMapOvr>
    <a:masterClrMapping/>
  </p:clrMapOvr>
  <p:transition spd="med">
    <p:random/>
  </p:transition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fld id="{19818AF9-F88F-405B-9CA8-1DD32296C4C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05151151"/>
      </p:ext>
    </p:extLst>
  </p:cSld>
  <p:clrMapOvr>
    <a:masterClrMapping/>
  </p:clrMapOvr>
  <p:transition spd="med">
    <p:random/>
  </p:transition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88150" y="533400"/>
            <a:ext cx="2074863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1975" y="533400"/>
            <a:ext cx="6073775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fld id="{9F65DD15-0C9E-401E-B5E1-7F194F5CF2E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357340895"/>
      </p:ext>
    </p:extLst>
  </p:cSld>
  <p:clrMapOvr>
    <a:masterClrMapping/>
  </p:clrMapOvr>
  <p:transition spd="med">
    <p:random/>
  </p:transition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fld id="{55773DE0-435B-4955-8F64-D09B02E975A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59858581"/>
      </p:ext>
    </p:extLst>
  </p:cSld>
  <p:clrMapOvr>
    <a:masterClrMapping/>
  </p:clrMapOvr>
  <p:transition spd="med">
    <p:random/>
  </p:transition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1975" y="1476375"/>
            <a:ext cx="4073525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7900" y="1476375"/>
            <a:ext cx="4075113" cy="4572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latinLnBrk="0" hangingPunct="0">
              <a:defRPr/>
            </a:lvl1pPr>
          </a:lstStyle>
          <a:p>
            <a:pPr>
              <a:defRPr/>
            </a:pPr>
            <a:fld id="{40DAD1CF-8A24-4164-BA54-C08C9218D75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15431938"/>
      </p:ext>
    </p:extLst>
  </p:cSld>
  <p:clrMapOvr>
    <a:masterClrMapping/>
  </p:clrMapOvr>
  <p:transition spd="med"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7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6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1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60.xml"/><Relationship Id="rId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9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8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3.xml"/><Relationship Id="rId1" Type="http://schemas.openxmlformats.org/officeDocument/2006/relationships/slideLayout" Target="../slideLayouts/slideLayout72.xml"/><Relationship Id="rId6" Type="http://schemas.openxmlformats.org/officeDocument/2006/relationships/slideLayout" Target="../slideLayouts/slideLayout77.xml"/><Relationship Id="rId11" Type="http://schemas.openxmlformats.org/officeDocument/2006/relationships/slideLayout" Target="../slideLayouts/slideLayout82.xml"/><Relationship Id="rId5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81.xml"/><Relationship Id="rId4" Type="http://schemas.openxmlformats.org/officeDocument/2006/relationships/slideLayout" Target="../slideLayouts/slideLayout75.xml"/><Relationship Id="rId9" Type="http://schemas.openxmlformats.org/officeDocument/2006/relationships/slideLayout" Target="../slideLayouts/slideLayout80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0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85.xml"/><Relationship Id="rId7" Type="http://schemas.openxmlformats.org/officeDocument/2006/relationships/slideLayout" Target="../slideLayouts/slideLayout89.xml"/><Relationship Id="rId12" Type="http://schemas.openxmlformats.org/officeDocument/2006/relationships/slideLayout" Target="../slideLayouts/slideLayout94.xml"/><Relationship Id="rId2" Type="http://schemas.openxmlformats.org/officeDocument/2006/relationships/slideLayout" Target="../slideLayouts/slideLayout84.xml"/><Relationship Id="rId1" Type="http://schemas.openxmlformats.org/officeDocument/2006/relationships/slideLayout" Target="../slideLayouts/slideLayout83.xml"/><Relationship Id="rId6" Type="http://schemas.openxmlformats.org/officeDocument/2006/relationships/slideLayout" Target="../slideLayouts/slideLayout88.xml"/><Relationship Id="rId11" Type="http://schemas.openxmlformats.org/officeDocument/2006/relationships/slideLayout" Target="../slideLayouts/slideLayout93.xml"/><Relationship Id="rId5" Type="http://schemas.openxmlformats.org/officeDocument/2006/relationships/slideLayout" Target="../slideLayouts/slideLayout87.xml"/><Relationship Id="rId10" Type="http://schemas.openxmlformats.org/officeDocument/2006/relationships/slideLayout" Target="../slideLayouts/slideLayout92.xml"/><Relationship Id="rId4" Type="http://schemas.openxmlformats.org/officeDocument/2006/relationships/slideLayout" Target="../slideLayouts/slideLayout86.xml"/><Relationship Id="rId9" Type="http://schemas.openxmlformats.org/officeDocument/2006/relationships/slideLayout" Target="../slideLayouts/slideLayout91.xml"/><Relationship Id="rId14" Type="http://schemas.openxmlformats.org/officeDocument/2006/relationships/image" Target="../media/image1.jpeg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2.xml"/><Relationship Id="rId13" Type="http://schemas.openxmlformats.org/officeDocument/2006/relationships/slideLayout" Target="../slideLayouts/slideLayout107.xml"/><Relationship Id="rId3" Type="http://schemas.openxmlformats.org/officeDocument/2006/relationships/slideLayout" Target="../slideLayouts/slideLayout97.xml"/><Relationship Id="rId7" Type="http://schemas.openxmlformats.org/officeDocument/2006/relationships/slideLayout" Target="../slideLayouts/slideLayout101.xml"/><Relationship Id="rId12" Type="http://schemas.openxmlformats.org/officeDocument/2006/relationships/slideLayout" Target="../slideLayouts/slideLayout106.xml"/><Relationship Id="rId2" Type="http://schemas.openxmlformats.org/officeDocument/2006/relationships/slideLayout" Target="../slideLayouts/slideLayout96.xml"/><Relationship Id="rId1" Type="http://schemas.openxmlformats.org/officeDocument/2006/relationships/slideLayout" Target="../slideLayouts/slideLayout95.xml"/><Relationship Id="rId6" Type="http://schemas.openxmlformats.org/officeDocument/2006/relationships/slideLayout" Target="../slideLayouts/slideLayout100.xml"/><Relationship Id="rId11" Type="http://schemas.openxmlformats.org/officeDocument/2006/relationships/slideLayout" Target="../slideLayouts/slideLayout105.xml"/><Relationship Id="rId5" Type="http://schemas.openxmlformats.org/officeDocument/2006/relationships/slideLayout" Target="../slideLayouts/slideLayout99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98.xml"/><Relationship Id="rId9" Type="http://schemas.openxmlformats.org/officeDocument/2006/relationships/slideLayout" Target="../slideLayouts/slideLayout103.xml"/><Relationship Id="rId14" Type="http://schemas.openxmlformats.org/officeDocument/2006/relationships/theme" Target="../theme/theme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과학(일러)1-3">
            <a:extLst>
              <a:ext uri="{FF2B5EF4-FFF2-40B4-BE49-F238E27FC236}">
                <a16:creationId xmlns:a16="http://schemas.microsoft.com/office/drawing/2014/main" xmlns="" id="{61709F8B-2E42-6540-A600-32A170299C57}"/>
              </a:ext>
            </a:extLst>
          </p:cNvPr>
          <p:cNvPicPr>
            <a:picLocks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xmlns="" id="{37C47529-77B9-5543-AE97-C44822DA40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1975" y="533400"/>
            <a:ext cx="802005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xmlns="" id="{8E048A4D-61B8-C144-A8B5-ED81CABAD7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02085" name="Rectangle 5">
            <a:extLst>
              <a:ext uri="{FF2B5EF4-FFF2-40B4-BE49-F238E27FC236}">
                <a16:creationId xmlns:a16="http://schemas.microsoft.com/office/drawing/2014/main" xmlns="" id="{380D5494-16C2-0340-A957-990A73EC433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6" name="Rectangle 6">
            <a:extLst>
              <a:ext uri="{FF2B5EF4-FFF2-40B4-BE49-F238E27FC236}">
                <a16:creationId xmlns:a16="http://schemas.microsoft.com/office/drawing/2014/main" xmlns="" id="{EFCA09BF-D7D2-3541-B364-971561252A2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7" name="Rectangle 7">
            <a:extLst>
              <a:ext uri="{FF2B5EF4-FFF2-40B4-BE49-F238E27FC236}">
                <a16:creationId xmlns:a16="http://schemas.microsoft.com/office/drawing/2014/main" xmlns="" id="{3C32C923-63F4-224A-9591-8F65DAC4139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62775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 smtClean="0">
                <a:latin typeface="-윤명조140" panose="02030600000101010101" pitchFamily="18" charset="-127"/>
                <a:ea typeface="-윤명조140" panose="02030600000101010101" pitchFamily="18" charset="-127"/>
              </a:defRPr>
            </a:lvl1pPr>
          </a:lstStyle>
          <a:p>
            <a:pPr>
              <a:defRPr/>
            </a:pPr>
            <a:fld id="{B7CDDBFD-D1B6-3E41-AF8F-BB84CA5A9C0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136" r:id="rId1"/>
    <p:sldLayoutId id="2147485114" r:id="rId2"/>
    <p:sldLayoutId id="2147485115" r:id="rId3"/>
    <p:sldLayoutId id="2147485116" r:id="rId4"/>
    <p:sldLayoutId id="2147485117" r:id="rId5"/>
    <p:sldLayoutId id="2147485118" r:id="rId6"/>
    <p:sldLayoutId id="2147485119" r:id="rId7"/>
    <p:sldLayoutId id="2147485120" r:id="rId8"/>
    <p:sldLayoutId id="2147485121" r:id="rId9"/>
    <p:sldLayoutId id="2147485122" r:id="rId10"/>
    <p:sldLayoutId id="2147485123" r:id="rId11"/>
    <p:sldLayoutId id="2147485124" r:id="rId12"/>
  </p:sldLayoutIdLst>
  <p:transition spd="med">
    <p:random/>
  </p:transition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25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과학(일러)1-3"/>
          <p:cNvPicPr>
            <a:picLocks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561975" y="533400"/>
            <a:ext cx="802005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30208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62775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fld id="{D29CF9F7-E453-42D6-A23D-DB4D4D36EBC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70947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38" r:id="rId1"/>
    <p:sldLayoutId id="2147485139" r:id="rId2"/>
    <p:sldLayoutId id="2147485140" r:id="rId3"/>
    <p:sldLayoutId id="2147485141" r:id="rId4"/>
    <p:sldLayoutId id="2147485142" r:id="rId5"/>
    <p:sldLayoutId id="2147485143" r:id="rId6"/>
    <p:sldLayoutId id="2147485144" r:id="rId7"/>
    <p:sldLayoutId id="2147485145" r:id="rId8"/>
    <p:sldLayoutId id="2147485146" r:id="rId9"/>
    <p:sldLayoutId id="2147485147" r:id="rId10"/>
    <p:sldLayoutId id="2147485148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5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Times New Roman" pitchFamily="18" charset="0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>
          <a:solidFill>
            <a:schemeClr val="tx1"/>
          </a:solidFill>
          <a:latin typeface="Times New Roman" pitchFamily="18" charset="0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600">
          <a:solidFill>
            <a:schemeClr val="tx1"/>
          </a:solidFill>
          <a:latin typeface="Times New Roman" pitchFamily="18" charset="0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과학(일러)1-3"/>
          <p:cNvPicPr>
            <a:picLocks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561975" y="533400"/>
            <a:ext cx="802005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30208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62775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fld id="{E580D28E-EFDB-44A7-B0D7-8B177BB3B99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51686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50" r:id="rId1"/>
    <p:sldLayoutId id="2147485151" r:id="rId2"/>
    <p:sldLayoutId id="2147485152" r:id="rId3"/>
    <p:sldLayoutId id="2147485153" r:id="rId4"/>
    <p:sldLayoutId id="2147485154" r:id="rId5"/>
    <p:sldLayoutId id="2147485155" r:id="rId6"/>
    <p:sldLayoutId id="2147485156" r:id="rId7"/>
    <p:sldLayoutId id="2147485157" r:id="rId8"/>
    <p:sldLayoutId id="2147485158" r:id="rId9"/>
    <p:sldLayoutId id="2147485159" r:id="rId10"/>
    <p:sldLayoutId id="2147485160" r:id="rId11"/>
    <p:sldLayoutId id="2147485161" r:id="rId12"/>
    <p:sldLayoutId id="2147485162" r:id="rId13"/>
  </p:sldLayoutIdLst>
  <p:transition spd="med">
    <p:random/>
  </p:transition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5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과학(일러)1-3"/>
          <p:cNvPicPr>
            <a:picLocks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561975" y="533400"/>
            <a:ext cx="802005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30208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62775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>
                <a:solidFill>
                  <a:srgbClr val="000000"/>
                </a:solidFill>
                <a:latin typeface="-윤명조140" charset="-127"/>
                <a:ea typeface="-윤명조140" charset="-127"/>
              </a:defRPr>
            </a:lvl1pPr>
          </a:lstStyle>
          <a:p>
            <a:fld id="{CB38FD4B-792E-473A-8788-FC468A8AC781}" type="slidenum">
              <a:rPr lang="en-US" altLang="ko-KR" smtClean="0"/>
              <a:pPr/>
              <a:t>‹#›</a:t>
            </a:fld>
            <a:endParaRPr lang="en-US" altLang="ko-KR" smtClean="0"/>
          </a:p>
        </p:txBody>
      </p:sp>
    </p:spTree>
    <p:extLst>
      <p:ext uri="{BB962C8B-B14F-4D97-AF65-F5344CB8AC3E}">
        <p14:creationId xmlns:p14="http://schemas.microsoft.com/office/powerpoint/2010/main" val="306774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64" r:id="rId1"/>
    <p:sldLayoutId id="2147485165" r:id="rId2"/>
    <p:sldLayoutId id="2147485166" r:id="rId3"/>
    <p:sldLayoutId id="2147485167" r:id="rId4"/>
    <p:sldLayoutId id="2147485168" r:id="rId5"/>
    <p:sldLayoutId id="2147485169" r:id="rId6"/>
    <p:sldLayoutId id="2147485170" r:id="rId7"/>
    <p:sldLayoutId id="2147485171" r:id="rId8"/>
    <p:sldLayoutId id="2147485172" r:id="rId9"/>
    <p:sldLayoutId id="2147485173" r:id="rId10"/>
    <p:sldLayoutId id="2147485174" r:id="rId11"/>
    <p:sldLayoutId id="2147485175" r:id="rId12"/>
    <p:sldLayoutId id="2147485176" r:id="rId13"/>
  </p:sldLayoutIdLst>
  <p:transition spd="med">
    <p:random/>
  </p:transition>
  <p:timing>
    <p:tnLst>
      <p:par>
        <p:cTn id="1" dur="indefinite" restart="never" nodeType="tmRoot"/>
      </p:par>
    </p:tnLst>
  </p:timing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+mj-lt"/>
          <a:ea typeface="+mj-ea"/>
          <a:cs typeface="华文中宋" panose="02010600040101010101" pitchFamily="2" charset="-122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  <a:cs typeface="华文中宋" panose="02010600040101010101" pitchFamily="2" charset="-122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  <a:cs typeface="华文中宋" panose="02010600040101010101" pitchFamily="2" charset="-122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  <a:cs typeface="华文中宋" panose="02010600040101010101" pitchFamily="2" charset="-122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  <a:cs typeface="华文中宋" panose="02010600040101010101" pitchFamily="2" charset="-122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5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과학(일러)1-3"/>
          <p:cNvPicPr>
            <a:picLocks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561975" y="533400"/>
            <a:ext cx="802005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137221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7222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37223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62775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>
                <a:solidFill>
                  <a:srgbClr val="000000"/>
                </a:solidFill>
                <a:latin typeface="-윤명조140" charset="-127"/>
                <a:ea typeface="-윤명조140" charset="-127"/>
              </a:defRPr>
            </a:lvl1pPr>
          </a:lstStyle>
          <a:p>
            <a:fld id="{665CB80A-D1B0-4245-A364-F0F8C31764F7}" type="slidenum">
              <a:rPr lang="ko-KR" altLang="en-US" smtClean="0"/>
              <a:pPr/>
              <a:t>‹#›</a:t>
            </a:fld>
            <a:endParaRPr lang="en-US" altLang="ko-KR" smtClean="0"/>
          </a:p>
        </p:txBody>
      </p:sp>
    </p:spTree>
    <p:extLst>
      <p:ext uri="{BB962C8B-B14F-4D97-AF65-F5344CB8AC3E}">
        <p14:creationId xmlns:p14="http://schemas.microsoft.com/office/powerpoint/2010/main" val="1658350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78" r:id="rId1"/>
    <p:sldLayoutId id="2147485179" r:id="rId2"/>
    <p:sldLayoutId id="2147485180" r:id="rId3"/>
    <p:sldLayoutId id="2147485181" r:id="rId4"/>
    <p:sldLayoutId id="2147485182" r:id="rId5"/>
    <p:sldLayoutId id="2147485183" r:id="rId6"/>
    <p:sldLayoutId id="2147485184" r:id="rId7"/>
    <p:sldLayoutId id="2147485185" r:id="rId8"/>
    <p:sldLayoutId id="2147485186" r:id="rId9"/>
    <p:sldLayoutId id="2147485187" r:id="rId10"/>
    <p:sldLayoutId id="2147485188" r:id="rId11"/>
  </p:sldLayoutIdLst>
  <p:transition>
    <p:random/>
  </p:transition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+mj-lt"/>
          <a:ea typeface="+mj-ea"/>
          <a:cs typeface="华文中宋" panose="02010600040101010101" pitchFamily="2" charset="-122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  <a:cs typeface="华文中宋" panose="02010600040101010101" pitchFamily="2" charset="-122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  <a:cs typeface="华文中宋" panose="02010600040101010101" pitchFamily="2" charset="-122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  <a:cs typeface="华文中宋" panose="02010600040101010101" pitchFamily="2" charset="-122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  <a:cs typeface="华文中宋" panose="02010600040101010101" pitchFamily="2" charset="-122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5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Times New Roman" pitchFamily="18" charset="0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>
          <a:solidFill>
            <a:schemeClr val="tx1"/>
          </a:solidFill>
          <a:latin typeface="Times New Roman" pitchFamily="18" charset="0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600">
          <a:solidFill>
            <a:schemeClr val="tx1"/>
          </a:solidFill>
          <a:latin typeface="Times New Roman" pitchFamily="18" charset="0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과학(일러)1-3"/>
          <p:cNvPicPr>
            <a:picLocks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561975" y="533400"/>
            <a:ext cx="802005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0208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30208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30208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62775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fld id="{2CAA4763-404C-45FA-9BE4-C57D06105D97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447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90" r:id="rId1"/>
    <p:sldLayoutId id="2147485191" r:id="rId2"/>
    <p:sldLayoutId id="2147485192" r:id="rId3"/>
    <p:sldLayoutId id="2147485193" r:id="rId4"/>
    <p:sldLayoutId id="2147485194" r:id="rId5"/>
    <p:sldLayoutId id="2147485195" r:id="rId6"/>
    <p:sldLayoutId id="2147485196" r:id="rId7"/>
    <p:sldLayoutId id="2147485197" r:id="rId8"/>
    <p:sldLayoutId id="2147485198" r:id="rId9"/>
    <p:sldLayoutId id="2147485199" r:id="rId10"/>
    <p:sldLayoutId id="2147485200" r:id="rId1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5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Times New Roman" pitchFamily="18" charset="0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>
          <a:solidFill>
            <a:schemeClr val="tx1"/>
          </a:solidFill>
          <a:latin typeface="Times New Roman" pitchFamily="18" charset="0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600">
          <a:solidFill>
            <a:schemeClr val="tx1"/>
          </a:solidFill>
          <a:latin typeface="Times New Roman" pitchFamily="18" charset="0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과학(일러)1-3"/>
          <p:cNvPicPr>
            <a:picLocks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561975" y="533400"/>
            <a:ext cx="802005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0208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30208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30208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62775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fld id="{2CAA4763-404C-45FA-9BE4-C57D06105D97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8695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202" r:id="rId1"/>
    <p:sldLayoutId id="2147485203" r:id="rId2"/>
    <p:sldLayoutId id="2147485204" r:id="rId3"/>
    <p:sldLayoutId id="2147485205" r:id="rId4"/>
    <p:sldLayoutId id="2147485206" r:id="rId5"/>
    <p:sldLayoutId id="2147485207" r:id="rId6"/>
    <p:sldLayoutId id="2147485208" r:id="rId7"/>
    <p:sldLayoutId id="2147485209" r:id="rId8"/>
    <p:sldLayoutId id="2147485210" r:id="rId9"/>
    <p:sldLayoutId id="2147485211" r:id="rId10"/>
    <p:sldLayoutId id="2147485212" r:id="rId1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5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Times New Roman" pitchFamily="18" charset="0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>
          <a:solidFill>
            <a:schemeClr val="tx1"/>
          </a:solidFill>
          <a:latin typeface="Times New Roman" pitchFamily="18" charset="0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600">
          <a:solidFill>
            <a:schemeClr val="tx1"/>
          </a:solidFill>
          <a:latin typeface="Times New Roman" pitchFamily="18" charset="0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Times New Roman" pitchFamily="18" charset="0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과학(일러)1-3">
            <a:extLst>
              <a:ext uri="{FF2B5EF4-FFF2-40B4-BE49-F238E27FC236}">
                <a16:creationId xmlns:a16="http://schemas.microsoft.com/office/drawing/2014/main" xmlns="" id="{61709F8B-2E42-6540-A600-32A170299C57}"/>
              </a:ext>
            </a:extLst>
          </p:cNvPr>
          <p:cNvPicPr>
            <a:picLocks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xmlns="" id="{37C47529-77B9-5543-AE97-C44822DA40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1975" y="533400"/>
            <a:ext cx="802005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xmlns="" id="{8E048A4D-61B8-C144-A8B5-ED81CABAD7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02085" name="Rectangle 5">
            <a:extLst>
              <a:ext uri="{FF2B5EF4-FFF2-40B4-BE49-F238E27FC236}">
                <a16:creationId xmlns:a16="http://schemas.microsoft.com/office/drawing/2014/main" xmlns="" id="{380D5494-16C2-0340-A957-990A73EC433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302086" name="Rectangle 6">
            <a:extLst>
              <a:ext uri="{FF2B5EF4-FFF2-40B4-BE49-F238E27FC236}">
                <a16:creationId xmlns:a16="http://schemas.microsoft.com/office/drawing/2014/main" xmlns="" id="{EFCA09BF-D7D2-3541-B364-971561252A2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302087" name="Rectangle 7">
            <a:extLst>
              <a:ext uri="{FF2B5EF4-FFF2-40B4-BE49-F238E27FC236}">
                <a16:creationId xmlns:a16="http://schemas.microsoft.com/office/drawing/2014/main" xmlns="" id="{3C32C923-63F4-224A-9591-8F65DAC4139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62775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 smtClean="0">
                <a:latin typeface="-윤명조140" panose="02030600000101010101" pitchFamily="18" charset="-127"/>
                <a:ea typeface="-윤명조140" panose="02030600000101010101" pitchFamily="18" charset="-127"/>
              </a:defRPr>
            </a:lvl1pPr>
          </a:lstStyle>
          <a:p>
            <a:pPr>
              <a:defRPr/>
            </a:pPr>
            <a:fld id="{B7CDDBFD-D1B6-3E41-AF8F-BB84CA5A9C07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3116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214" r:id="rId1"/>
    <p:sldLayoutId id="2147485215" r:id="rId2"/>
    <p:sldLayoutId id="2147485216" r:id="rId3"/>
    <p:sldLayoutId id="2147485217" r:id="rId4"/>
    <p:sldLayoutId id="2147485218" r:id="rId5"/>
    <p:sldLayoutId id="2147485219" r:id="rId6"/>
    <p:sldLayoutId id="2147485220" r:id="rId7"/>
    <p:sldLayoutId id="2147485221" r:id="rId8"/>
    <p:sldLayoutId id="2147485222" r:id="rId9"/>
    <p:sldLayoutId id="2147485223" r:id="rId10"/>
    <p:sldLayoutId id="2147485224" r:id="rId11"/>
    <p:sldLayoutId id="2147485225" r:id="rId12"/>
  </p:sldLayoutIdLst>
  <p:transition spd="med">
    <p:random/>
  </p:transition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25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과학(일러)1-3"/>
          <p:cNvPicPr>
            <a:picLocks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53525" cy="687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561975" y="533400"/>
            <a:ext cx="8020050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1975" y="1476375"/>
            <a:ext cx="8301038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30208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latinLnBrk="1" hangingPunct="1">
              <a:defRPr sz="140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208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62775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400">
                <a:solidFill>
                  <a:srgbClr val="000000"/>
                </a:solidFill>
                <a:latin typeface="-윤명조140" panose="02020603050405020304" pitchFamily="18" charset="-127"/>
                <a:ea typeface="-윤명조140" panose="02020603050405020304" pitchFamily="18" charset="-127"/>
              </a:defRPr>
            </a:lvl1pPr>
          </a:lstStyle>
          <a:p>
            <a:pPr>
              <a:defRPr/>
            </a:pPr>
            <a:fld id="{11133411-EFC1-41A7-9DF2-F0973EF90FB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59635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227" r:id="rId1"/>
    <p:sldLayoutId id="2147485228" r:id="rId2"/>
    <p:sldLayoutId id="2147485229" r:id="rId3"/>
    <p:sldLayoutId id="2147485230" r:id="rId4"/>
    <p:sldLayoutId id="2147485231" r:id="rId5"/>
    <p:sldLayoutId id="2147485232" r:id="rId6"/>
    <p:sldLayoutId id="2147485233" r:id="rId7"/>
    <p:sldLayoutId id="2147485234" r:id="rId8"/>
    <p:sldLayoutId id="2147485235" r:id="rId9"/>
    <p:sldLayoutId id="2147485236" r:id="rId10"/>
    <p:sldLayoutId id="2147485237" r:id="rId11"/>
    <p:sldLayoutId id="2147485238" r:id="rId12"/>
    <p:sldLayoutId id="2147485239" r:id="rId13"/>
  </p:sldLayoutIdLst>
  <p:transition spd="med">
    <p:random/>
  </p:transition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1"/>
          </a:solidFill>
          <a:latin typeface="华文中宋" pitchFamily="2" charset="-122"/>
          <a:ea typeface="华文中宋" pitchFamily="2" charset="-122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5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l"/>
        <a:defRPr kumimoji="1" sz="13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4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4.xml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灯片编号占位符 5">
            <a:extLst>
              <a:ext uri="{FF2B5EF4-FFF2-40B4-BE49-F238E27FC236}">
                <a16:creationId xmlns:a16="http://schemas.microsoft.com/office/drawing/2014/main" xmlns="" id="{3AABA15A-A2FB-A448-BB43-7EA690DE5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buClr>
                <a:schemeClr val="tx1"/>
              </a:buClr>
              <a:buSzPct val="90000"/>
              <a:buFont typeface="Wingdings" pitchFamily="2" charset="2"/>
              <a:buChar char="Ø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1pPr>
            <a:lvl2pPr marL="742950" indent="-285750">
              <a:buFont typeface="Times New Roman" panose="02020603050405020304" pitchFamily="18" charset="0"/>
              <a:buChar char="♫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2pPr>
            <a:lvl3pPr marL="1143000" indent="-228600">
              <a:buClr>
                <a:schemeClr val="accent2"/>
              </a:buClr>
              <a:buSzPct val="90000"/>
              <a:buFont typeface="Wingdings" pitchFamily="2" charset="2"/>
              <a:buBlip>
                <a:blip r:embed="rId3"/>
              </a:buBlip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3pPr>
            <a:lvl4pPr marL="1600200" indent="-228600"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4pPr>
            <a:lvl5pPr marL="2057400" indent="-228600"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9pPr>
          </a:lstStyle>
          <a:p>
            <a:pPr>
              <a:buClrTx/>
              <a:buSzTx/>
              <a:buFontTx/>
              <a:buNone/>
              <a:defRPr/>
            </a:pPr>
            <a:fld id="{E17F8FBB-E8C0-FF48-AE3D-2DF2B12F2166}" type="slidenum">
              <a:rPr lang="en-US" altLang="zh-CN" sz="1200" smtClean="0">
                <a:solidFill>
                  <a:srgbClr val="000000"/>
                </a:solidFill>
              </a:rPr>
              <a:pPr>
                <a:buClrTx/>
                <a:buSzTx/>
                <a:buFontTx/>
                <a:buNone/>
                <a:defRPr/>
              </a:pPr>
              <a:t>1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xmlns="" id="{8A333E57-785D-0241-B5CD-6A66543270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4394" y="548680"/>
            <a:ext cx="8985250" cy="72008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选择题</a:t>
            </a:r>
            <a:endParaRPr lang="en-US" altLang="zh-CN" b="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78CA7CE8-1E98-9E4F-9793-25477FD30037}"/>
              </a:ext>
            </a:extLst>
          </p:cNvPr>
          <p:cNvSpPr txBox="1"/>
          <p:nvPr/>
        </p:nvSpPr>
        <p:spPr>
          <a:xfrm>
            <a:off x="394394" y="1664841"/>
            <a:ext cx="8355211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设群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元群，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为质数，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的子群，则下列说法错误的是（ ）</a:t>
            </a:r>
            <a:endParaRPr lang="en-US" altLang="zh-CN" sz="3200" b="1" dirty="0">
              <a:solidFill>
                <a:srgbClr val="000000"/>
              </a:solidFill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一定是正规子群</a:t>
            </a:r>
            <a:endParaRPr lang="en-US" altLang="zh-CN" sz="3200" b="1" dirty="0">
              <a:solidFill>
                <a:srgbClr val="000000"/>
              </a:solidFill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一定存在元素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的周期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&lt;p</a:t>
            </a:r>
          </a:p>
          <a:p>
            <a:pPr>
              <a:defRPr/>
            </a:pP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一定是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的平凡子群</a:t>
            </a:r>
            <a:endParaRPr lang="en-US" altLang="zh-CN" sz="3200" b="1" dirty="0">
              <a:solidFill>
                <a:srgbClr val="000000"/>
              </a:solidFill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sz="3200" b="1" dirty="0">
                <a:solidFill>
                  <a:srgbClr val="0432FF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3200" b="1" dirty="0">
                <a:solidFill>
                  <a:srgbClr val="0432FF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en-US" sz="3200" b="1" dirty="0">
                <a:solidFill>
                  <a:srgbClr val="0432FF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sz="3200" b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a∈H</a:t>
            </a: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，则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中的周期一定等于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endParaRPr lang="zh-CN" altLang="zh-CN" sz="3200" b="1" dirty="0">
              <a:solidFill>
                <a:srgbClr val="000000"/>
              </a:solidFill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3200" b="1" dirty="0">
                <a:solidFill>
                  <a:srgbClr val="000000"/>
                </a:solidFill>
                <a:ea typeface="KaiTi" panose="02010609060101010101" pitchFamily="49" charset="-122"/>
                <a:cs typeface="Times New Roman" panose="02020603050405020304" pitchFamily="18" charset="0"/>
              </a:rPr>
              <a:t> </a:t>
            </a:r>
            <a:endParaRPr lang="zh-CN" altLang="zh-CN" sz="3200" b="1" dirty="0">
              <a:solidFill>
                <a:srgbClr val="000000"/>
              </a:solidFill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defRPr/>
            </a:pPr>
            <a:endParaRPr lang="zh-CN" altLang="zh-CN" dirty="0">
              <a:solidFill>
                <a:srgbClr val="000000"/>
              </a:solidFill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353761"/>
      </p:ext>
    </p:extLst>
  </p:cSld>
  <p:clrMapOvr>
    <a:masterClrMapping/>
  </p:clrMapOvr>
  <p:transition spd="med"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灯片编号占位符 5">
            <a:extLst>
              <a:ext uri="{FF2B5EF4-FFF2-40B4-BE49-F238E27FC236}">
                <a16:creationId xmlns:a16="http://schemas.microsoft.com/office/drawing/2014/main" xmlns="" id="{775E90DE-69CA-154E-8D7A-BA7B3C9D9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buClr>
                <a:schemeClr val="tx1"/>
              </a:buClr>
              <a:buSzPct val="90000"/>
              <a:buFont typeface="Wingdings" pitchFamily="2" charset="2"/>
              <a:buChar char="Ø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1pPr>
            <a:lvl2pPr marL="742950" indent="-285750">
              <a:buFont typeface="Times New Roman" panose="02020603050405020304" pitchFamily="18" charset="0"/>
              <a:buChar char="♫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2pPr>
            <a:lvl3pPr marL="1143000" indent="-228600">
              <a:buClr>
                <a:schemeClr val="accent2"/>
              </a:buClr>
              <a:buSzPct val="90000"/>
              <a:buFont typeface="Wingdings" pitchFamily="2" charset="2"/>
              <a:buBlip>
                <a:blip r:embed="rId3"/>
              </a:buBlip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3pPr>
            <a:lvl4pPr marL="1600200" indent="-228600"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4pPr>
            <a:lvl5pPr marL="2057400" indent="-228600"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9pPr>
          </a:lstStyle>
          <a:p>
            <a:pPr>
              <a:buClrTx/>
              <a:buSzTx/>
              <a:buFontTx/>
              <a:buNone/>
              <a:defRPr/>
            </a:pPr>
            <a:fld id="{998C965F-C549-BC4A-9AF9-BEDF914C33E6}" type="slidenum">
              <a:rPr lang="en-US" altLang="zh-CN" sz="1200" smtClean="0">
                <a:solidFill>
                  <a:srgbClr val="000000"/>
                </a:solidFill>
              </a:rPr>
              <a:pPr>
                <a:buClrTx/>
                <a:buSzTx/>
                <a:buFontTx/>
                <a:buNone/>
                <a:defRPr/>
              </a:pPr>
              <a:t>2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DE363498-BD4F-3A40-A8CE-25F403655622}"/>
              </a:ext>
            </a:extLst>
          </p:cNvPr>
          <p:cNvSpPr txBox="1"/>
          <p:nvPr/>
        </p:nvSpPr>
        <p:spPr>
          <a:xfrm>
            <a:off x="502406" y="1596856"/>
            <a:ext cx="813918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元群，则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中有（ ）个非平凡子群。</a:t>
            </a:r>
            <a:endParaRPr lang="en-US" altLang="zh-CN" sz="3200" b="1" dirty="0">
              <a:solidFill>
                <a:srgbClr val="000000"/>
              </a:solidFill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sz="3200" b="1" dirty="0">
                <a:solidFill>
                  <a:srgbClr val="0432FF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3200" b="1" dirty="0">
                <a:solidFill>
                  <a:srgbClr val="0432FF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3200" b="1" dirty="0">
                <a:solidFill>
                  <a:srgbClr val="0432FF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</a:p>
          <a:p>
            <a:pPr>
              <a:defRPr/>
            </a:pP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</a:p>
          <a:p>
            <a:pPr>
              <a:defRPr/>
            </a:pP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</a:p>
          <a:p>
            <a:pPr>
              <a:defRPr/>
            </a:pP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endParaRPr lang="zh-CN" altLang="zh-CN" sz="3200" b="1" dirty="0">
              <a:solidFill>
                <a:srgbClr val="000000"/>
              </a:solidFill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3200" b="1" dirty="0">
                <a:solidFill>
                  <a:srgbClr val="000000"/>
                </a:solidFill>
                <a:ea typeface="KaiTi" panose="02010609060101010101" pitchFamily="49" charset="-122"/>
                <a:cs typeface="Times New Roman" panose="02020603050405020304" pitchFamily="18" charset="0"/>
              </a:rPr>
              <a:t> </a:t>
            </a:r>
            <a:endParaRPr lang="zh-CN" altLang="zh-CN" sz="3200" b="1" dirty="0">
              <a:solidFill>
                <a:srgbClr val="000000"/>
              </a:solidFill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defRPr/>
            </a:pPr>
            <a:endParaRPr lang="zh-CN" altLang="zh-CN" dirty="0">
              <a:solidFill>
                <a:srgbClr val="000000"/>
              </a:solidFill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xmlns="" id="{8A333E57-785D-0241-B5CD-6A66543270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4394" y="548680"/>
            <a:ext cx="8985250" cy="72008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选择题</a:t>
            </a:r>
            <a:endParaRPr lang="en-US" altLang="zh-CN" b="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96306901"/>
      </p:ext>
    </p:extLst>
  </p:cSld>
  <p:clrMapOvr>
    <a:masterClrMapping/>
  </p:clrMapOvr>
  <p:transition spd="med"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灯片编号占位符 5">
            <a:extLst>
              <a:ext uri="{FF2B5EF4-FFF2-40B4-BE49-F238E27FC236}">
                <a16:creationId xmlns:a16="http://schemas.microsoft.com/office/drawing/2014/main" xmlns="" id="{4F57FB1F-DE3A-D540-B4F1-71299DB30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buClr>
                <a:schemeClr val="tx1"/>
              </a:buClr>
              <a:buSzPct val="90000"/>
              <a:buFont typeface="Wingdings" pitchFamily="2" charset="2"/>
              <a:buChar char="Ø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1pPr>
            <a:lvl2pPr marL="742950" indent="-285750">
              <a:buFont typeface="Times New Roman" panose="02020603050405020304" pitchFamily="18" charset="0"/>
              <a:buChar char="♫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2pPr>
            <a:lvl3pPr marL="1143000" indent="-228600">
              <a:buClr>
                <a:schemeClr val="accent2"/>
              </a:buClr>
              <a:buSzPct val="90000"/>
              <a:buFont typeface="Wingdings" pitchFamily="2" charset="2"/>
              <a:buBlip>
                <a:blip r:embed="rId3"/>
              </a:buBlip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3pPr>
            <a:lvl4pPr marL="1600200" indent="-228600"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4pPr>
            <a:lvl5pPr marL="2057400" indent="-228600"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9pPr>
          </a:lstStyle>
          <a:p>
            <a:pPr>
              <a:buClrTx/>
              <a:buSzTx/>
              <a:buFontTx/>
              <a:buNone/>
              <a:defRPr/>
            </a:pPr>
            <a:fld id="{4BFF30BC-B908-8742-9B73-F8AA8E3FD6EC}" type="slidenum">
              <a:rPr lang="en-US" altLang="zh-CN" sz="1200" smtClean="0">
                <a:solidFill>
                  <a:srgbClr val="000000"/>
                </a:solidFill>
              </a:rPr>
              <a:pPr>
                <a:buClrTx/>
                <a:buSzTx/>
                <a:buFontTx/>
                <a:buNone/>
                <a:defRPr/>
              </a:pPr>
              <a:t>3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8083CE44-FDD8-9344-9850-584270BB1875}"/>
              </a:ext>
            </a:extLst>
          </p:cNvPr>
          <p:cNvSpPr txBox="1"/>
          <p:nvPr/>
        </p:nvSpPr>
        <p:spPr>
          <a:xfrm>
            <a:off x="358390" y="1786563"/>
            <a:ext cx="842721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设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G</a:t>
            </a: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不是交换群</a:t>
            </a:r>
            <a:r>
              <a:rPr lang="zh-CN" altLang="en-US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，</a:t>
            </a:r>
            <a:r>
              <a:rPr lang="en-US" altLang="zh-CN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G</a:t>
            </a: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的元素数可能是（）</a:t>
            </a:r>
            <a:endParaRPr lang="en-US" altLang="zh-CN" sz="3200" b="1" dirty="0">
              <a:solidFill>
                <a:srgbClr val="000000"/>
              </a:solidFill>
              <a:latin typeface="+mn-lt"/>
              <a:ea typeface="宋体" panose="02010600030101010101" pitchFamily="2" charset="-122"/>
            </a:endParaRPr>
          </a:p>
          <a:p>
            <a:pPr>
              <a:defRPr/>
            </a:pP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（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A</a:t>
            </a: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）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1</a:t>
            </a:r>
          </a:p>
          <a:p>
            <a:pPr>
              <a:defRPr/>
            </a:pP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（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B</a:t>
            </a: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）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2</a:t>
            </a:r>
          </a:p>
          <a:p>
            <a:pPr>
              <a:defRPr/>
            </a:pP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（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C</a:t>
            </a: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）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3</a:t>
            </a:r>
          </a:p>
          <a:p>
            <a:pPr>
              <a:defRPr/>
            </a:pPr>
            <a:r>
              <a:rPr lang="zh-CN" altLang="en-US" sz="3200" b="1" dirty="0">
                <a:solidFill>
                  <a:srgbClr val="0432FF"/>
                </a:solidFill>
                <a:latin typeface="+mn-lt"/>
                <a:ea typeface="宋体" panose="02010600030101010101" pitchFamily="2" charset="-122"/>
              </a:rPr>
              <a:t>（</a:t>
            </a:r>
            <a:r>
              <a:rPr lang="en-US" altLang="zh-CN" sz="3200" b="1" dirty="0">
                <a:solidFill>
                  <a:srgbClr val="0432FF"/>
                </a:solidFill>
                <a:latin typeface="+mn-lt"/>
                <a:ea typeface="宋体" panose="02010600030101010101" pitchFamily="2" charset="-122"/>
              </a:rPr>
              <a:t>D</a:t>
            </a:r>
            <a:r>
              <a:rPr lang="zh-CN" altLang="en-US" sz="3200" b="1" dirty="0">
                <a:solidFill>
                  <a:srgbClr val="0432FF"/>
                </a:solidFill>
                <a:latin typeface="+mn-lt"/>
                <a:ea typeface="宋体" panose="02010600030101010101" pitchFamily="2" charset="-122"/>
              </a:rPr>
              <a:t>）</a:t>
            </a:r>
            <a:r>
              <a:rPr lang="en-US" altLang="zh-CN" sz="3200" b="1" dirty="0">
                <a:solidFill>
                  <a:srgbClr val="0432FF"/>
                </a:solidFill>
                <a:latin typeface="+mn-lt"/>
                <a:ea typeface="宋体" panose="02010600030101010101" pitchFamily="2" charset="-122"/>
              </a:rPr>
              <a:t>6</a:t>
            </a:r>
            <a:endParaRPr lang="zh-CN" altLang="zh-CN" sz="3200" b="1" dirty="0">
              <a:solidFill>
                <a:srgbClr val="0432FF"/>
              </a:solidFill>
              <a:latin typeface="+mn-lt"/>
              <a:ea typeface="宋体" panose="02010600030101010101" pitchFamily="2" charset="-122"/>
            </a:endParaRPr>
          </a:p>
          <a:p>
            <a:pPr>
              <a:defRPr/>
            </a:pPr>
            <a:r>
              <a:rPr lang="en-US" altLang="zh-CN" sz="3200" b="1" dirty="0">
                <a:solidFill>
                  <a:srgbClr val="0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 </a:t>
            </a:r>
            <a:endParaRPr lang="zh-CN" altLang="zh-CN" sz="3200" b="1" dirty="0">
              <a:solidFill>
                <a:srgbClr val="0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defRPr/>
            </a:pPr>
            <a:endParaRPr lang="zh-CN" altLang="zh-CN" dirty="0">
              <a:solidFill>
                <a:srgbClr val="0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xmlns="" id="{8A333E57-785D-0241-B5CD-6A66543270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4394" y="548680"/>
            <a:ext cx="8985250" cy="72008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选择题</a:t>
            </a:r>
            <a:endParaRPr lang="en-US" altLang="zh-CN" b="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57424353"/>
      </p:ext>
    </p:extLst>
  </p:cSld>
  <p:clrMapOvr>
    <a:masterClrMapping/>
  </p:clrMapOvr>
  <p:transition spd="med"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灯片编号占位符 5">
            <a:extLst>
              <a:ext uri="{FF2B5EF4-FFF2-40B4-BE49-F238E27FC236}">
                <a16:creationId xmlns:a16="http://schemas.microsoft.com/office/drawing/2014/main" xmlns="" id="{B5B0D163-C5FB-E845-822B-33CC23724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buClr>
                <a:schemeClr val="tx1"/>
              </a:buClr>
              <a:buSzPct val="90000"/>
              <a:buFont typeface="Wingdings" pitchFamily="2" charset="2"/>
              <a:buChar char="Ø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1pPr>
            <a:lvl2pPr marL="742950" indent="-285750">
              <a:buFont typeface="Times New Roman" panose="02020603050405020304" pitchFamily="18" charset="0"/>
              <a:buChar char="♫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2pPr>
            <a:lvl3pPr marL="1143000" indent="-228600">
              <a:buClr>
                <a:schemeClr val="accent2"/>
              </a:buClr>
              <a:buSzPct val="90000"/>
              <a:buFont typeface="Wingdings" pitchFamily="2" charset="2"/>
              <a:buBlip>
                <a:blip r:embed="rId3"/>
              </a:buBlip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3pPr>
            <a:lvl4pPr marL="1600200" indent="-228600"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4pPr>
            <a:lvl5pPr marL="2057400" indent="-228600"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9pPr>
          </a:lstStyle>
          <a:p>
            <a:pPr>
              <a:buClrTx/>
              <a:buSzTx/>
              <a:buFontTx/>
              <a:buNone/>
              <a:defRPr/>
            </a:pPr>
            <a:fld id="{5A55D76A-093F-0B42-8218-CD0E54495AA8}" type="slidenum">
              <a:rPr lang="en-US" altLang="zh-CN" sz="1200" smtClean="0">
                <a:solidFill>
                  <a:srgbClr val="000000"/>
                </a:solidFill>
              </a:rPr>
              <a:pPr>
                <a:buClrTx/>
                <a:buSzTx/>
                <a:buFontTx/>
                <a:buNone/>
                <a:defRPr/>
              </a:pPr>
              <a:t>4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0A5CE7E0-4EFD-B740-B432-7CECE9BDEB5E}"/>
              </a:ext>
            </a:extLst>
          </p:cNvPr>
          <p:cNvSpPr txBox="1"/>
          <p:nvPr/>
        </p:nvSpPr>
        <p:spPr>
          <a:xfrm>
            <a:off x="430398" y="1556792"/>
            <a:ext cx="8437377" cy="3637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在四次对称群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sz="3200" b="1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,H</a:t>
            </a: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是有</a:t>
            </a:r>
            <a:r>
              <a:rPr lang="zh-CN" altLang="en-US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所有偶置换</a:t>
            </a: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构成的子</a:t>
            </a:r>
            <a:r>
              <a:rPr lang="zh-CN" altLang="en-US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群</a:t>
            </a:r>
            <a:r>
              <a:rPr lang="en-US" altLang="zh-CN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称为</a:t>
            </a: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四次交代</a:t>
            </a:r>
            <a:r>
              <a:rPr lang="zh-CN" altLang="en-US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群</a:t>
            </a:r>
            <a:r>
              <a:rPr lang="en-US" altLang="zh-CN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下面</a:t>
            </a: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说法正确的</a:t>
            </a:r>
            <a:r>
              <a:rPr lang="zh-CN" altLang="en-US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 )</a:t>
            </a:r>
            <a:endParaRPr lang="en-US" altLang="zh-CN" sz="3200" b="1" dirty="0">
              <a:solidFill>
                <a:srgbClr val="000000"/>
              </a:solidFill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defRPr/>
            </a:pP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(1234)</a:t>
            </a:r>
            <a:r>
              <a:rPr lang="zh-CN" altLang="en-US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(243)</a:t>
            </a:r>
            <a:r>
              <a:rPr lang="zh-CN" altLang="en-US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合同</a:t>
            </a: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（左模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sz="3200" b="1" dirty="0">
              <a:solidFill>
                <a:srgbClr val="000000"/>
              </a:solidFill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defRPr/>
            </a:pP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）设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σ</a:t>
            </a:r>
            <a:r>
              <a:rPr lang="en-US" altLang="zh-CN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=(123)(4132)</a:t>
            </a:r>
            <a:r>
              <a:rPr lang="zh-CN" altLang="en-US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sz="3200" b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σ∈</a:t>
            </a:r>
            <a:r>
              <a:rPr lang="en-US" altLang="zh-CN" sz="3200" b="1" dirty="0" err="1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endParaRPr lang="en-US" altLang="zh-CN" sz="3200" b="1" dirty="0">
              <a:solidFill>
                <a:srgbClr val="000000"/>
              </a:solidFill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defRPr/>
            </a:pPr>
            <a:r>
              <a:rPr lang="zh-CN" altLang="en-US" sz="3200" b="1" dirty="0">
                <a:solidFill>
                  <a:srgbClr val="0432FF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3200" b="1" dirty="0">
                <a:solidFill>
                  <a:srgbClr val="0432FF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sz="3200" b="1" dirty="0" smtClean="0">
                <a:solidFill>
                  <a:srgbClr val="0432FF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(423)</a:t>
            </a:r>
            <a:r>
              <a:rPr lang="zh-CN" altLang="en-US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(24)(13)</a:t>
            </a:r>
            <a:r>
              <a:rPr lang="zh-CN" altLang="en-US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合同</a:t>
            </a:r>
            <a:r>
              <a:rPr lang="en-US" altLang="zh-CN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右</a:t>
            </a: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模</a:t>
            </a:r>
            <a:r>
              <a:rPr lang="en-US" altLang="zh-CN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H)</a:t>
            </a:r>
            <a:endParaRPr lang="en-US" altLang="zh-CN" sz="3200" b="1" dirty="0">
              <a:solidFill>
                <a:srgbClr val="000000"/>
              </a:solidFill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defRPr/>
            </a:pP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）对于任意的</a:t>
            </a:r>
            <a:r>
              <a:rPr lang="en-US" altLang="zh-CN" sz="3200" b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σ</a:t>
            </a: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属于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sz="3200" b="1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3200" b="1" dirty="0" err="1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σH</a:t>
            </a:r>
            <a:r>
              <a:rPr lang="en-US" altLang="zh-CN" sz="3200" b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≠Hσ</a:t>
            </a:r>
            <a:endParaRPr lang="zh-CN" altLang="zh-CN" dirty="0">
              <a:solidFill>
                <a:srgbClr val="000000"/>
              </a:solidFill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xmlns="" id="{8A333E57-785D-0241-B5CD-6A66543270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4394" y="548680"/>
            <a:ext cx="8985250" cy="72008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选择题</a:t>
            </a:r>
            <a:endParaRPr lang="en-US" altLang="zh-CN" b="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54117106"/>
      </p:ext>
    </p:extLst>
  </p:cSld>
  <p:clrMapOvr>
    <a:masterClrMapping/>
  </p:clrMapOvr>
  <p:transition spd="med"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灯片编号占位符 5">
            <a:extLst>
              <a:ext uri="{FF2B5EF4-FFF2-40B4-BE49-F238E27FC236}">
                <a16:creationId xmlns:a16="http://schemas.microsoft.com/office/drawing/2014/main" xmlns="" id="{A6600231-31E0-C640-9B8E-12E5D39EF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buClr>
                <a:schemeClr val="tx1"/>
              </a:buClr>
              <a:buSzPct val="90000"/>
              <a:buFont typeface="Wingdings" pitchFamily="2" charset="2"/>
              <a:buChar char="Ø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1pPr>
            <a:lvl2pPr marL="742950" indent="-285750">
              <a:buFont typeface="Times New Roman" panose="02020603050405020304" pitchFamily="18" charset="0"/>
              <a:buChar char="♫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2pPr>
            <a:lvl3pPr marL="1143000" indent="-228600">
              <a:buClr>
                <a:schemeClr val="accent2"/>
              </a:buClr>
              <a:buSzPct val="90000"/>
              <a:buFont typeface="Wingdings" pitchFamily="2" charset="2"/>
              <a:buBlip>
                <a:blip r:embed="rId3"/>
              </a:buBlip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3pPr>
            <a:lvl4pPr marL="1600200" indent="-228600"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4pPr>
            <a:lvl5pPr marL="2057400" indent="-228600"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9pPr>
          </a:lstStyle>
          <a:p>
            <a:pPr>
              <a:buClrTx/>
              <a:buSzTx/>
              <a:buFontTx/>
              <a:buNone/>
              <a:defRPr/>
            </a:pPr>
            <a:fld id="{F396A059-3CA4-B94C-A3D3-9D3510C9C5BD}" type="slidenum">
              <a:rPr lang="en-US" altLang="zh-CN" sz="1200" smtClean="0">
                <a:solidFill>
                  <a:srgbClr val="000000"/>
                </a:solidFill>
              </a:rPr>
              <a:pPr>
                <a:buClrTx/>
                <a:buSzTx/>
                <a:buFontTx/>
                <a:buNone/>
                <a:defRPr/>
              </a:pPr>
              <a:t>5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1A5EA02F-DAED-544E-9D12-AD86EC655EF4}"/>
              </a:ext>
            </a:extLst>
          </p:cNvPr>
          <p:cNvSpPr txBox="1"/>
          <p:nvPr/>
        </p:nvSpPr>
        <p:spPr>
          <a:xfrm>
            <a:off x="394394" y="1474619"/>
            <a:ext cx="8355211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H,K</a:t>
            </a: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是群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的两个子群，其中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|H|=r</a:t>
            </a: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|K|=s</a:t>
            </a: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，且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互质，问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|H∩K|=</a:t>
            </a: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（ ）</a:t>
            </a:r>
            <a:endParaRPr lang="en-US" altLang="zh-CN" sz="3200" b="1" dirty="0">
              <a:solidFill>
                <a:srgbClr val="000000"/>
              </a:solidFill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sz="3200" b="1" dirty="0">
                <a:solidFill>
                  <a:srgbClr val="0432FF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3200" b="1" dirty="0">
                <a:solidFill>
                  <a:srgbClr val="0432FF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3200" b="1" dirty="0">
                <a:solidFill>
                  <a:srgbClr val="0432FF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</a:p>
          <a:p>
            <a:pPr>
              <a:defRPr/>
            </a:pP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</a:p>
          <a:p>
            <a:pPr>
              <a:defRPr/>
            </a:pP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</a:p>
          <a:p>
            <a:pPr>
              <a:defRPr/>
            </a:pP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3200" b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rs</a:t>
            </a:r>
            <a:endParaRPr lang="zh-CN" altLang="zh-CN" sz="3200" b="1" dirty="0">
              <a:solidFill>
                <a:srgbClr val="000000"/>
              </a:solidFill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3200" b="1" dirty="0">
                <a:solidFill>
                  <a:srgbClr val="000000"/>
                </a:solidFill>
                <a:ea typeface="KaiTi" panose="02010609060101010101" pitchFamily="49" charset="-122"/>
                <a:cs typeface="Times New Roman" panose="02020603050405020304" pitchFamily="18" charset="0"/>
              </a:rPr>
              <a:t> </a:t>
            </a:r>
            <a:endParaRPr lang="zh-CN" altLang="zh-CN" sz="3200" b="1" dirty="0">
              <a:solidFill>
                <a:srgbClr val="000000"/>
              </a:solidFill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defRPr/>
            </a:pPr>
            <a:endParaRPr lang="zh-CN" altLang="zh-CN" dirty="0">
              <a:solidFill>
                <a:srgbClr val="000000"/>
              </a:solidFill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xmlns="" id="{8A333E57-785D-0241-B5CD-6A66543270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4394" y="548680"/>
            <a:ext cx="8985250" cy="72008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>
                <a:solidFill>
                  <a:srgbClr val="0000FF"/>
                </a:solidFill>
              </a:rPr>
              <a:t>选择题</a:t>
            </a:r>
            <a:endParaRPr lang="en-US" altLang="zh-CN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9722596"/>
      </p:ext>
    </p:extLst>
  </p:cSld>
  <p:clrMapOvr>
    <a:masterClrMapping/>
  </p:clrMapOvr>
  <p:transition spd="med"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灯片编号占位符 5">
            <a:extLst>
              <a:ext uri="{FF2B5EF4-FFF2-40B4-BE49-F238E27FC236}">
                <a16:creationId xmlns:a16="http://schemas.microsoft.com/office/drawing/2014/main" xmlns="" id="{03C28DBC-290D-164A-8906-55BF9AA0A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buClr>
                <a:schemeClr val="tx1"/>
              </a:buClr>
              <a:buSzPct val="90000"/>
              <a:buFont typeface="Wingdings" pitchFamily="2" charset="2"/>
              <a:buChar char="Ø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1pPr>
            <a:lvl2pPr marL="742950" indent="-285750">
              <a:buFont typeface="Times New Roman" panose="02020603050405020304" pitchFamily="18" charset="0"/>
              <a:buChar char="♫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2pPr>
            <a:lvl3pPr marL="1143000" indent="-228600">
              <a:buClr>
                <a:schemeClr val="accent2"/>
              </a:buClr>
              <a:buSzPct val="90000"/>
              <a:buFont typeface="Wingdings" pitchFamily="2" charset="2"/>
              <a:buBlip>
                <a:blip r:embed="rId3"/>
              </a:buBlip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3pPr>
            <a:lvl4pPr marL="1600200" indent="-228600"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4pPr>
            <a:lvl5pPr marL="2057400" indent="-228600"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9pPr>
          </a:lstStyle>
          <a:p>
            <a:pPr>
              <a:buClrTx/>
              <a:buSzTx/>
              <a:buFontTx/>
              <a:buNone/>
              <a:defRPr/>
            </a:pPr>
            <a:fld id="{DD278F1E-A356-794B-BFC2-FAB931C61719}" type="slidenum">
              <a:rPr lang="en-US" altLang="zh-CN" sz="1400" b="0" smtClean="0">
                <a:solidFill>
                  <a:srgbClr val="000000"/>
                </a:solidFill>
              </a:rPr>
              <a:pPr>
                <a:buClrTx/>
                <a:buSzTx/>
                <a:buFontTx/>
                <a:buNone/>
                <a:defRPr/>
              </a:pPr>
              <a:t>6</a:t>
            </a:fld>
            <a:endParaRPr lang="en-US" altLang="zh-CN" sz="1400" b="0" dirty="0">
              <a:solidFill>
                <a:srgbClr val="000000"/>
              </a:solidFill>
            </a:endParaRPr>
          </a:p>
        </p:txBody>
      </p:sp>
      <p:sp>
        <p:nvSpPr>
          <p:cNvPr id="66563" name="文本框 4">
            <a:extLst>
              <a:ext uri="{FF2B5EF4-FFF2-40B4-BE49-F238E27FC236}">
                <a16:creationId xmlns:a16="http://schemas.microsoft.com/office/drawing/2014/main" xmlns="" id="{EBE3C99A-8442-B149-B121-B9F016774F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980728"/>
            <a:ext cx="8531779" cy="5693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Clr>
                <a:schemeClr val="tx1"/>
              </a:buClr>
              <a:buSzPct val="90000"/>
              <a:buFont typeface="Wingdings" pitchFamily="2" charset="2"/>
              <a:buChar char="Ø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1pPr>
            <a:lvl2pPr marL="742950" indent="-285750">
              <a:buFont typeface="Times New Roman" panose="02020603050405020304" pitchFamily="18" charset="0"/>
              <a:buChar char="♫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2pPr>
            <a:lvl3pPr marL="1143000" indent="-228600">
              <a:buClr>
                <a:schemeClr val="accent2"/>
              </a:buClr>
              <a:buSzPct val="90000"/>
              <a:buFont typeface="Wingdings" pitchFamily="2" charset="2"/>
              <a:buBlip>
                <a:blip r:embed="rId3"/>
              </a:buBlip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3pPr>
            <a:lvl4pPr marL="1600200" indent="-228600"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4pPr>
            <a:lvl5pPr marL="2057400" indent="-228600"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9pPr>
          </a:lstStyle>
          <a:p>
            <a:pPr>
              <a:buClrTx/>
              <a:buSzTx/>
              <a:buFontTx/>
              <a:buNone/>
            </a:pPr>
            <a:r>
              <a:rPr lang="zh-CN" altLang="en-US" sz="2800" b="0" dirty="0" smtClean="0">
                <a:solidFill>
                  <a:srgbClr val="0000FF"/>
                </a:solidFill>
                <a:latin typeface="Times New Roman"/>
                <a:ea typeface="宋体" panose="02010600030101010101" pitchFamily="2" charset="-122"/>
                <a:cs typeface="Arial" panose="020B0604020202020204" pitchFamily="34" charset="0"/>
              </a:rPr>
              <a:t>证明：</a:t>
            </a:r>
            <a:r>
              <a:rPr lang="en-US" altLang="zh-CN" sz="2800" b="0" dirty="0" smtClean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  <a:r>
              <a:rPr lang="en-US" altLang="zh-CN" sz="2800" b="0" dirty="0" smtClean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 ,(</a:t>
            </a:r>
            <a:r>
              <a:rPr lang="en-US" altLang="zh-CN" sz="2800" b="0" dirty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12)(34),(13)(24),(14)(23</a:t>
            </a:r>
            <a:r>
              <a:rPr lang="en-US" altLang="zh-CN" sz="2800" b="0" dirty="0" smtClean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2800" b="0" dirty="0" smtClean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b="0" dirty="0" smtClean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lang="zh-CN" altLang="en-US" sz="2800" b="0" dirty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个</a:t>
            </a:r>
            <a:r>
              <a:rPr lang="zh-CN" altLang="en-US" sz="2800" b="0" dirty="0" smtClean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置换在置换乘法下，作成</a:t>
            </a:r>
            <a:r>
              <a:rPr lang="zh-CN" altLang="en-US" sz="2800" b="0" dirty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一个</a:t>
            </a:r>
            <a:r>
              <a:rPr lang="zh-CN" altLang="en-US" sz="2800" b="0" dirty="0" smtClean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群</a:t>
            </a:r>
            <a:r>
              <a:rPr lang="en-US" altLang="zh-CN" sz="2800" b="0" dirty="0" smtClean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en-US" altLang="zh-CN" sz="2800" b="0" dirty="0" err="1" smtClean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klein</a:t>
            </a:r>
            <a:r>
              <a:rPr lang="zh-CN" altLang="en-US" sz="2800" b="0" dirty="0" smtClean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四元群</a:t>
            </a:r>
            <a:r>
              <a:rPr lang="en-US" altLang="zh-CN" sz="2800" b="0" dirty="0" smtClean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2800" b="0" dirty="0" smtClean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，其中</a:t>
            </a:r>
            <a:r>
              <a:rPr lang="en-US" altLang="zh-CN" sz="2800" b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en-US" sz="2800" b="0" dirty="0" smtClean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为恒等置换</a:t>
            </a:r>
            <a:r>
              <a:rPr lang="en-US" altLang="zh-CN" sz="2800" b="0" dirty="0" smtClean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.</a:t>
            </a:r>
            <a:r>
              <a:rPr lang="zh-CN" altLang="en-US" sz="2800" b="0" dirty="0" smtClean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zh-CN" altLang="zh-CN" sz="2800" b="0" dirty="0" smtClean="0">
                <a:solidFill>
                  <a:srgbClr val="0000FF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证明</a:t>
            </a:r>
            <a:r>
              <a:rPr lang="zh-CN" altLang="zh-CN" sz="2800" b="0" dirty="0">
                <a:solidFill>
                  <a:srgbClr val="0000FF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：</a:t>
            </a:r>
            <a:r>
              <a:rPr lang="en-US" altLang="zh-CN" sz="2800" b="0" dirty="0">
                <a:solidFill>
                  <a:srgbClr val="0000FF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800" b="0" dirty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2800" b="0" dirty="0" smtClean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={</a:t>
            </a:r>
            <a:r>
              <a:rPr lang="en-US" altLang="zh-CN" sz="2800" b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0" dirty="0" smtClean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,(</a:t>
            </a:r>
            <a:r>
              <a:rPr lang="en-US" altLang="zh-CN" sz="2800" b="0" dirty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12)(34),(13)(24),</a:t>
            </a:r>
            <a:r>
              <a:rPr lang="zh-CN" altLang="en-US" sz="2800" b="0" dirty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800" b="0" dirty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(14)(23)</a:t>
            </a:r>
            <a:r>
              <a:rPr lang="zh-CN" altLang="en-US" sz="2800" b="0" dirty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2800" b="0" dirty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},</a:t>
            </a:r>
            <a:r>
              <a:rPr lang="zh-CN" altLang="en-US" sz="2800" b="0" dirty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endParaRPr lang="en-US" altLang="zh-CN" sz="2800" b="0" dirty="0">
              <a:solidFill>
                <a:srgbClr val="000000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buClrTx/>
              <a:buSzTx/>
              <a:buFontTx/>
              <a:buNone/>
            </a:pPr>
            <a:r>
              <a:rPr lang="en-US" altLang="zh-CN" sz="2800" b="0" dirty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(1)</a:t>
            </a:r>
            <a:r>
              <a:rPr lang="zh-CN" altLang="en-US" sz="2800" b="0" dirty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非空</a:t>
            </a:r>
            <a:r>
              <a:rPr lang="zh-CN" altLang="en-US" sz="2800" b="0" dirty="0" smtClean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2800" b="0" dirty="0" smtClean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b="0" dirty="0" smtClean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∈</a:t>
            </a:r>
            <a:r>
              <a:rPr lang="en-US" altLang="zh-CN" sz="2800" b="0" dirty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2800" b="0" dirty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；</a:t>
            </a:r>
            <a:endParaRPr lang="en-US" altLang="zh-CN" sz="2800" b="0" dirty="0">
              <a:solidFill>
                <a:srgbClr val="000000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buClrTx/>
              <a:buSzTx/>
              <a:buFontTx/>
              <a:buNone/>
            </a:pPr>
            <a:r>
              <a:rPr lang="en-US" altLang="zh-CN" sz="2800" b="0" dirty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(2)</a:t>
            </a:r>
            <a:r>
              <a:rPr lang="zh-CN" altLang="en-US" sz="2800" b="0" dirty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封闭性</a:t>
            </a:r>
            <a:endParaRPr lang="en-US" altLang="zh-CN" sz="2800" b="0" dirty="0">
              <a:solidFill>
                <a:srgbClr val="000000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buClrTx/>
              <a:buSzTx/>
              <a:buFontTx/>
              <a:buNone/>
            </a:pPr>
            <a:r>
              <a:rPr lang="en-US" altLang="zh-CN" sz="2800" b="0" dirty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(3)</a:t>
            </a:r>
            <a:r>
              <a:rPr lang="zh-CN" altLang="en-US" sz="2800" b="0" dirty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满足结合律</a:t>
            </a:r>
            <a:endParaRPr lang="en-US" altLang="zh-CN" sz="2800" b="0" dirty="0">
              <a:solidFill>
                <a:srgbClr val="000000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buClrTx/>
              <a:buSzTx/>
              <a:buFontTx/>
              <a:buNone/>
            </a:pPr>
            <a:r>
              <a:rPr lang="en-US" altLang="zh-CN" sz="2800" b="0" dirty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(4)</a:t>
            </a:r>
            <a:r>
              <a:rPr lang="zh-CN" altLang="en-US" sz="2800" b="0" dirty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有单位元</a:t>
            </a:r>
            <a:r>
              <a:rPr lang="en-US" altLang="zh-CN" sz="2800" b="0" dirty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I</a:t>
            </a:r>
          </a:p>
          <a:p>
            <a:pPr>
              <a:buClrTx/>
              <a:buSzTx/>
              <a:buFontTx/>
              <a:buNone/>
            </a:pPr>
            <a:r>
              <a:rPr lang="en-US" altLang="zh-CN" sz="2800" b="0" dirty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(5)</a:t>
            </a:r>
            <a:r>
              <a:rPr lang="zh-CN" altLang="en-US" sz="2800" b="0" dirty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有逆，为</a:t>
            </a:r>
            <a:endParaRPr lang="en-US" altLang="zh-CN" sz="2800" b="0" dirty="0">
              <a:solidFill>
                <a:srgbClr val="000000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buClrTx/>
              <a:buSzTx/>
              <a:buFontTx/>
              <a:buNone/>
            </a:pPr>
            <a:r>
              <a:rPr lang="zh-CN" altLang="en-US" sz="2800" b="0" dirty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元素</a:t>
            </a:r>
            <a:r>
              <a:rPr lang="zh-CN" altLang="en-US" sz="2800" b="0" dirty="0" smtClean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本身</a:t>
            </a:r>
            <a:endParaRPr lang="en-US" altLang="zh-CN" sz="2800" b="0" dirty="0" smtClean="0">
              <a:solidFill>
                <a:srgbClr val="000000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buClrTx/>
              <a:buSzTx/>
              <a:buFontTx/>
              <a:buNone/>
            </a:pPr>
            <a:endParaRPr lang="en-US" altLang="zh-CN" sz="2800" b="0" dirty="0">
              <a:solidFill>
                <a:srgbClr val="000000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buClrTx/>
              <a:buSzTx/>
              <a:buFontTx/>
              <a:buNone/>
            </a:pPr>
            <a:endParaRPr lang="en-US" altLang="zh-CN" sz="2800" b="0" dirty="0" smtClean="0">
              <a:solidFill>
                <a:srgbClr val="000000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buClrTx/>
              <a:buSzTx/>
              <a:buFontTx/>
              <a:buNone/>
            </a:pPr>
            <a:endParaRPr lang="en-US" altLang="zh-CN" sz="2800" b="0" dirty="0" smtClean="0">
              <a:solidFill>
                <a:srgbClr val="000000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buClrTx/>
              <a:buSzTx/>
              <a:buFont typeface="Wingdings" pitchFamily="2" charset="2"/>
              <a:buNone/>
            </a:pPr>
            <a:r>
              <a:rPr lang="zh-CN" altLang="en-US" sz="2800" b="0" dirty="0" smtClean="0">
                <a:solidFill>
                  <a:srgbClr val="0000FF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结论：</a:t>
            </a:r>
            <a:r>
              <a:rPr lang="zh-CN" altLang="en-US" sz="2800" b="0" dirty="0" smtClean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此</a:t>
            </a:r>
            <a:r>
              <a:rPr lang="zh-CN" altLang="en-US" sz="2800" b="0" dirty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四元群是四次对称群的</a:t>
            </a:r>
            <a:r>
              <a:rPr lang="zh-CN" altLang="en-US" sz="2800" b="0" dirty="0" smtClean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正规子群</a:t>
            </a:r>
            <a:r>
              <a:rPr lang="en-US" altLang="zh-CN" sz="2800" b="0" dirty="0" smtClean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2800" b="0" dirty="0" smtClean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习题</a:t>
            </a:r>
            <a:r>
              <a:rPr lang="en-US" altLang="zh-CN" sz="2800" b="0" dirty="0" smtClean="0">
                <a:solidFill>
                  <a:srgbClr val="00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xmlns="" id="{7A7DC270-0CDB-A54E-97E4-6C34872B5C0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672370" y="3210078"/>
          <a:ext cx="6195405" cy="2736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908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3908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3908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23908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39081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547261">
                <a:tc>
                  <a:txBody>
                    <a:bodyPr/>
                    <a:lstStyle/>
                    <a:p>
                      <a:pPr algn="dist"/>
                      <a:r>
                        <a:rPr lang="en-US" altLang="zh-CN" sz="2500" b="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·</a:t>
                      </a:r>
                      <a:endParaRPr lang="zh-CN" altLang="en-US" sz="2500" b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45729" marB="4572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CN" sz="2500" b="0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I</a:t>
                      </a:r>
                      <a:endParaRPr lang="zh-CN" altLang="en-US" sz="2500" b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T="45729" marB="4572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CN" sz="2500" b="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(12)(34)</a:t>
                      </a:r>
                      <a:endParaRPr lang="zh-CN" altLang="en-US" sz="2500" b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T="45729" marB="4572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CN" sz="2500" b="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(13)(24)</a:t>
                      </a:r>
                      <a:endParaRPr lang="zh-CN" altLang="en-US" sz="2500" b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T="45729" marB="4572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CN" sz="2500" b="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(14)(23)</a:t>
                      </a:r>
                      <a:endParaRPr lang="zh-CN" altLang="en-US" sz="2500" b="0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T="45729" marB="4572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47261">
                <a:tc>
                  <a:txBody>
                    <a:bodyPr/>
                    <a:lstStyle/>
                    <a:p>
                      <a:pPr algn="dist"/>
                      <a:r>
                        <a:rPr lang="en-US" altLang="zh-CN" sz="2500" b="1" dirty="0" smtClean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I</a:t>
                      </a:r>
                      <a:endParaRPr lang="zh-CN" altLang="en-US" sz="2500" b="1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T="45729" marB="4572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dist"/>
                      <a:r>
                        <a:rPr lang="en-US" altLang="zh-CN" sz="2500" b="1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I</a:t>
                      </a:r>
                      <a:endParaRPr lang="zh-CN" altLang="en-US" sz="2500" b="1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T="45729" marB="4572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5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(12)(34)</a:t>
                      </a:r>
                      <a:endParaRPr lang="zh-CN" altLang="en-US" sz="25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T="45729" marB="4572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5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(13)(24)</a:t>
                      </a:r>
                      <a:endParaRPr lang="zh-CN" altLang="en-US" sz="25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T="45729" marB="4572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5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(14)(23)</a:t>
                      </a:r>
                      <a:endParaRPr lang="zh-CN" altLang="en-US" sz="25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T="45729" marB="4572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47261">
                <a:tc>
                  <a:txBody>
                    <a:bodyPr/>
                    <a:lstStyle/>
                    <a:p>
                      <a:pPr algn="dist"/>
                      <a:r>
                        <a:rPr lang="en-US" altLang="zh-CN" sz="25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(12)(34)</a:t>
                      </a:r>
                      <a:endParaRPr lang="zh-CN" altLang="en-US" sz="25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T="45729" marB="4572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5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(12)(34)</a:t>
                      </a:r>
                      <a:endParaRPr lang="zh-CN" altLang="en-US" sz="25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T="45729" marB="4572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500" b="1" dirty="0" smtClean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I</a:t>
                      </a:r>
                      <a:endParaRPr lang="zh-CN" altLang="en-US" sz="2500" b="1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T="45729" marB="4572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5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(14)(23)</a:t>
                      </a:r>
                      <a:endParaRPr lang="zh-CN" altLang="en-US" sz="25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T="45729" marB="4572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5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(13)(24)</a:t>
                      </a:r>
                      <a:endParaRPr lang="zh-CN" altLang="en-US" sz="25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T="45729" marB="4572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47261">
                <a:tc>
                  <a:txBody>
                    <a:bodyPr/>
                    <a:lstStyle/>
                    <a:p>
                      <a:pPr algn="dist"/>
                      <a:r>
                        <a:rPr lang="en-US" altLang="zh-CN" sz="25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(13)(24)</a:t>
                      </a:r>
                      <a:endParaRPr lang="zh-CN" altLang="en-US" sz="25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T="45729" marB="4572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5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(13)(24)</a:t>
                      </a:r>
                      <a:endParaRPr lang="zh-CN" altLang="en-US" sz="25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T="45729" marB="4572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5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(14)(23)</a:t>
                      </a:r>
                      <a:endParaRPr lang="zh-CN" altLang="en-US" sz="25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T="45729" marB="4572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500" b="1" dirty="0" smtClean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I</a:t>
                      </a:r>
                      <a:endParaRPr lang="zh-CN" altLang="en-US" sz="2500" b="1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T="45729" marB="4572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5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(12)(34)</a:t>
                      </a:r>
                      <a:endParaRPr lang="zh-CN" altLang="en-US" sz="25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T="45729" marB="4572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47261">
                <a:tc>
                  <a:txBody>
                    <a:bodyPr/>
                    <a:lstStyle/>
                    <a:p>
                      <a:pPr algn="dist"/>
                      <a:r>
                        <a:rPr lang="en-US" altLang="zh-CN" sz="25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(14)(23)</a:t>
                      </a:r>
                      <a:endParaRPr lang="zh-CN" altLang="en-US" sz="25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T="45729" marB="4572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5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(14)(23)</a:t>
                      </a:r>
                      <a:endParaRPr lang="zh-CN" altLang="en-US" sz="25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T="45729" marB="4572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5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(13)(24)</a:t>
                      </a:r>
                      <a:endParaRPr lang="zh-CN" altLang="en-US" sz="25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T="45729" marB="4572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500" b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(12)(34)</a:t>
                      </a:r>
                      <a:endParaRPr lang="zh-CN" altLang="en-US" sz="2500" b="0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T="45729" marB="4572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di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500" b="1" dirty="0" smtClean="0">
                          <a:solidFill>
                            <a:srgbClr val="000000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I</a:t>
                      </a:r>
                      <a:endParaRPr lang="zh-CN" altLang="en-US" sz="2500" b="1" dirty="0">
                        <a:solidFill>
                          <a:srgbClr val="000000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T="45729" marB="45729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440826"/>
            <a:ext cx="7772400" cy="611910"/>
          </a:xfrm>
        </p:spPr>
        <p:txBody>
          <a:bodyPr/>
          <a:lstStyle/>
          <a:p>
            <a:pPr eaLnBrk="1" hangingPunct="1"/>
            <a:r>
              <a:rPr lang="zh-CN" altLang="en-US" sz="32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练习：</a:t>
            </a:r>
            <a:endParaRPr lang="zh-CN" altLang="en-US" sz="32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850873815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65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65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灯片编号占位符 5">
            <a:extLst>
              <a:ext uri="{FF2B5EF4-FFF2-40B4-BE49-F238E27FC236}">
                <a16:creationId xmlns:a16="http://schemas.microsoft.com/office/drawing/2014/main" xmlns="" id="{E6E69806-0C7A-AE46-96FD-7F77D7B36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buClr>
                <a:schemeClr val="tx1"/>
              </a:buClr>
              <a:buSzPct val="90000"/>
              <a:buFont typeface="Wingdings" pitchFamily="2" charset="2"/>
              <a:buChar char="Ø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1pPr>
            <a:lvl2pPr marL="742950" indent="-285750">
              <a:buFont typeface="Times New Roman" panose="02020603050405020304" pitchFamily="18" charset="0"/>
              <a:buChar char="♫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2pPr>
            <a:lvl3pPr marL="1143000" indent="-228600">
              <a:buClr>
                <a:schemeClr val="accent2"/>
              </a:buClr>
              <a:buSzPct val="90000"/>
              <a:buFont typeface="Wingdings" pitchFamily="2" charset="2"/>
              <a:buBlip>
                <a:blip r:embed="rId3"/>
              </a:buBlip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3pPr>
            <a:lvl4pPr marL="1600200" indent="-228600"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4pPr>
            <a:lvl5pPr marL="2057400" indent="-228600"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9pPr>
          </a:lstStyle>
          <a:p>
            <a:pPr>
              <a:buClrTx/>
              <a:buSzTx/>
              <a:buFontTx/>
              <a:buNone/>
              <a:defRPr/>
            </a:pPr>
            <a:fld id="{3E668829-B307-964D-BF51-0D327895160A}" type="slidenum">
              <a:rPr lang="en-US" altLang="zh-CN" sz="1200" smtClean="0">
                <a:solidFill>
                  <a:srgbClr val="000000"/>
                </a:solidFill>
              </a:rPr>
              <a:pPr>
                <a:buClrTx/>
                <a:buSzTx/>
                <a:buFontTx/>
                <a:buNone/>
                <a:defRPr/>
              </a:pPr>
              <a:t>7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68611" name="文本框 4">
            <a:extLst>
              <a:ext uri="{FF2B5EF4-FFF2-40B4-BE49-F238E27FC236}">
                <a16:creationId xmlns:a16="http://schemas.microsoft.com/office/drawing/2014/main" xmlns="" id="{D74F8C09-71F7-7D46-9EBE-CF21D22860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192213"/>
            <a:ext cx="8168456" cy="5016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Clr>
                <a:schemeClr val="tx1"/>
              </a:buClr>
              <a:buSzPct val="90000"/>
              <a:buFont typeface="Wingdings" pitchFamily="2" charset="2"/>
              <a:buChar char="Ø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1pPr>
            <a:lvl2pPr marL="742950" indent="-285750">
              <a:buFont typeface="Times New Roman" panose="02020603050405020304" pitchFamily="18" charset="0"/>
              <a:buChar char="♫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2pPr>
            <a:lvl3pPr marL="1143000" indent="-228600">
              <a:buClr>
                <a:schemeClr val="accent2"/>
              </a:buClr>
              <a:buSzPct val="90000"/>
              <a:buFont typeface="Wingdings" pitchFamily="2" charset="2"/>
              <a:buBlip>
                <a:blip r:embed="rId3"/>
              </a:buBlip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3pPr>
            <a:lvl4pPr marL="1600200" indent="-228600"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4pPr>
            <a:lvl5pPr marL="2057400" indent="-228600"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9pPr>
          </a:lstStyle>
          <a:p>
            <a:pPr>
              <a:buClrTx/>
              <a:buSzTx/>
              <a:buFontTx/>
              <a:buNone/>
            </a:pPr>
            <a:r>
              <a:rPr lang="en-US" altLang="zh-CN" dirty="0" smtClean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dirty="0" smtClean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</a:rPr>
              <a:t>,(</a:t>
            </a:r>
            <a:r>
              <a:rPr lang="en-US" altLang="zh-CN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</a:rPr>
              <a:t>12)(34),</a:t>
            </a:r>
            <a:r>
              <a:rPr lang="zh-CN" altLang="en-US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</a:rPr>
              <a:t>(13)(24),</a:t>
            </a:r>
            <a:r>
              <a:rPr lang="zh-CN" altLang="en-US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</a:rPr>
              <a:t>(14)(23)</a:t>
            </a:r>
            <a:r>
              <a:rPr lang="zh-CN" altLang="en-US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</a:rPr>
              <a:t> 这</a:t>
            </a:r>
            <a:r>
              <a:rPr lang="en-US" altLang="zh-CN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</a:rPr>
              <a:t>个置换作成一个</a:t>
            </a:r>
            <a:r>
              <a:rPr lang="zh-CN" altLang="en-US" dirty="0" smtClean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</a:rPr>
              <a:t>群</a:t>
            </a:r>
            <a:r>
              <a:rPr lang="en-US" altLang="zh-CN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err="1" smtClean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</a:rPr>
              <a:t>klein</a:t>
            </a:r>
            <a:r>
              <a:rPr lang="zh-CN" altLang="en-US" dirty="0" smtClean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</a:rPr>
              <a:t>四元群</a:t>
            </a:r>
            <a:r>
              <a:rPr lang="en-US" altLang="zh-CN" dirty="0" smtClean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dirty="0" smtClean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dirty="0">
              <a:solidFill>
                <a:srgbClr val="000000"/>
              </a:solidFill>
              <a:latin typeface="Times New Roman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ClrTx/>
              <a:buSzTx/>
              <a:buFontTx/>
              <a:buNone/>
            </a:pPr>
            <a:r>
              <a:rPr lang="zh-CN" altLang="zh-CN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</a:rPr>
              <a:t>用</a:t>
            </a:r>
            <a:r>
              <a:rPr lang="en-US" altLang="zh-CN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zh-CN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</a:rPr>
              <a:t>记</a:t>
            </a:r>
            <a:r>
              <a:rPr lang="en-US" altLang="zh-CN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</a:rPr>
              <a:t>Klein</a:t>
            </a:r>
            <a:r>
              <a:rPr lang="zh-CN" altLang="zh-CN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</a:rPr>
              <a:t>四元群，</a:t>
            </a:r>
            <a:r>
              <a:rPr lang="zh-CN" altLang="en-US" dirty="0">
                <a:solidFill>
                  <a:srgbClr val="0000FF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</a:rPr>
              <a:t>证明</a:t>
            </a:r>
            <a:r>
              <a:rPr lang="en-US" altLang="zh-CN" dirty="0" err="1">
                <a:solidFill>
                  <a:srgbClr val="0000FF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</a:rPr>
              <a:t>klein</a:t>
            </a:r>
            <a:r>
              <a:rPr lang="zh-CN" altLang="en-US" dirty="0">
                <a:solidFill>
                  <a:srgbClr val="0000FF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</a:rPr>
              <a:t>四元群是四次对称群的正规子群，</a:t>
            </a:r>
            <a:r>
              <a:rPr lang="zh-CN" altLang="en-US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</a:rPr>
              <a:t>即证</a:t>
            </a:r>
            <a:r>
              <a:rPr lang="zh-CN" altLang="zh-CN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</a:rPr>
              <a:t>任</a:t>
            </a:r>
            <a:r>
              <a:rPr lang="zh-CN" altLang="en-US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</a:rPr>
              <a:t>意</a:t>
            </a:r>
            <a:r>
              <a:rPr lang="en-US" altLang="zh-CN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</a:t>
            </a:r>
            <a:r>
              <a:rPr lang="en-US" altLang="zh-CN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baseline="-25000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</a:t>
            </a:r>
            <a:r>
              <a:rPr lang="en-US" altLang="zh-CN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zh-CN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</a:rPr>
              <a:t>， </a:t>
            </a:r>
            <a:r>
              <a:rPr lang="en-US" altLang="zh-CN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</a:t>
            </a:r>
            <a:r>
              <a:rPr lang="en-US" altLang="zh-CN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en-US" altLang="zh-CN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</a:t>
            </a:r>
            <a:r>
              <a:rPr lang="zh-CN" altLang="zh-CN" baseline="30000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</a:rPr>
              <a:t>－</a:t>
            </a:r>
            <a:r>
              <a:rPr lang="en-US" altLang="zh-CN" baseline="30000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</a:t>
            </a:r>
            <a:r>
              <a:rPr lang="en-US" altLang="zh-CN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en-US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en-US" altLang="zh-CN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en-US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</a:rPr>
              <a:t>中元素均为不相杂的轮换，</a:t>
            </a:r>
            <a:r>
              <a:rPr lang="zh-CN" altLang="zh-CN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</a:rPr>
              <a:t>对任</a:t>
            </a:r>
            <a:r>
              <a:rPr lang="zh-CN" altLang="en-US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</a:rPr>
              <a:t>意</a:t>
            </a:r>
            <a:r>
              <a:rPr lang="en-US" altLang="zh-CN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</a:t>
            </a:r>
            <a:r>
              <a:rPr lang="en-US" altLang="zh-CN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baseline="-25000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</a:t>
            </a:r>
            <a:r>
              <a:rPr lang="en-US" altLang="zh-CN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zh-CN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</a:t>
            </a:r>
            <a:r>
              <a:rPr lang="zh-CN" altLang="zh-CN" baseline="30000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</a:rPr>
              <a:t>－</a:t>
            </a:r>
            <a:r>
              <a:rPr lang="en-US" altLang="zh-CN" baseline="30000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</a:rPr>
              <a:t>只须用</a:t>
            </a:r>
            <a:r>
              <a:rPr lang="en-US" altLang="zh-CN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</a:t>
            </a:r>
            <a:r>
              <a:rPr lang="zh-CN" altLang="zh-CN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</a:rPr>
              <a:t>变</a:t>
            </a:r>
            <a:r>
              <a:rPr lang="en-US" altLang="zh-CN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</a:t>
            </a:r>
            <a:r>
              <a:rPr lang="zh-CN" altLang="zh-CN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</a:rPr>
              <a:t>中文字，不变轮换长度，结果仍是</a:t>
            </a:r>
            <a:r>
              <a:rPr lang="zh-CN" altLang="en-US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</a:rPr>
              <a:t>恒等置换或两个不相杂</a:t>
            </a:r>
            <a:r>
              <a:rPr lang="zh-CN" altLang="zh-CN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</a:rPr>
              <a:t>对换之积，而这种乘积全在</a:t>
            </a:r>
            <a:r>
              <a:rPr lang="en-US" altLang="zh-CN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zh-CN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</a:rPr>
              <a:t>中，故</a:t>
            </a:r>
            <a:r>
              <a:rPr lang="en-US" altLang="zh-CN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</a:t>
            </a:r>
            <a:r>
              <a:rPr lang="zh-CN" altLang="zh-CN" baseline="30000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</a:rPr>
              <a:t>－</a:t>
            </a:r>
            <a:r>
              <a:rPr lang="en-US" altLang="zh-CN" baseline="30000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</a:t>
            </a:r>
            <a:r>
              <a:rPr lang="en-US" altLang="zh-CN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zh-CN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</a:rPr>
              <a:t>，故</a:t>
            </a:r>
            <a:r>
              <a:rPr lang="en-US" altLang="zh-CN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</a:t>
            </a:r>
            <a:r>
              <a:rPr lang="en-US" altLang="zh-CN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en-US" altLang="zh-CN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</a:t>
            </a:r>
            <a:r>
              <a:rPr lang="zh-CN" altLang="zh-CN" baseline="30000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</a:rPr>
              <a:t>－</a:t>
            </a:r>
            <a:r>
              <a:rPr lang="en-US" altLang="zh-CN" baseline="30000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</a:t>
            </a:r>
            <a:r>
              <a:rPr lang="en-US" altLang="zh-CN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zh-CN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zh-CN" altLang="en-US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</a:rPr>
              <a:t>所以，</a:t>
            </a:r>
            <a:r>
              <a:rPr lang="zh-CN" altLang="zh-CN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</a:rPr>
              <a:t> klein</a:t>
            </a:r>
            <a:r>
              <a:rPr lang="zh-CN" altLang="en-US" dirty="0">
                <a:solidFill>
                  <a:srgbClr val="000000"/>
                </a:solidFill>
                <a:latin typeface="Times New Roman"/>
                <a:ea typeface="宋体" panose="02010600030101010101" pitchFamily="2" charset="-122"/>
                <a:cs typeface="Times New Roman" panose="02020603050405020304" pitchFamily="18" charset="0"/>
              </a:rPr>
              <a:t>四元群是四次对称群的正规子群。</a:t>
            </a:r>
            <a:endParaRPr lang="zh-CN" altLang="zh-CN" dirty="0">
              <a:solidFill>
                <a:srgbClr val="000000"/>
              </a:solidFill>
              <a:latin typeface="Times New Roman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 b="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练习：</a:t>
            </a:r>
            <a:endParaRPr lang="zh-CN" altLang="en-US" b="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18436017"/>
      </p:ext>
    </p:extLst>
  </p:cSld>
  <p:clrMapOvr>
    <a:masterClrMapping/>
  </p:clrMapOvr>
  <p:transition spd="med"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灯片编号占位符 5">
            <a:extLst>
              <a:ext uri="{FF2B5EF4-FFF2-40B4-BE49-F238E27FC236}">
                <a16:creationId xmlns:a16="http://schemas.microsoft.com/office/drawing/2014/main" xmlns="" id="{32FB5E6A-71B8-724E-80CD-97712AC3A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buClr>
                <a:schemeClr val="tx1"/>
              </a:buClr>
              <a:buSzPct val="90000"/>
              <a:buFont typeface="Wingdings" pitchFamily="2" charset="2"/>
              <a:buChar char="Ø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1pPr>
            <a:lvl2pPr marL="742950" indent="-285750">
              <a:buFont typeface="Times New Roman" panose="02020603050405020304" pitchFamily="18" charset="0"/>
              <a:buChar char="♫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2pPr>
            <a:lvl3pPr marL="1143000" indent="-228600">
              <a:buClr>
                <a:schemeClr val="accent2"/>
              </a:buClr>
              <a:buSzPct val="90000"/>
              <a:buFont typeface="Wingdings" pitchFamily="2" charset="2"/>
              <a:buBlip>
                <a:blip r:embed="rId3"/>
              </a:buBlip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3pPr>
            <a:lvl4pPr marL="1600200" indent="-228600"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4pPr>
            <a:lvl5pPr marL="2057400" indent="-228600"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9pPr>
          </a:lstStyle>
          <a:p>
            <a:pPr>
              <a:buClrTx/>
              <a:buSzTx/>
              <a:buFontTx/>
              <a:buNone/>
              <a:defRPr/>
            </a:pPr>
            <a:fld id="{E4D3E376-85D0-3F49-BA89-7FF5DA789D0D}" type="slidenum">
              <a:rPr lang="en-US" altLang="zh-CN" sz="1200" smtClean="0">
                <a:solidFill>
                  <a:srgbClr val="000000"/>
                </a:solidFill>
              </a:rPr>
              <a:pPr>
                <a:buClrTx/>
                <a:buSzTx/>
                <a:buFontTx/>
                <a:buNone/>
                <a:defRPr/>
              </a:pPr>
              <a:t>8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125954" name="文本框 4">
            <a:extLst>
              <a:ext uri="{FF2B5EF4-FFF2-40B4-BE49-F238E27FC236}">
                <a16:creationId xmlns:a16="http://schemas.microsoft.com/office/drawing/2014/main" xmlns="" id="{E7C8E17D-D16D-7E44-89B8-F5335756DB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931" y="703957"/>
            <a:ext cx="8355211" cy="6001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buClr>
                <a:schemeClr val="tx1"/>
              </a:buClr>
              <a:buSzPct val="90000"/>
              <a:buFont typeface="Wingdings" pitchFamily="2" charset="2"/>
              <a:buChar char="Ø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1pPr>
            <a:lvl2pPr marL="742950" indent="-285750">
              <a:buFont typeface="Times New Roman" panose="02020603050405020304" pitchFamily="18" charset="0"/>
              <a:buChar char="♫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2pPr>
            <a:lvl3pPr marL="1143000" indent="-228600">
              <a:buClr>
                <a:schemeClr val="accent2"/>
              </a:buClr>
              <a:buSzPct val="90000"/>
              <a:buFont typeface="Wingdings" pitchFamily="2" charset="2"/>
              <a:buBlip>
                <a:blip r:embed="rId3"/>
              </a:buBlip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3pPr>
            <a:lvl4pPr marL="1600200" indent="-228600"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4pPr>
            <a:lvl5pPr marL="2057400" indent="-228600"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9pPr>
          </a:lstStyle>
          <a:p>
            <a:pPr>
              <a:buClrTx/>
              <a:buSzTx/>
              <a:buFontTx/>
              <a:buNone/>
            </a:pPr>
            <a:r>
              <a:rPr lang="zh-CN" altLang="en-US" dirty="0" smtClean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练习：</a:t>
            </a:r>
            <a:r>
              <a:rPr lang="zh-CN" altLang="en-US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是群，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b∈G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，已知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的周期为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en-US" dirty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，求</a:t>
            </a:r>
            <a:r>
              <a:rPr lang="en-US" altLang="zh-CN" dirty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30000" dirty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dirty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en-US" dirty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的周期。</a:t>
            </a:r>
            <a:endParaRPr lang="en-US" altLang="zh-CN" dirty="0"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ClrTx/>
              <a:buSzTx/>
              <a:buFontTx/>
              <a:buNone/>
            </a:pPr>
            <a:r>
              <a:rPr lang="zh-CN" altLang="en-US" dirty="0">
                <a:solidFill>
                  <a:srgbClr val="0000FF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解：</a:t>
            </a:r>
            <a:r>
              <a:rPr lang="en-US" altLang="zh-CN" dirty="0">
                <a:solidFill>
                  <a:srgbClr val="0000FF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(b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ab)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 (b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ab)· (b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ab)</a:t>
            </a:r>
          </a:p>
          <a:p>
            <a:pPr>
              <a:buClrTx/>
              <a:buSzTx/>
              <a:buFontTx/>
              <a:buNone/>
            </a:pPr>
            <a:r>
              <a:rPr lang="zh-CN" altLang="en-US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=(b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a)·(bb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)·(ab)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    由结合律  </a:t>
            </a:r>
            <a:endParaRPr lang="en-US" altLang="zh-CN" dirty="0">
              <a:solidFill>
                <a:srgbClr val="000000"/>
              </a:solidFill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ClrTx/>
              <a:buSzTx/>
              <a:buFontTx/>
              <a:buNone/>
            </a:pPr>
            <a:r>
              <a:rPr lang="zh-CN" altLang="en-US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=(b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a)·1·(ab)</a:t>
            </a:r>
          </a:p>
          <a:p>
            <a:pPr>
              <a:buClrTx/>
              <a:buSzTx/>
              <a:buFontTx/>
              <a:buNone/>
            </a:pPr>
            <a:r>
              <a:rPr lang="zh-CN" altLang="en-US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                     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 b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</a:p>
          <a:p>
            <a:pPr>
              <a:buClrTx/>
              <a:buSzTx/>
              <a:buFontTx/>
              <a:buNone/>
            </a:pPr>
            <a:r>
              <a:rPr lang="zh-CN" altLang="en-US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(b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ab)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=b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 b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·1·b=b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·b=1</a:t>
            </a:r>
          </a:p>
          <a:p>
            <a:pPr>
              <a:buClrTx/>
              <a:buSzTx/>
              <a:buFontTx/>
              <a:buNone/>
            </a:pPr>
            <a:r>
              <a:rPr lang="zh-CN" altLang="en-US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若存在正整数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m&lt;k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，使得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(b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ab)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=1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endParaRPr lang="en-US" altLang="zh-CN" dirty="0">
              <a:solidFill>
                <a:srgbClr val="000000"/>
              </a:solidFill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ClrTx/>
              <a:buSzTx/>
              <a:buFontTx/>
              <a:buNone/>
            </a:pPr>
            <a:r>
              <a:rPr lang="zh-CN" altLang="en-US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即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b=1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，等式两端左乘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，右乘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，得</a:t>
            </a:r>
            <a:endParaRPr lang="en-US" altLang="zh-CN" dirty="0">
              <a:solidFill>
                <a:srgbClr val="000000"/>
              </a:solidFill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ClrTx/>
              <a:buSzTx/>
              <a:buFontTx/>
              <a:buNone/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bb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bb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=bb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=1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，即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=1</a:t>
            </a:r>
            <a:r>
              <a:rPr lang="zh-CN" altLang="en-US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，而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的周期为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m&lt;k</a:t>
            </a:r>
            <a:r>
              <a:rPr lang="zh-CN" altLang="en-US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30000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≠1</a:t>
            </a:r>
            <a:r>
              <a:rPr lang="zh-CN" altLang="en-US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，矛盾。故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为满足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 (b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ab)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=1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的最小正整数，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 b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的周期为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dirty="0">
              <a:solidFill>
                <a:srgbClr val="000000"/>
              </a:solidFill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1381223"/>
      </p:ext>
    </p:extLst>
  </p:cSld>
  <p:clrMapOvr>
    <a:masterClrMapping/>
  </p:clrMapOvr>
  <p:transition spd="med"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288" y="692150"/>
            <a:ext cx="8301037" cy="5689178"/>
          </a:xfrm>
        </p:spPr>
        <p:txBody>
          <a:bodyPr/>
          <a:lstStyle/>
          <a:p>
            <a:pPr marL="0" indent="0" algn="just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tabLst>
                <a:tab pos="228600" algn="l"/>
              </a:tabLst>
              <a:defRPr/>
            </a:pPr>
            <a:r>
              <a:rPr lang="zh-CN" altLang="en-US" sz="3000" b="1" kern="100" dirty="0" smtClean="0">
                <a:solidFill>
                  <a:srgbClr val="0000FF"/>
                </a:solidFill>
                <a:ea typeface="宋体" panose="02010600030101010101" pitchFamily="2" charset="-122"/>
              </a:rPr>
              <a:t>练习</a:t>
            </a:r>
            <a:r>
              <a:rPr lang="en-US" altLang="zh-CN" sz="3000" b="1" kern="100" dirty="0" smtClean="0">
                <a:solidFill>
                  <a:srgbClr val="0000FF"/>
                </a:solidFill>
                <a:ea typeface="宋体" panose="02010600030101010101" pitchFamily="2" charset="-122"/>
              </a:rPr>
              <a:t>. </a:t>
            </a:r>
            <a:r>
              <a:rPr lang="zh-CN" altLang="zh-CN" sz="3000" b="1" kern="100" dirty="0" smtClean="0">
                <a:ea typeface="宋体" panose="02010600030101010101" pitchFamily="2" charset="-122"/>
              </a:rPr>
              <a:t>证明</a:t>
            </a:r>
            <a:r>
              <a:rPr lang="zh-CN" altLang="zh-CN" sz="3000" b="1" kern="100" dirty="0">
                <a:ea typeface="宋体" panose="02010600030101010101" pitchFamily="2" charset="-122"/>
              </a:rPr>
              <a:t>：对于群</a:t>
            </a:r>
            <a:r>
              <a:rPr lang="en-US" altLang="zh-CN" sz="3000" b="1" kern="100" dirty="0">
                <a:ea typeface="宋体" panose="02010600030101010101" pitchFamily="2" charset="-122"/>
              </a:rPr>
              <a:t>(G,*)</a:t>
            </a:r>
            <a:r>
              <a:rPr lang="zh-CN" altLang="zh-CN" sz="3000" b="1" kern="100" dirty="0">
                <a:ea typeface="宋体" panose="02010600030101010101" pitchFamily="2" charset="-122"/>
              </a:rPr>
              <a:t>中任意元素</a:t>
            </a:r>
            <a:r>
              <a:rPr lang="en-US" altLang="zh-CN" sz="3000" b="1" kern="100" dirty="0" err="1">
                <a:ea typeface="宋体" panose="02010600030101010101" pitchFamily="2" charset="-122"/>
              </a:rPr>
              <a:t>a,b</a:t>
            </a:r>
            <a:r>
              <a:rPr lang="en-US" altLang="zh-CN" sz="3000" b="1" kern="100" dirty="0">
                <a:ea typeface="宋体" panose="02010600030101010101" pitchFamily="2" charset="-122"/>
              </a:rPr>
              <a:t>, </a:t>
            </a:r>
            <a:r>
              <a:rPr lang="zh-CN" altLang="zh-CN" sz="3000" b="1" kern="100" dirty="0">
                <a:ea typeface="宋体" panose="02010600030101010101" pitchFamily="2" charset="-122"/>
              </a:rPr>
              <a:t>元素</a:t>
            </a:r>
            <a:r>
              <a:rPr lang="en-US" altLang="zh-CN" sz="3000" b="1" kern="100" dirty="0">
                <a:ea typeface="宋体" panose="02010600030101010101" pitchFamily="2" charset="-122"/>
              </a:rPr>
              <a:t>ab</a:t>
            </a:r>
            <a:r>
              <a:rPr lang="zh-CN" altLang="zh-CN" sz="3000" b="1" kern="100" dirty="0">
                <a:ea typeface="宋体" panose="02010600030101010101" pitchFamily="2" charset="-122"/>
              </a:rPr>
              <a:t>和元素</a:t>
            </a:r>
            <a:r>
              <a:rPr lang="en-US" altLang="zh-CN" sz="3000" b="1" kern="100" dirty="0" err="1">
                <a:ea typeface="宋体" panose="02010600030101010101" pitchFamily="2" charset="-122"/>
              </a:rPr>
              <a:t>ba</a:t>
            </a:r>
            <a:r>
              <a:rPr lang="zh-CN" altLang="zh-CN" sz="3000" b="1" kern="100" dirty="0">
                <a:ea typeface="宋体" panose="02010600030101010101" pitchFamily="2" charset="-122"/>
              </a:rPr>
              <a:t>的周期都相同。</a:t>
            </a:r>
            <a:endParaRPr lang="zh-CN" altLang="zh-CN" sz="3000" kern="100" dirty="0" smtClean="0">
              <a:ea typeface="宋体" panose="02010600030101010101" pitchFamily="2" charset="-122"/>
            </a:endParaRPr>
          </a:p>
          <a:p>
            <a:pPr marL="0" indent="0" algn="just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tabLst>
                <a:tab pos="228600" algn="l"/>
              </a:tabLst>
              <a:defRPr/>
            </a:pPr>
            <a:r>
              <a:rPr lang="zh-CN" altLang="zh-CN" sz="3000" b="1" kern="100" dirty="0" smtClean="0">
                <a:solidFill>
                  <a:srgbClr val="0000FF"/>
                </a:solidFill>
                <a:ea typeface="宋体" panose="02010600030101010101" pitchFamily="2" charset="-122"/>
              </a:rPr>
              <a:t>证明</a:t>
            </a:r>
            <a:r>
              <a:rPr lang="zh-CN" altLang="zh-CN" sz="3000" b="1" kern="100" dirty="0">
                <a:solidFill>
                  <a:srgbClr val="0000FF"/>
                </a:solidFill>
                <a:ea typeface="宋体" panose="02010600030101010101" pitchFamily="2" charset="-122"/>
              </a:rPr>
              <a:t>：</a:t>
            </a:r>
            <a:r>
              <a:rPr lang="en-US" altLang="zh-CN" sz="3000" b="1" kern="100" dirty="0">
                <a:ea typeface="宋体" panose="02010600030101010101" pitchFamily="2" charset="-122"/>
              </a:rPr>
              <a:t>1)</a:t>
            </a:r>
            <a:r>
              <a:rPr lang="zh-CN" altLang="zh-CN" sz="3000" b="1" kern="100" dirty="0">
                <a:ea typeface="宋体" panose="02010600030101010101" pitchFamily="2" charset="-122"/>
              </a:rPr>
              <a:t>如果元素</a:t>
            </a:r>
            <a:r>
              <a:rPr lang="en-US" altLang="zh-CN" sz="3000" b="1" kern="100" dirty="0">
                <a:ea typeface="宋体" panose="02010600030101010101" pitchFamily="2" charset="-122"/>
              </a:rPr>
              <a:t>ab</a:t>
            </a:r>
            <a:r>
              <a:rPr lang="zh-CN" altLang="zh-CN" sz="3000" b="1" kern="100" dirty="0">
                <a:ea typeface="宋体" panose="02010600030101010101" pitchFamily="2" charset="-122"/>
              </a:rPr>
              <a:t>和元素</a:t>
            </a:r>
            <a:r>
              <a:rPr lang="en-US" altLang="zh-CN" sz="3000" b="1" kern="100" dirty="0" err="1">
                <a:ea typeface="宋体" panose="02010600030101010101" pitchFamily="2" charset="-122"/>
              </a:rPr>
              <a:t>ba</a:t>
            </a:r>
            <a:r>
              <a:rPr lang="zh-CN" altLang="zh-CN" sz="3000" b="1" kern="100" dirty="0">
                <a:ea typeface="宋体" panose="02010600030101010101" pitchFamily="2" charset="-122"/>
              </a:rPr>
              <a:t>的周期均为</a:t>
            </a:r>
            <a:r>
              <a:rPr lang="en-US" altLang="zh-CN" sz="3000" b="1" kern="100" dirty="0">
                <a:ea typeface="宋体" panose="02010600030101010101" pitchFamily="2" charset="-122"/>
              </a:rPr>
              <a:t>0</a:t>
            </a:r>
            <a:r>
              <a:rPr lang="zh-CN" altLang="zh-CN" sz="3000" b="1" kern="100" dirty="0">
                <a:ea typeface="宋体" panose="02010600030101010101" pitchFamily="2" charset="-122"/>
              </a:rPr>
              <a:t>，则他们的周期相同。</a:t>
            </a:r>
            <a:endParaRPr lang="zh-CN" altLang="zh-CN" sz="3000" kern="100" dirty="0" smtClean="0">
              <a:ea typeface="宋体" panose="02010600030101010101" pitchFamily="2" charset="-122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000" b="1" kern="100" dirty="0" smtClean="0">
                <a:ea typeface="宋体" panose="02010600030101010101" pitchFamily="2" charset="-122"/>
              </a:rPr>
              <a:t>2</a:t>
            </a:r>
            <a:r>
              <a:rPr lang="en-US" altLang="zh-CN" sz="3000" b="1" kern="100" dirty="0">
                <a:ea typeface="宋体" panose="02010600030101010101" pitchFamily="2" charset="-122"/>
              </a:rPr>
              <a:t>)</a:t>
            </a:r>
            <a:r>
              <a:rPr lang="zh-CN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如果元素</a:t>
            </a:r>
            <a:r>
              <a:rPr lang="en-US" altLang="zh-CN" sz="3000" b="1" kern="100" dirty="0">
                <a:ea typeface="宋体" panose="02010600030101010101" pitchFamily="2" charset="-122"/>
              </a:rPr>
              <a:t>ab</a:t>
            </a:r>
            <a:r>
              <a:rPr lang="zh-CN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的周期为整数</a:t>
            </a:r>
            <a:r>
              <a:rPr lang="en-US" altLang="zh-CN" sz="3000" b="1" kern="100" dirty="0">
                <a:ea typeface="宋体" panose="02010600030101010101" pitchFamily="2" charset="-122"/>
              </a:rPr>
              <a:t>m</a:t>
            </a:r>
            <a:r>
              <a:rPr lang="zh-CN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，即</a:t>
            </a:r>
            <a:r>
              <a:rPr lang="en-US" altLang="zh-CN" sz="3000" b="1" kern="100" dirty="0">
                <a:ea typeface="宋体" panose="02010600030101010101" pitchFamily="2" charset="-122"/>
              </a:rPr>
              <a:t>(</a:t>
            </a:r>
            <a:r>
              <a:rPr lang="en-US" altLang="zh-CN" sz="3000" b="1" kern="100" dirty="0" smtClean="0">
                <a:ea typeface="宋体" panose="02010600030101010101" pitchFamily="2" charset="-122"/>
              </a:rPr>
              <a:t>ab)</a:t>
            </a:r>
            <a:r>
              <a:rPr lang="en-US" altLang="zh-CN" sz="3000" b="1" kern="100" baseline="30000" dirty="0" smtClean="0">
                <a:ea typeface="宋体" panose="02010600030101010101" pitchFamily="2" charset="-122"/>
              </a:rPr>
              <a:t>m</a:t>
            </a:r>
            <a:r>
              <a:rPr lang="en-US" altLang="zh-CN" sz="3000" b="1" kern="100" dirty="0" smtClean="0">
                <a:ea typeface="宋体" panose="02010600030101010101" pitchFamily="2" charset="-122"/>
              </a:rPr>
              <a:t>=1</a:t>
            </a:r>
            <a:r>
              <a:rPr lang="zh-CN" altLang="en-US" sz="3000" b="1" kern="100" dirty="0" smtClean="0">
                <a:ea typeface="宋体" panose="02010600030101010101" pitchFamily="2" charset="-122"/>
              </a:rPr>
              <a:t>。</a:t>
            </a:r>
            <a:r>
              <a:rPr lang="it-IT" altLang="zh-CN" sz="3000" b="1" kern="100" dirty="0" smtClean="0">
                <a:ea typeface="宋体" panose="02010600030101010101" pitchFamily="2" charset="-122"/>
              </a:rPr>
              <a:t> </a:t>
            </a:r>
            <a:r>
              <a:rPr lang="it-IT" altLang="zh-CN" sz="3000" b="1" kern="100" dirty="0">
                <a:ea typeface="宋体" panose="02010600030101010101" pitchFamily="2" charset="-122"/>
              </a:rPr>
              <a:t>(ba)</a:t>
            </a:r>
            <a:r>
              <a:rPr lang="it-IT" altLang="zh-CN" sz="3000" b="1" kern="100" baseline="30000" dirty="0">
                <a:ea typeface="宋体" panose="02010600030101010101" pitchFamily="2" charset="-122"/>
              </a:rPr>
              <a:t>m+1</a:t>
            </a:r>
            <a:r>
              <a:rPr lang="it-IT" altLang="zh-CN" sz="3000" b="1" kern="100" dirty="0">
                <a:ea typeface="宋体" panose="02010600030101010101" pitchFamily="2" charset="-122"/>
              </a:rPr>
              <a:t>=b(ab)</a:t>
            </a:r>
            <a:r>
              <a:rPr lang="it-IT" altLang="zh-CN" sz="3000" b="1" kern="100" baseline="30000" dirty="0">
                <a:ea typeface="宋体" panose="02010600030101010101" pitchFamily="2" charset="-122"/>
              </a:rPr>
              <a:t>m</a:t>
            </a:r>
            <a:r>
              <a:rPr lang="it-IT" altLang="zh-CN" sz="3000" b="1" kern="100" dirty="0">
                <a:ea typeface="宋体" panose="02010600030101010101" pitchFamily="2" charset="-122"/>
              </a:rPr>
              <a:t>a=ba</a:t>
            </a:r>
            <a:r>
              <a:rPr lang="zh-CN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，即</a:t>
            </a:r>
            <a:r>
              <a:rPr lang="it-IT" altLang="zh-CN" sz="3000" b="1" kern="100" dirty="0">
                <a:ea typeface="宋体" panose="02010600030101010101" pitchFamily="2" charset="-122"/>
              </a:rPr>
              <a:t>(ba)</a:t>
            </a:r>
            <a:r>
              <a:rPr lang="it-IT" altLang="zh-CN" sz="3000" b="1" kern="100" baseline="30000" dirty="0">
                <a:ea typeface="宋体" panose="02010600030101010101" pitchFamily="2" charset="-122"/>
              </a:rPr>
              <a:t>m</a:t>
            </a:r>
            <a:r>
              <a:rPr lang="it-IT" altLang="zh-CN" sz="3000" b="1" kern="100" dirty="0">
                <a:ea typeface="宋体" panose="02010600030101010101" pitchFamily="2" charset="-122"/>
              </a:rPr>
              <a:t>=1</a:t>
            </a:r>
            <a:r>
              <a:rPr lang="zh-CN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。设</a:t>
            </a:r>
            <a:r>
              <a:rPr lang="it-IT" altLang="zh-CN" sz="3000" b="1" kern="100" dirty="0">
                <a:ea typeface="宋体" panose="02010600030101010101" pitchFamily="2" charset="-122"/>
              </a:rPr>
              <a:t>ba</a:t>
            </a:r>
            <a:r>
              <a:rPr lang="zh-CN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的周期为整数</a:t>
            </a:r>
            <a:r>
              <a:rPr lang="it-IT" altLang="zh-CN" sz="3000" b="1" kern="100" dirty="0">
                <a:ea typeface="宋体" panose="02010600030101010101" pitchFamily="2" charset="-122"/>
              </a:rPr>
              <a:t>n</a:t>
            </a:r>
            <a:r>
              <a:rPr lang="zh-CN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，则</a:t>
            </a:r>
            <a:r>
              <a:rPr lang="it-IT" altLang="zh-CN" sz="3000" b="1" kern="100" dirty="0">
                <a:ea typeface="宋体" panose="02010600030101010101" pitchFamily="2" charset="-122"/>
              </a:rPr>
              <a:t>n|m</a:t>
            </a:r>
            <a:r>
              <a:rPr lang="zh-CN" altLang="zh-CN" sz="3000" b="1" kern="100" dirty="0">
                <a:ea typeface="宋体" panose="02010600030101010101" pitchFamily="2" charset="-122"/>
                <a:cs typeface="Times New Roman" panose="02020603050405020304" pitchFamily="18" charset="0"/>
              </a:rPr>
              <a:t>。又因为</a:t>
            </a:r>
            <a:r>
              <a:rPr lang="it-IT" altLang="zh-CN" sz="3000" b="1" kern="100" dirty="0">
                <a:ea typeface="宋体" panose="02010600030101010101" pitchFamily="2" charset="-122"/>
              </a:rPr>
              <a:t>(ba)</a:t>
            </a:r>
            <a:r>
              <a:rPr lang="it-IT" altLang="zh-CN" sz="3000" b="1" kern="100" baseline="30000" dirty="0">
                <a:ea typeface="宋体" panose="02010600030101010101" pitchFamily="2" charset="-122"/>
              </a:rPr>
              <a:t>n</a:t>
            </a:r>
            <a:r>
              <a:rPr lang="it-IT" altLang="zh-CN" sz="3000" b="1" kern="100" dirty="0">
                <a:ea typeface="宋体" panose="02010600030101010101" pitchFamily="2" charset="-122"/>
              </a:rPr>
              <a:t>=1</a:t>
            </a:r>
            <a:r>
              <a:rPr lang="zh-CN" altLang="zh-CN" sz="3000" b="1" kern="1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it-IT" sz="3000" b="1" dirty="0">
                <a:ea typeface="宋体" panose="02010600030101010101" pitchFamily="2" charset="-122"/>
                <a:cs typeface="Times New Roman" panose="02020603050405020304" pitchFamily="18" charset="0"/>
              </a:rPr>
              <a:t>即</a:t>
            </a:r>
            <a:r>
              <a:rPr lang="it-IT" altLang="zh-CN" sz="3000" b="1" dirty="0" smtClean="0">
                <a:ea typeface="宋体" panose="02010600030101010101" pitchFamily="2" charset="-122"/>
              </a:rPr>
              <a:t>b(ab)</a:t>
            </a:r>
            <a:r>
              <a:rPr lang="it-IT" altLang="zh-CN" sz="3000" b="1" baseline="30000" dirty="0" smtClean="0">
                <a:ea typeface="宋体" panose="02010600030101010101" pitchFamily="2" charset="-122"/>
              </a:rPr>
              <a:t>n-1</a:t>
            </a:r>
            <a:r>
              <a:rPr lang="it-IT" altLang="zh-CN" sz="3000" b="1" dirty="0" smtClean="0">
                <a:ea typeface="宋体" panose="02010600030101010101" pitchFamily="2" charset="-122"/>
              </a:rPr>
              <a:t>a=1</a:t>
            </a:r>
            <a:r>
              <a:rPr lang="zh-CN" altLang="en-US" sz="3000" b="1" dirty="0" smtClean="0">
                <a:ea typeface="宋体" panose="02010600030101010101" pitchFamily="2" charset="-122"/>
              </a:rPr>
              <a:t>，</a:t>
            </a:r>
            <a:r>
              <a:rPr lang="it-IT" altLang="zh-CN" sz="3000" b="1" dirty="0">
                <a:ea typeface="宋体" panose="02010600030101010101" pitchFamily="2" charset="-122"/>
              </a:rPr>
              <a:t>(</a:t>
            </a:r>
            <a:r>
              <a:rPr lang="it-IT" altLang="zh-CN" sz="3000" b="1" dirty="0" smtClean="0">
                <a:ea typeface="宋体" panose="02010600030101010101" pitchFamily="2" charset="-122"/>
              </a:rPr>
              <a:t>ab)</a:t>
            </a:r>
            <a:r>
              <a:rPr lang="it-IT" altLang="zh-CN" sz="3000" b="1" baseline="30000" dirty="0" smtClean="0">
                <a:ea typeface="宋体" panose="02010600030101010101" pitchFamily="2" charset="-122"/>
              </a:rPr>
              <a:t>n-1</a:t>
            </a:r>
            <a:r>
              <a:rPr lang="it-IT" altLang="zh-CN" sz="3000" b="1" dirty="0" smtClean="0">
                <a:ea typeface="宋体" panose="02010600030101010101" pitchFamily="2" charset="-122"/>
              </a:rPr>
              <a:t>=b</a:t>
            </a:r>
            <a:r>
              <a:rPr lang="it-IT" altLang="zh-CN" sz="3000" b="1" baseline="30000" dirty="0" smtClean="0">
                <a:ea typeface="宋体" panose="02010600030101010101" pitchFamily="2" charset="-122"/>
              </a:rPr>
              <a:t>-1</a:t>
            </a:r>
            <a:r>
              <a:rPr lang="it-IT" altLang="zh-CN" sz="3000" b="1" dirty="0" smtClean="0">
                <a:ea typeface="宋体" panose="02010600030101010101" pitchFamily="2" charset="-122"/>
              </a:rPr>
              <a:t>a</a:t>
            </a:r>
            <a:r>
              <a:rPr lang="it-IT" altLang="zh-CN" sz="3000" b="1" baseline="30000" dirty="0" smtClean="0">
                <a:ea typeface="宋体" panose="02010600030101010101" pitchFamily="2" charset="-122"/>
              </a:rPr>
              <a:t>-1</a:t>
            </a:r>
            <a:r>
              <a:rPr lang="zh-CN" altLang="it-IT" sz="3000" b="1" dirty="0">
                <a:ea typeface="宋体" panose="02010600030101010101" pitchFamily="2" charset="-122"/>
                <a:cs typeface="Times New Roman" panose="02020603050405020304" pitchFamily="18" charset="0"/>
              </a:rPr>
              <a:t>＝</a:t>
            </a:r>
            <a:r>
              <a:rPr lang="it-IT" altLang="zh-CN" sz="3000" b="1" dirty="0">
                <a:ea typeface="宋体" panose="02010600030101010101" pitchFamily="2" charset="-122"/>
              </a:rPr>
              <a:t>(ab)</a:t>
            </a:r>
            <a:r>
              <a:rPr lang="it-IT" altLang="zh-CN" sz="3000" b="1" baseline="30000" dirty="0">
                <a:ea typeface="宋体" panose="02010600030101010101" pitchFamily="2" charset="-122"/>
              </a:rPr>
              <a:t> -1</a:t>
            </a:r>
            <a:r>
              <a:rPr lang="zh-CN" altLang="it-IT" sz="3000" b="1" dirty="0"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it-IT" altLang="zh-CN" sz="3000" b="1" dirty="0">
                <a:ea typeface="宋体" panose="02010600030101010101" pitchFamily="2" charset="-122"/>
              </a:rPr>
              <a:t>(ab)</a:t>
            </a:r>
            <a:r>
              <a:rPr lang="it-IT" altLang="zh-CN" sz="3000" b="1" baseline="30000" dirty="0">
                <a:ea typeface="宋体" panose="02010600030101010101" pitchFamily="2" charset="-122"/>
              </a:rPr>
              <a:t>n</a:t>
            </a:r>
            <a:r>
              <a:rPr lang="it-IT" altLang="zh-CN" sz="3000" b="1" dirty="0">
                <a:ea typeface="宋体" panose="02010600030101010101" pitchFamily="2" charset="-122"/>
              </a:rPr>
              <a:t>=1</a:t>
            </a:r>
            <a:r>
              <a:rPr lang="zh-CN" altLang="it-IT" sz="3000" b="1" dirty="0">
                <a:ea typeface="宋体" panose="02010600030101010101" pitchFamily="2" charset="-122"/>
                <a:cs typeface="Times New Roman" panose="02020603050405020304" pitchFamily="18" charset="0"/>
              </a:rPr>
              <a:t>，则</a:t>
            </a:r>
            <a:r>
              <a:rPr lang="it-IT" altLang="zh-CN" sz="3000" b="1" dirty="0">
                <a:ea typeface="宋体" panose="02010600030101010101" pitchFamily="2" charset="-122"/>
              </a:rPr>
              <a:t>m|n</a:t>
            </a:r>
            <a:r>
              <a:rPr lang="zh-CN" altLang="it-IT" sz="3000" b="1" dirty="0">
                <a:ea typeface="宋体" panose="02010600030101010101" pitchFamily="2" charset="-122"/>
                <a:cs typeface="Times New Roman" panose="02020603050405020304" pitchFamily="18" charset="0"/>
              </a:rPr>
              <a:t>。所以</a:t>
            </a:r>
            <a:r>
              <a:rPr lang="it-IT" altLang="zh-CN" sz="3000" b="1" dirty="0">
                <a:ea typeface="宋体" panose="02010600030101010101" pitchFamily="2" charset="-122"/>
              </a:rPr>
              <a:t>n=m</a:t>
            </a:r>
            <a:r>
              <a:rPr lang="it-IT" altLang="zh-CN" sz="3000" dirty="0">
                <a:ea typeface="宋体" panose="02010600030101010101" pitchFamily="2" charset="-122"/>
              </a:rPr>
              <a:t> </a:t>
            </a:r>
            <a:r>
              <a:rPr lang="zh-CN" altLang="en-US" sz="3000" dirty="0" smtClean="0">
                <a:ea typeface="宋体" panose="02010600030101010101" pitchFamily="2" charset="-122"/>
              </a:rPr>
              <a:t>。</a:t>
            </a:r>
            <a:endParaRPr lang="en-US" altLang="zh-CN" sz="3000" dirty="0" smtClean="0">
              <a:ea typeface="宋体" panose="02010600030101010101" pitchFamily="2" charset="-122"/>
            </a:endParaRPr>
          </a:p>
          <a:p>
            <a:pPr marL="0" indent="0" algn="just">
              <a:lnSpc>
                <a:spcPct val="150000"/>
              </a:lnSpc>
              <a:spcAft>
                <a:spcPts val="0"/>
              </a:spcAft>
              <a:buFont typeface="Wingdings" panose="05000000000000000000" pitchFamily="2" charset="2"/>
              <a:buNone/>
              <a:tabLst>
                <a:tab pos="228600" algn="l"/>
              </a:tabLst>
              <a:defRPr/>
            </a:pPr>
            <a:r>
              <a:rPr lang="it-IT" altLang="zh-CN" sz="3000" b="1" kern="100" dirty="0">
                <a:ea typeface="宋体" panose="02010600030101010101" pitchFamily="2" charset="-122"/>
              </a:rPr>
              <a:t>3) </a:t>
            </a:r>
            <a:r>
              <a:rPr lang="zh-CN" altLang="zh-CN" sz="3000" b="1" kern="100" dirty="0">
                <a:ea typeface="宋体" panose="02010600030101010101" pitchFamily="2" charset="-122"/>
              </a:rPr>
              <a:t>同理，如果元素</a:t>
            </a:r>
            <a:r>
              <a:rPr lang="en-US" altLang="zh-CN" sz="3000" b="1" kern="100" dirty="0" err="1">
                <a:ea typeface="宋体" panose="02010600030101010101" pitchFamily="2" charset="-122"/>
              </a:rPr>
              <a:t>ba</a:t>
            </a:r>
            <a:r>
              <a:rPr lang="zh-CN" altLang="zh-CN" sz="3000" b="1" kern="100" dirty="0">
                <a:ea typeface="宋体" panose="02010600030101010101" pitchFamily="2" charset="-122"/>
              </a:rPr>
              <a:t>的周期为整数</a:t>
            </a:r>
            <a:r>
              <a:rPr lang="en-US" altLang="zh-CN" sz="3000" b="1" kern="100" dirty="0">
                <a:ea typeface="宋体" panose="02010600030101010101" pitchFamily="2" charset="-122"/>
              </a:rPr>
              <a:t>n</a:t>
            </a:r>
            <a:r>
              <a:rPr lang="zh-CN" altLang="zh-CN" sz="3000" b="1" kern="100" dirty="0">
                <a:ea typeface="宋体" panose="02010600030101010101" pitchFamily="2" charset="-122"/>
              </a:rPr>
              <a:t>，则</a:t>
            </a:r>
            <a:r>
              <a:rPr lang="en-US" altLang="zh-CN" sz="3000" b="1" kern="100" dirty="0">
                <a:ea typeface="宋体" panose="02010600030101010101" pitchFamily="2" charset="-122"/>
              </a:rPr>
              <a:t>ab</a:t>
            </a:r>
            <a:r>
              <a:rPr lang="zh-CN" altLang="zh-CN" sz="3000" b="1" kern="100" dirty="0">
                <a:ea typeface="宋体" panose="02010600030101010101" pitchFamily="2" charset="-122"/>
              </a:rPr>
              <a:t>的周期也一定为</a:t>
            </a:r>
            <a:r>
              <a:rPr lang="en-US" altLang="zh-CN" sz="3000" b="1" kern="100" dirty="0">
                <a:ea typeface="宋体" panose="02010600030101010101" pitchFamily="2" charset="-122"/>
              </a:rPr>
              <a:t>n</a:t>
            </a:r>
            <a:r>
              <a:rPr lang="zh-CN" altLang="zh-CN" sz="3000" b="1" kern="100" dirty="0">
                <a:ea typeface="宋体" panose="02010600030101010101" pitchFamily="2" charset="-122"/>
              </a:rPr>
              <a:t>。证毕。</a:t>
            </a:r>
            <a:endParaRPr lang="zh-CN" altLang="zh-CN" sz="3000" kern="100" dirty="0" smtClean="0">
              <a:ea typeface="宋体" panose="02010600030101010101" pitchFamily="2" charset="-122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it-IT" altLang="zh-CN" sz="2800" dirty="0"/>
          </a:p>
          <a:p>
            <a:pPr marL="0" indent="0">
              <a:lnSpc>
                <a:spcPct val="114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zh-CN" altLang="en-US" sz="2800" dirty="0"/>
          </a:p>
        </p:txBody>
      </p:sp>
      <p:sp>
        <p:nvSpPr>
          <p:cNvPr id="107523" name="Rectangle 4"/>
          <p:cNvSpPr>
            <a:spLocks noChangeArrowheads="1"/>
          </p:cNvSpPr>
          <p:nvPr/>
        </p:nvSpPr>
        <p:spPr bwMode="auto">
          <a:xfrm>
            <a:off x="0" y="90488"/>
            <a:ext cx="357188" cy="27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r>
              <a:rPr lang="zh-CN" altLang="it-IT" sz="1200" b="1" smtClean="0">
                <a:solidFill>
                  <a:srgbClr val="000000"/>
                </a:solidFill>
                <a:cs typeface="Times New Roman" panose="02020603050405020304" pitchFamily="18" charset="0"/>
              </a:rPr>
              <a:t>，</a:t>
            </a:r>
            <a:r>
              <a:rPr lang="zh-CN" altLang="it-IT" sz="600" smtClean="0">
                <a:solidFill>
                  <a:srgbClr val="000000"/>
                </a:solidFill>
              </a:rPr>
              <a:t> </a:t>
            </a:r>
            <a:endParaRPr lang="zh-CN" altLang="it-IT" sz="2400" smtClean="0">
              <a:solidFill>
                <a:srgbClr val="000000"/>
              </a:solidFill>
            </a:endParaRPr>
          </a:p>
        </p:txBody>
      </p:sp>
      <p:sp>
        <p:nvSpPr>
          <p:cNvPr id="107524" name="Rectangle 5"/>
          <p:cNvSpPr>
            <a:spLocks noChangeArrowheads="1"/>
          </p:cNvSpPr>
          <p:nvPr/>
        </p:nvSpPr>
        <p:spPr bwMode="auto">
          <a:xfrm>
            <a:off x="0" y="-1588"/>
            <a:ext cx="184150" cy="460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endParaRPr lang="it-IT" altLang="zh-CN" sz="2400" smtClean="0">
              <a:solidFill>
                <a:srgbClr val="000000"/>
              </a:solidFill>
            </a:endParaRPr>
          </a:p>
        </p:txBody>
      </p:sp>
      <p:sp>
        <p:nvSpPr>
          <p:cNvPr id="107525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B1D513E-D164-4A67-A4A3-C944ACD9C44B}" type="slidenum">
              <a:rPr lang="en-US" altLang="ko-KR" sz="1400" smtClean="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ko-KR" sz="1400" smtClean="0">
              <a:solidFill>
                <a:srgbClr val="000000"/>
              </a:solidFill>
              <a:latin typeface="-윤명조140" pitchFamily="18" charset="-127"/>
              <a:ea typeface="-윤명조14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53743953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9"/>
          <p:cNvSpPr>
            <a:spLocks noGrp="1"/>
          </p:cNvSpPr>
          <p:nvPr>
            <p:ph idx="1"/>
          </p:nvPr>
        </p:nvSpPr>
        <p:spPr>
          <a:xfrm>
            <a:off x="539552" y="1340768"/>
            <a:ext cx="8301038" cy="5355654"/>
          </a:xfrm>
        </p:spPr>
        <p:txBody>
          <a:bodyPr/>
          <a:lstStyle/>
          <a:p>
            <a:pPr algn="just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zh-CN" sz="28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sz="28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zh-CN" sz="28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28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sz="28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元循环群，</a:t>
            </a:r>
            <a:r>
              <a:rPr lang="en-US" altLang="zh-CN" sz="28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sz="28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是生成元。设</a:t>
            </a:r>
            <a:r>
              <a:rPr lang="en-US" altLang="zh-CN" sz="28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sz="28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28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sz="28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的最高公因为</a:t>
            </a:r>
            <a:r>
              <a:rPr lang="en-US" altLang="zh-CN" sz="28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sz="28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，试证明：</a:t>
            </a:r>
            <a:r>
              <a:rPr lang="en-US" altLang="zh-CN" sz="28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(a</a:t>
            </a:r>
            <a:r>
              <a:rPr lang="en-US" altLang="zh-CN" sz="2800" b="1" kern="100" baseline="30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8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)=(a</a:t>
            </a:r>
            <a:r>
              <a:rPr lang="en-US" altLang="zh-CN" sz="2800" b="1" kern="100" baseline="30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8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en-US" sz="28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证明：</a:t>
            </a:r>
            <a:r>
              <a:rPr lang="zh-CN" altLang="en-US" sz="2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因为</a:t>
            </a:r>
            <a:r>
              <a:rPr lang="en-US" altLang="zh-CN" sz="2800" b="1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d|m</a:t>
            </a:r>
            <a:r>
              <a:rPr lang="zh-CN" altLang="en-US" sz="2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，所以，</a:t>
            </a:r>
            <a:r>
              <a:rPr lang="en-US" altLang="zh-CN" sz="2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baseline="30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∈(a</a:t>
            </a:r>
            <a:r>
              <a:rPr lang="en-US" altLang="zh-CN" sz="2800" b="1" baseline="30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，故</a:t>
            </a:r>
            <a:r>
              <a:rPr lang="en-US" altLang="zh-CN" sz="2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(a</a:t>
            </a:r>
            <a:r>
              <a:rPr lang="en-US" altLang="zh-CN" sz="2800" b="1" baseline="30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(a</a:t>
            </a:r>
            <a:r>
              <a:rPr lang="en-US" altLang="zh-CN" sz="2800" b="1" baseline="30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 marL="0" indent="0" algn="just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en-US" sz="2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因</a:t>
            </a:r>
            <a:r>
              <a:rPr lang="en-US" altLang="zh-CN" sz="2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en-US" sz="2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2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en-US" sz="2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2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sz="2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的最高公因，所以存在</a:t>
            </a:r>
            <a:r>
              <a:rPr lang="en-US" altLang="zh-CN" sz="2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en-US" sz="2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en-US" sz="2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，使得</a:t>
            </a:r>
          </a:p>
          <a:p>
            <a:pPr marL="0" indent="0" algn="just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d=</a:t>
            </a:r>
            <a:r>
              <a:rPr lang="en-US" altLang="zh-CN" sz="2800" b="1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km+ln</a:t>
            </a:r>
            <a:r>
              <a:rPr lang="zh-CN" altLang="en-US" sz="2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。于是，</a:t>
            </a:r>
            <a:r>
              <a:rPr lang="en-US" altLang="zh-CN" sz="2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baseline="30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sz="2800" b="1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baseline="30000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km+ln</a:t>
            </a:r>
            <a:r>
              <a:rPr lang="en-US" altLang="zh-CN" sz="2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2800" b="1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baseline="30000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km</a:t>
            </a:r>
            <a:r>
              <a:rPr lang="en-US" altLang="zh-CN" sz="2800" b="1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baseline="30000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ln</a:t>
            </a:r>
            <a:endParaRPr lang="en-US" altLang="zh-CN" sz="2800" b="1" baseline="300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4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zh-CN" sz="28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由</a:t>
            </a:r>
            <a:r>
              <a:rPr lang="en-US" altLang="zh-CN" sz="28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G=(a)</a:t>
            </a:r>
            <a:r>
              <a:rPr lang="zh-CN" altLang="zh-CN" sz="28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28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sz="28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元循环群，</a:t>
            </a:r>
            <a:r>
              <a:rPr lang="en-US" altLang="zh-CN" sz="28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sz="28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是生成元知，</a:t>
            </a:r>
            <a:r>
              <a:rPr lang="en-US" altLang="zh-CN" sz="28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kern="100" baseline="30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8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=1</a:t>
            </a:r>
            <a:r>
              <a:rPr lang="zh-CN" altLang="zh-CN" sz="28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8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</a:t>
            </a:r>
            <a:r>
              <a:rPr lang="zh-CN" altLang="zh-CN" sz="28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故</a:t>
            </a:r>
            <a:r>
              <a:rPr lang="en-US" altLang="zh-CN" sz="2800" b="1" kern="100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kern="100" baseline="30000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ln</a:t>
            </a:r>
            <a:r>
              <a:rPr lang="en-US" altLang="zh-CN" sz="28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=1</a:t>
            </a:r>
            <a:r>
              <a:rPr lang="zh-CN" altLang="zh-CN" sz="28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，代入上式得：</a:t>
            </a:r>
            <a:r>
              <a:rPr lang="en-US" altLang="zh-CN" sz="28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kern="100" baseline="30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8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800" b="1" kern="100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kern="100" baseline="30000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km</a:t>
            </a:r>
            <a:r>
              <a:rPr lang="zh-CN" altLang="zh-CN" sz="28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2800" b="1" kern="1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4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zh-CN" sz="28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而</a:t>
            </a:r>
            <a:r>
              <a:rPr lang="en-US" altLang="zh-CN" sz="2800" b="1" kern="100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kern="100" baseline="30000" dirty="0" err="1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km</a:t>
            </a:r>
            <a:r>
              <a:rPr lang="zh-CN" altLang="zh-CN" sz="28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∈</a:t>
            </a:r>
            <a:r>
              <a:rPr lang="en-US" altLang="zh-CN" sz="28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(a</a:t>
            </a:r>
            <a:r>
              <a:rPr lang="en-US" altLang="zh-CN" sz="2800" b="1" kern="100" baseline="30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8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sz="28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，从而</a:t>
            </a:r>
            <a:r>
              <a:rPr lang="en-US" altLang="zh-CN" sz="28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kern="100" baseline="30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sz="28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∈</a:t>
            </a:r>
            <a:r>
              <a:rPr lang="en-US" altLang="zh-CN" sz="28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(a</a:t>
            </a:r>
            <a:r>
              <a:rPr lang="en-US" altLang="zh-CN" sz="2800" b="1" kern="100" baseline="30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8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sz="28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zh-CN" altLang="en-US" sz="28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故</a:t>
            </a:r>
          </a:p>
          <a:p>
            <a:pPr marL="0" indent="0" algn="just">
              <a:lnSpc>
                <a:spcPct val="114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8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(a</a:t>
            </a:r>
            <a:r>
              <a:rPr lang="en-US" altLang="zh-CN" sz="2800" b="1" kern="100" baseline="30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8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 </a:t>
            </a:r>
            <a:r>
              <a:rPr lang="en-US" altLang="zh-CN" sz="28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(a</a:t>
            </a:r>
            <a:r>
              <a:rPr lang="en-US" altLang="zh-CN" sz="2800" b="1" kern="100" baseline="30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800" b="1" kern="1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lnSpc>
                <a:spcPct val="114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zh-CN" sz="28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因此</a:t>
            </a:r>
            <a:r>
              <a:rPr lang="zh-CN" altLang="zh-CN" sz="2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(a</a:t>
            </a:r>
            <a:r>
              <a:rPr lang="en-US" altLang="zh-CN" sz="2800" b="1" baseline="30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)=(a</a:t>
            </a:r>
            <a:r>
              <a:rPr lang="en-US" altLang="zh-CN" sz="2800" b="1" baseline="30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sz="28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zh-CN" sz="28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zh-CN" altLang="en-US" sz="2800" kern="100" dirty="0" smtClean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zh-CN" altLang="zh-CN" sz="2800" kern="100" dirty="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en-US" altLang="zh-CN" sz="2800" baseline="30000" dirty="0" smtClean="0"/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2800" dirty="0" smtClean="0"/>
              <a:t> </a:t>
            </a:r>
          </a:p>
          <a:p>
            <a:pPr marL="0" indent="0" algn="just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endParaRPr lang="zh-CN" altLang="en-US" sz="28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1BA873-E572-4244-AFE3-F18298C0EBCE}" type="slidenum">
              <a:rPr lang="en-US" altLang="ko-KR" smtClean="0"/>
              <a:pPr>
                <a:defRPr/>
              </a:pPr>
              <a:t>10</a:t>
            </a:fld>
            <a:endParaRPr lang="en-US" altLang="ko-KR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 b="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练习：</a:t>
            </a:r>
            <a:endParaRPr lang="zh-CN" altLang="en-US" b="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02105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9EE91DD0-6CA4-4341-9618-7669205AAB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975" y="1422401"/>
            <a:ext cx="8301038" cy="4814912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zh-CN" altLang="zh-CN" sz="3200" b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证明</a:t>
            </a:r>
            <a:r>
              <a:rPr lang="en-US" altLang="zh-CN" sz="3200" b="1" dirty="0">
                <a:ea typeface="宋体" panose="02010600030101010101" pitchFamily="2" charset="-122"/>
                <a:cs typeface="Times New Roman" panose="02020603050405020304" pitchFamily="18" charset="0"/>
              </a:rPr>
              <a:t>14</a:t>
            </a:r>
            <a:r>
              <a:rPr lang="zh-CN" altLang="zh-CN" sz="3200" b="1" dirty="0">
                <a:ea typeface="宋体" panose="02010600030101010101" pitchFamily="2" charset="-122"/>
                <a:cs typeface="Times New Roman" panose="02020603050405020304" pitchFamily="18" charset="0"/>
              </a:rPr>
              <a:t>元群必有</a:t>
            </a:r>
            <a:r>
              <a:rPr lang="en-US" altLang="zh-CN" sz="3200" b="1" dirty="0"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zh-CN" sz="3200" b="1" dirty="0">
                <a:ea typeface="宋体" panose="02010600030101010101" pitchFamily="2" charset="-122"/>
                <a:cs typeface="Times New Roman" panose="02020603050405020304" pitchFamily="18" charset="0"/>
              </a:rPr>
              <a:t>元子群。</a:t>
            </a:r>
            <a:endParaRPr lang="zh-CN" altLang="zh-CN" sz="32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4000"/>
              </a:lnSpc>
              <a:buFont typeface="Wingdings" pitchFamily="2" charset="2"/>
              <a:buNone/>
            </a:pPr>
            <a:r>
              <a:rPr lang="zh-CN" altLang="zh-CN" sz="3200" b="1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证明：</a:t>
            </a:r>
            <a:r>
              <a:rPr lang="zh-CN" altLang="zh-CN" sz="3200" b="1" dirty="0">
                <a:ea typeface="宋体" panose="02010600030101010101" pitchFamily="2" charset="-122"/>
                <a:cs typeface="Times New Roman" panose="02020603050405020304" pitchFamily="18" charset="0"/>
              </a:rPr>
              <a:t>如果是循环群，则（</a:t>
            </a:r>
            <a:r>
              <a:rPr lang="en-US" altLang="zh-CN" sz="3200" b="1" dirty="0"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3200" b="1" baseline="30000" dirty="0"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3200" b="1" dirty="0">
                <a:ea typeface="宋体" panose="02010600030101010101" pitchFamily="2" charset="-122"/>
                <a:cs typeface="Times New Roman" panose="02020603050405020304" pitchFamily="18" charset="0"/>
              </a:rPr>
              <a:t>）是</a:t>
            </a:r>
            <a:r>
              <a:rPr lang="en-US" altLang="zh-CN" sz="3200" b="1" dirty="0"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zh-CN" sz="3200" b="1" dirty="0">
                <a:ea typeface="宋体" panose="02010600030101010101" pitchFamily="2" charset="-122"/>
                <a:cs typeface="Times New Roman" panose="02020603050405020304" pitchFamily="18" charset="0"/>
              </a:rPr>
              <a:t>元子群。</a:t>
            </a:r>
            <a:endParaRPr lang="zh-CN" altLang="zh-CN" sz="32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4000"/>
              </a:lnSpc>
              <a:buFont typeface="Wingdings" pitchFamily="2" charset="2"/>
              <a:buNone/>
            </a:pPr>
            <a:r>
              <a:rPr lang="zh-CN" altLang="zh-CN" sz="3200" b="1" dirty="0">
                <a:ea typeface="宋体" panose="02010600030101010101" pitchFamily="2" charset="-122"/>
                <a:cs typeface="Times New Roman" panose="02020603050405020304" pitchFamily="18" charset="0"/>
              </a:rPr>
              <a:t>如果不是循环群，则没有周期为</a:t>
            </a:r>
            <a:r>
              <a:rPr lang="en-US" altLang="zh-CN" sz="3200" b="1" dirty="0">
                <a:ea typeface="宋体" panose="02010600030101010101" pitchFamily="2" charset="-122"/>
                <a:cs typeface="Times New Roman" panose="02020603050405020304" pitchFamily="18" charset="0"/>
              </a:rPr>
              <a:t>14</a:t>
            </a:r>
            <a:r>
              <a:rPr lang="zh-CN" altLang="zh-CN" sz="3200" b="1" dirty="0">
                <a:ea typeface="宋体" panose="02010600030101010101" pitchFamily="2" charset="-122"/>
                <a:cs typeface="Times New Roman" panose="02020603050405020304" pitchFamily="18" charset="0"/>
              </a:rPr>
              <a:t>的元素，</a:t>
            </a:r>
            <a:r>
              <a:rPr lang="zh-CN" altLang="en-US" sz="3200" b="1" dirty="0">
                <a:ea typeface="宋体" panose="02010600030101010101" pitchFamily="2" charset="-122"/>
                <a:cs typeface="Times New Roman" panose="02020603050405020304" pitchFamily="18" charset="0"/>
              </a:rPr>
              <a:t>假设</a:t>
            </a:r>
            <a:r>
              <a:rPr lang="zh-CN" altLang="zh-CN" sz="3200" b="1" dirty="0">
                <a:ea typeface="宋体" panose="02010600030101010101" pitchFamily="2" charset="-122"/>
                <a:cs typeface="Times New Roman" panose="02020603050405020304" pitchFamily="18" charset="0"/>
              </a:rPr>
              <a:t>没有</a:t>
            </a:r>
            <a:r>
              <a:rPr lang="en-US" altLang="zh-CN" sz="3200" b="1" dirty="0"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zh-CN" sz="3200" b="1" dirty="0">
                <a:ea typeface="宋体" panose="02010600030101010101" pitchFamily="2" charset="-122"/>
                <a:cs typeface="Times New Roman" panose="02020603050405020304" pitchFamily="18" charset="0"/>
              </a:rPr>
              <a:t>元子群，根据拉格朗日定理，除了单位元，其余元素周期均为</a:t>
            </a:r>
            <a:r>
              <a:rPr lang="en-US" altLang="zh-CN" sz="3200" b="1" dirty="0"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3200" b="1" dirty="0">
                <a:ea typeface="宋体" panose="02010600030101010101" pitchFamily="2" charset="-122"/>
                <a:cs typeface="Times New Roman" panose="02020603050405020304" pitchFamily="18" charset="0"/>
              </a:rPr>
              <a:t>，即是交换群。那么</a:t>
            </a:r>
            <a:r>
              <a:rPr lang="en-US" altLang="zh-CN" sz="3200" b="1" dirty="0">
                <a:ea typeface="宋体" panose="02010600030101010101" pitchFamily="2" charset="-122"/>
                <a:cs typeface="Times New Roman" panose="02020603050405020304" pitchFamily="18" charset="0"/>
              </a:rPr>
              <a:t>{1</a:t>
            </a:r>
            <a:r>
              <a:rPr lang="zh-CN" altLang="zh-CN" sz="3200" b="1" dirty="0"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200" b="1" dirty="0"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sz="3200" b="1" dirty="0"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200" b="1" dirty="0"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sz="3200" b="1" dirty="0"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200" b="1" dirty="0">
                <a:ea typeface="宋体" panose="02010600030101010101" pitchFamily="2" charset="-122"/>
                <a:cs typeface="Times New Roman" panose="02020603050405020304" pitchFamily="18" charset="0"/>
              </a:rPr>
              <a:t>ab}</a:t>
            </a:r>
            <a:r>
              <a:rPr lang="zh-CN" altLang="zh-CN" sz="3200" b="1" dirty="0">
                <a:ea typeface="宋体" panose="02010600030101010101" pitchFamily="2" charset="-122"/>
                <a:cs typeface="Times New Roman" panose="02020603050405020304" pitchFamily="18" charset="0"/>
              </a:rPr>
              <a:t>就组成了一个子群，而</a:t>
            </a:r>
            <a:r>
              <a:rPr lang="en-US" altLang="zh-CN" sz="3200" b="1" dirty="0">
                <a:ea typeface="宋体" panose="02010600030101010101" pitchFamily="2" charset="-122"/>
                <a:cs typeface="Times New Roman" panose="02020603050405020304" pitchFamily="18" charset="0"/>
              </a:rPr>
              <a:t>14</a:t>
            </a:r>
            <a:r>
              <a:rPr lang="zh-CN" altLang="zh-CN" sz="3200" b="1" dirty="0">
                <a:ea typeface="宋体" panose="02010600030101010101" pitchFamily="2" charset="-122"/>
                <a:cs typeface="Times New Roman" panose="02020603050405020304" pitchFamily="18" charset="0"/>
              </a:rPr>
              <a:t>元群不可能有</a:t>
            </a:r>
            <a:r>
              <a:rPr lang="en-US" altLang="zh-CN" sz="3200" b="1" dirty="0"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sz="3200" b="1" dirty="0">
                <a:ea typeface="宋体" panose="02010600030101010101" pitchFamily="2" charset="-122"/>
                <a:cs typeface="Times New Roman" panose="02020603050405020304" pitchFamily="18" charset="0"/>
              </a:rPr>
              <a:t>元子群</a:t>
            </a:r>
            <a:r>
              <a:rPr lang="zh-CN" altLang="zh-CN" sz="3200" b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zh-CN" altLang="zh-CN" sz="3200" b="1" dirty="0">
                <a:ea typeface="宋体" panose="02010600030101010101" pitchFamily="2" charset="-122"/>
                <a:cs typeface="Times New Roman" panose="02020603050405020304" pitchFamily="18" charset="0"/>
              </a:rPr>
              <a:t>矛盾。</a:t>
            </a:r>
            <a:endParaRPr lang="zh-CN" altLang="zh-CN" sz="3200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14000"/>
              </a:lnSpc>
              <a:buFont typeface="Wingdings" pitchFamily="2" charset="2"/>
              <a:buNone/>
            </a:pPr>
            <a:r>
              <a:rPr lang="zh-CN" altLang="zh-CN" sz="3200" b="1" dirty="0">
                <a:ea typeface="宋体" panose="02010600030101010101" pitchFamily="2" charset="-122"/>
                <a:cs typeface="Times New Roman" panose="02020603050405020304" pitchFamily="18" charset="0"/>
              </a:rPr>
              <a:t>综上，存在</a:t>
            </a:r>
            <a:r>
              <a:rPr lang="en-US" altLang="zh-CN" sz="3200" b="1" dirty="0"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zh-CN" sz="3200" b="1" dirty="0">
                <a:ea typeface="宋体" panose="02010600030101010101" pitchFamily="2" charset="-122"/>
                <a:cs typeface="Times New Roman" panose="02020603050405020304" pitchFamily="18" charset="0"/>
              </a:rPr>
              <a:t>元子群。</a:t>
            </a:r>
            <a:endParaRPr lang="zh-CN" altLang="en-US" sz="3200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 b="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练习：</a:t>
            </a:r>
            <a:endParaRPr lang="zh-CN" altLang="en-US" b="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72806309"/>
      </p:ext>
    </p:extLst>
  </p:cSld>
  <p:clrMapOvr>
    <a:masterClrMapping/>
  </p:clrMapOvr>
  <p:transition spd="med">
    <p:rand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6BEF6CF-6718-0241-94CD-8FBD226F5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C9CA3DD-C1E2-5140-89C1-83E9AE03A48B}" type="slidenum">
              <a:rPr lang="zh-CN" altLang="en-US">
                <a:solidFill>
                  <a:srgbClr val="000000"/>
                </a:solidFill>
              </a:rPr>
              <a:pPr eaLnBrk="1" hangingPunct="1"/>
              <a:t>12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288771" name="Rectangle 3">
            <a:extLst>
              <a:ext uri="{FF2B5EF4-FFF2-40B4-BE49-F238E27FC236}">
                <a16:creationId xmlns:a16="http://schemas.microsoft.com/office/drawing/2014/main" xmlns="" id="{1D45B077-4227-D34D-81C4-4B6B95B990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6890" y="1285403"/>
            <a:ext cx="8534152" cy="494551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32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</a:rPr>
              <a:t>的子群，证明如果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</a:rPr>
              <a:t>的任意两个右陪集的乘积仍是一个右陪集，则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</a:rPr>
              <a:t>的正规子群。</a:t>
            </a:r>
          </a:p>
          <a:p>
            <a:pPr marL="0" indent="0" eaLnBrk="1" hangingPunct="1">
              <a:buNone/>
            </a:pPr>
            <a:r>
              <a:rPr lang="zh-CN" altLang="en-US" sz="3200" dirty="0">
                <a:solidFill>
                  <a:schemeClr val="accent2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证明：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</a:rPr>
              <a:t>首先证明，对任意的</a:t>
            </a:r>
            <a:r>
              <a:rPr lang="en-US" altLang="zh-CN" sz="3200" dirty="0" err="1">
                <a:ea typeface="宋体" panose="02010600030101010101" pitchFamily="2" charset="-122"/>
                <a:cs typeface="Times New Roman" panose="02020603050405020304" pitchFamily="18" charset="0"/>
              </a:rPr>
              <a:t>a,b</a:t>
            </a:r>
            <a:r>
              <a:rPr lang="en-US" altLang="zh-CN" sz="3200" dirty="0" err="1"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G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， </a:t>
            </a:r>
            <a:r>
              <a:rPr lang="en-US" altLang="zh-CN" sz="3200" dirty="0" err="1"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aHbH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=</a:t>
            </a:r>
            <a:r>
              <a:rPr lang="en-US" altLang="zh-CN" sz="3200" dirty="0" err="1"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abH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。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事实上，由题设</a:t>
            </a:r>
            <a:r>
              <a:rPr lang="en-US" altLang="zh-CN" sz="3200" dirty="0" err="1"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aHbH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是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H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的一个右陪集，令其为</a:t>
            </a:r>
            <a:r>
              <a:rPr lang="en-US" altLang="zh-CN" sz="3200" dirty="0" err="1"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cH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，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显然有</a:t>
            </a:r>
            <a:r>
              <a:rPr lang="en-US" altLang="zh-CN" sz="3200" dirty="0" err="1"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abcH</a:t>
            </a:r>
            <a:r>
              <a:rPr lang="en-US" altLang="zh-CN" sz="3200" dirty="0" smtClean="0"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(</a:t>
            </a:r>
            <a:r>
              <a:rPr lang="zh-CN" altLang="en-US" sz="3200" dirty="0" smtClean="0"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因</a:t>
            </a:r>
            <a:r>
              <a:rPr lang="en-US" altLang="zh-CN" sz="3200" dirty="0" err="1" smtClean="0"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aaH,bbH</a:t>
            </a:r>
            <a:r>
              <a:rPr lang="en-US" altLang="zh-CN" sz="3200" dirty="0" smtClean="0"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) </a:t>
            </a:r>
            <a:r>
              <a:rPr lang="zh-CN" altLang="en-US" sz="3200" dirty="0" smtClean="0"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，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故</a:t>
            </a:r>
            <a:r>
              <a:rPr lang="en-US" altLang="zh-CN" sz="3200" dirty="0" err="1"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abH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=</a:t>
            </a:r>
            <a:r>
              <a:rPr lang="en-US" altLang="zh-CN" sz="3200" dirty="0" err="1"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cH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=</a:t>
            </a:r>
            <a:r>
              <a:rPr lang="en-US" altLang="zh-CN" sz="3200" dirty="0" err="1"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aHbH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。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下面证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H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是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G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的正规子群。对</a:t>
            </a:r>
            <a:r>
              <a:rPr lang="zh-CN" altLang="en-US" sz="3200" dirty="0" smtClean="0"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任意</a:t>
            </a:r>
            <a:r>
              <a:rPr lang="en-US" altLang="zh-CN" sz="3200" dirty="0" err="1" smtClean="0"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g</a:t>
            </a:r>
            <a:r>
              <a:rPr lang="en-US" altLang="zh-CN" sz="3200" dirty="0" err="1"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G,h</a:t>
            </a:r>
            <a:r>
              <a:rPr lang="en-US" altLang="zh-CN" sz="3200" dirty="0" err="1" smtClean="0"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H,ghgH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, </a:t>
            </a:r>
            <a:r>
              <a:rPr lang="en-US" altLang="zh-CN" sz="3200" dirty="0" smtClean="0"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g</a:t>
            </a:r>
            <a:r>
              <a:rPr lang="en-US" altLang="zh-CN" sz="3200" baseline="30000" dirty="0" smtClean="0"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-1</a:t>
            </a:r>
            <a:r>
              <a:rPr lang="en-US" altLang="zh-CN" sz="3200" dirty="0" smtClean="0"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g</a:t>
            </a:r>
            <a:r>
              <a:rPr lang="en-US" altLang="zh-CN" sz="3200" baseline="30000" dirty="0" smtClean="0"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-1</a:t>
            </a:r>
            <a:r>
              <a:rPr lang="en-US" altLang="zh-CN" sz="3200" dirty="0" smtClean="0"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H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，</a:t>
            </a:r>
            <a:r>
              <a:rPr lang="zh-CN" altLang="en-US" sz="3200" dirty="0" smtClean="0"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得到</a:t>
            </a:r>
            <a:r>
              <a:rPr lang="en-US" altLang="zh-CN" sz="3200" dirty="0" smtClean="0"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ghg</a:t>
            </a:r>
            <a:r>
              <a:rPr lang="en-US" altLang="zh-CN" sz="3200" baseline="30000" dirty="0" smtClean="0"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-1</a:t>
            </a:r>
            <a:r>
              <a:rPr lang="en-US" altLang="zh-CN" sz="3200" dirty="0" smtClean="0"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gHg</a:t>
            </a:r>
            <a:r>
              <a:rPr lang="en-US" altLang="zh-CN" sz="3200" baseline="30000" dirty="0" smtClean="0"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-1</a:t>
            </a:r>
            <a:r>
              <a:rPr lang="en-US" altLang="zh-CN" sz="3200" dirty="0" smtClean="0"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H=gg</a:t>
            </a:r>
            <a:r>
              <a:rPr lang="en-US" altLang="zh-CN" sz="3200" baseline="30000" dirty="0" smtClean="0"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-1</a:t>
            </a:r>
            <a:r>
              <a:rPr lang="en-US" altLang="zh-CN" sz="3200" dirty="0" smtClean="0"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H=H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。 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由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h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的任意性</a:t>
            </a:r>
            <a:r>
              <a:rPr lang="zh-CN" altLang="en-US" sz="3200" dirty="0" smtClean="0"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知</a:t>
            </a:r>
            <a:r>
              <a:rPr lang="en-US" altLang="zh-CN" sz="3200" dirty="0" smtClean="0"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gHg</a:t>
            </a:r>
            <a:r>
              <a:rPr lang="en-US" altLang="zh-CN" sz="3200" baseline="30000" dirty="0" smtClean="0"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-1</a:t>
            </a:r>
            <a:r>
              <a:rPr lang="en-US" altLang="zh-CN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H，</a:t>
            </a:r>
            <a:r>
              <a:rPr lang="zh-CN" altLang="en-US" sz="3200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证毕</a:t>
            </a:r>
            <a:r>
              <a:rPr lang="zh-CN" altLang="en-US" sz="3600" b="1" dirty="0"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。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 b="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练习：</a:t>
            </a:r>
            <a:endParaRPr lang="zh-CN" altLang="en-US" b="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84159063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8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19993" y="1268760"/>
            <a:ext cx="8472487" cy="511256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无限循环群的子群除单位子群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{1}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之外均为无限循环群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3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证明：</a:t>
            </a:r>
            <a:endParaRPr lang="en-US" altLang="zh-CN" sz="3000" b="1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循环群的任意子群是循环群</a:t>
            </a:r>
            <a:r>
              <a:rPr lang="zh-CN" altLang="en-US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G=(a)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是无限循环群，则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的周期为无穷大。往证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中任意非单位元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的周期无穷大。</a:t>
            </a:r>
            <a:endParaRPr lang="en-US" altLang="zh-CN" sz="30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反证法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假设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中存在非单位元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en-US" altLang="zh-CN" sz="30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3000" b="1" baseline="30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的周期为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，而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0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，又</a:t>
            </a:r>
            <a:r>
              <a:rPr lang="en-US" altLang="zh-CN" sz="30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3000" b="1" baseline="30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3000" b="1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=(</a:t>
            </a:r>
            <a:r>
              <a:rPr lang="en-US" altLang="zh-CN" sz="30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3000" b="1" baseline="30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3000" b="1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 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30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3000" b="1" baseline="30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km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=1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，因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km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0</a:t>
            </a:r>
            <a:r>
              <a:rPr lang="zh-CN" altLang="en-US" sz="3000" b="1" dirty="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的周期无穷大矛盾。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故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的周期为无穷大。证毕。</a:t>
            </a:r>
            <a:endParaRPr lang="zh-CN" altLang="en-US" sz="3000" b="1" baseline="30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A1BA873-E572-4244-AFE3-F18298C0EBCE}" type="slidenum">
              <a:rPr lang="en-US" altLang="ko-KR" smtClean="0"/>
              <a:pPr>
                <a:defRPr/>
              </a:pPr>
              <a:t>13</a:t>
            </a:fld>
            <a:endParaRPr lang="en-US" altLang="ko-KR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561975" y="533400"/>
            <a:ext cx="8020050" cy="889000"/>
          </a:xfrm>
        </p:spPr>
        <p:txBody>
          <a:bodyPr/>
          <a:lstStyle/>
          <a:p>
            <a:r>
              <a:rPr lang="zh-CN" altLang="en-US" b="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练习：</a:t>
            </a:r>
            <a:endParaRPr lang="zh-CN" altLang="en-US" b="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36864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内容占位符 2"/>
          <p:cNvSpPr>
            <a:spLocks noGrp="1"/>
          </p:cNvSpPr>
          <p:nvPr>
            <p:ph idx="1"/>
          </p:nvPr>
        </p:nvSpPr>
        <p:spPr>
          <a:xfrm>
            <a:off x="467544" y="604302"/>
            <a:ext cx="8301037" cy="5903913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3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习题</a:t>
            </a:r>
            <a:r>
              <a:rPr lang="en-US" altLang="zh-CN" sz="30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6.3-1 </a:t>
            </a:r>
            <a:r>
              <a:rPr lang="zh-CN" altLang="zh-CN" sz="30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写出</a:t>
            </a:r>
            <a:r>
              <a:rPr lang="zh-CN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三次对称群的所有子</a:t>
            </a:r>
            <a:r>
              <a:rPr lang="zh-CN" altLang="zh-CN" sz="29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群。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9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解：</a:t>
            </a:r>
            <a:r>
              <a:rPr lang="en-US" altLang="zh-CN" sz="2900" b="1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sz="2900" b="1" baseline="-250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29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={(1), (1 2), (1 3), (2 3), (1 2 3) , (1 3 2)}</a:t>
            </a:r>
            <a:endParaRPr lang="zh-CN" altLang="zh-CN" sz="29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9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由</a:t>
            </a:r>
            <a:r>
              <a:rPr lang="en-US" altLang="zh-CN" sz="29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Lagrange</a:t>
            </a:r>
            <a:r>
              <a:rPr lang="zh-CN" altLang="en-US" sz="29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定理，子群的元数只能为</a:t>
            </a:r>
            <a:r>
              <a:rPr lang="en-US" altLang="zh-CN" sz="29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1, 2, 3, 6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9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元数为</a:t>
            </a:r>
            <a:r>
              <a:rPr lang="en-US" altLang="zh-CN" sz="29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29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的子群</a:t>
            </a:r>
            <a:r>
              <a:rPr lang="en-US" altLang="zh-CN" sz="29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({(1)}, ·  )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9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元数为</a:t>
            </a:r>
            <a:r>
              <a:rPr lang="en-US" altLang="zh-CN" sz="29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9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的子群</a:t>
            </a:r>
            <a:r>
              <a:rPr lang="en-US" altLang="zh-CN" sz="29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9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元数为质数的群一定为循环群</a:t>
            </a:r>
            <a:r>
              <a:rPr lang="en-US" altLang="zh-CN" sz="29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9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以</a:t>
            </a:r>
            <a:r>
              <a:rPr lang="en-US" altLang="zh-CN" sz="29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(12)</a:t>
            </a:r>
            <a:r>
              <a:rPr lang="zh-CN" altLang="en-US" sz="29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为生成元：</a:t>
            </a:r>
            <a:r>
              <a:rPr lang="en-US" altLang="zh-CN" sz="29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({(1), (1 2)}</a:t>
            </a:r>
            <a:r>
              <a:rPr lang="zh-CN" altLang="zh-CN" sz="29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9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· )</a:t>
            </a:r>
            <a:endParaRPr lang="zh-CN" altLang="zh-CN" sz="29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9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以</a:t>
            </a:r>
            <a:r>
              <a:rPr lang="en-US" altLang="zh-CN" sz="29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(13)</a:t>
            </a:r>
            <a:r>
              <a:rPr lang="zh-CN" altLang="en-US" sz="29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为生成元：</a:t>
            </a:r>
            <a:r>
              <a:rPr lang="en-US" altLang="zh-CN" sz="29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9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9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{(1), (1 3)</a:t>
            </a:r>
            <a:r>
              <a:rPr lang="zh-CN" altLang="zh-CN" sz="29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29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zh-CN" altLang="zh-CN" sz="29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9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· )</a:t>
            </a:r>
            <a:endParaRPr lang="zh-CN" altLang="zh-CN" sz="29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9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以</a:t>
            </a:r>
            <a:r>
              <a:rPr lang="en-US" altLang="zh-CN" sz="29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(23)</a:t>
            </a:r>
            <a:r>
              <a:rPr lang="zh-CN" altLang="en-US" sz="29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为生成元：</a:t>
            </a:r>
            <a:r>
              <a:rPr lang="en-US" altLang="zh-CN" sz="29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9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9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{(1), (2 3)}</a:t>
            </a:r>
            <a:r>
              <a:rPr lang="zh-CN" altLang="zh-CN" sz="29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9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· )</a:t>
            </a:r>
            <a:endParaRPr lang="zh-CN" altLang="zh-CN" sz="29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9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元数为</a:t>
            </a:r>
            <a:r>
              <a:rPr lang="en-US" altLang="zh-CN" sz="29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29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的子群一定为循环群</a:t>
            </a:r>
            <a:endParaRPr lang="en-US" altLang="zh-CN" sz="29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9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以</a:t>
            </a:r>
            <a:r>
              <a:rPr lang="en-US" altLang="zh-CN" sz="29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(123)</a:t>
            </a:r>
            <a:r>
              <a:rPr lang="zh-CN" altLang="en-US" sz="29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为生成元：</a:t>
            </a:r>
            <a:r>
              <a:rPr lang="en-US" altLang="zh-CN" sz="29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9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9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{(1), (1 2 3), (1 3 2)}</a:t>
            </a:r>
            <a:r>
              <a:rPr lang="zh-CN" altLang="zh-CN" sz="29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9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· )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9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元数为</a:t>
            </a:r>
            <a:r>
              <a:rPr lang="en-US" altLang="zh-CN" sz="29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en-US" sz="29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的子群</a:t>
            </a:r>
            <a:r>
              <a:rPr lang="en-US" altLang="zh-CN" sz="29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S</a:t>
            </a:r>
            <a:r>
              <a:rPr lang="en-US" altLang="zh-CN" sz="2900" b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endParaRPr lang="zh-CN" altLang="zh-CN" sz="29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6739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34DE949-9B5B-4DC6-BBC5-E749E64EE704}" type="slidenum">
              <a:rPr lang="en-US" altLang="ko-KR" sz="1400" smtClean="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en-US" altLang="ko-KR" sz="1400">
              <a:solidFill>
                <a:srgbClr val="000000"/>
              </a:solidFill>
              <a:latin typeface="-윤명조140" pitchFamily="18" charset="-127"/>
              <a:ea typeface="-윤명조14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8230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55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55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55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55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55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55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55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55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55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55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55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55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55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55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553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553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内容占位符 2"/>
          <p:cNvSpPr>
            <a:spLocks noGrp="1"/>
          </p:cNvSpPr>
          <p:nvPr>
            <p:ph idx="1"/>
          </p:nvPr>
        </p:nvSpPr>
        <p:spPr>
          <a:xfrm>
            <a:off x="539750" y="1341438"/>
            <a:ext cx="8042275" cy="5111750"/>
          </a:xfrm>
        </p:spPr>
        <p:txBody>
          <a:bodyPr/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求证循环群的子群仍然是循环群。</a:t>
            </a:r>
            <a:endParaRPr lang="en-US" altLang="zh-CN" sz="30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20000"/>
              </a:lnSpc>
              <a:buNone/>
            </a:pPr>
            <a:r>
              <a:rPr lang="zh-CN" altLang="en-US" sz="3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证明：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设循环群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G=(a), H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的任意子群，</a:t>
            </a:r>
            <a:b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H={1}, 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显然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是循环群。</a:t>
            </a:r>
            <a:b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否则，一定存在</a:t>
            </a:r>
            <a:r>
              <a:rPr lang="en-US" altLang="zh-CN" sz="30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3000" b="1" baseline="30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sz="30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∈H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k&gt;0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）。取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3000" b="1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中的最小正幂元素，往证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中所有元素均是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3000" b="1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的幂。任取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中任意元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3000" b="1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，由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s=</a:t>
            </a:r>
            <a:r>
              <a:rPr lang="en-US" altLang="zh-CN" sz="30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qm+r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0≤r&lt;m, 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则  </a:t>
            </a:r>
            <a:r>
              <a:rPr lang="en-US" altLang="zh-CN" sz="30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3000" b="1" baseline="30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=a</a:t>
            </a:r>
            <a:r>
              <a:rPr lang="en-US" altLang="zh-CN" sz="3000" b="1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s-</a:t>
            </a:r>
            <a:r>
              <a:rPr lang="en-US" altLang="zh-CN" sz="3000" b="1" baseline="30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qm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=(a</a:t>
            </a:r>
            <a:r>
              <a:rPr lang="en-US" altLang="zh-CN" sz="3000" b="1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)·(</a:t>
            </a:r>
            <a:r>
              <a:rPr lang="en-US" altLang="zh-CN" sz="30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3000" b="1" baseline="30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qm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3000" b="1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-1 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也是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中元素，但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最小。而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0≤r&lt;m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，故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r=0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，因此</a:t>
            </a:r>
            <a:r>
              <a:rPr lang="zh-CN" altLang="en-US" sz="3000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有</a:t>
            </a:r>
            <a:r>
              <a:rPr lang="en-US" altLang="zh-CN" sz="3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3000" b="1" baseline="30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3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lang="en-US" altLang="zh-CN" sz="30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3000" b="1" baseline="300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qm</a:t>
            </a:r>
            <a:r>
              <a:rPr lang="en-US" altLang="zh-CN" sz="3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=(a</a:t>
            </a:r>
            <a:r>
              <a:rPr lang="en-US" altLang="zh-CN" sz="3000" b="1" baseline="30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sz="3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sz="3000" b="1" baseline="30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lang="zh-CN" altLang="en-US" sz="3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因此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3000" b="1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生成的循环群。</a:t>
            </a:r>
          </a:p>
          <a:p>
            <a:pPr>
              <a:buFont typeface="Wingdings" panose="05000000000000000000" pitchFamily="2" charset="2"/>
              <a:buChar char="Ø"/>
            </a:pPr>
            <a:endParaRPr lang="zh-CN" altLang="en-US" sz="3000" dirty="0"/>
          </a:p>
        </p:txBody>
      </p:sp>
      <p:sp>
        <p:nvSpPr>
          <p:cNvPr id="78851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EC68046-8CF1-45C5-8204-572322F11A59}" type="slidenum">
              <a:rPr lang="en-US" altLang="ko-KR" sz="1400" smtClean="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en-US" altLang="ko-KR" sz="1400">
              <a:solidFill>
                <a:srgbClr val="000000"/>
              </a:solidFill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78852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579438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习题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6.3-3</a:t>
            </a:r>
            <a:endParaRPr lang="zh-CN" altLang="en-US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0453388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灯片编号占位符 5">
            <a:extLst>
              <a:ext uri="{FF2B5EF4-FFF2-40B4-BE49-F238E27FC236}">
                <a16:creationId xmlns:a16="http://schemas.microsoft.com/office/drawing/2014/main" xmlns="" id="{B8CE7394-32A8-014F-80D4-F3CB40186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buClr>
                <a:schemeClr val="tx1"/>
              </a:buClr>
              <a:buSzPct val="90000"/>
              <a:buFont typeface="Wingdings" pitchFamily="2" charset="2"/>
              <a:buChar char="Ø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1pPr>
            <a:lvl2pPr marL="742950" indent="-285750">
              <a:buFont typeface="Times New Roman" panose="02020603050405020304" pitchFamily="18" charset="0"/>
              <a:buChar char="♫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2pPr>
            <a:lvl3pPr marL="1143000" indent="-228600">
              <a:buClr>
                <a:schemeClr val="accent2"/>
              </a:buClr>
              <a:buSzPct val="90000"/>
              <a:buFont typeface="Wingdings" pitchFamily="2" charset="2"/>
              <a:buBlip>
                <a:blip r:embed="rId3"/>
              </a:buBlip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3pPr>
            <a:lvl4pPr marL="1600200" indent="-228600"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4pPr>
            <a:lvl5pPr marL="2057400" indent="-228600"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9pPr>
          </a:lstStyle>
          <a:p>
            <a:pPr>
              <a:buClrTx/>
              <a:buSzTx/>
              <a:buFontTx/>
              <a:buNone/>
              <a:defRPr/>
            </a:pPr>
            <a:fld id="{11492D0E-39B8-6148-B2E2-FE4C48339C27}" type="slidenum">
              <a:rPr lang="en-US" altLang="zh-CN" sz="1200" smtClean="0">
                <a:solidFill>
                  <a:srgbClr val="000000"/>
                </a:solidFill>
              </a:rPr>
              <a:pPr>
                <a:buClrTx/>
                <a:buSzTx/>
                <a:buFontTx/>
                <a:buNone/>
                <a:defRPr/>
              </a:pPr>
              <a:t>16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xmlns="" id="{F609A06F-0E97-4A48-A57A-274344251B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21110" y="445864"/>
            <a:ext cx="8985250" cy="751111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>
                <a:solidFill>
                  <a:srgbClr val="0000FF"/>
                </a:solidFill>
                <a:latin typeface="+mn-lt"/>
              </a:rPr>
              <a:t>习题</a:t>
            </a:r>
            <a:r>
              <a:rPr lang="en-US" altLang="zh-CN" dirty="0" smtClean="0">
                <a:solidFill>
                  <a:srgbClr val="0000FF"/>
                </a:solidFill>
                <a:latin typeface="+mn-lt"/>
              </a:rPr>
              <a:t>6.3-4</a:t>
            </a:r>
            <a:endParaRPr lang="en-US" altLang="zh-CN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11D7F756-D3FE-3D45-958F-ECEF19BD2D0B}"/>
              </a:ext>
            </a:extLst>
          </p:cNvPr>
          <p:cNvSpPr txBox="1"/>
          <p:nvPr/>
        </p:nvSpPr>
        <p:spPr>
          <a:xfrm>
            <a:off x="421110" y="1372840"/>
            <a:ext cx="8447856" cy="5508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457200"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en-US" altLang="zh-CN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是群，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∈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，试证明：若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的周期为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，则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3200" b="1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-1 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 a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>
              <a:defRPr/>
            </a:pPr>
            <a:r>
              <a:rPr lang="en-US" altLang="zh-CN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群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除了单位元以外每一个元素的周期均为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，试证明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Abel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群。</a:t>
            </a:r>
          </a:p>
          <a:p>
            <a:pPr>
              <a:defRPr/>
            </a:pPr>
            <a:r>
              <a:rPr lang="zh-CN" altLang="zh-CN" sz="3200" b="1" dirty="0" smtClean="0">
                <a:solidFill>
                  <a:srgbClr val="0000FF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证明：</a:t>
            </a:r>
            <a:r>
              <a:rPr lang="en-US" altLang="zh-CN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令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中的单位元素，则有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1=a</a:t>
            </a:r>
            <a:r>
              <a:rPr lang="en-US" altLang="zh-CN" sz="3200" b="1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，设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3200" b="1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的逆元素，用其右乘等式两端有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1a</a:t>
            </a:r>
            <a:r>
              <a:rPr lang="en-US" altLang="zh-CN" sz="3200" b="1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=a</a:t>
            </a:r>
            <a:r>
              <a:rPr lang="en-US" altLang="zh-CN" sz="3200" b="1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3200" b="1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，得到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3200" b="1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-1 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 a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>
              <a:defRPr/>
            </a:pPr>
            <a:r>
              <a:rPr lang="en-US" altLang="zh-CN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首先由</a:t>
            </a:r>
            <a:r>
              <a:rPr lang="en-US" altLang="zh-CN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3200" b="1" baseline="30000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=1</a:t>
            </a:r>
            <a:r>
              <a:rPr lang="zh-CN" altLang="zh-CN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可得</a:t>
            </a:r>
            <a:r>
              <a:rPr lang="en-US" altLang="zh-CN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3200" b="1" baseline="30000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-1 </a:t>
            </a:r>
            <a:r>
              <a:rPr lang="en-US" altLang="zh-CN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 a</a:t>
            </a:r>
            <a:r>
              <a:rPr lang="zh-CN" altLang="zh-CN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。设</a:t>
            </a:r>
            <a:r>
              <a:rPr lang="en-US" altLang="zh-CN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zh-CN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中任意两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个元素，有</a:t>
            </a:r>
            <a:r>
              <a:rPr lang="en-US" altLang="zh-CN" sz="3200" b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sz="3200" b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</a:t>
            </a:r>
            <a:r>
              <a:rPr lang="en-US" altLang="zh-CN" sz="3200" b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(ab)</a:t>
            </a:r>
            <a:r>
              <a:rPr lang="en-US" altLang="zh-CN" sz="3200" b="1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  <a:sym typeface="Symbol" pitchFamily="2" charset="2"/>
              </a:rPr>
              <a:t>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，因而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ab=(ab)</a:t>
            </a:r>
            <a:r>
              <a:rPr lang="en-US" altLang="zh-CN" sz="3200" b="1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=b</a:t>
            </a:r>
            <a:r>
              <a:rPr lang="en-US" altLang="zh-CN" sz="3200" b="1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3200" b="1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-1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3200" b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ba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，所以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Abel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群。</a:t>
            </a:r>
          </a:p>
          <a:p>
            <a:pPr>
              <a:defRPr/>
            </a:pPr>
            <a:endParaRPr lang="zh-CN" altLang="en-US" sz="3200" b="1" dirty="0">
              <a:solidFill>
                <a:srgbClr val="000000"/>
              </a:solidFill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8131603"/>
      </p:ext>
    </p:extLst>
  </p:cSld>
  <p:clrMapOvr>
    <a:masterClrMapping/>
  </p:clrMapOvr>
  <p:transition spd="med">
    <p:rand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288" y="1412875"/>
            <a:ext cx="8641208" cy="4392613"/>
          </a:xfrm>
        </p:spPr>
        <p:txBody>
          <a:bodyPr/>
          <a:lstStyle/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zh-CN" altLang="en-US" sz="3000" b="1" dirty="0">
                <a:ea typeface="宋体" panose="02010600030101010101" pitchFamily="2" charset="-122"/>
                <a:cs typeface="Arial" panose="020B0604020202020204" pitchFamily="34" charset="0"/>
              </a:rPr>
              <a:t>求证若群</a:t>
            </a:r>
            <a:r>
              <a:rPr lang="en-US" altLang="zh-CN" sz="3000" b="1" dirty="0"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b="1" dirty="0">
                <a:ea typeface="宋体" panose="02010600030101010101" pitchFamily="2" charset="-122"/>
                <a:cs typeface="Arial" panose="020B0604020202020204" pitchFamily="34" charset="0"/>
              </a:rPr>
              <a:t>的元数是一个质数，则</a:t>
            </a:r>
            <a:r>
              <a:rPr lang="en-US" altLang="zh-CN" sz="3000" b="1" dirty="0"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b="1" dirty="0">
                <a:ea typeface="宋体" panose="02010600030101010101" pitchFamily="2" charset="-122"/>
                <a:cs typeface="Arial" panose="020B0604020202020204" pitchFamily="34" charset="0"/>
              </a:rPr>
              <a:t>必是循环群。</a:t>
            </a:r>
          </a:p>
          <a:p>
            <a:pPr marL="0" indent="0" eaLnBrk="1" hangingPunct="1"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sz="3000" b="1" dirty="0">
                <a:solidFill>
                  <a:srgbClr val="0000FF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证明：</a:t>
            </a:r>
            <a:r>
              <a:rPr lang="zh-CN" altLang="en-US" sz="3000" b="1" dirty="0">
                <a:ea typeface="宋体" panose="02010600030101010101" pitchFamily="2" charset="-122"/>
                <a:cs typeface="Arial" panose="020B0604020202020204" pitchFamily="34" charset="0"/>
              </a:rPr>
              <a:t>设</a:t>
            </a:r>
            <a:r>
              <a:rPr lang="en-US" altLang="zh-CN" sz="3000" b="1" dirty="0"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b="1" dirty="0">
                <a:ea typeface="宋体" panose="02010600030101010101" pitchFamily="2" charset="-122"/>
                <a:cs typeface="Arial" panose="020B0604020202020204" pitchFamily="34" charset="0"/>
              </a:rPr>
              <a:t>的元数为质数</a:t>
            </a:r>
            <a:r>
              <a:rPr lang="en-US" altLang="zh-CN" sz="3000" b="1" dirty="0">
                <a:ea typeface="宋体" panose="02010600030101010101" pitchFamily="2" charset="-122"/>
                <a:cs typeface="Arial" panose="020B0604020202020204" pitchFamily="34" charset="0"/>
              </a:rPr>
              <a:t>p (p&gt;1)</a:t>
            </a:r>
            <a:r>
              <a:rPr lang="zh-CN" altLang="en-US" sz="3000" b="1" dirty="0">
                <a:ea typeface="宋体" panose="02010600030101010101" pitchFamily="2" charset="-122"/>
                <a:cs typeface="Arial" panose="020B0604020202020204" pitchFamily="34" charset="0"/>
              </a:rPr>
              <a:t>，任取</a:t>
            </a:r>
            <a:r>
              <a:rPr lang="en-US" altLang="zh-CN" sz="3000" b="1" dirty="0"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b="1" dirty="0">
                <a:ea typeface="宋体" panose="02010600030101010101" pitchFamily="2" charset="-122"/>
                <a:cs typeface="Arial" panose="020B0604020202020204" pitchFamily="34" charset="0"/>
              </a:rPr>
              <a:t>中非单位元</a:t>
            </a:r>
            <a:r>
              <a:rPr lang="en-US" altLang="zh-CN" sz="3000" b="1" dirty="0"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000" b="1" dirty="0">
                <a:ea typeface="宋体" panose="02010600030101010101" pitchFamily="2" charset="-122"/>
                <a:cs typeface="Arial" panose="020B0604020202020204" pitchFamily="34" charset="0"/>
              </a:rPr>
              <a:t>，则</a:t>
            </a:r>
            <a:r>
              <a:rPr lang="en-US" altLang="zh-CN" sz="3000" b="1" dirty="0">
                <a:ea typeface="宋体" panose="02010600030101010101" pitchFamily="2" charset="-122"/>
                <a:cs typeface="Arial" panose="020B0604020202020204" pitchFamily="34" charset="0"/>
              </a:rPr>
              <a:t>(a)</a:t>
            </a:r>
            <a:r>
              <a:rPr lang="zh-CN" altLang="en-US" sz="3000" b="1" dirty="0"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000" b="1" dirty="0"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b="1" dirty="0">
                <a:ea typeface="宋体" panose="02010600030101010101" pitchFamily="2" charset="-122"/>
                <a:cs typeface="Arial" panose="020B0604020202020204" pitchFamily="34" charset="0"/>
              </a:rPr>
              <a:t>的一个循环子群，设</a:t>
            </a:r>
            <a:r>
              <a:rPr lang="en-US" altLang="zh-CN" sz="3000" b="1" dirty="0"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000" b="1" dirty="0">
                <a:ea typeface="宋体" panose="02010600030101010101" pitchFamily="2" charset="-122"/>
                <a:cs typeface="Arial" panose="020B0604020202020204" pitchFamily="34" charset="0"/>
              </a:rPr>
              <a:t>的周期为</a:t>
            </a:r>
            <a:r>
              <a:rPr lang="en-US" altLang="zh-CN" sz="3000" b="1" dirty="0">
                <a:ea typeface="宋体" panose="02010600030101010101" pitchFamily="2" charset="-122"/>
                <a:cs typeface="Arial" panose="020B0604020202020204" pitchFamily="34" charset="0"/>
              </a:rPr>
              <a:t>m</a:t>
            </a:r>
            <a:r>
              <a:rPr lang="zh-CN" altLang="en-US" sz="3000" b="1" dirty="0">
                <a:ea typeface="宋体" panose="02010600030101010101" pitchFamily="2" charset="-122"/>
                <a:cs typeface="Arial" panose="020B0604020202020204" pitchFamily="34" charset="0"/>
              </a:rPr>
              <a:t>，则</a:t>
            </a:r>
            <a:r>
              <a:rPr lang="en-US" altLang="zh-CN" sz="3000" b="1" dirty="0">
                <a:ea typeface="宋体" panose="02010600030101010101" pitchFamily="2" charset="-122"/>
                <a:cs typeface="Arial" panose="020B0604020202020204" pitchFamily="34" charset="0"/>
              </a:rPr>
              <a:t>(a)</a:t>
            </a:r>
            <a:r>
              <a:rPr lang="zh-CN" altLang="en-US" sz="3000" b="1" dirty="0">
                <a:ea typeface="宋体" panose="02010600030101010101" pitchFamily="2" charset="-122"/>
                <a:cs typeface="Arial" panose="020B0604020202020204" pitchFamily="34" charset="0"/>
              </a:rPr>
              <a:t>的元数为</a:t>
            </a:r>
            <a:r>
              <a:rPr lang="en-US" altLang="zh-CN" sz="3000" b="1" dirty="0">
                <a:ea typeface="宋体" panose="02010600030101010101" pitchFamily="2" charset="-122"/>
                <a:cs typeface="Arial" panose="020B0604020202020204" pitchFamily="34" charset="0"/>
              </a:rPr>
              <a:t>m</a:t>
            </a:r>
            <a:r>
              <a:rPr lang="zh-CN" altLang="en-US" sz="3000" b="1" dirty="0">
                <a:ea typeface="宋体" panose="02010600030101010101" pitchFamily="2" charset="-122"/>
                <a:cs typeface="Arial" panose="020B0604020202020204" pitchFamily="34" charset="0"/>
              </a:rPr>
              <a:t>，显然</a:t>
            </a:r>
            <a:r>
              <a:rPr lang="en-US" altLang="zh-CN" sz="3000" b="1" dirty="0">
                <a:ea typeface="宋体" panose="02010600030101010101" pitchFamily="2" charset="-122"/>
                <a:cs typeface="Arial" panose="020B0604020202020204" pitchFamily="34" charset="0"/>
              </a:rPr>
              <a:t>m&gt;1, </a:t>
            </a:r>
            <a:r>
              <a:rPr lang="zh-CN" altLang="en-US" sz="3000" b="1" dirty="0">
                <a:ea typeface="宋体" panose="02010600030101010101" pitchFamily="2" charset="-122"/>
                <a:cs typeface="Arial" panose="020B0604020202020204" pitchFamily="34" charset="0"/>
              </a:rPr>
              <a:t>据拉格朗日定理得</a:t>
            </a:r>
            <a:r>
              <a:rPr lang="en-US" altLang="zh-CN" sz="3000" b="1" dirty="0" err="1">
                <a:ea typeface="宋体" panose="02010600030101010101" pitchFamily="2" charset="-122"/>
                <a:cs typeface="Arial" panose="020B0604020202020204" pitchFamily="34" charset="0"/>
              </a:rPr>
              <a:t>m</a:t>
            </a:r>
            <a:r>
              <a:rPr lang="en-US" altLang="zh-CN" sz="3000" b="1" dirty="0" err="1"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</a:t>
            </a:r>
            <a:r>
              <a:rPr lang="en-US" altLang="zh-CN" sz="3000" b="1" dirty="0" err="1">
                <a:ea typeface="宋体" panose="02010600030101010101" pitchFamily="2" charset="-122"/>
                <a:cs typeface="Arial" panose="020B0604020202020204" pitchFamily="34" charset="0"/>
              </a:rPr>
              <a:t>p</a:t>
            </a:r>
            <a:r>
              <a:rPr lang="zh-CN" altLang="en-US" sz="3000" b="1" dirty="0">
                <a:ea typeface="宋体" panose="02010600030101010101" pitchFamily="2" charset="-122"/>
                <a:cs typeface="Arial" panose="020B0604020202020204" pitchFamily="34" charset="0"/>
              </a:rPr>
              <a:t>。但</a:t>
            </a:r>
            <a:r>
              <a:rPr lang="en-US" altLang="zh-CN" sz="3000" b="1" dirty="0">
                <a:ea typeface="宋体" panose="02010600030101010101" pitchFamily="2" charset="-122"/>
                <a:cs typeface="Arial" panose="020B0604020202020204" pitchFamily="34" charset="0"/>
              </a:rPr>
              <a:t>p</a:t>
            </a:r>
            <a:r>
              <a:rPr lang="zh-CN" altLang="en-US" sz="3000" b="1" dirty="0">
                <a:ea typeface="宋体" panose="02010600030101010101" pitchFamily="2" charset="-122"/>
                <a:cs typeface="Arial" panose="020B0604020202020204" pitchFamily="34" charset="0"/>
              </a:rPr>
              <a:t>是质数，显然</a:t>
            </a:r>
            <a:r>
              <a:rPr lang="en-US" altLang="zh-CN" sz="3000" b="1" dirty="0">
                <a:ea typeface="宋体" panose="02010600030101010101" pitchFamily="2" charset="-122"/>
                <a:cs typeface="Arial" panose="020B0604020202020204" pitchFamily="34" charset="0"/>
              </a:rPr>
              <a:t>m=p</a:t>
            </a:r>
            <a:r>
              <a:rPr lang="zh-CN" altLang="en-US" sz="3000" b="1" dirty="0">
                <a:ea typeface="宋体" panose="02010600030101010101" pitchFamily="2" charset="-122"/>
                <a:cs typeface="Arial" panose="020B0604020202020204" pitchFamily="34" charset="0"/>
              </a:rPr>
              <a:t>，所以</a:t>
            </a:r>
            <a:r>
              <a:rPr lang="en-US" altLang="zh-CN" sz="3000" b="1" dirty="0">
                <a:ea typeface="宋体" panose="02010600030101010101" pitchFamily="2" charset="-122"/>
                <a:cs typeface="Arial" panose="020B0604020202020204" pitchFamily="34" charset="0"/>
              </a:rPr>
              <a:t>G=(a)</a:t>
            </a:r>
            <a:r>
              <a:rPr lang="zh-CN" altLang="en-US" sz="3000" b="1" dirty="0">
                <a:ea typeface="宋体" panose="02010600030101010101" pitchFamily="2" charset="-122"/>
                <a:cs typeface="Arial" panose="020B0604020202020204" pitchFamily="34" charset="0"/>
              </a:rPr>
              <a:t>，即</a:t>
            </a:r>
            <a:r>
              <a:rPr lang="en-US" altLang="zh-CN" sz="3000" b="1" dirty="0"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000" b="1" dirty="0">
                <a:ea typeface="宋体" panose="02010600030101010101" pitchFamily="2" charset="-122"/>
                <a:cs typeface="Arial" panose="020B0604020202020204" pitchFamily="34" charset="0"/>
              </a:rPr>
              <a:t>是由</a:t>
            </a:r>
            <a:r>
              <a:rPr lang="en-US" altLang="zh-CN" sz="3000" b="1" dirty="0"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zh-CN" altLang="en-US" sz="3000" b="1" dirty="0">
                <a:ea typeface="宋体" panose="02010600030101010101" pitchFamily="2" charset="-122"/>
                <a:cs typeface="Arial" panose="020B0604020202020204" pitchFamily="34" charset="0"/>
              </a:rPr>
              <a:t>生成的循环</a:t>
            </a:r>
            <a:r>
              <a:rPr lang="zh-CN" altLang="en-US" sz="2800" b="1" dirty="0">
                <a:ea typeface="宋体" panose="02010600030101010101" pitchFamily="2" charset="-122"/>
                <a:cs typeface="Arial" panose="020B0604020202020204" pitchFamily="34" charset="0"/>
              </a:rPr>
              <a:t>群。</a:t>
            </a:r>
          </a:p>
        </p:txBody>
      </p:sp>
      <p:sp>
        <p:nvSpPr>
          <p:cNvPr id="115715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latinLnBrk="0">
              <a:spcBef>
                <a:spcPct val="0"/>
              </a:spcBef>
              <a:buClrTx/>
              <a:buFontTx/>
              <a:buNone/>
            </a:pPr>
            <a:fld id="{98DDEBC6-52F1-4FE0-81CC-0A449F277412}" type="slidenum">
              <a:rPr lang="en-US" altLang="ko-KR" sz="1400" smtClean="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rPr>
              <a:pPr latinLnBrk="0"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en-US" altLang="ko-KR" sz="1400">
              <a:solidFill>
                <a:srgbClr val="000000"/>
              </a:solidFill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115716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579438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习题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6.3-5</a:t>
            </a:r>
            <a:endParaRPr lang="zh-CN" altLang="en-US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111658433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灯片编号占位符 5">
            <a:extLst>
              <a:ext uri="{FF2B5EF4-FFF2-40B4-BE49-F238E27FC236}">
                <a16:creationId xmlns:a16="http://schemas.microsoft.com/office/drawing/2014/main" xmlns="" id="{F9887405-321E-5F4A-A2B0-414C2A125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buClr>
                <a:schemeClr val="tx1"/>
              </a:buClr>
              <a:buSzPct val="90000"/>
              <a:buFont typeface="Wingdings" pitchFamily="2" charset="2"/>
              <a:buChar char="Ø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1pPr>
            <a:lvl2pPr marL="742950" indent="-285750">
              <a:buFont typeface="Times New Roman" panose="02020603050405020304" pitchFamily="18" charset="0"/>
              <a:buChar char="♫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2pPr>
            <a:lvl3pPr marL="1143000" indent="-228600">
              <a:buClr>
                <a:schemeClr val="accent2"/>
              </a:buClr>
              <a:buSzPct val="90000"/>
              <a:buFont typeface="Wingdings" pitchFamily="2" charset="2"/>
              <a:buBlip>
                <a:blip r:embed="rId3"/>
              </a:buBlip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3pPr>
            <a:lvl4pPr marL="1600200" indent="-228600"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4pPr>
            <a:lvl5pPr marL="2057400" indent="-228600"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9pPr>
          </a:lstStyle>
          <a:p>
            <a:pPr>
              <a:buClrTx/>
              <a:buSzTx/>
              <a:buFontTx/>
              <a:buNone/>
              <a:defRPr/>
            </a:pPr>
            <a:fld id="{47809735-91B6-AE4C-BD93-6BBEF286D202}" type="slidenum">
              <a:rPr lang="en-US" altLang="zh-CN" sz="1200" smtClean="0">
                <a:solidFill>
                  <a:srgbClr val="000000"/>
                </a:solidFill>
              </a:rPr>
              <a:pPr>
                <a:buClrTx/>
                <a:buSzTx/>
                <a:buFontTx/>
                <a:buNone/>
                <a:defRPr/>
              </a:pPr>
              <a:t>18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EA34C418-E889-BA42-83BD-CCAF9A83B1F6}"/>
              </a:ext>
            </a:extLst>
          </p:cNvPr>
          <p:cNvSpPr txBox="1"/>
          <p:nvPr/>
        </p:nvSpPr>
        <p:spPr>
          <a:xfrm>
            <a:off x="420080" y="1556792"/>
            <a:ext cx="8303840" cy="4539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defRPr/>
            </a:pPr>
            <a:r>
              <a:rPr lang="zh-CN" altLang="zh-CN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元循环群，试找出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的所有生成元，并找出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的所有子群。</a:t>
            </a:r>
          </a:p>
          <a:p>
            <a:pPr algn="just">
              <a:lnSpc>
                <a:spcPct val="114000"/>
              </a:lnSpc>
              <a:defRPr/>
            </a:pP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解：设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G={1</a:t>
            </a: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3200" b="1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3200" b="1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3200" b="1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3200" b="1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，由</a:t>
            </a:r>
            <a:r>
              <a:rPr lang="zh-CN" altLang="en-US" sz="3200" b="1" dirty="0">
                <a:solidFill>
                  <a:srgbClr val="0432FF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定理</a:t>
            </a:r>
            <a:r>
              <a:rPr lang="en-US" altLang="zh-CN" sz="3200" b="1" dirty="0">
                <a:solidFill>
                  <a:srgbClr val="0432FF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6.3.6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容易证明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3200" b="1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的生成元，因为循环群的子群仍是循环群，故用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的每个元素去生成群，即得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的子群，它们是</a:t>
            </a:r>
            <a:r>
              <a:rPr lang="en-US" altLang="zh-CN" sz="3200" b="1" dirty="0">
                <a:solidFill>
                  <a:srgbClr val="0432FF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{1}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(a</a:t>
            </a:r>
            <a:r>
              <a:rPr lang="en-US" altLang="zh-CN" sz="3200" b="1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)={1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3200" b="1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(a</a:t>
            </a:r>
            <a:r>
              <a:rPr lang="en-US" altLang="zh-CN" sz="3200" b="1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)=(a</a:t>
            </a:r>
            <a:r>
              <a:rPr lang="en-US" altLang="zh-CN" sz="3200" b="1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)={1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3200" b="1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3200" b="1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，以及</a:t>
            </a:r>
            <a:r>
              <a:rPr lang="en-US" altLang="zh-CN" sz="3200" b="1" dirty="0">
                <a:solidFill>
                  <a:srgbClr val="0432FF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本身。</a:t>
            </a:r>
          </a:p>
          <a:p>
            <a:pPr>
              <a:lnSpc>
                <a:spcPct val="114000"/>
              </a:lnSpc>
              <a:defRPr/>
            </a:pPr>
            <a:endParaRPr lang="zh-CN" altLang="en-US" sz="3200" b="1" dirty="0">
              <a:solidFill>
                <a:srgbClr val="000000"/>
              </a:solidFill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xmlns="" id="{F609A06F-0E97-4A48-A57A-274344251B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21110" y="445864"/>
            <a:ext cx="8985250" cy="751111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>
                <a:solidFill>
                  <a:srgbClr val="0000FF"/>
                </a:solidFill>
                <a:latin typeface="+mn-lt"/>
              </a:rPr>
              <a:t>习题</a:t>
            </a:r>
            <a:r>
              <a:rPr lang="en-US" altLang="zh-CN" dirty="0" smtClean="0">
                <a:solidFill>
                  <a:srgbClr val="0000FF"/>
                </a:solidFill>
                <a:latin typeface="+mn-lt"/>
              </a:rPr>
              <a:t>6.3-6</a:t>
            </a:r>
            <a:endParaRPr lang="en-US" altLang="zh-CN" dirty="0">
              <a:solidFill>
                <a:srgbClr val="0000FF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13818395"/>
      </p:ext>
    </p:extLst>
  </p:cSld>
  <p:clrMapOvr>
    <a:masterClrMapping/>
  </p:clrMapOvr>
  <p:transition spd="med">
    <p:rand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灯片编号占位符 5">
            <a:extLst>
              <a:ext uri="{FF2B5EF4-FFF2-40B4-BE49-F238E27FC236}">
                <a16:creationId xmlns:a16="http://schemas.microsoft.com/office/drawing/2014/main" xmlns="" id="{B9BEC0FD-3908-7C4C-B8C1-0AE9D81DB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buClr>
                <a:schemeClr val="tx1"/>
              </a:buClr>
              <a:buSzPct val="90000"/>
              <a:buFont typeface="Wingdings" pitchFamily="2" charset="2"/>
              <a:buChar char="Ø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1pPr>
            <a:lvl2pPr marL="742950" indent="-285750">
              <a:buFont typeface="Times New Roman" panose="02020603050405020304" pitchFamily="18" charset="0"/>
              <a:buChar char="♫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2pPr>
            <a:lvl3pPr marL="1143000" indent="-228600">
              <a:buClr>
                <a:schemeClr val="accent2"/>
              </a:buClr>
              <a:buSzPct val="90000"/>
              <a:buFont typeface="Wingdings" pitchFamily="2" charset="2"/>
              <a:buBlip>
                <a:blip r:embed="rId3"/>
              </a:buBlip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3pPr>
            <a:lvl4pPr marL="1600200" indent="-228600"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4pPr>
            <a:lvl5pPr marL="2057400" indent="-228600"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9pPr>
          </a:lstStyle>
          <a:p>
            <a:pPr>
              <a:buClrTx/>
              <a:buSzTx/>
              <a:buFontTx/>
              <a:buNone/>
              <a:defRPr/>
            </a:pPr>
            <a:fld id="{61FA2EDE-7960-6A4E-BF44-A7D4B8FCFBCA}" type="slidenum">
              <a:rPr lang="en-US" altLang="zh-CN" sz="1200" smtClean="0">
                <a:solidFill>
                  <a:srgbClr val="000000"/>
                </a:solidFill>
              </a:rPr>
              <a:pPr>
                <a:buClrTx/>
                <a:buSzTx/>
                <a:buFontTx/>
                <a:buNone/>
                <a:defRPr/>
              </a:pPr>
              <a:t>19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A4A0C1C9-B993-604D-B410-8FD7229F62C2}"/>
              </a:ext>
            </a:extLst>
          </p:cNvPr>
          <p:cNvSpPr txBox="1"/>
          <p:nvPr/>
        </p:nvSpPr>
        <p:spPr>
          <a:xfrm>
            <a:off x="467544" y="1139825"/>
            <a:ext cx="8371656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zh-CN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试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证明元数为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3200" b="1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的群一定包含一个元数是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的子群，其中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为质数，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≥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>
              <a:defRPr/>
            </a:pPr>
            <a:r>
              <a:rPr lang="zh-CN" altLang="zh-CN" sz="3200" b="1" dirty="0">
                <a:solidFill>
                  <a:srgbClr val="0000FF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证明：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为元数为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3200" b="1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的群，任取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中一非单位元的元素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，则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的周期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一定整除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3200" b="1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，且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≠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不妨设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n= </a:t>
            </a:r>
            <a:r>
              <a:rPr lang="en-US" altLang="zh-CN" sz="3200" b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3200" b="1" baseline="30000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sz="3200" b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,k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≥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>
              <a:defRPr/>
            </a:pP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k=1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，则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的周期为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(a)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即为元数为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的子群。</a:t>
            </a:r>
          </a:p>
          <a:p>
            <a:pPr>
              <a:defRPr/>
            </a:pP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k&gt;1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，则取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3200" b="1" dirty="0">
                <a:solidFill>
                  <a:srgbClr val="000000"/>
                </a:solidFill>
                <a:ea typeface="KaiTi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lang="zh-CN" altLang="en-US" sz="3200" b="1" dirty="0">
                <a:solidFill>
                  <a:srgbClr val="000000"/>
                </a:solidFill>
                <a:ea typeface="KaiTi" panose="02010609060101010101" pitchFamily="49" charset="-122"/>
                <a:cs typeface="Times New Roman" panose="02020603050405020304" pitchFamily="18" charset="0"/>
              </a:rPr>
              <a:t>       </a:t>
            </a:r>
            <a:r>
              <a:rPr lang="zh-CN" altLang="zh-CN" sz="3200" b="1" dirty="0">
                <a:solidFill>
                  <a:srgbClr val="000000"/>
                </a:solidFill>
                <a:ea typeface="KaiTi" panose="02010609060101010101" pitchFamily="49" charset="-122"/>
                <a:cs typeface="Times New Roman" panose="02020603050405020304" pitchFamily="18" charset="0"/>
              </a:rPr>
              <a:t>，</a:t>
            </a:r>
            <a:endParaRPr lang="en-US" altLang="zh-CN" sz="3200" b="1" dirty="0">
              <a:solidFill>
                <a:srgbClr val="000000"/>
              </a:solidFill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defRPr/>
            </a:pPr>
            <a:endParaRPr lang="en-US" altLang="zh-CN" sz="3200" dirty="0">
              <a:solidFill>
                <a:srgbClr val="000000"/>
              </a:solidFill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defRPr/>
            </a:pPr>
            <a:endParaRPr lang="en-US" altLang="zh-CN" sz="3200" b="1" dirty="0">
              <a:solidFill>
                <a:srgbClr val="000000"/>
              </a:solidFill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defRPr/>
            </a:pPr>
            <a:endParaRPr lang="zh-CN" altLang="zh-CN" dirty="0">
              <a:solidFill>
                <a:srgbClr val="000000"/>
              </a:solidFill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11620" name="图片 2">
            <a:extLst>
              <a:ext uri="{FF2B5EF4-FFF2-40B4-BE49-F238E27FC236}">
                <a16:creationId xmlns:a16="http://schemas.microsoft.com/office/drawing/2014/main" xmlns="" id="{634E1C18-0F39-D040-86C3-65465F9A19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4343400"/>
            <a:ext cx="914400" cy="93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1621" name="图片 5">
            <a:extLst>
              <a:ext uri="{FF2B5EF4-FFF2-40B4-BE49-F238E27FC236}">
                <a16:creationId xmlns:a16="http://schemas.microsoft.com/office/drawing/2014/main" xmlns="" id="{5CD3C9AF-7E7F-B046-87CE-7EC2ABEF63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598" y="5440362"/>
            <a:ext cx="4114800" cy="80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xmlns="" id="{F609A06F-0E97-4A48-A57A-274344251B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21110" y="445864"/>
            <a:ext cx="8985250" cy="751111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>
                <a:solidFill>
                  <a:srgbClr val="0000FF"/>
                </a:solidFill>
                <a:latin typeface="+mn-lt"/>
              </a:rPr>
              <a:t>习题</a:t>
            </a:r>
            <a:r>
              <a:rPr lang="en-US" altLang="zh-CN" dirty="0" smtClean="0">
                <a:solidFill>
                  <a:srgbClr val="0000FF"/>
                </a:solidFill>
                <a:latin typeface="+mn-lt"/>
              </a:rPr>
              <a:t>6.3-7</a:t>
            </a:r>
            <a:endParaRPr lang="en-US" altLang="zh-CN" dirty="0">
              <a:solidFill>
                <a:srgbClr val="0000FF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7930563"/>
      </p:ext>
    </p:extLst>
  </p:cSld>
  <p:clrMapOvr>
    <a:masterClrMapping/>
  </p:clrMapOvr>
  <p:transition spd="med">
    <p:rand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灯片编号占位符 5">
            <a:extLst>
              <a:ext uri="{FF2B5EF4-FFF2-40B4-BE49-F238E27FC236}">
                <a16:creationId xmlns:a16="http://schemas.microsoft.com/office/drawing/2014/main" xmlns="" id="{49A6B80C-0309-BC48-AF63-693669537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buClr>
                <a:schemeClr val="tx1"/>
              </a:buClr>
              <a:buSzPct val="90000"/>
              <a:buFont typeface="Wingdings" pitchFamily="2" charset="2"/>
              <a:buChar char="Ø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1pPr>
            <a:lvl2pPr marL="742950" indent="-285750">
              <a:buFont typeface="Times New Roman" panose="02020603050405020304" pitchFamily="18" charset="0"/>
              <a:buChar char="♫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2pPr>
            <a:lvl3pPr marL="1143000" indent="-228600">
              <a:buClr>
                <a:schemeClr val="accent2"/>
              </a:buClr>
              <a:buSzPct val="90000"/>
              <a:buFont typeface="Wingdings" pitchFamily="2" charset="2"/>
              <a:buBlip>
                <a:blip r:embed="rId3"/>
              </a:buBlip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3pPr>
            <a:lvl4pPr marL="1600200" indent="-228600"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4pPr>
            <a:lvl5pPr marL="2057400" indent="-228600"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9pPr>
          </a:lstStyle>
          <a:p>
            <a:pPr>
              <a:buClrTx/>
              <a:buSzTx/>
              <a:buFontTx/>
              <a:buNone/>
              <a:defRPr/>
            </a:pPr>
            <a:fld id="{76772062-03B7-EA42-8A33-4E640EBEB0CF}" type="slidenum">
              <a:rPr lang="en-US" altLang="zh-CN" sz="1200" smtClean="0">
                <a:solidFill>
                  <a:srgbClr val="000000"/>
                </a:solidFill>
              </a:rPr>
              <a:pPr>
                <a:buClrTx/>
                <a:buSzTx/>
                <a:buFontTx/>
                <a:buNone/>
                <a:defRPr/>
              </a:pPr>
              <a:t>20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41D7ECF7-9F8E-264F-BAD2-C7FD326B34B9}"/>
              </a:ext>
            </a:extLst>
          </p:cNvPr>
          <p:cNvSpPr txBox="1"/>
          <p:nvPr/>
        </p:nvSpPr>
        <p:spPr>
          <a:xfrm>
            <a:off x="611560" y="1139825"/>
            <a:ext cx="822764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endParaRPr lang="en-US" altLang="zh-CN" sz="3200" dirty="0">
              <a:solidFill>
                <a:srgbClr val="000000"/>
              </a:solidFill>
              <a:latin typeface="楷体_GB2312"/>
              <a:ea typeface="楷体_GB2312"/>
            </a:endParaRPr>
          </a:p>
          <a:p>
            <a:pPr>
              <a:defRPr/>
            </a:pPr>
            <a:endParaRPr lang="en-US" altLang="zh-CN" sz="3200" b="1" dirty="0">
              <a:solidFill>
                <a:srgbClr val="000000"/>
              </a:solidFill>
              <a:latin typeface="楷体_GB2312"/>
              <a:ea typeface="楷体_GB2312"/>
            </a:endParaRPr>
          </a:p>
          <a:p>
            <a:pPr>
              <a:defRPr/>
            </a:pPr>
            <a:endParaRPr lang="en-US" altLang="zh-CN" sz="3200" b="1" dirty="0">
              <a:solidFill>
                <a:srgbClr val="000000"/>
              </a:solidFill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所以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的周期是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endParaRPr lang="en-US" altLang="zh-CN" sz="3200" b="1" dirty="0">
              <a:solidFill>
                <a:srgbClr val="000000"/>
              </a:solidFill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故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(b)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是一个元数为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的子群。</a:t>
            </a:r>
          </a:p>
          <a:p>
            <a:pPr>
              <a:defRPr/>
            </a:pP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因此，元数为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3200" b="1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的群一定包含一个元数是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的子群，其中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为质数，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≥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>
              <a:defRPr/>
            </a:pPr>
            <a:r>
              <a:rPr lang="en-US" altLang="zh-CN" sz="32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</a:rPr>
              <a:t> </a:t>
            </a:r>
            <a:endParaRPr lang="zh-CN" altLang="zh-CN" sz="3200" dirty="0">
              <a:solidFill>
                <a:srgbClr val="000000"/>
              </a:solidFill>
              <a:latin typeface="+mn-lt"/>
              <a:ea typeface="宋体" panose="02010600030101010101" pitchFamily="2" charset="-122"/>
            </a:endParaRPr>
          </a:p>
          <a:p>
            <a:pPr>
              <a:defRPr/>
            </a:pPr>
            <a:endParaRPr lang="zh-CN" altLang="zh-CN" dirty="0">
              <a:solidFill>
                <a:srgbClr val="000000"/>
              </a:solidFill>
            </a:endParaRPr>
          </a:p>
        </p:txBody>
      </p:sp>
      <p:pic>
        <p:nvPicPr>
          <p:cNvPr id="113668" name="图片 3">
            <a:extLst>
              <a:ext uri="{FF2B5EF4-FFF2-40B4-BE49-F238E27FC236}">
                <a16:creationId xmlns:a16="http://schemas.microsoft.com/office/drawing/2014/main" xmlns="" id="{6FC15776-D595-F14C-B6ED-0D1585D68C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288256"/>
            <a:ext cx="5802313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xmlns="" id="{F609A06F-0E97-4A48-A57A-274344251B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21110" y="445864"/>
            <a:ext cx="8985250" cy="751111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>
                <a:solidFill>
                  <a:srgbClr val="0000FF"/>
                </a:solidFill>
                <a:latin typeface="+mn-lt"/>
              </a:rPr>
              <a:t>习题</a:t>
            </a:r>
            <a:r>
              <a:rPr lang="en-US" altLang="zh-CN" dirty="0" smtClean="0">
                <a:solidFill>
                  <a:srgbClr val="0000FF"/>
                </a:solidFill>
                <a:latin typeface="+mn-lt"/>
              </a:rPr>
              <a:t>6.3-7</a:t>
            </a:r>
            <a:endParaRPr lang="en-US" altLang="zh-CN" dirty="0">
              <a:solidFill>
                <a:srgbClr val="0000FF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18214810"/>
      </p:ext>
    </p:extLst>
  </p:cSld>
  <p:clrMapOvr>
    <a:masterClrMapping/>
  </p:clrMapOvr>
  <p:transition spd="med">
    <p:rand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552" y="1052736"/>
            <a:ext cx="8301038" cy="52832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Ø"/>
              <a:defRPr/>
            </a:pPr>
            <a:r>
              <a:rPr lang="zh-CN" altLang="en-US" sz="2900" b="1" dirty="0" smtClean="0">
                <a:ea typeface="宋体" pitchFamily="2" charset="-122"/>
              </a:rPr>
              <a:t>求证</a:t>
            </a:r>
            <a:r>
              <a:rPr lang="en-US" altLang="zh-CN" sz="2900" b="1" dirty="0">
                <a:ea typeface="宋体" pitchFamily="2" charset="-122"/>
              </a:rPr>
              <a:t>G</a:t>
            </a:r>
            <a:r>
              <a:rPr lang="zh-CN" altLang="en-US" sz="2900" b="1" dirty="0">
                <a:ea typeface="宋体" pitchFamily="2" charset="-122"/>
              </a:rPr>
              <a:t>的任意多个子群的交集是</a:t>
            </a:r>
            <a:r>
              <a:rPr lang="en-US" altLang="zh-CN" sz="2900" b="1" dirty="0">
                <a:ea typeface="宋体" pitchFamily="2" charset="-122"/>
              </a:rPr>
              <a:t>G</a:t>
            </a:r>
            <a:r>
              <a:rPr lang="zh-CN" altLang="en-US" sz="2900" b="1" dirty="0">
                <a:ea typeface="宋体" pitchFamily="2" charset="-122"/>
              </a:rPr>
              <a:t>的子群。并且，</a:t>
            </a:r>
            <a:r>
              <a:rPr lang="en-US" altLang="zh-CN" sz="2900" b="1" dirty="0">
                <a:ea typeface="宋体" pitchFamily="2" charset="-122"/>
              </a:rPr>
              <a:t>G</a:t>
            </a:r>
            <a:r>
              <a:rPr lang="zh-CN" altLang="en-US" sz="2900" b="1" dirty="0">
                <a:ea typeface="宋体" pitchFamily="2" charset="-122"/>
              </a:rPr>
              <a:t>的任意多个正规子群的交集仍是</a:t>
            </a:r>
            <a:r>
              <a:rPr lang="en-US" altLang="zh-CN" sz="2900" b="1" dirty="0">
                <a:ea typeface="宋体" pitchFamily="2" charset="-122"/>
              </a:rPr>
              <a:t>G</a:t>
            </a:r>
            <a:r>
              <a:rPr lang="zh-CN" altLang="en-US" sz="2900" b="1" dirty="0">
                <a:ea typeface="宋体" pitchFamily="2" charset="-122"/>
              </a:rPr>
              <a:t>的正规子群。</a:t>
            </a:r>
            <a:r>
              <a:rPr lang="zh-CN" altLang="en-US" sz="2900" dirty="0">
                <a:ea typeface="宋体" pitchFamily="2" charset="-122"/>
              </a:rPr>
              <a:t> </a:t>
            </a:r>
            <a:endParaRPr lang="zh-CN" altLang="en-US" sz="2900" b="1" dirty="0">
              <a:ea typeface="宋体" pitchFamily="2" charset="-122"/>
            </a:endParaRPr>
          </a:p>
          <a:p>
            <a:pPr marL="0" indent="0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900" b="1" dirty="0">
                <a:solidFill>
                  <a:srgbClr val="0000FF"/>
                </a:solidFill>
                <a:ea typeface="宋体" pitchFamily="2" charset="-122"/>
              </a:rPr>
              <a:t>证明：</a:t>
            </a:r>
            <a:r>
              <a:rPr lang="zh-CN" altLang="en-US" sz="2900" b="1" dirty="0">
                <a:ea typeface="宋体" pitchFamily="2" charset="-122"/>
              </a:rPr>
              <a:t>设</a:t>
            </a:r>
            <a:r>
              <a:rPr lang="en-US" altLang="zh-CN" sz="2900" b="1" dirty="0">
                <a:ea typeface="宋体" pitchFamily="2" charset="-122"/>
              </a:rPr>
              <a:t>G</a:t>
            </a:r>
            <a:r>
              <a:rPr lang="zh-CN" altLang="en-US" sz="2900" b="1" dirty="0">
                <a:ea typeface="宋体" pitchFamily="2" charset="-122"/>
              </a:rPr>
              <a:t>的任意多个子群的交集为</a:t>
            </a:r>
            <a:r>
              <a:rPr lang="en-US" altLang="zh-CN" sz="2900" b="1" dirty="0">
                <a:ea typeface="宋体" pitchFamily="2" charset="-122"/>
              </a:rPr>
              <a:t>H</a:t>
            </a:r>
            <a:r>
              <a:rPr lang="zh-CN" altLang="en-US" sz="2900" b="1" dirty="0">
                <a:ea typeface="宋体" pitchFamily="2" charset="-122"/>
              </a:rPr>
              <a:t>。显然</a:t>
            </a:r>
            <a:r>
              <a:rPr lang="en-US" altLang="zh-CN" sz="2900" b="1" dirty="0">
                <a:ea typeface="宋体" pitchFamily="2" charset="-122"/>
              </a:rPr>
              <a:t>1</a:t>
            </a:r>
            <a:r>
              <a:rPr lang="en-US" altLang="zh-CN" sz="2900" b="1" dirty="0">
                <a:ea typeface="宋体" pitchFamily="2" charset="-122"/>
                <a:sym typeface="Symbol" pitchFamily="18" charset="2"/>
              </a:rPr>
              <a:t></a:t>
            </a:r>
            <a:r>
              <a:rPr lang="en-US" altLang="zh-CN" sz="2900" b="1" dirty="0">
                <a:ea typeface="宋体" pitchFamily="2" charset="-122"/>
              </a:rPr>
              <a:t>H</a:t>
            </a:r>
            <a:r>
              <a:rPr lang="zh-CN" altLang="en-US" sz="2900" b="1" dirty="0">
                <a:ea typeface="宋体" pitchFamily="2" charset="-122"/>
              </a:rPr>
              <a:t>。故</a:t>
            </a:r>
            <a:r>
              <a:rPr lang="en-US" altLang="zh-CN" sz="2900" b="1" dirty="0">
                <a:ea typeface="宋体" pitchFamily="2" charset="-122"/>
              </a:rPr>
              <a:t>H</a:t>
            </a:r>
            <a:r>
              <a:rPr lang="zh-CN" altLang="en-US" sz="2900" b="1" dirty="0">
                <a:ea typeface="宋体" pitchFamily="2" charset="-122"/>
              </a:rPr>
              <a:t>非空。若</a:t>
            </a:r>
            <a:r>
              <a:rPr lang="en-US" altLang="zh-CN" sz="2900" b="1" dirty="0">
                <a:ea typeface="宋体" pitchFamily="2" charset="-122"/>
              </a:rPr>
              <a:t>a</a:t>
            </a:r>
            <a:r>
              <a:rPr lang="zh-CN" altLang="en-US" sz="2900" b="1" dirty="0">
                <a:ea typeface="宋体" pitchFamily="2" charset="-122"/>
              </a:rPr>
              <a:t>，</a:t>
            </a:r>
            <a:r>
              <a:rPr lang="en-US" altLang="zh-CN" sz="2900" b="1" dirty="0" err="1">
                <a:ea typeface="宋体" pitchFamily="2" charset="-122"/>
              </a:rPr>
              <a:t>b</a:t>
            </a:r>
            <a:r>
              <a:rPr lang="en-US" altLang="zh-CN" sz="2900" b="1" dirty="0" err="1">
                <a:ea typeface="宋体" pitchFamily="2" charset="-122"/>
                <a:sym typeface="Symbol" pitchFamily="18" charset="2"/>
              </a:rPr>
              <a:t></a:t>
            </a:r>
            <a:r>
              <a:rPr lang="en-US" altLang="zh-CN" sz="2900" b="1" dirty="0" err="1">
                <a:ea typeface="宋体" pitchFamily="2" charset="-122"/>
              </a:rPr>
              <a:t>H</a:t>
            </a:r>
            <a:r>
              <a:rPr lang="zh-CN" altLang="en-US" sz="2900" b="1" dirty="0">
                <a:ea typeface="宋体" pitchFamily="2" charset="-122"/>
              </a:rPr>
              <a:t>，则</a:t>
            </a:r>
            <a:r>
              <a:rPr lang="en-US" altLang="zh-CN" sz="2900" b="1" dirty="0">
                <a:ea typeface="宋体" pitchFamily="2" charset="-122"/>
              </a:rPr>
              <a:t>a</a:t>
            </a:r>
            <a:r>
              <a:rPr lang="zh-CN" altLang="en-US" sz="2900" b="1" dirty="0">
                <a:ea typeface="宋体" pitchFamily="2" charset="-122"/>
              </a:rPr>
              <a:t>，</a:t>
            </a:r>
            <a:r>
              <a:rPr lang="en-US" altLang="zh-CN" sz="2900" b="1" dirty="0">
                <a:ea typeface="宋体" pitchFamily="2" charset="-122"/>
              </a:rPr>
              <a:t>b</a:t>
            </a:r>
            <a:r>
              <a:rPr lang="en-US" altLang="zh-CN" sz="2900" b="1" dirty="0">
                <a:ea typeface="宋体" pitchFamily="2" charset="-122"/>
                <a:sym typeface="Symbol" pitchFamily="18" charset="2"/>
              </a:rPr>
              <a:t></a:t>
            </a:r>
            <a:r>
              <a:rPr lang="zh-CN" altLang="en-US" sz="2900" b="1" dirty="0">
                <a:ea typeface="宋体" pitchFamily="2" charset="-122"/>
              </a:rPr>
              <a:t>各子群，故</a:t>
            </a:r>
            <a:r>
              <a:rPr lang="en-US" altLang="zh-CN" sz="2900" b="1" dirty="0">
                <a:ea typeface="宋体" pitchFamily="2" charset="-122"/>
              </a:rPr>
              <a:t>ab</a:t>
            </a:r>
            <a:r>
              <a:rPr lang="en-US" altLang="zh-CN" sz="2900" b="1" baseline="30000" dirty="0">
                <a:ea typeface="宋体" pitchFamily="2" charset="-122"/>
              </a:rPr>
              <a:t>-1</a:t>
            </a:r>
            <a:r>
              <a:rPr lang="en-US" altLang="zh-CN" sz="2900" b="1" dirty="0">
                <a:ea typeface="宋体" pitchFamily="2" charset="-122"/>
                <a:sym typeface="Symbol" pitchFamily="18" charset="2"/>
              </a:rPr>
              <a:t></a:t>
            </a:r>
            <a:r>
              <a:rPr lang="zh-CN" altLang="en-US" sz="2900" b="1" dirty="0">
                <a:ea typeface="宋体" pitchFamily="2" charset="-122"/>
              </a:rPr>
              <a:t>各子群。</a:t>
            </a:r>
            <a:r>
              <a:rPr lang="en-US" altLang="zh-CN" sz="2900" b="1" dirty="0">
                <a:ea typeface="宋体" pitchFamily="2" charset="-122"/>
              </a:rPr>
              <a:t>ab</a:t>
            </a:r>
            <a:r>
              <a:rPr lang="en-US" altLang="zh-CN" sz="2900" b="1" baseline="30000" dirty="0">
                <a:ea typeface="宋体" pitchFamily="2" charset="-122"/>
              </a:rPr>
              <a:t>-1</a:t>
            </a:r>
            <a:r>
              <a:rPr lang="en-US" altLang="zh-CN" sz="2900" b="1" dirty="0">
                <a:ea typeface="宋体" pitchFamily="2" charset="-122"/>
                <a:sym typeface="Symbol" pitchFamily="18" charset="2"/>
              </a:rPr>
              <a:t></a:t>
            </a:r>
            <a:r>
              <a:rPr lang="en-US" altLang="zh-CN" sz="2900" b="1" dirty="0">
                <a:ea typeface="宋体" pitchFamily="2" charset="-122"/>
              </a:rPr>
              <a:t>H</a:t>
            </a:r>
            <a:r>
              <a:rPr lang="zh-CN" altLang="en-US" sz="2900" b="1" dirty="0">
                <a:ea typeface="宋体" pitchFamily="2" charset="-122"/>
              </a:rPr>
              <a:t>。从而</a:t>
            </a:r>
            <a:r>
              <a:rPr lang="en-US" altLang="zh-CN" sz="2900" b="1" dirty="0">
                <a:ea typeface="宋体" pitchFamily="2" charset="-122"/>
              </a:rPr>
              <a:t>H</a:t>
            </a:r>
            <a:r>
              <a:rPr lang="zh-CN" altLang="en-US" sz="2900" b="1" dirty="0">
                <a:ea typeface="宋体" pitchFamily="2" charset="-122"/>
              </a:rPr>
              <a:t>是</a:t>
            </a:r>
            <a:r>
              <a:rPr lang="en-US" altLang="zh-CN" sz="2900" b="1" dirty="0">
                <a:ea typeface="宋体" pitchFamily="2" charset="-122"/>
              </a:rPr>
              <a:t>G</a:t>
            </a:r>
            <a:r>
              <a:rPr lang="zh-CN" altLang="en-US" sz="2900" b="1" dirty="0">
                <a:ea typeface="宋体" pitchFamily="2" charset="-122"/>
              </a:rPr>
              <a:t>的子群。</a:t>
            </a:r>
          </a:p>
          <a:p>
            <a:pPr marL="85725" indent="-85725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900" b="1" dirty="0">
                <a:ea typeface="宋体" pitchFamily="2" charset="-122"/>
              </a:rPr>
              <a:t>设任意多个正规子群的交集为</a:t>
            </a:r>
            <a:r>
              <a:rPr lang="en-US" altLang="zh-CN" sz="2900" b="1" dirty="0">
                <a:ea typeface="宋体" pitchFamily="2" charset="-122"/>
              </a:rPr>
              <a:t>N</a:t>
            </a:r>
            <a:r>
              <a:rPr lang="zh-CN" altLang="en-US" sz="2900" b="1" dirty="0">
                <a:ea typeface="宋体" pitchFamily="2" charset="-122"/>
              </a:rPr>
              <a:t>。对任</a:t>
            </a:r>
            <a:r>
              <a:rPr lang="en-US" altLang="zh-CN" sz="2900" b="1" dirty="0" err="1">
                <a:ea typeface="宋体" pitchFamily="2" charset="-122"/>
              </a:rPr>
              <a:t>g</a:t>
            </a:r>
            <a:r>
              <a:rPr lang="en-US" altLang="zh-CN" sz="2900" b="1" dirty="0" err="1">
                <a:ea typeface="宋体" pitchFamily="2" charset="-122"/>
                <a:sym typeface="Symbol" pitchFamily="18" charset="2"/>
              </a:rPr>
              <a:t></a:t>
            </a:r>
            <a:r>
              <a:rPr lang="en-US" altLang="zh-CN" sz="2900" b="1" dirty="0" err="1">
                <a:ea typeface="宋体" pitchFamily="2" charset="-122"/>
              </a:rPr>
              <a:t>G</a:t>
            </a:r>
            <a:r>
              <a:rPr lang="zh-CN" altLang="en-US" sz="2900" b="1" dirty="0">
                <a:ea typeface="宋体" pitchFamily="2" charset="-122"/>
              </a:rPr>
              <a:t>，</a:t>
            </a:r>
            <a:r>
              <a:rPr lang="en-US" altLang="zh-CN" sz="2900" b="1" dirty="0" err="1">
                <a:ea typeface="宋体" pitchFamily="2" charset="-122"/>
              </a:rPr>
              <a:t>n</a:t>
            </a:r>
            <a:r>
              <a:rPr lang="en-US" altLang="zh-CN" sz="2900" b="1" dirty="0" err="1">
                <a:ea typeface="宋体" pitchFamily="2" charset="-122"/>
                <a:sym typeface="Symbol" pitchFamily="18" charset="2"/>
              </a:rPr>
              <a:t></a:t>
            </a:r>
            <a:r>
              <a:rPr lang="en-US" altLang="zh-CN" sz="2900" b="1" dirty="0" err="1">
                <a:ea typeface="宋体" pitchFamily="2" charset="-122"/>
              </a:rPr>
              <a:t>N</a:t>
            </a:r>
            <a:r>
              <a:rPr lang="zh-CN" altLang="en-US" sz="2900" b="1" dirty="0">
                <a:ea typeface="宋体" pitchFamily="2" charset="-122"/>
              </a:rPr>
              <a:t>，</a:t>
            </a:r>
            <a:r>
              <a:rPr lang="en-US" altLang="zh-CN" sz="2900" b="1" dirty="0">
                <a:ea typeface="宋体" pitchFamily="2" charset="-122"/>
              </a:rPr>
              <a:t>n</a:t>
            </a:r>
            <a:r>
              <a:rPr lang="zh-CN" altLang="en-US" sz="2900" b="1" dirty="0">
                <a:ea typeface="宋体" pitchFamily="2" charset="-122"/>
              </a:rPr>
              <a:t>属于每个正规子群，故</a:t>
            </a:r>
            <a:r>
              <a:rPr lang="en-US" altLang="zh-CN" sz="2900" b="1" dirty="0">
                <a:ea typeface="宋体" pitchFamily="2" charset="-122"/>
              </a:rPr>
              <a:t>gng</a:t>
            </a:r>
            <a:r>
              <a:rPr lang="en-US" altLang="zh-CN" sz="2900" b="1" baseline="30000" dirty="0">
                <a:ea typeface="宋体" pitchFamily="2" charset="-122"/>
              </a:rPr>
              <a:t>-1</a:t>
            </a:r>
            <a:r>
              <a:rPr lang="zh-CN" altLang="en-US" sz="2900" b="1" dirty="0">
                <a:ea typeface="宋体" pitchFamily="2" charset="-122"/>
                <a:sym typeface="Symbol" pitchFamily="18" charset="2"/>
              </a:rPr>
              <a:t>属于</a:t>
            </a:r>
            <a:r>
              <a:rPr lang="zh-CN" altLang="en-US" sz="2900" b="1" dirty="0">
                <a:ea typeface="宋体" pitchFamily="2" charset="-122"/>
              </a:rPr>
              <a:t>每个正规子群。</a:t>
            </a:r>
            <a:endParaRPr lang="en-US" altLang="zh-CN" sz="2900" b="1" dirty="0">
              <a:ea typeface="宋体" pitchFamily="2" charset="-122"/>
            </a:endParaRPr>
          </a:p>
          <a:p>
            <a:pPr marL="85725" indent="-85725" eaLnBrk="1" hangingPunct="1"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900" b="1" dirty="0">
                <a:ea typeface="宋体" pitchFamily="2" charset="-122"/>
              </a:rPr>
              <a:t> </a:t>
            </a:r>
            <a:r>
              <a:rPr lang="en-US" altLang="zh-CN" sz="2900" b="1" dirty="0">
                <a:ea typeface="宋体" pitchFamily="2" charset="-122"/>
              </a:rPr>
              <a:t>gng</a:t>
            </a:r>
            <a:r>
              <a:rPr lang="en-US" altLang="zh-CN" sz="2900" b="1" baseline="30000" dirty="0">
                <a:ea typeface="宋体" pitchFamily="2" charset="-122"/>
              </a:rPr>
              <a:t>-1</a:t>
            </a:r>
            <a:r>
              <a:rPr lang="en-US" altLang="zh-CN" sz="2900" b="1" dirty="0">
                <a:ea typeface="宋体" pitchFamily="2" charset="-122"/>
              </a:rPr>
              <a:t> </a:t>
            </a:r>
            <a:r>
              <a:rPr lang="en-US" altLang="zh-CN" sz="2900" b="1" dirty="0">
                <a:ea typeface="宋体" pitchFamily="2" charset="-122"/>
                <a:sym typeface="Symbol" pitchFamily="18" charset="2"/>
              </a:rPr>
              <a:t></a:t>
            </a:r>
            <a:r>
              <a:rPr lang="en-US" altLang="zh-CN" sz="2900" b="1" dirty="0">
                <a:ea typeface="宋体" pitchFamily="2" charset="-122"/>
              </a:rPr>
              <a:t>N</a:t>
            </a:r>
            <a:r>
              <a:rPr lang="zh-CN" altLang="en-US" sz="2900" b="1" dirty="0">
                <a:ea typeface="宋体" pitchFamily="2" charset="-122"/>
              </a:rPr>
              <a:t>，所以</a:t>
            </a:r>
            <a:r>
              <a:rPr lang="en-US" altLang="zh-CN" sz="2900" b="1" dirty="0">
                <a:ea typeface="宋体" pitchFamily="2" charset="-122"/>
              </a:rPr>
              <a:t>gNg</a:t>
            </a:r>
            <a:r>
              <a:rPr lang="en-US" altLang="zh-CN" sz="2900" b="1" baseline="30000" dirty="0">
                <a:ea typeface="宋体" pitchFamily="2" charset="-122"/>
              </a:rPr>
              <a:t>-1</a:t>
            </a:r>
            <a:r>
              <a:rPr lang="en-US" altLang="zh-CN" sz="2900" b="1" dirty="0">
                <a:ea typeface="宋体" pitchFamily="2" charset="-122"/>
                <a:sym typeface="Symbol" pitchFamily="18" charset="2"/>
              </a:rPr>
              <a:t></a:t>
            </a:r>
            <a:r>
              <a:rPr lang="en-US" altLang="zh-CN" sz="2900" b="1" dirty="0">
                <a:ea typeface="宋体" pitchFamily="2" charset="-122"/>
              </a:rPr>
              <a:t>N</a:t>
            </a:r>
            <a:r>
              <a:rPr lang="zh-CN" altLang="en-US" sz="2900" b="1" dirty="0">
                <a:ea typeface="宋体" pitchFamily="2" charset="-122"/>
              </a:rPr>
              <a:t>。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F609A06F-0E97-4A48-A57A-274344251B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21110" y="445864"/>
            <a:ext cx="8985250" cy="751111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 smtClean="0">
                <a:solidFill>
                  <a:srgbClr val="0000FF"/>
                </a:solidFill>
                <a:latin typeface="+mn-lt"/>
              </a:rPr>
              <a:t>习题</a:t>
            </a:r>
            <a:r>
              <a:rPr lang="en-US" altLang="zh-CN" dirty="0" smtClean="0">
                <a:solidFill>
                  <a:srgbClr val="0000FF"/>
                </a:solidFill>
                <a:latin typeface="+mn-lt"/>
              </a:rPr>
              <a:t>6.3-8</a:t>
            </a:r>
            <a:endParaRPr lang="en-US" altLang="zh-CN" dirty="0">
              <a:solidFill>
                <a:srgbClr val="0000FF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61193236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内容占位符 2"/>
          <p:cNvSpPr>
            <a:spLocks noGrp="1"/>
          </p:cNvSpPr>
          <p:nvPr>
            <p:ph idx="1"/>
          </p:nvPr>
        </p:nvSpPr>
        <p:spPr>
          <a:xfrm>
            <a:off x="561975" y="1341438"/>
            <a:ext cx="8301038" cy="4572000"/>
          </a:xfrm>
        </p:spPr>
        <p:txBody>
          <a:bodyPr/>
          <a:lstStyle/>
          <a:p>
            <a:pPr marL="0" indent="0">
              <a:lnSpc>
                <a:spcPct val="110000"/>
              </a:lnSpc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zh-CN" sz="30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sz="30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  <a:r>
              <a:rPr lang="zh-CN" altLang="zh-CN" sz="30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30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zh-CN" sz="30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的子群。</a:t>
            </a:r>
            <a:r>
              <a:rPr lang="en-US" altLang="zh-CN" sz="30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zh-CN" sz="30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30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zh-CN" sz="30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的正规子群。合</a:t>
            </a:r>
            <a:r>
              <a:rPr lang="en-US" altLang="zh-CN" sz="30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HN</a:t>
            </a:r>
            <a:r>
              <a:rPr lang="zh-CN" altLang="zh-CN" sz="30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30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  <a:r>
              <a:rPr lang="zh-CN" altLang="zh-CN" sz="30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的元素乘</a:t>
            </a:r>
            <a:r>
              <a:rPr lang="en-US" altLang="zh-CN" sz="30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zh-CN" sz="30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的元素所得的所有元素的集合。求证</a:t>
            </a:r>
            <a:r>
              <a:rPr lang="en-US" altLang="zh-CN" sz="30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HN</a:t>
            </a:r>
            <a:r>
              <a:rPr lang="zh-CN" altLang="zh-CN" sz="30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30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zh-CN" sz="3000" b="1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的子群。</a:t>
            </a:r>
            <a:endParaRPr lang="en-US" altLang="zh-CN" sz="3000" b="1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en-US" sz="30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证明：</a:t>
            </a:r>
            <a:r>
              <a:rPr lang="zh-CN" altLang="zh-CN" sz="30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显然</a:t>
            </a:r>
            <a:r>
              <a:rPr lang="en-US" altLang="zh-CN" sz="30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3000" b="1" kern="1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30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HN</a:t>
            </a:r>
            <a:r>
              <a:rPr lang="zh-CN" altLang="zh-CN" sz="30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30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HN</a:t>
            </a:r>
            <a:r>
              <a:rPr lang="zh-CN" altLang="zh-CN" sz="30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非空。</a:t>
            </a:r>
            <a:endParaRPr lang="en-US" altLang="zh-CN" sz="3000" b="1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 algn="just">
              <a:lnSpc>
                <a:spcPct val="11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zh-CN" sz="30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对</a:t>
            </a:r>
            <a:r>
              <a:rPr lang="zh-CN" altLang="zh-CN" sz="3000" b="1" kern="1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任</a:t>
            </a:r>
            <a:r>
              <a:rPr lang="zh-CN" altLang="en-US" sz="3000" b="1" kern="1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意</a:t>
            </a:r>
            <a:r>
              <a:rPr lang="en-US" altLang="zh-CN" sz="3000" b="1" kern="1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a</a:t>
            </a:r>
            <a:r>
              <a:rPr lang="zh-CN" altLang="zh-CN" sz="30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3000" b="1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en-US" altLang="zh-CN" sz="3000" b="1" kern="100" dirty="0" err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3000" b="1" kern="1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HN</a:t>
            </a:r>
            <a:r>
              <a:rPr lang="zh-CN" altLang="zh-CN" sz="30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，可以有：</a:t>
            </a:r>
          </a:p>
          <a:p>
            <a:pPr marL="0" indent="0" algn="just">
              <a:lnSpc>
                <a:spcPct val="11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30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ab</a:t>
            </a:r>
            <a:r>
              <a:rPr lang="en-US" altLang="zh-CN" sz="3000" b="1" kern="100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-1</a:t>
            </a:r>
            <a:r>
              <a:rPr lang="en-US" altLang="zh-CN" sz="30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=h</a:t>
            </a:r>
            <a:r>
              <a:rPr lang="en-US" altLang="zh-CN" sz="3000" b="1" kern="1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30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3000" b="1" kern="1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30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(h</a:t>
            </a:r>
            <a:r>
              <a:rPr lang="en-US" altLang="zh-CN" sz="3000" b="1" kern="1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30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3000" b="1" kern="1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30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en-US" altLang="zh-CN" sz="3000" b="1" kern="100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-1</a:t>
            </a:r>
            <a:r>
              <a:rPr lang="en-US" altLang="zh-CN" sz="30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=h</a:t>
            </a:r>
            <a:r>
              <a:rPr lang="en-US" altLang="zh-CN" sz="3000" b="1" kern="1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30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3000" b="1" kern="1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30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3000" b="1" kern="1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3000" b="1" kern="100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-1</a:t>
            </a:r>
            <a:r>
              <a:rPr lang="en-US" altLang="zh-CN" sz="30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  <a:r>
              <a:rPr lang="en-US" altLang="zh-CN" sz="3000" b="1" kern="1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3000" b="1" kern="100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-1</a:t>
            </a:r>
            <a:endParaRPr lang="zh-CN" altLang="zh-CN" sz="3000" b="1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 algn="just">
              <a:lnSpc>
                <a:spcPct val="11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zh-CN" sz="30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=h</a:t>
            </a:r>
            <a:r>
              <a:rPr lang="en-US" altLang="zh-CN" sz="3000" b="1" kern="1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30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nh</a:t>
            </a:r>
            <a:r>
              <a:rPr lang="en-US" altLang="zh-CN" sz="3000" b="1" kern="1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3000" b="1" kern="100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-1</a:t>
            </a:r>
            <a:r>
              <a:rPr lang="en-US" altLang="zh-CN" sz="30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=h</a:t>
            </a:r>
            <a:r>
              <a:rPr lang="en-US" altLang="zh-CN" sz="3000" b="1" kern="1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en-US" altLang="zh-CN" sz="30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h</a:t>
            </a:r>
            <a:r>
              <a:rPr lang="en-US" altLang="zh-CN" sz="3000" b="1" kern="1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3000" b="1" kern="100" baseline="300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-1</a:t>
            </a:r>
            <a:r>
              <a:rPr lang="en-US" altLang="zh-CN" sz="30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en-US" altLang="zh-CN" sz="3000" b="1" kern="1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3000" b="1" kern="1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</a:t>
            </a:r>
            <a:r>
              <a:rPr lang="en-US" altLang="zh-CN" sz="30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HN</a:t>
            </a:r>
            <a:endParaRPr lang="zh-CN" altLang="zh-CN" sz="3000" b="1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 algn="just">
              <a:lnSpc>
                <a:spcPct val="110000"/>
              </a:lnSpc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zh-CN" altLang="zh-CN" sz="30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由此推知</a:t>
            </a:r>
            <a:r>
              <a:rPr lang="en-US" altLang="zh-CN" sz="30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HN</a:t>
            </a:r>
            <a:r>
              <a:rPr lang="zh-CN" altLang="zh-CN" sz="30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是</a:t>
            </a:r>
            <a:r>
              <a:rPr lang="en-US" altLang="zh-CN" sz="30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zh-CN" altLang="zh-CN" sz="30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的子群。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zh-CN" altLang="en-US" dirty="0"/>
          </a:p>
        </p:txBody>
      </p:sp>
      <p:sp>
        <p:nvSpPr>
          <p:cNvPr id="80900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charset="-122"/>
                <a:ea typeface="楷体_GB2312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B7E7375-1B20-4208-A30E-80C67B200C93}" type="slidenum">
              <a:rPr lang="ko-KR" altLang="en-US" sz="1400">
                <a:solidFill>
                  <a:srgbClr val="000000"/>
                </a:solidFill>
                <a:latin typeface="-윤명조140" charset="-127"/>
                <a:ea typeface="-윤명조140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lang="en-US" altLang="ko-KR" sz="1400">
              <a:solidFill>
                <a:srgbClr val="000000"/>
              </a:solidFill>
              <a:latin typeface="-윤명조140" charset="-127"/>
              <a:ea typeface="-윤명조140" charset="-127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xmlns="" id="{F609A06F-0E97-4A48-A57A-274344251B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21110" y="445864"/>
            <a:ext cx="8985250" cy="751111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>
                <a:solidFill>
                  <a:srgbClr val="0000FF"/>
                </a:solidFill>
                <a:latin typeface="+mn-lt"/>
              </a:rPr>
              <a:t>习题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6.3-9</a:t>
            </a:r>
          </a:p>
        </p:txBody>
      </p:sp>
    </p:spTree>
    <p:extLst>
      <p:ext uri="{BB962C8B-B14F-4D97-AF65-F5344CB8AC3E}">
        <p14:creationId xmlns:p14="http://schemas.microsoft.com/office/powerpoint/2010/main" val="2814150292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75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75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7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75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75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75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75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75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75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75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灯片编号占位符 5">
            <a:extLst>
              <a:ext uri="{FF2B5EF4-FFF2-40B4-BE49-F238E27FC236}">
                <a16:creationId xmlns:a16="http://schemas.microsoft.com/office/drawing/2014/main" xmlns="" id="{5F237106-7B8C-B64E-B2B3-0A32F2FD6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buClr>
                <a:schemeClr val="tx1"/>
              </a:buClr>
              <a:buSzPct val="90000"/>
              <a:buFont typeface="Wingdings" pitchFamily="2" charset="2"/>
              <a:buChar char="Ø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1pPr>
            <a:lvl2pPr marL="742950" indent="-285750">
              <a:buFont typeface="Times New Roman" panose="02020603050405020304" pitchFamily="18" charset="0"/>
              <a:buChar char="♫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2pPr>
            <a:lvl3pPr marL="1143000" indent="-228600">
              <a:buClr>
                <a:schemeClr val="accent2"/>
              </a:buClr>
              <a:buSzPct val="90000"/>
              <a:buFont typeface="Wingdings" pitchFamily="2" charset="2"/>
              <a:buBlip>
                <a:blip r:embed="rId3"/>
              </a:buBlip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3pPr>
            <a:lvl4pPr marL="1600200" indent="-228600">
              <a:buChar char="–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4pPr>
            <a:lvl5pPr marL="2057400" indent="-228600"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Blip>
                <a:blip r:embed="rId4"/>
              </a:buBlip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楷体_GB2312" panose="02010609030101010101" pitchFamily="49" charset="-122"/>
              </a:defRPr>
            </a:lvl9pPr>
          </a:lstStyle>
          <a:p>
            <a:pPr>
              <a:buClrTx/>
              <a:buSzTx/>
              <a:buFontTx/>
              <a:buNone/>
              <a:defRPr/>
            </a:pPr>
            <a:fld id="{41C9AD8C-3C6B-3F41-AA57-E19DF3514349}" type="slidenum">
              <a:rPr lang="en-US" altLang="zh-CN" sz="1200" smtClean="0">
                <a:solidFill>
                  <a:srgbClr val="000000"/>
                </a:solidFill>
              </a:rPr>
              <a:pPr>
                <a:buClrTx/>
                <a:buSzTx/>
                <a:buFontTx/>
                <a:buNone/>
                <a:defRPr/>
              </a:pPr>
              <a:t>23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47FDB334-6726-2945-9B88-D13D8F49F870}"/>
              </a:ext>
            </a:extLst>
          </p:cNvPr>
          <p:cNvSpPr txBox="1"/>
          <p:nvPr/>
        </p:nvSpPr>
        <p:spPr>
          <a:xfrm>
            <a:off x="467543" y="1198563"/>
            <a:ext cx="8427219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zh-CN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求证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若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在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中的指数是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，则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必然是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的正规子群。</a:t>
            </a:r>
          </a:p>
          <a:p>
            <a:pPr>
              <a:defRPr/>
            </a:pPr>
            <a:r>
              <a:rPr lang="zh-CN" altLang="en-US" sz="3200" b="1" dirty="0">
                <a:solidFill>
                  <a:srgbClr val="0000FF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分析</a:t>
            </a:r>
            <a:r>
              <a:rPr lang="zh-CN" altLang="zh-CN" sz="3200" b="1" dirty="0" smtClean="0">
                <a:solidFill>
                  <a:srgbClr val="0000FF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：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的指数也就是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的右</a:t>
            </a:r>
            <a:r>
              <a:rPr lang="en-US" altLang="zh-CN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en-US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左</a:t>
            </a:r>
            <a:r>
              <a:rPr lang="en-US" altLang="zh-CN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陪集</a:t>
            </a: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的个数。当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的指数为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时，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的右陪集为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和</a:t>
            </a:r>
            <a:r>
              <a:rPr lang="en-US" altLang="zh-CN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aH(</a:t>
            </a:r>
            <a:r>
              <a:rPr lang="zh-CN" altLang="en-US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其中</a:t>
            </a:r>
            <a:r>
              <a:rPr lang="en-US" altLang="zh-CN" sz="3200" b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a∉</a:t>
            </a:r>
            <a:r>
              <a:rPr lang="en-US" altLang="zh-CN" sz="3200" b="1" dirty="0" err="1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的左陪集为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和</a:t>
            </a:r>
            <a:r>
              <a:rPr lang="en-US" altLang="zh-CN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Ha(</a:t>
            </a:r>
            <a:r>
              <a:rPr lang="en-US" altLang="zh-CN" sz="3200" b="1" dirty="0" err="1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a</a:t>
            </a:r>
            <a:r>
              <a:rPr lang="en-US" altLang="zh-CN" sz="3200" b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∉</a:t>
            </a:r>
            <a:r>
              <a:rPr lang="en-US" altLang="zh-CN" sz="3200" b="1" dirty="0" err="1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en-US" altLang="zh-CN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)</a:t>
            </a:r>
            <a:r>
              <a:rPr lang="zh-CN" altLang="en-US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en-US" altLang="zh-CN" sz="3200" b="1" dirty="0">
              <a:solidFill>
                <a:srgbClr val="000000"/>
              </a:solidFill>
              <a:latin typeface="+mn-lt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defRPr/>
            </a:pPr>
            <a:r>
              <a:rPr lang="zh-CN" altLang="en-US" sz="3200" b="1" dirty="0" smtClean="0">
                <a:solidFill>
                  <a:srgbClr val="0000FF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证明：</a:t>
            </a:r>
            <a:endParaRPr lang="en-US" altLang="zh-CN" sz="3200" b="1" dirty="0">
              <a:solidFill>
                <a:srgbClr val="0000FF"/>
              </a:solidFill>
              <a:latin typeface="+mn-lt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>
              <a:defRPr/>
            </a:pP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任取</a:t>
            </a:r>
            <a:r>
              <a:rPr lang="en-US" altLang="zh-CN" sz="3200" b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a∈G</a:t>
            </a: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，若</a:t>
            </a:r>
            <a:r>
              <a:rPr lang="en-US" altLang="zh-CN" sz="3200" b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a∈H</a:t>
            </a: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，则</a:t>
            </a:r>
            <a:r>
              <a:rPr lang="en-US" altLang="zh-CN" sz="3200" b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aH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=Ha=H</a:t>
            </a: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，若</a:t>
            </a:r>
            <a:r>
              <a:rPr lang="en-US" altLang="zh-CN" sz="3200" b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a∉H</a:t>
            </a:r>
            <a:r>
              <a:rPr lang="zh-CN" altLang="en-US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zh-CN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对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zh-CN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的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右陪集</a:t>
            </a:r>
            <a:r>
              <a:rPr lang="en-US" altLang="zh-CN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aH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(</a:t>
            </a:r>
            <a:r>
              <a:rPr lang="zh-CN" altLang="zh-CN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左陪集</a:t>
            </a:r>
            <a:r>
              <a:rPr lang="en-US" altLang="zh-CN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Ha)</a:t>
            </a: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，</a:t>
            </a:r>
            <a:r>
              <a:rPr lang="zh-CN" altLang="zh-CN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都是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中元</a:t>
            </a: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素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去掉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的所余</a:t>
            </a:r>
            <a:r>
              <a:rPr lang="zh-CN" altLang="zh-CN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部分</a:t>
            </a:r>
            <a:r>
              <a:rPr lang="en-US" altLang="zh-CN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G-H</a:t>
            </a:r>
            <a:r>
              <a:rPr lang="zh-CN" altLang="zh-CN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r>
              <a:rPr lang="zh-CN" altLang="en-US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即</a:t>
            </a:r>
            <a:r>
              <a:rPr lang="zh-CN" altLang="en-US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对</a:t>
            </a:r>
            <a:r>
              <a:rPr lang="en-US" altLang="zh-CN" sz="3200" b="1" dirty="0" err="1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a</a:t>
            </a:r>
            <a:r>
              <a:rPr lang="en-US" altLang="zh-CN" sz="3200" b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G</a:t>
            </a:r>
            <a:r>
              <a:rPr lang="zh-CN" altLang="en-US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  <a:sym typeface="Symbol" panose="05050102010706020507" pitchFamily="18" charset="2"/>
              </a:rPr>
              <a:t>，恒有 </a:t>
            </a:r>
            <a:r>
              <a:rPr lang="en-US" altLang="zh-CN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aH=Ha</a:t>
            </a:r>
            <a:r>
              <a:rPr lang="zh-CN" altLang="en-US" sz="3200" b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，因此，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H</a:t>
            </a: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是</a:t>
            </a:r>
            <a:r>
              <a:rPr lang="en-US" altLang="zh-CN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G</a:t>
            </a:r>
            <a:r>
              <a:rPr lang="zh-CN" altLang="en-US" sz="3200" b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Arial" panose="020B0604020202020204" pitchFamily="34" charset="0"/>
              </a:rPr>
              <a:t>的正规子群</a:t>
            </a:r>
            <a:r>
              <a:rPr lang="zh-CN" altLang="zh-CN" sz="3200" b="1" dirty="0">
                <a:solidFill>
                  <a:srgbClr val="000000"/>
                </a:solidFill>
                <a:latin typeface="+mn-lt"/>
                <a:ea typeface="KaiTi" panose="02010609060101010101" pitchFamily="49" charset="-122"/>
                <a:cs typeface="Arial" panose="020B0604020202020204" pitchFamily="34" charset="0"/>
              </a:rPr>
              <a:t>。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xmlns="" id="{EA79B5AC-BE0A-6242-9B6D-4E2871ECB5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870" y="346373"/>
            <a:ext cx="8985250" cy="1143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习题</a:t>
            </a:r>
            <a:r>
              <a:rPr lang="en-US" altLang="zh-CN" dirty="0" smtClean="0">
                <a:solidFill>
                  <a:srgbClr val="0000FF"/>
                </a:solidFill>
                <a:latin typeface="+mn-lt"/>
              </a:rPr>
              <a:t>6.3-10</a:t>
            </a:r>
            <a:endParaRPr lang="en-US" altLang="zh-CN" dirty="0">
              <a:solidFill>
                <a:srgbClr val="0000FF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04217850"/>
      </p:ext>
    </p:extLst>
  </p:cSld>
  <p:clrMapOvr>
    <a:masterClrMapping/>
  </p:clrMapOvr>
  <p:transition spd="med">
    <p:rand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552" y="1268760"/>
            <a:ext cx="8301038" cy="5328567"/>
          </a:xfrm>
        </p:spPr>
        <p:txBody>
          <a:bodyPr/>
          <a:lstStyle/>
          <a:p>
            <a:pPr>
              <a:lnSpc>
                <a:spcPct val="110000"/>
              </a:lnSpc>
              <a:defRPr/>
            </a:pP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sz="3000" b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={0,1,2,3,4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 ⊕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为模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加法运算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(S</a:t>
            </a:r>
            <a:r>
              <a:rPr lang="en-US" altLang="zh-CN" sz="3000" b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⊕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5)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为模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整数加法群。请求出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sz="3000" b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中每个元素的周期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并指出所有的生成元。</a:t>
            </a:r>
            <a:endParaRPr lang="en-US" altLang="zh-CN" sz="30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defRPr/>
            </a:pPr>
            <a:r>
              <a:rPr lang="zh-CN" altLang="en-US" sz="3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解：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0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的周期为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的周期为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</a:p>
          <a:p>
            <a:pPr marL="0" indent="1166813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的周期为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的周期为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</a:p>
          <a:p>
            <a:pPr marL="0" indent="1166813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的周期为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endParaRPr lang="en-US" altLang="zh-CN" sz="30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1166813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生成元： 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1, 2, 3</a:t>
            </a:r>
            <a:r>
              <a:rPr lang="zh-CN" altLang="en-US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0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endParaRPr lang="en-US" altLang="zh-CN" sz="30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zh-CN" altLang="en-US" sz="3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549275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生成元的例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5D9530-C1B3-434E-8267-3534FFBBD382}" type="slidenum">
              <a:rPr lang="en-US" altLang="ko-KR" smtClean="0">
                <a:solidFill>
                  <a:srgbClr val="000000"/>
                </a:solidFill>
              </a:rPr>
              <a:pPr>
                <a:defRPr/>
              </a:pPr>
              <a:t>24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8653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内容占位符 2"/>
          <p:cNvSpPr>
            <a:spLocks noGrp="1"/>
          </p:cNvSpPr>
          <p:nvPr>
            <p:ph idx="1"/>
          </p:nvPr>
        </p:nvSpPr>
        <p:spPr>
          <a:xfrm>
            <a:off x="467544" y="1268760"/>
            <a:ext cx="8301038" cy="4752627"/>
          </a:xfrm>
        </p:spPr>
        <p:txBody>
          <a:bodyPr/>
          <a:lstStyle/>
          <a:p>
            <a:pPr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是元数为质数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的循环群，则对于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中任意不是单位元的元素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都是生成元。</a:t>
            </a:r>
            <a:endParaRPr lang="en-US" altLang="zh-CN" sz="32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证明：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G=(u)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，由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不是单位元，存在</a:t>
            </a:r>
            <a:r>
              <a:rPr lang="en-US" altLang="zh-CN" sz="32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sz="32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∈</a:t>
            </a:r>
            <a:r>
              <a:rPr lang="en-US" altLang="zh-CN" sz="32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使 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a=u</a:t>
            </a:r>
            <a:r>
              <a:rPr lang="en-US" altLang="zh-CN" sz="3200" b="1" i="1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sz="3200" b="1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0&lt;</a:t>
            </a:r>
            <a:r>
              <a:rPr lang="en-US" altLang="zh-CN" sz="32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&lt;p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。因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为质数，</a:t>
            </a:r>
            <a:r>
              <a:rPr lang="en-US" altLang="zh-CN" sz="3200" b="1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互质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故存在整数</a:t>
            </a:r>
            <a:r>
              <a:rPr lang="en-US" altLang="zh-CN" sz="32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m,n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，使</a:t>
            </a:r>
            <a:r>
              <a:rPr lang="en-US" altLang="zh-CN" sz="32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3200" b="1" i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sz="32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+mp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=1.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于是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u=</a:t>
            </a:r>
            <a:r>
              <a:rPr lang="en-US" altLang="zh-CN" sz="32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sz="3200" b="1" baseline="30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3200" b="1" i="1" baseline="30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sz="3200" b="1" baseline="30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+mp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=(</a:t>
            </a:r>
            <a:r>
              <a:rPr lang="en-US" altLang="zh-CN" sz="32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sz="3200" b="1" i="1" baseline="30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3200" b="1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(u</a:t>
            </a:r>
            <a:r>
              <a:rPr lang="en-US" altLang="zh-CN" sz="3200" b="1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3200" b="1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=a</a:t>
            </a:r>
            <a:r>
              <a:rPr lang="en-US" altLang="zh-CN" sz="3200" b="1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 </a:t>
            </a:r>
            <a:r>
              <a:rPr lang="zh-CN" altLang="en-US" sz="3200" b="1" baseline="30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从而对于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中任意一个元素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，都存在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∈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Z,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使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x=</a:t>
            </a:r>
            <a:r>
              <a:rPr lang="en-US" altLang="zh-CN" sz="32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en-US" altLang="zh-CN" sz="3200" b="1" baseline="30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32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3200" b="1" baseline="300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tn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，</a:t>
            </a:r>
            <a:r>
              <a:rPr lang="en-US" altLang="zh-CN" sz="32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tn</a:t>
            </a:r>
            <a:r>
              <a:rPr lang="en-US" altLang="zh-CN" sz="32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∈</a:t>
            </a:r>
            <a:r>
              <a:rPr lang="en-US" altLang="zh-CN" sz="3200" b="1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即证得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en-US" sz="3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的生成元。</a:t>
            </a:r>
            <a:endParaRPr lang="zh-CN" altLang="zh-CN" sz="32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en-US" altLang="zh-CN" sz="3200" b="1" baseline="300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sz="30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defRPr/>
            </a:pPr>
            <a:endParaRPr lang="zh-CN" altLang="en-US" sz="30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549275"/>
            <a:ext cx="7772400" cy="762000"/>
          </a:xfrm>
        </p:spPr>
        <p:txBody>
          <a:bodyPr/>
          <a:lstStyle/>
          <a:p>
            <a:pPr eaLnBrk="1" hangingPunct="1"/>
            <a:r>
              <a:rPr lang="zh-CN" altLang="en-US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练习：</a:t>
            </a:r>
            <a:endParaRPr lang="zh-CN" altLang="en-US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5D9530-C1B3-434E-8267-3534FFBBD382}" type="slidenum">
              <a:rPr lang="en-US" altLang="ko-KR" smtClean="0">
                <a:solidFill>
                  <a:srgbClr val="000000"/>
                </a:solidFill>
              </a:rPr>
              <a:pPr>
                <a:defRPr/>
              </a:pPr>
              <a:t>25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5184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1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 eaLnBrk="1" latinLnBrk="0" hangingPunct="1">
              <a:lnSpc>
                <a:spcPct val="114000"/>
              </a:lnSpc>
              <a:buClr>
                <a:srgbClr val="0000FF"/>
              </a:buClr>
              <a:buSzPct val="85000"/>
              <a:buFont typeface="Wingdings" panose="05000000000000000000" pitchFamily="2" charset="2"/>
              <a:buChar char="Ø"/>
              <a:tabLst>
                <a:tab pos="1149350" algn="l"/>
                <a:tab pos="1995488" algn="l"/>
              </a:tabLst>
              <a:defRPr/>
            </a:pPr>
            <a:r>
              <a:rPr lang="zh-CN" altLang="en-US" sz="3200" b="1" kern="1200" dirty="0" smtClean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 </a:t>
            </a:r>
            <a:r>
              <a:rPr lang="zh-CN" altLang="en-US" sz="3200" b="1" kern="1200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设有限交换群</a:t>
            </a:r>
            <a:r>
              <a:rPr lang="en-US" altLang="zh-CN" sz="3200" b="1" kern="1200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(G，·)</a:t>
            </a:r>
            <a:r>
              <a:rPr lang="zh-CN" altLang="en-US" sz="3200" b="1" kern="1200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中所有元素之积不等于单位元1，试证明</a:t>
            </a:r>
            <a:r>
              <a:rPr lang="en-US" altLang="zh-CN" sz="3200" b="1" kern="1200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G</a:t>
            </a:r>
            <a:r>
              <a:rPr lang="zh-CN" altLang="en-US" sz="3200" b="1" kern="1200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必为偶数元群。</a:t>
            </a:r>
            <a:endParaRPr lang="en-US" altLang="zh-CN" sz="3200" b="1" kern="1200" dirty="0">
              <a:latin typeface="Times New Roman" panose="02020603050405020304" pitchFamily="18" charset="0"/>
              <a:ea typeface="宋体"/>
              <a:cs typeface="Times New Roman" panose="02020603050405020304" pitchFamily="18" charset="0"/>
            </a:endParaRPr>
          </a:p>
          <a:p>
            <a:pPr marL="0" indent="0" algn="just" eaLnBrk="1" latinLnBrk="0" hangingPunct="1">
              <a:lnSpc>
                <a:spcPct val="114000"/>
              </a:lnSpc>
              <a:buClr>
                <a:srgbClr val="0000FF"/>
              </a:buClr>
              <a:buSzPct val="85000"/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  <a:defRPr/>
            </a:pPr>
            <a:endParaRPr lang="zh-CN" altLang="en-US" sz="3200" b="1" kern="1200" dirty="0">
              <a:latin typeface="Times New Roman" panose="02020603050405020304" pitchFamily="18" charset="0"/>
              <a:ea typeface="宋体"/>
              <a:cs typeface="Times New Roman" panose="02020603050405020304" pitchFamily="18" charset="0"/>
            </a:endParaRPr>
          </a:p>
          <a:p>
            <a:pPr marL="0" indent="0" algn="just" eaLnBrk="1" latinLnBrk="0" hangingPunct="1">
              <a:lnSpc>
                <a:spcPct val="114000"/>
              </a:lnSpc>
              <a:buClr>
                <a:srgbClr val="FFCC00"/>
              </a:buClr>
              <a:buSzPct val="85000"/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  <a:defRPr/>
            </a:pPr>
            <a:r>
              <a:rPr lang="zh-CN" altLang="en-US" sz="3200" b="1" kern="1200" dirty="0">
                <a:solidFill>
                  <a:srgbClr val="0000FF"/>
                </a:solidFill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证明：</a:t>
            </a:r>
            <a:r>
              <a:rPr lang="zh-CN" altLang="en-US" sz="3200" b="1" kern="1200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用反证法。假设</a:t>
            </a:r>
            <a:r>
              <a:rPr lang="en-US" altLang="zh-CN" sz="3200" b="1" kern="1200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(G，·)</a:t>
            </a:r>
            <a:r>
              <a:rPr lang="zh-CN" altLang="en-US" sz="3200" b="1" kern="1200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为奇数元群，往证</a:t>
            </a:r>
            <a:r>
              <a:rPr lang="en-US" altLang="zh-CN" sz="3200" b="1" kern="1200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(G，·)</a:t>
            </a:r>
            <a:r>
              <a:rPr lang="zh-CN" altLang="en-US" sz="3200" b="1" kern="1200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中所有元素之积等于单位元1。</a:t>
            </a:r>
          </a:p>
          <a:p>
            <a:pPr marL="0" indent="0" algn="just" eaLnBrk="1" latinLnBrk="0" hangingPunct="1">
              <a:lnSpc>
                <a:spcPct val="114000"/>
              </a:lnSpc>
              <a:buClr>
                <a:srgbClr val="FFCC00"/>
              </a:buClr>
              <a:buSzPct val="85000"/>
              <a:buFont typeface="Wingdings" panose="05000000000000000000" pitchFamily="2" charset="2"/>
              <a:buNone/>
              <a:tabLst>
                <a:tab pos="1149350" algn="l"/>
                <a:tab pos="1995488" algn="l"/>
              </a:tabLst>
              <a:defRPr/>
            </a:pPr>
            <a:r>
              <a:rPr lang="zh-CN" altLang="en-US" sz="3200" b="1" kern="1200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由</a:t>
            </a:r>
            <a:r>
              <a:rPr lang="en-US" altLang="zh-CN" sz="3200" b="1" kern="1200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G</a:t>
            </a:r>
            <a:r>
              <a:rPr lang="zh-CN" altLang="en-US" sz="3200" b="1" kern="1200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有限，设</a:t>
            </a:r>
            <a:r>
              <a:rPr lang="en-US" altLang="zh-CN" sz="3200" b="1" kern="1200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G={1，a</a:t>
            </a:r>
            <a:r>
              <a:rPr lang="en-US" altLang="zh-CN" sz="3200" b="1" kern="1200" baseline="-30000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1</a:t>
            </a:r>
            <a:r>
              <a:rPr lang="en-US" altLang="zh-CN" sz="3200" b="1" kern="1200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，a</a:t>
            </a:r>
            <a:r>
              <a:rPr lang="en-US" altLang="zh-CN" sz="3200" b="1" kern="1200" baseline="-30000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2</a:t>
            </a:r>
            <a:r>
              <a:rPr lang="en-US" altLang="zh-CN" sz="3200" b="1" kern="1200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,…,a</a:t>
            </a:r>
            <a:r>
              <a:rPr lang="en-US" altLang="zh-CN" sz="3200" b="1" kern="1200" baseline="-30000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2n</a:t>
            </a:r>
            <a:r>
              <a:rPr lang="en-US" altLang="zh-CN" sz="3200" b="1" kern="1200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}。</a:t>
            </a:r>
            <a:endParaRPr lang="zh-CN" altLang="en-US" sz="3200" b="1" kern="1200" dirty="0">
              <a:latin typeface="Times New Roman" panose="02020603050405020304" pitchFamily="18" charset="0"/>
              <a:ea typeface="宋体"/>
              <a:cs typeface="Times New Roman" panose="02020603050405020304" pitchFamily="18" charset="0"/>
            </a:endParaRPr>
          </a:p>
          <a:p>
            <a:pPr>
              <a:defRPr/>
            </a:pP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643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D647C3A-F8BE-4472-9227-DDE89464EEF9}" type="slidenum">
              <a:rPr lang="en-US" altLang="ko-KR" sz="1400" smtClean="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26</a:t>
            </a:fld>
            <a:endParaRPr lang="en-US" altLang="ko-KR" sz="1400">
              <a:solidFill>
                <a:srgbClr val="000000"/>
              </a:solidFill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11264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7772400" cy="719138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应用拉格朗日</a:t>
            </a:r>
            <a:r>
              <a:rPr lang="zh-CN" altLang="en-US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定理</a:t>
            </a:r>
            <a:r>
              <a:rPr lang="en-US" altLang="zh-CN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—</a:t>
            </a:r>
            <a:r>
              <a:rPr lang="zh-CN" altLang="en-US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练习 </a:t>
            </a:r>
            <a:endParaRPr lang="zh-CN" altLang="en-US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0581918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latinLnBrk="0" hangingPunct="1">
              <a:buClr>
                <a:srgbClr val="FFCC00"/>
              </a:buClr>
              <a:buSzPct val="85000"/>
              <a:buFont typeface="Wingdings" panose="05000000000000000000" pitchFamily="2" charset="2"/>
              <a:buNone/>
              <a:tabLst>
                <a:tab pos="574675" algn="l"/>
                <a:tab pos="1995488" algn="l"/>
                <a:tab pos="3719513" algn="l"/>
              </a:tabLst>
              <a:defRPr/>
            </a:pPr>
            <a:r>
              <a:rPr lang="zh-CN" altLang="en-US" sz="3200" b="1" kern="1200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首先证明对</a:t>
            </a:r>
            <a:r>
              <a:rPr lang="en-US" altLang="zh-CN" sz="3200" b="1" kern="1200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G</a:t>
            </a:r>
            <a:r>
              <a:rPr lang="zh-CN" altLang="en-US" sz="3200" b="1" kern="1200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中任意非单位元的元素</a:t>
            </a:r>
            <a:r>
              <a:rPr lang="en-US" altLang="zh-CN" sz="3200" b="1" kern="1200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a，</a:t>
            </a:r>
          </a:p>
          <a:p>
            <a:pPr marL="0" indent="0" eaLnBrk="1" latinLnBrk="0" hangingPunct="1">
              <a:buClr>
                <a:srgbClr val="FFCC00"/>
              </a:buClr>
              <a:buSzPct val="85000"/>
              <a:buFont typeface="Wingdings" panose="05000000000000000000" pitchFamily="2" charset="2"/>
              <a:buNone/>
              <a:tabLst>
                <a:tab pos="574675" algn="l"/>
                <a:tab pos="1995488" algn="l"/>
                <a:tab pos="3719513" algn="l"/>
              </a:tabLst>
              <a:defRPr/>
            </a:pPr>
            <a:r>
              <a:rPr lang="en-US" altLang="zh-CN" sz="3200" b="1" kern="1200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a≠a</a:t>
            </a:r>
            <a:r>
              <a:rPr lang="en-US" altLang="zh-CN" sz="3200" b="1" kern="1200" baseline="30000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-1</a:t>
            </a:r>
            <a:r>
              <a:rPr lang="en-US" altLang="zh-CN" sz="3200" b="1" kern="1200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。</a:t>
            </a:r>
            <a:r>
              <a:rPr lang="zh-CN" altLang="en-US" sz="3200" b="1" kern="1200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假设</a:t>
            </a:r>
            <a:r>
              <a:rPr lang="en-US" altLang="zh-CN" sz="3200" b="1" kern="1200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G</a:t>
            </a:r>
            <a:r>
              <a:rPr lang="zh-CN" altLang="en-US" sz="3200" b="1" kern="1200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中有元素</a:t>
            </a:r>
            <a:r>
              <a:rPr lang="en-US" altLang="zh-CN" sz="3200" b="1" kern="1200" dirty="0" err="1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a，a</a:t>
            </a:r>
            <a:r>
              <a:rPr lang="en-US" altLang="zh-CN" sz="3200" b="1" kern="1200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=a</a:t>
            </a:r>
            <a:r>
              <a:rPr lang="en-US" altLang="zh-CN" sz="3200" b="1" kern="1200" baseline="30000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-1</a:t>
            </a:r>
            <a:r>
              <a:rPr lang="en-US" altLang="zh-CN" sz="3200" b="1" kern="1200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，</a:t>
            </a:r>
            <a:r>
              <a:rPr lang="zh-CN" altLang="en-US" sz="3200" b="1" kern="1200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则</a:t>
            </a:r>
            <a:r>
              <a:rPr lang="en-US" altLang="zh-CN" sz="3200" b="1" kern="1200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a</a:t>
            </a:r>
            <a:r>
              <a:rPr lang="en-US" altLang="zh-CN" sz="3200" b="1" kern="1200" baseline="30000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2</a:t>
            </a:r>
            <a:r>
              <a:rPr lang="en-US" altLang="zh-CN" sz="3200" b="1" kern="1200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=1，</a:t>
            </a:r>
          </a:p>
          <a:p>
            <a:pPr marL="0" indent="0" eaLnBrk="1" latinLnBrk="0" hangingPunct="1">
              <a:buClr>
                <a:srgbClr val="FFCC00"/>
              </a:buClr>
              <a:buSzPct val="85000"/>
              <a:buFont typeface="Wingdings" panose="05000000000000000000" pitchFamily="2" charset="2"/>
              <a:buNone/>
              <a:tabLst>
                <a:tab pos="574675" algn="l"/>
                <a:tab pos="1995488" algn="l"/>
                <a:tab pos="3719513" algn="l"/>
              </a:tabLst>
              <a:defRPr/>
            </a:pPr>
            <a:r>
              <a:rPr lang="zh-CN" altLang="en-US" sz="3200" b="1" kern="1200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显然</a:t>
            </a:r>
            <a:r>
              <a:rPr lang="en-US" altLang="zh-CN" sz="3200" b="1" kern="1200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(</a:t>
            </a:r>
            <a:r>
              <a:rPr lang="zh-CN" altLang="en-US" sz="3200" b="1" kern="1200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{1，</a:t>
            </a:r>
            <a:r>
              <a:rPr lang="en-US" altLang="zh-CN" sz="3200" b="1" kern="1200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a}，·)</a:t>
            </a:r>
            <a:r>
              <a:rPr lang="zh-CN" altLang="en-US" sz="3200" b="1" kern="1200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是</a:t>
            </a:r>
            <a:r>
              <a:rPr lang="en-US" altLang="zh-CN" sz="3200" b="1" kern="1200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(G，·)</a:t>
            </a:r>
            <a:r>
              <a:rPr lang="zh-CN" altLang="en-US" sz="3200" b="1" kern="1200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的元数为2的</a:t>
            </a:r>
          </a:p>
          <a:p>
            <a:pPr marL="0" indent="0" eaLnBrk="1" latinLnBrk="0" hangingPunct="1">
              <a:buClr>
                <a:srgbClr val="FFCC00"/>
              </a:buClr>
              <a:buSzPct val="85000"/>
              <a:buFont typeface="Wingdings" panose="05000000000000000000" pitchFamily="2" charset="2"/>
              <a:buNone/>
              <a:tabLst>
                <a:tab pos="574675" algn="l"/>
                <a:tab pos="1995488" algn="l"/>
                <a:tab pos="3719513" algn="l"/>
              </a:tabLst>
              <a:defRPr/>
            </a:pPr>
            <a:r>
              <a:rPr lang="zh-CN" altLang="en-US" sz="3200" b="1" kern="1200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子群。由</a:t>
            </a:r>
            <a:r>
              <a:rPr lang="en-US" altLang="zh-CN" sz="3200" b="1" kern="1200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Lagrange</a:t>
            </a:r>
            <a:r>
              <a:rPr lang="zh-CN" altLang="en-US" sz="3200" b="1" kern="1200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定理知，2应该整除</a:t>
            </a:r>
            <a:r>
              <a:rPr lang="en-US" altLang="zh-CN" sz="3200" b="1" kern="1200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G</a:t>
            </a:r>
            <a:r>
              <a:rPr lang="zh-CN" altLang="en-US" sz="3200" b="1" kern="1200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的</a:t>
            </a:r>
          </a:p>
          <a:p>
            <a:pPr marL="0" indent="0" eaLnBrk="1" latinLnBrk="0" hangingPunct="1">
              <a:buClr>
                <a:srgbClr val="FFCC00"/>
              </a:buClr>
              <a:buSzPct val="85000"/>
              <a:buFont typeface="Wingdings" panose="05000000000000000000" pitchFamily="2" charset="2"/>
              <a:buNone/>
              <a:tabLst>
                <a:tab pos="574675" algn="l"/>
                <a:tab pos="1995488" algn="l"/>
                <a:tab pos="3719513" algn="l"/>
              </a:tabLst>
              <a:defRPr/>
            </a:pPr>
            <a:r>
              <a:rPr lang="zh-CN" altLang="en-US" sz="3200" b="1" kern="1200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元数。因为</a:t>
            </a:r>
            <a:r>
              <a:rPr lang="en-US" altLang="zh-CN" sz="3200" b="1" kern="1200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G</a:t>
            </a:r>
            <a:r>
              <a:rPr lang="zh-CN" altLang="en-US" sz="3200" b="1" kern="1200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的元数为2</a:t>
            </a:r>
            <a:r>
              <a:rPr lang="en-US" altLang="zh-CN" sz="3200" b="1" kern="1200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n+1，</a:t>
            </a:r>
            <a:r>
              <a:rPr lang="zh-CN" altLang="en-US" sz="3200" b="1" kern="1200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所以2不整除</a:t>
            </a:r>
          </a:p>
          <a:p>
            <a:pPr marL="0" indent="0" eaLnBrk="1" latinLnBrk="0" hangingPunct="1">
              <a:buClr>
                <a:srgbClr val="FFCC00"/>
              </a:buClr>
              <a:buSzPct val="85000"/>
              <a:buFont typeface="Wingdings" panose="05000000000000000000" pitchFamily="2" charset="2"/>
              <a:buNone/>
              <a:tabLst>
                <a:tab pos="574675" algn="l"/>
                <a:tab pos="1995488" algn="l"/>
                <a:tab pos="3719513" algn="l"/>
              </a:tabLst>
              <a:defRPr/>
            </a:pPr>
            <a:r>
              <a:rPr lang="en-US" altLang="zh-CN" sz="3200" b="1" kern="1200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G</a:t>
            </a:r>
            <a:r>
              <a:rPr lang="zh-CN" altLang="en-US" sz="3200" b="1" kern="1200" dirty="0">
                <a:latin typeface="Times New Roman" panose="02020603050405020304" pitchFamily="18" charset="0"/>
                <a:ea typeface="宋体"/>
                <a:cs typeface="Times New Roman" panose="02020603050405020304" pitchFamily="18" charset="0"/>
              </a:rPr>
              <a:t>的元数，这就产生了矛盾。</a:t>
            </a:r>
          </a:p>
          <a:p>
            <a:pPr>
              <a:defRPr/>
            </a:pPr>
            <a:endParaRPr lang="zh-CN" altLang="en-US" dirty="0"/>
          </a:p>
        </p:txBody>
      </p:sp>
      <p:sp>
        <p:nvSpPr>
          <p:cNvPr id="113667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ACA27F9-1471-4917-9D0B-49B5E76AC16F}" type="slidenum">
              <a:rPr lang="en-US" altLang="ko-KR" sz="1400" smtClean="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27</a:t>
            </a:fld>
            <a:endParaRPr lang="en-US" altLang="ko-KR" sz="1400">
              <a:solidFill>
                <a:srgbClr val="000000"/>
              </a:solidFill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11366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7772400" cy="719138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应用拉格朗日定理 </a:t>
            </a:r>
            <a:r>
              <a:rPr lang="en-US" altLang="zh-CN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--</a:t>
            </a:r>
            <a:r>
              <a:rPr lang="zh-CN" altLang="en-US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练习</a:t>
            </a:r>
            <a:endParaRPr lang="zh-CN" altLang="en-US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1361072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3563" y="1265238"/>
            <a:ext cx="8301037" cy="5472112"/>
          </a:xfrm>
        </p:spPr>
        <p:txBody>
          <a:bodyPr/>
          <a:lstStyle/>
          <a:p>
            <a:pPr marL="0" indent="0" algn="just" eaLnBrk="1" latinLnBrk="0" hangingPunct="1">
              <a:lnSpc>
                <a:spcPct val="90000"/>
              </a:lnSpc>
              <a:buClr>
                <a:srgbClr val="FFCC00"/>
              </a:buClr>
              <a:buSzPct val="85000"/>
              <a:buFont typeface="Wingdings" panose="05000000000000000000" pitchFamily="2" charset="2"/>
              <a:buNone/>
              <a:tabLst>
                <a:tab pos="574675" algn="l"/>
                <a:tab pos="1995488" algn="l"/>
                <a:tab pos="3719513" algn="l"/>
              </a:tabLst>
              <a:defRPr/>
            </a:pPr>
            <a:r>
              <a:rPr lang="zh-CN" altLang="en-US" sz="2800" b="1" kern="1200" dirty="0">
                <a:solidFill>
                  <a:srgbClr val="000044"/>
                </a:solidFill>
                <a:latin typeface="Times New Roman"/>
                <a:ea typeface="宋体"/>
              </a:rPr>
              <a:t>由于任意元素的逆元素是唯一的，即不同的元</a:t>
            </a:r>
          </a:p>
          <a:p>
            <a:pPr marL="0" indent="0" algn="just" eaLnBrk="1" latinLnBrk="0" hangingPunct="1">
              <a:lnSpc>
                <a:spcPct val="90000"/>
              </a:lnSpc>
              <a:buClr>
                <a:srgbClr val="FFCC00"/>
              </a:buClr>
              <a:buSzPct val="85000"/>
              <a:buFont typeface="Wingdings" panose="05000000000000000000" pitchFamily="2" charset="2"/>
              <a:buNone/>
              <a:tabLst>
                <a:tab pos="574675" algn="l"/>
                <a:tab pos="1995488" algn="l"/>
                <a:tab pos="3719513" algn="l"/>
              </a:tabLst>
              <a:defRPr/>
            </a:pPr>
            <a:r>
              <a:rPr lang="zh-CN" altLang="en-US" sz="2800" b="1" kern="1200" dirty="0">
                <a:solidFill>
                  <a:srgbClr val="000044"/>
                </a:solidFill>
                <a:latin typeface="Times New Roman"/>
                <a:ea typeface="宋体"/>
              </a:rPr>
              <a:t>素有不同的逆元，所以在</a:t>
            </a:r>
            <a:r>
              <a:rPr lang="en-US" altLang="zh-CN" sz="2800" b="1" kern="1200" dirty="0">
                <a:solidFill>
                  <a:srgbClr val="000044"/>
                </a:solidFill>
                <a:latin typeface="Times New Roman"/>
                <a:ea typeface="宋体"/>
              </a:rPr>
              <a:t>a</a:t>
            </a:r>
            <a:r>
              <a:rPr lang="en-US" altLang="zh-CN" sz="2800" b="1" kern="1200" baseline="-30000" dirty="0">
                <a:solidFill>
                  <a:srgbClr val="000044"/>
                </a:solidFill>
                <a:latin typeface="Times New Roman"/>
                <a:ea typeface="宋体"/>
              </a:rPr>
              <a:t>1</a:t>
            </a:r>
            <a:r>
              <a:rPr lang="en-US" altLang="zh-CN" sz="2800" b="1" kern="1200" dirty="0">
                <a:solidFill>
                  <a:srgbClr val="000044"/>
                </a:solidFill>
                <a:latin typeface="Times New Roman"/>
                <a:ea typeface="宋体"/>
              </a:rPr>
              <a:t>，a</a:t>
            </a:r>
            <a:r>
              <a:rPr lang="en-US" altLang="zh-CN" sz="2800" b="1" kern="1200" baseline="-30000" dirty="0">
                <a:solidFill>
                  <a:srgbClr val="000044"/>
                </a:solidFill>
                <a:latin typeface="Times New Roman"/>
                <a:ea typeface="宋体"/>
              </a:rPr>
              <a:t>2</a:t>
            </a:r>
            <a:r>
              <a:rPr lang="en-US" altLang="zh-CN" sz="2800" b="1" kern="1200" dirty="0">
                <a:solidFill>
                  <a:srgbClr val="000044"/>
                </a:solidFill>
                <a:latin typeface="Times New Roman"/>
                <a:ea typeface="宋体"/>
              </a:rPr>
              <a:t>,…,a</a:t>
            </a:r>
            <a:r>
              <a:rPr lang="en-US" altLang="zh-CN" sz="2800" b="1" kern="1200" baseline="-30000" dirty="0">
                <a:solidFill>
                  <a:srgbClr val="000044"/>
                </a:solidFill>
                <a:latin typeface="Times New Roman"/>
                <a:ea typeface="宋体"/>
              </a:rPr>
              <a:t>2n</a:t>
            </a:r>
            <a:r>
              <a:rPr lang="zh-CN" altLang="en-US" sz="2800" b="1" kern="1200" dirty="0">
                <a:solidFill>
                  <a:srgbClr val="000044"/>
                </a:solidFill>
                <a:latin typeface="Times New Roman"/>
                <a:ea typeface="宋体"/>
              </a:rPr>
              <a:t>中按如下</a:t>
            </a:r>
          </a:p>
          <a:p>
            <a:pPr marL="0" indent="0" algn="just" eaLnBrk="1" latinLnBrk="0" hangingPunct="1">
              <a:lnSpc>
                <a:spcPct val="90000"/>
              </a:lnSpc>
              <a:buClr>
                <a:srgbClr val="FFCC00"/>
              </a:buClr>
              <a:buSzPct val="85000"/>
              <a:buFont typeface="Wingdings" panose="05000000000000000000" pitchFamily="2" charset="2"/>
              <a:buNone/>
              <a:tabLst>
                <a:tab pos="574675" algn="l"/>
                <a:tab pos="1995488" algn="l"/>
                <a:tab pos="3719513" algn="l"/>
              </a:tabLst>
              <a:defRPr/>
            </a:pPr>
            <a:r>
              <a:rPr lang="zh-CN" altLang="en-US" sz="2800" b="1" kern="1200" dirty="0">
                <a:solidFill>
                  <a:srgbClr val="000044"/>
                </a:solidFill>
                <a:latin typeface="Times New Roman"/>
                <a:ea typeface="宋体"/>
              </a:rPr>
              <a:t>方法取元素：先任取一</a:t>
            </a:r>
            <a:r>
              <a:rPr lang="en-US" altLang="zh-CN" sz="2800" b="1" kern="1200" dirty="0">
                <a:solidFill>
                  <a:srgbClr val="000044"/>
                </a:solidFill>
                <a:latin typeface="Times New Roman"/>
                <a:ea typeface="宋体"/>
              </a:rPr>
              <a:t>a</a:t>
            </a:r>
            <a:r>
              <a:rPr lang="en-US" altLang="zh-CN" sz="2800" b="1" kern="1200" baseline="-30000" dirty="0">
                <a:solidFill>
                  <a:srgbClr val="000044"/>
                </a:solidFill>
                <a:latin typeface="Times New Roman"/>
                <a:ea typeface="宋体"/>
              </a:rPr>
              <a:t>i1</a:t>
            </a:r>
            <a:r>
              <a:rPr lang="zh-CN" altLang="en-US" sz="2800" b="1" kern="1200" dirty="0">
                <a:solidFill>
                  <a:srgbClr val="000044"/>
                </a:solidFill>
                <a:latin typeface="Times New Roman"/>
                <a:ea typeface="宋体"/>
              </a:rPr>
              <a:t>及其逆元</a:t>
            </a:r>
            <a:r>
              <a:rPr lang="en-US" altLang="zh-CN" sz="2800" b="1" kern="1200" dirty="0">
                <a:solidFill>
                  <a:srgbClr val="000044"/>
                </a:solidFill>
                <a:latin typeface="Times New Roman"/>
                <a:ea typeface="宋体"/>
              </a:rPr>
              <a:t>a</a:t>
            </a:r>
            <a:r>
              <a:rPr lang="en-US" altLang="zh-CN" sz="2800" b="1" kern="1200" baseline="-30000" dirty="0">
                <a:solidFill>
                  <a:srgbClr val="000044"/>
                </a:solidFill>
                <a:latin typeface="Times New Roman"/>
                <a:ea typeface="宋体"/>
              </a:rPr>
              <a:t>j1</a:t>
            </a:r>
            <a:r>
              <a:rPr lang="en-US" altLang="zh-CN" sz="2800" b="1" kern="1200" dirty="0">
                <a:solidFill>
                  <a:srgbClr val="000044"/>
                </a:solidFill>
                <a:latin typeface="Times New Roman"/>
                <a:ea typeface="宋体"/>
              </a:rPr>
              <a:t>(i1≠j1)，</a:t>
            </a:r>
          </a:p>
          <a:p>
            <a:pPr marL="0" indent="0" algn="just" eaLnBrk="1" latinLnBrk="0" hangingPunct="1">
              <a:lnSpc>
                <a:spcPct val="90000"/>
              </a:lnSpc>
              <a:buClr>
                <a:srgbClr val="FFCC00"/>
              </a:buClr>
              <a:buSzPct val="85000"/>
              <a:buFont typeface="Wingdings" panose="05000000000000000000" pitchFamily="2" charset="2"/>
              <a:buNone/>
              <a:tabLst>
                <a:tab pos="574675" algn="l"/>
                <a:tab pos="1995488" algn="l"/>
                <a:tab pos="3719513" algn="l"/>
              </a:tabLst>
              <a:defRPr/>
            </a:pPr>
            <a:r>
              <a:rPr lang="zh-CN" altLang="en-US" sz="2800" b="1" kern="1200" dirty="0">
                <a:solidFill>
                  <a:srgbClr val="000044"/>
                </a:solidFill>
                <a:latin typeface="Times New Roman"/>
                <a:ea typeface="宋体"/>
              </a:rPr>
              <a:t>再在剩下的2</a:t>
            </a:r>
            <a:r>
              <a:rPr lang="en-US" altLang="zh-CN" sz="2800" b="1" kern="1200" dirty="0">
                <a:solidFill>
                  <a:srgbClr val="000044"/>
                </a:solidFill>
                <a:latin typeface="Times New Roman"/>
                <a:ea typeface="宋体"/>
              </a:rPr>
              <a:t>(n-1)</a:t>
            </a:r>
            <a:r>
              <a:rPr lang="zh-CN" altLang="en-US" sz="2800" b="1" kern="1200" dirty="0">
                <a:solidFill>
                  <a:srgbClr val="000044"/>
                </a:solidFill>
                <a:latin typeface="Times New Roman"/>
                <a:ea typeface="宋体"/>
              </a:rPr>
              <a:t>个元素中任取一</a:t>
            </a:r>
            <a:r>
              <a:rPr lang="en-US" altLang="zh-CN" sz="2800" b="1" kern="1200" dirty="0">
                <a:solidFill>
                  <a:srgbClr val="000044"/>
                </a:solidFill>
                <a:latin typeface="Times New Roman"/>
                <a:ea typeface="宋体"/>
              </a:rPr>
              <a:t>a</a:t>
            </a:r>
            <a:r>
              <a:rPr lang="en-US" altLang="zh-CN" sz="2800" b="1" kern="1200" baseline="-30000" dirty="0">
                <a:solidFill>
                  <a:srgbClr val="000044"/>
                </a:solidFill>
                <a:latin typeface="Times New Roman"/>
                <a:ea typeface="宋体"/>
              </a:rPr>
              <a:t>i2</a:t>
            </a:r>
            <a:r>
              <a:rPr lang="zh-CN" altLang="en-US" sz="2800" b="1" kern="1200" dirty="0">
                <a:solidFill>
                  <a:srgbClr val="000044"/>
                </a:solidFill>
                <a:latin typeface="Times New Roman"/>
                <a:ea typeface="宋体"/>
              </a:rPr>
              <a:t>及其逆元</a:t>
            </a:r>
          </a:p>
          <a:p>
            <a:pPr marL="0" indent="0" algn="just" eaLnBrk="1" latinLnBrk="0" hangingPunct="1">
              <a:lnSpc>
                <a:spcPct val="90000"/>
              </a:lnSpc>
              <a:buClr>
                <a:srgbClr val="FFCC00"/>
              </a:buClr>
              <a:buSzPct val="85000"/>
              <a:buFont typeface="Wingdings" panose="05000000000000000000" pitchFamily="2" charset="2"/>
              <a:buNone/>
              <a:tabLst>
                <a:tab pos="574675" algn="l"/>
                <a:tab pos="1995488" algn="l"/>
                <a:tab pos="3719513" algn="l"/>
              </a:tabLst>
              <a:defRPr/>
            </a:pPr>
            <a:r>
              <a:rPr lang="en-US" altLang="zh-CN" sz="2800" b="1" kern="1200" dirty="0">
                <a:solidFill>
                  <a:srgbClr val="000044"/>
                </a:solidFill>
                <a:latin typeface="Times New Roman"/>
                <a:ea typeface="宋体"/>
              </a:rPr>
              <a:t>a</a:t>
            </a:r>
            <a:r>
              <a:rPr lang="en-US" altLang="zh-CN" sz="2800" b="1" kern="1200" baseline="-30000" dirty="0">
                <a:solidFill>
                  <a:srgbClr val="000044"/>
                </a:solidFill>
                <a:latin typeface="Times New Roman"/>
                <a:ea typeface="宋体"/>
              </a:rPr>
              <a:t>j2</a:t>
            </a:r>
            <a:r>
              <a:rPr lang="en-US" altLang="zh-CN" sz="2800" b="1" kern="1200" dirty="0">
                <a:solidFill>
                  <a:srgbClr val="000044"/>
                </a:solidFill>
                <a:latin typeface="Times New Roman"/>
                <a:ea typeface="宋体"/>
              </a:rPr>
              <a:t>(i2≠j2)，</a:t>
            </a:r>
            <a:r>
              <a:rPr lang="zh-CN" altLang="en-US" sz="2800" b="1" kern="1200" dirty="0">
                <a:solidFill>
                  <a:srgbClr val="000044"/>
                </a:solidFill>
                <a:latin typeface="Times New Roman"/>
                <a:ea typeface="宋体"/>
              </a:rPr>
              <a:t>以此类推</a:t>
            </a:r>
            <a:r>
              <a:rPr lang="en-US" altLang="zh-CN" sz="2800" b="1" kern="1200" dirty="0">
                <a:solidFill>
                  <a:srgbClr val="000044"/>
                </a:solidFill>
                <a:latin typeface="Times New Roman"/>
                <a:ea typeface="宋体"/>
              </a:rPr>
              <a:t>n</a:t>
            </a:r>
            <a:r>
              <a:rPr lang="zh-CN" altLang="en-US" sz="2800" b="1" kern="1200" dirty="0">
                <a:solidFill>
                  <a:srgbClr val="000044"/>
                </a:solidFill>
                <a:latin typeface="Times New Roman"/>
                <a:ea typeface="宋体"/>
              </a:rPr>
              <a:t>次，直到取出</a:t>
            </a:r>
            <a:r>
              <a:rPr lang="en-US" altLang="zh-CN" sz="2800" b="1" kern="1200" dirty="0" err="1">
                <a:solidFill>
                  <a:srgbClr val="000044"/>
                </a:solidFill>
                <a:latin typeface="Times New Roman"/>
                <a:ea typeface="宋体"/>
              </a:rPr>
              <a:t>a</a:t>
            </a:r>
            <a:r>
              <a:rPr lang="en-US" altLang="zh-CN" sz="2800" b="1" kern="1200" baseline="-30000" dirty="0" err="1">
                <a:solidFill>
                  <a:srgbClr val="000044"/>
                </a:solidFill>
                <a:latin typeface="Times New Roman"/>
                <a:ea typeface="宋体"/>
              </a:rPr>
              <a:t>in</a:t>
            </a:r>
            <a:r>
              <a:rPr lang="zh-CN" altLang="en-US" sz="2800" b="1" kern="1200" dirty="0">
                <a:solidFill>
                  <a:srgbClr val="000044"/>
                </a:solidFill>
                <a:latin typeface="Times New Roman"/>
                <a:ea typeface="宋体"/>
              </a:rPr>
              <a:t>及其逆元</a:t>
            </a:r>
          </a:p>
          <a:p>
            <a:pPr marL="0" indent="0" algn="just" eaLnBrk="1" latinLnBrk="0" hangingPunct="1">
              <a:lnSpc>
                <a:spcPct val="90000"/>
              </a:lnSpc>
              <a:buClr>
                <a:srgbClr val="FFCC00"/>
              </a:buClr>
              <a:buSzPct val="85000"/>
              <a:buFont typeface="Wingdings" panose="05000000000000000000" pitchFamily="2" charset="2"/>
              <a:buNone/>
              <a:tabLst>
                <a:tab pos="574675" algn="l"/>
                <a:tab pos="1995488" algn="l"/>
                <a:tab pos="3719513" algn="l"/>
              </a:tabLst>
              <a:defRPr/>
            </a:pPr>
            <a:r>
              <a:rPr lang="en-US" altLang="zh-CN" sz="2800" b="1" kern="1200" dirty="0" err="1">
                <a:solidFill>
                  <a:srgbClr val="000044"/>
                </a:solidFill>
                <a:latin typeface="Times New Roman"/>
                <a:ea typeface="宋体"/>
              </a:rPr>
              <a:t>a</a:t>
            </a:r>
            <a:r>
              <a:rPr lang="en-US" altLang="zh-CN" sz="2800" b="1" kern="1200" baseline="-30000" dirty="0" err="1">
                <a:solidFill>
                  <a:srgbClr val="000044"/>
                </a:solidFill>
                <a:latin typeface="Times New Roman"/>
                <a:ea typeface="宋体"/>
              </a:rPr>
              <a:t>jn</a:t>
            </a:r>
            <a:r>
              <a:rPr lang="en-US" altLang="zh-CN" sz="2800" b="1" kern="1200" dirty="0">
                <a:solidFill>
                  <a:srgbClr val="000044"/>
                </a:solidFill>
                <a:latin typeface="Times New Roman"/>
                <a:ea typeface="宋体"/>
              </a:rPr>
              <a:t>(</a:t>
            </a:r>
            <a:r>
              <a:rPr lang="en-US" altLang="zh-CN" sz="2800" b="1" kern="1200" dirty="0" err="1">
                <a:solidFill>
                  <a:srgbClr val="000044"/>
                </a:solidFill>
                <a:latin typeface="Times New Roman"/>
                <a:ea typeface="宋体"/>
              </a:rPr>
              <a:t>in≠jn</a:t>
            </a:r>
            <a:r>
              <a:rPr lang="en-US" altLang="zh-CN" sz="2800" b="1" kern="1200" dirty="0">
                <a:solidFill>
                  <a:srgbClr val="000044"/>
                </a:solidFill>
                <a:latin typeface="Times New Roman"/>
                <a:ea typeface="宋体"/>
              </a:rPr>
              <a:t>)。</a:t>
            </a:r>
            <a:r>
              <a:rPr lang="zh-CN" altLang="en-US" sz="2800" b="1" kern="1200" dirty="0">
                <a:solidFill>
                  <a:srgbClr val="000044"/>
                </a:solidFill>
                <a:latin typeface="Times New Roman"/>
                <a:ea typeface="宋体"/>
              </a:rPr>
              <a:t>则                  =1，</a:t>
            </a:r>
            <a:endParaRPr lang="en-US" altLang="zh-CN" sz="2800" b="1" kern="1200" dirty="0">
              <a:solidFill>
                <a:srgbClr val="000044"/>
              </a:solidFill>
              <a:latin typeface="Times New Roman"/>
              <a:ea typeface="宋体"/>
            </a:endParaRPr>
          </a:p>
          <a:p>
            <a:pPr marL="0" indent="0" algn="just" eaLnBrk="1" latinLnBrk="0" hangingPunct="1">
              <a:lnSpc>
                <a:spcPct val="90000"/>
              </a:lnSpc>
              <a:buClr>
                <a:srgbClr val="FFCC00"/>
              </a:buClr>
              <a:buSzPct val="85000"/>
              <a:buFont typeface="Wingdings" panose="05000000000000000000" pitchFamily="2" charset="2"/>
              <a:buNone/>
              <a:tabLst>
                <a:tab pos="574675" algn="l"/>
                <a:tab pos="1995488" algn="l"/>
                <a:tab pos="3719513" algn="l"/>
              </a:tabLst>
              <a:defRPr/>
            </a:pPr>
            <a:endParaRPr lang="en-US" altLang="zh-CN" sz="2800" b="1" kern="1200" dirty="0">
              <a:solidFill>
                <a:srgbClr val="000044"/>
              </a:solidFill>
              <a:latin typeface="Times New Roman"/>
              <a:ea typeface="宋体"/>
            </a:endParaRPr>
          </a:p>
          <a:p>
            <a:pPr marL="0" indent="0" algn="just" eaLnBrk="1" latinLnBrk="0" hangingPunct="1">
              <a:lnSpc>
                <a:spcPct val="90000"/>
              </a:lnSpc>
              <a:buClr>
                <a:srgbClr val="FFCC00"/>
              </a:buClr>
              <a:buSzPct val="85000"/>
              <a:buFont typeface="Wingdings" panose="05000000000000000000" pitchFamily="2" charset="2"/>
              <a:buNone/>
              <a:tabLst>
                <a:tab pos="574675" algn="l"/>
                <a:tab pos="1995488" algn="l"/>
                <a:tab pos="3719513" algn="l"/>
              </a:tabLst>
              <a:defRPr/>
            </a:pPr>
            <a:r>
              <a:rPr lang="zh-CN" altLang="en-US" sz="2800" b="1" kern="1200" dirty="0">
                <a:solidFill>
                  <a:srgbClr val="000044"/>
                </a:solidFill>
                <a:latin typeface="Times New Roman"/>
                <a:ea typeface="宋体"/>
              </a:rPr>
              <a:t>由</a:t>
            </a:r>
            <a:r>
              <a:rPr lang="en-US" altLang="zh-CN" sz="2800" b="1" kern="1200" dirty="0">
                <a:solidFill>
                  <a:srgbClr val="000044"/>
                </a:solidFill>
                <a:latin typeface="Times New Roman"/>
                <a:ea typeface="宋体"/>
              </a:rPr>
              <a:t>(G，·)</a:t>
            </a:r>
            <a:r>
              <a:rPr lang="zh-CN" altLang="en-US" sz="2800" b="1" kern="1200" dirty="0">
                <a:solidFill>
                  <a:srgbClr val="000044"/>
                </a:solidFill>
                <a:latin typeface="Times New Roman"/>
                <a:ea typeface="宋体"/>
              </a:rPr>
              <a:t>为交换群知 ，               = </a:t>
            </a:r>
            <a:r>
              <a:rPr lang="en-US" altLang="zh-CN" sz="2800" b="1" kern="1200" dirty="0">
                <a:solidFill>
                  <a:srgbClr val="000044"/>
                </a:solidFill>
                <a:latin typeface="Times New Roman"/>
                <a:ea typeface="宋体"/>
              </a:rPr>
              <a:t>a</a:t>
            </a:r>
            <a:r>
              <a:rPr lang="en-US" altLang="zh-CN" sz="2800" b="1" kern="1200" baseline="-30000" dirty="0">
                <a:solidFill>
                  <a:srgbClr val="000044"/>
                </a:solidFill>
                <a:latin typeface="Times New Roman"/>
                <a:ea typeface="宋体"/>
              </a:rPr>
              <a:t>1</a:t>
            </a:r>
            <a:r>
              <a:rPr lang="en-US" altLang="zh-CN" sz="2800" b="1" kern="1200" dirty="0">
                <a:solidFill>
                  <a:srgbClr val="000044"/>
                </a:solidFill>
                <a:latin typeface="Times New Roman"/>
                <a:ea typeface="宋体"/>
              </a:rPr>
              <a:t>·a</a:t>
            </a:r>
            <a:r>
              <a:rPr lang="en-US" altLang="zh-CN" sz="2800" b="1" kern="1200" baseline="-30000" dirty="0">
                <a:solidFill>
                  <a:srgbClr val="000044"/>
                </a:solidFill>
                <a:latin typeface="Times New Roman"/>
                <a:ea typeface="宋体"/>
              </a:rPr>
              <a:t>2</a:t>
            </a:r>
            <a:r>
              <a:rPr lang="en-US" altLang="zh-CN" sz="2800" b="1" kern="1200" dirty="0">
                <a:solidFill>
                  <a:srgbClr val="000044"/>
                </a:solidFill>
                <a:latin typeface="Times New Roman"/>
                <a:ea typeface="宋体"/>
              </a:rPr>
              <a:t>·…·a</a:t>
            </a:r>
            <a:r>
              <a:rPr lang="en-US" altLang="zh-CN" sz="2800" b="1" kern="1200" baseline="-30000" dirty="0">
                <a:solidFill>
                  <a:srgbClr val="000044"/>
                </a:solidFill>
                <a:latin typeface="Times New Roman"/>
                <a:ea typeface="宋体"/>
              </a:rPr>
              <a:t>2n</a:t>
            </a:r>
            <a:r>
              <a:rPr lang="en-US" altLang="zh-CN" sz="2800" b="1" kern="1200" dirty="0">
                <a:solidFill>
                  <a:srgbClr val="000044"/>
                </a:solidFill>
                <a:latin typeface="Times New Roman"/>
                <a:ea typeface="宋体"/>
              </a:rPr>
              <a:t>，</a:t>
            </a:r>
          </a:p>
          <a:p>
            <a:pPr marL="0" indent="0" algn="just" eaLnBrk="1" latinLnBrk="0" hangingPunct="1">
              <a:lnSpc>
                <a:spcPct val="90000"/>
              </a:lnSpc>
              <a:buClr>
                <a:srgbClr val="FFCC00"/>
              </a:buClr>
              <a:buSzPct val="85000"/>
              <a:buFont typeface="Wingdings" panose="05000000000000000000" pitchFamily="2" charset="2"/>
              <a:buNone/>
              <a:tabLst>
                <a:tab pos="574675" algn="l"/>
                <a:tab pos="1995488" algn="l"/>
                <a:tab pos="3719513" algn="l"/>
              </a:tabLst>
              <a:defRPr/>
            </a:pPr>
            <a:r>
              <a:rPr lang="zh-CN" altLang="en-US" sz="2800" b="1" kern="1200" dirty="0">
                <a:solidFill>
                  <a:srgbClr val="000044"/>
                </a:solidFill>
                <a:latin typeface="Times New Roman"/>
                <a:ea typeface="宋体"/>
              </a:rPr>
              <a:t>所以，</a:t>
            </a:r>
            <a:r>
              <a:rPr lang="en-US" altLang="zh-CN" sz="2800" b="1" kern="1200" dirty="0">
                <a:solidFill>
                  <a:srgbClr val="000044"/>
                </a:solidFill>
                <a:latin typeface="Times New Roman"/>
                <a:ea typeface="宋体"/>
              </a:rPr>
              <a:t>a</a:t>
            </a:r>
            <a:r>
              <a:rPr lang="en-US" altLang="zh-CN" sz="2800" b="1" kern="1200" baseline="-30000" dirty="0">
                <a:solidFill>
                  <a:srgbClr val="000044"/>
                </a:solidFill>
                <a:latin typeface="Times New Roman"/>
                <a:ea typeface="宋体"/>
              </a:rPr>
              <a:t>1</a:t>
            </a:r>
            <a:r>
              <a:rPr lang="en-US" altLang="zh-CN" sz="2800" b="1" kern="1200" dirty="0">
                <a:solidFill>
                  <a:srgbClr val="000044"/>
                </a:solidFill>
                <a:latin typeface="Times New Roman"/>
                <a:ea typeface="宋体"/>
              </a:rPr>
              <a:t>·a</a:t>
            </a:r>
            <a:r>
              <a:rPr lang="en-US" altLang="zh-CN" sz="2800" b="1" kern="1200" baseline="-30000" dirty="0">
                <a:solidFill>
                  <a:srgbClr val="000044"/>
                </a:solidFill>
                <a:latin typeface="Times New Roman"/>
                <a:ea typeface="宋体"/>
              </a:rPr>
              <a:t>2</a:t>
            </a:r>
            <a:r>
              <a:rPr lang="en-US" altLang="zh-CN" sz="2800" b="1" kern="1200" dirty="0">
                <a:solidFill>
                  <a:srgbClr val="000044"/>
                </a:solidFill>
                <a:latin typeface="Times New Roman"/>
                <a:ea typeface="宋体"/>
              </a:rPr>
              <a:t>·…·a</a:t>
            </a:r>
            <a:r>
              <a:rPr lang="en-US" altLang="zh-CN" sz="2800" b="1" kern="1200" baseline="-30000" dirty="0">
                <a:solidFill>
                  <a:srgbClr val="000044"/>
                </a:solidFill>
                <a:latin typeface="Times New Roman"/>
                <a:ea typeface="宋体"/>
              </a:rPr>
              <a:t>2n</a:t>
            </a:r>
            <a:r>
              <a:rPr lang="en-US" altLang="zh-CN" sz="2800" b="1" kern="1200" dirty="0">
                <a:solidFill>
                  <a:srgbClr val="000044"/>
                </a:solidFill>
                <a:latin typeface="Times New Roman"/>
                <a:ea typeface="宋体"/>
              </a:rPr>
              <a:t>=1。</a:t>
            </a:r>
            <a:r>
              <a:rPr lang="zh-CN" altLang="en-US" sz="2800" b="1" kern="1200" dirty="0">
                <a:solidFill>
                  <a:srgbClr val="000044"/>
                </a:solidFill>
                <a:latin typeface="宋体" panose="02010600030101010101" pitchFamily="2" charset="-122"/>
                <a:ea typeface="宋体"/>
              </a:rPr>
              <a:t>这与已知</a:t>
            </a:r>
            <a:r>
              <a:rPr lang="en-US" altLang="zh-CN" sz="2800" b="1" kern="1200" dirty="0">
                <a:solidFill>
                  <a:srgbClr val="000044"/>
                </a:solidFill>
                <a:latin typeface="宋体" panose="02010600030101010101" pitchFamily="2" charset="-122"/>
                <a:ea typeface="宋体"/>
              </a:rPr>
              <a:t>(</a:t>
            </a:r>
            <a:r>
              <a:rPr lang="en-US" altLang="zh-CN" sz="2800" b="1" kern="1200" dirty="0">
                <a:solidFill>
                  <a:srgbClr val="000044"/>
                </a:solidFill>
                <a:latin typeface="Times New Roman"/>
                <a:ea typeface="宋体"/>
              </a:rPr>
              <a:t>G</a:t>
            </a:r>
            <a:r>
              <a:rPr lang="en-US" altLang="zh-CN" sz="2800" b="1" kern="1200" dirty="0">
                <a:solidFill>
                  <a:srgbClr val="000044"/>
                </a:solidFill>
                <a:latin typeface="宋体" panose="02010600030101010101" pitchFamily="2" charset="-122"/>
                <a:ea typeface="宋体"/>
              </a:rPr>
              <a:t>，</a:t>
            </a:r>
            <a:r>
              <a:rPr lang="en-US" altLang="zh-CN" sz="2800" b="1" kern="1200" dirty="0">
                <a:solidFill>
                  <a:srgbClr val="000044"/>
                </a:solidFill>
                <a:latin typeface="Times New Roman"/>
                <a:ea typeface="宋体"/>
              </a:rPr>
              <a:t>·</a:t>
            </a:r>
            <a:r>
              <a:rPr lang="en-US" altLang="zh-CN" sz="2800" b="1" kern="1200" dirty="0">
                <a:solidFill>
                  <a:srgbClr val="000044"/>
                </a:solidFill>
                <a:latin typeface="宋体" panose="02010600030101010101" pitchFamily="2" charset="-122"/>
                <a:ea typeface="宋体"/>
              </a:rPr>
              <a:t>)</a:t>
            </a:r>
            <a:r>
              <a:rPr lang="zh-CN" altLang="en-US" sz="2800" b="1" kern="1200" dirty="0">
                <a:solidFill>
                  <a:srgbClr val="000044"/>
                </a:solidFill>
                <a:latin typeface="宋体" panose="02010600030101010101" pitchFamily="2" charset="-122"/>
                <a:ea typeface="宋体"/>
              </a:rPr>
              <a:t>中所有</a:t>
            </a:r>
          </a:p>
          <a:p>
            <a:pPr marL="0" indent="0" algn="just" eaLnBrk="1" latinLnBrk="0" hangingPunct="1">
              <a:lnSpc>
                <a:spcPct val="90000"/>
              </a:lnSpc>
              <a:buClr>
                <a:srgbClr val="FFCC00"/>
              </a:buClr>
              <a:buSzPct val="85000"/>
              <a:buFont typeface="Wingdings" panose="05000000000000000000" pitchFamily="2" charset="2"/>
              <a:buNone/>
              <a:tabLst>
                <a:tab pos="574675" algn="l"/>
                <a:tab pos="1995488" algn="l"/>
                <a:tab pos="3719513" algn="l"/>
              </a:tabLst>
              <a:defRPr/>
            </a:pPr>
            <a:r>
              <a:rPr lang="zh-CN" altLang="en-US" sz="2800" b="1" kern="1200" dirty="0">
                <a:solidFill>
                  <a:srgbClr val="000044"/>
                </a:solidFill>
                <a:latin typeface="宋体" panose="02010600030101010101" pitchFamily="2" charset="-122"/>
                <a:ea typeface="宋体"/>
              </a:rPr>
              <a:t>元素之积不等于单位元</a:t>
            </a:r>
            <a:r>
              <a:rPr lang="zh-CN" altLang="en-US" sz="2800" b="1" kern="1200" dirty="0">
                <a:solidFill>
                  <a:srgbClr val="000044"/>
                </a:solidFill>
                <a:latin typeface="Times New Roman"/>
                <a:ea typeface="宋体"/>
              </a:rPr>
              <a:t>1</a:t>
            </a:r>
            <a:r>
              <a:rPr lang="zh-CN" altLang="en-US" sz="2800" b="1" kern="1200" dirty="0">
                <a:solidFill>
                  <a:srgbClr val="000044"/>
                </a:solidFill>
                <a:latin typeface="宋体" panose="02010600030101010101" pitchFamily="2" charset="-122"/>
                <a:ea typeface="宋体"/>
              </a:rPr>
              <a:t>矛盾。所以，</a:t>
            </a:r>
            <a:r>
              <a:rPr lang="en-US" altLang="zh-CN" sz="2800" b="1" kern="1200" dirty="0">
                <a:solidFill>
                  <a:srgbClr val="000044"/>
                </a:solidFill>
                <a:latin typeface="Times New Roman"/>
                <a:ea typeface="宋体"/>
              </a:rPr>
              <a:t>G</a:t>
            </a:r>
            <a:r>
              <a:rPr lang="zh-CN" altLang="en-US" sz="2800" b="1" kern="1200" dirty="0">
                <a:solidFill>
                  <a:srgbClr val="000044"/>
                </a:solidFill>
                <a:latin typeface="宋体" panose="02010600030101010101" pitchFamily="2" charset="-122"/>
                <a:ea typeface="宋体"/>
              </a:rPr>
              <a:t>必为偶</a:t>
            </a:r>
          </a:p>
          <a:p>
            <a:pPr marL="0" indent="0" algn="just" eaLnBrk="1" latinLnBrk="0" hangingPunct="1">
              <a:lnSpc>
                <a:spcPct val="90000"/>
              </a:lnSpc>
              <a:buClr>
                <a:srgbClr val="FFCC00"/>
              </a:buClr>
              <a:buSzPct val="85000"/>
              <a:buFont typeface="Wingdings" panose="05000000000000000000" pitchFamily="2" charset="2"/>
              <a:buNone/>
              <a:tabLst>
                <a:tab pos="574675" algn="l"/>
                <a:tab pos="1995488" algn="l"/>
                <a:tab pos="3719513" algn="l"/>
              </a:tabLst>
              <a:defRPr/>
            </a:pPr>
            <a:r>
              <a:rPr lang="zh-CN" altLang="en-US" sz="2800" b="1" kern="1200" dirty="0">
                <a:solidFill>
                  <a:srgbClr val="000044"/>
                </a:solidFill>
                <a:latin typeface="宋体" panose="02010600030101010101" pitchFamily="2" charset="-122"/>
                <a:ea typeface="宋体"/>
              </a:rPr>
              <a:t>数元群。</a:t>
            </a:r>
            <a:r>
              <a:rPr lang="zh-CN" altLang="en-US" sz="2800" b="1" kern="1200" dirty="0">
                <a:solidFill>
                  <a:srgbClr val="000044"/>
                </a:solidFill>
                <a:latin typeface="Times New Roman"/>
                <a:ea typeface="宋体"/>
              </a:rPr>
              <a:t> </a:t>
            </a:r>
          </a:p>
          <a:p>
            <a:pPr marL="0" indent="0" algn="just" eaLnBrk="1" latinLnBrk="0" hangingPunct="1">
              <a:lnSpc>
                <a:spcPct val="90000"/>
              </a:lnSpc>
              <a:buClr>
                <a:srgbClr val="FFCC00"/>
              </a:buClr>
              <a:buSzPct val="85000"/>
              <a:buFont typeface="Wingdings" panose="05000000000000000000" pitchFamily="2" charset="2"/>
              <a:buNone/>
              <a:tabLst>
                <a:tab pos="574675" algn="l"/>
                <a:tab pos="1995488" algn="l"/>
                <a:tab pos="3719513" algn="l"/>
              </a:tabLst>
              <a:defRPr/>
            </a:pPr>
            <a:endParaRPr lang="zh-CN" altLang="en-US" sz="2800" b="1" kern="1200" dirty="0">
              <a:solidFill>
                <a:srgbClr val="000044"/>
              </a:solidFill>
              <a:latin typeface="Times New Roman"/>
              <a:ea typeface="宋体"/>
            </a:endParaRPr>
          </a:p>
          <a:p>
            <a:pPr>
              <a:defRPr/>
            </a:pPr>
            <a:endParaRPr lang="zh-CN" altLang="en-US" dirty="0"/>
          </a:p>
        </p:txBody>
      </p:sp>
      <p:pic>
        <p:nvPicPr>
          <p:cNvPr id="114691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6238" y="3584575"/>
            <a:ext cx="1301750" cy="687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4692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7988" y="4365625"/>
            <a:ext cx="1300162" cy="687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4693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5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6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 latinLnBrk="1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latinLnBrk="1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l"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A2023D2-2938-4FAC-8019-410861F8723F}" type="slidenum">
              <a:rPr lang="en-US" altLang="ko-KR" sz="1400" smtClean="0">
                <a:solidFill>
                  <a:srgbClr val="000000"/>
                </a:solidFill>
                <a:latin typeface="-윤명조140" pitchFamily="18" charset="-127"/>
                <a:ea typeface="-윤명조140" pitchFamily="18" charset="-127"/>
              </a:rPr>
              <a:pPr>
                <a:spcBef>
                  <a:spcPct val="0"/>
                </a:spcBef>
                <a:buClrTx/>
                <a:buFontTx/>
                <a:buNone/>
              </a:pPr>
              <a:t>28</a:t>
            </a:fld>
            <a:endParaRPr lang="en-US" altLang="ko-KR" sz="1400">
              <a:solidFill>
                <a:srgbClr val="000000"/>
              </a:solidFill>
              <a:latin typeface="-윤명조140" pitchFamily="18" charset="-127"/>
              <a:ea typeface="-윤명조140" pitchFamily="18" charset="-127"/>
            </a:endParaRPr>
          </a:p>
        </p:txBody>
      </p:sp>
      <p:sp>
        <p:nvSpPr>
          <p:cNvPr id="11469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549275"/>
            <a:ext cx="7772400" cy="719138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应用拉格朗日定理 </a:t>
            </a:r>
            <a:r>
              <a:rPr lang="en-US" altLang="zh-CN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–- 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练习</a:t>
            </a:r>
          </a:p>
        </p:txBody>
      </p:sp>
    </p:spTree>
    <p:extLst>
      <p:ext uri="{BB962C8B-B14F-4D97-AF65-F5344CB8AC3E}">
        <p14:creationId xmlns:p14="http://schemas.microsoft.com/office/powerpoint/2010/main" val="2887266956"/>
      </p:ext>
    </p:extLst>
  </p:cSld>
  <p:clrMapOvr>
    <a:masterClrMapping/>
  </p:clrMapOvr>
</p:sld>
</file>

<file path=ppt/theme/theme1.xml><?xml version="1.0" encoding="utf-8"?>
<a:theme xmlns:a="http://schemas.openxmlformats.org/drawingml/2006/main" name="B075">
  <a:themeElements>
    <a:clrScheme name="B07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075">
      <a:majorFont>
        <a:latin typeface="华文中宋"/>
        <a:ea typeface="华文中宋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07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7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9_B075">
  <a:themeElements>
    <a:clrScheme name="B07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075">
      <a:majorFont>
        <a:latin typeface="华文中宋"/>
        <a:ea typeface="华文中宋"/>
        <a:cs typeface=""/>
      </a:majorFont>
      <a:minorFont>
        <a:latin typeface="楷体_GB2312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07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7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6_B075">
  <a:themeElements>
    <a:clrScheme name="B07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075">
      <a:majorFont>
        <a:latin typeface="华文中宋"/>
        <a:ea typeface="华文中宋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07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7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8_B075">
  <a:themeElements>
    <a:clrScheme name="B07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075">
      <a:majorFont>
        <a:latin typeface="华文中宋"/>
        <a:ea typeface="华文中宋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07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7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_B075">
  <a:themeElements>
    <a:clrScheme name="B075 9">
      <a:dk1>
        <a:srgbClr val="000000"/>
      </a:dk1>
      <a:lt1>
        <a:srgbClr val="FFFFFF"/>
      </a:lt1>
      <a:dk2>
        <a:srgbClr val="800000"/>
      </a:dk2>
      <a:lt2>
        <a:srgbClr val="666633"/>
      </a:lt2>
      <a:accent1>
        <a:srgbClr val="339933"/>
      </a:accent1>
      <a:accent2>
        <a:srgbClr val="800000"/>
      </a:accent2>
      <a:accent3>
        <a:srgbClr val="FFFFFF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B075">
      <a:majorFont>
        <a:latin typeface="华文中宋"/>
        <a:ea typeface="华文中宋"/>
        <a:cs typeface=""/>
      </a:majorFont>
      <a:minorFont>
        <a:latin typeface="楷体_GB2312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07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7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8">
        <a:dk1>
          <a:srgbClr val="000000"/>
        </a:dk1>
        <a:lt1>
          <a:srgbClr val="FFFFFF"/>
        </a:lt1>
        <a:dk2>
          <a:srgbClr val="0000CC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FF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9">
        <a:dk1>
          <a:srgbClr val="000000"/>
        </a:dk1>
        <a:lt1>
          <a:srgbClr val="FFFFFF"/>
        </a:lt1>
        <a:dk2>
          <a:srgbClr val="800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FF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2_B075">
  <a:themeElements>
    <a:clrScheme name="B07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075">
      <a:majorFont>
        <a:latin typeface="华文中宋"/>
        <a:ea typeface="华文中宋"/>
        <a:cs typeface=""/>
      </a:majorFont>
      <a:minorFont>
        <a:latin typeface="楷体_GB2312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07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7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3_B075">
  <a:themeElements>
    <a:clrScheme name="B07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075">
      <a:majorFont>
        <a:latin typeface="华文中宋"/>
        <a:ea typeface="华文中宋"/>
        <a:cs typeface=""/>
      </a:majorFont>
      <a:minorFont>
        <a:latin typeface="楷体_GB2312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07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7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6_B075">
  <a:themeElements>
    <a:clrScheme name="B07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075">
      <a:majorFont>
        <a:latin typeface="华文中宋"/>
        <a:ea typeface="华文中宋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07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7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4_B075">
  <a:themeElements>
    <a:clrScheme name="B07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075">
      <a:majorFont>
        <a:latin typeface="华文中宋"/>
        <a:ea typeface="华文中宋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075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07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075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C:\coolpt\TempSlide\B075.POT</Template>
  <TotalTime>15604</TotalTime>
  <Words>2961</Words>
  <Application>Microsoft Office PowerPoint</Application>
  <PresentationFormat>全屏显示(4:3)</PresentationFormat>
  <Paragraphs>247</Paragraphs>
  <Slides>28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9</vt:i4>
      </vt:variant>
      <vt:variant>
        <vt:lpstr>幻灯片标题</vt:lpstr>
      </vt:variant>
      <vt:variant>
        <vt:i4>28</vt:i4>
      </vt:variant>
    </vt:vector>
  </HeadingPairs>
  <TitlesOfParts>
    <vt:vector size="51" baseType="lpstr">
      <vt:lpstr>Times New Roman</vt:lpstr>
      <vt:lpstr>楷体_GB2312</vt:lpstr>
      <vt:lpstr>楷体</vt:lpstr>
      <vt:lpstr>黑体</vt:lpstr>
      <vt:lpstr>Symbol</vt:lpstr>
      <vt:lpstr>华文中宋</vt:lpstr>
      <vt:lpstr>宋体</vt:lpstr>
      <vt:lpstr>Malgun Gothic</vt:lpstr>
      <vt:lpstr>Arial</vt:lpstr>
      <vt:lpstr>Wingdings</vt:lpstr>
      <vt:lpstr>KaiTi</vt:lpstr>
      <vt:lpstr>微软雅黑</vt:lpstr>
      <vt:lpstr>Calibri</vt:lpstr>
      <vt:lpstr>-윤명조140</vt:lpstr>
      <vt:lpstr>B075</vt:lpstr>
      <vt:lpstr>9_B075</vt:lpstr>
      <vt:lpstr>16_B075</vt:lpstr>
      <vt:lpstr>8_B075</vt:lpstr>
      <vt:lpstr>1_B075</vt:lpstr>
      <vt:lpstr>2_B075</vt:lpstr>
      <vt:lpstr>3_B075</vt:lpstr>
      <vt:lpstr>6_B075</vt:lpstr>
      <vt:lpstr>4_B075</vt:lpstr>
      <vt:lpstr>选择题</vt:lpstr>
      <vt:lpstr>选择题</vt:lpstr>
      <vt:lpstr>选择题</vt:lpstr>
      <vt:lpstr>选择题</vt:lpstr>
      <vt:lpstr>选择题</vt:lpstr>
      <vt:lpstr>练习：</vt:lpstr>
      <vt:lpstr>练习：</vt:lpstr>
      <vt:lpstr>PowerPoint 演示文稿</vt:lpstr>
      <vt:lpstr>PowerPoint 演示文稿</vt:lpstr>
      <vt:lpstr>练习：</vt:lpstr>
      <vt:lpstr>练习：</vt:lpstr>
      <vt:lpstr>练习：</vt:lpstr>
      <vt:lpstr>练习：</vt:lpstr>
      <vt:lpstr>PowerPoint 演示文稿</vt:lpstr>
      <vt:lpstr>习题6.3-3</vt:lpstr>
      <vt:lpstr>习题6.3-4</vt:lpstr>
      <vt:lpstr>习题6.3-5</vt:lpstr>
      <vt:lpstr>习题6.3-6</vt:lpstr>
      <vt:lpstr>习题6.3-7</vt:lpstr>
      <vt:lpstr>习题6.3-7</vt:lpstr>
      <vt:lpstr>习题6.3-8</vt:lpstr>
      <vt:lpstr>习题6.3-9</vt:lpstr>
      <vt:lpstr>习题6.3-10</vt:lpstr>
      <vt:lpstr>生成元的例</vt:lpstr>
      <vt:lpstr>练习：</vt:lpstr>
      <vt:lpstr>应用拉格朗日定理—练习 </vt:lpstr>
      <vt:lpstr>应用拉格朗日定理 --练习</vt:lpstr>
      <vt:lpstr>应用拉格朗日定理 –- 练习</vt:lpstr>
    </vt:vector>
  </TitlesOfParts>
  <Company>정윤주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정윤주</dc:creator>
  <cp:lastModifiedBy>Windows 用户</cp:lastModifiedBy>
  <cp:revision>842</cp:revision>
  <dcterms:created xsi:type="dcterms:W3CDTF">2001-07-18T23:57:34Z</dcterms:created>
  <dcterms:modified xsi:type="dcterms:W3CDTF">2025-10-09T02:18:48Z</dcterms:modified>
</cp:coreProperties>
</file>